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  <p:sldMasterId id="2147483790" r:id="rId13"/>
    <p:sldMasterId id="2147483802" r:id="rId14"/>
    <p:sldMasterId id="2147483814" r:id="rId15"/>
    <p:sldMasterId id="2147483826" r:id="rId16"/>
    <p:sldMasterId id="2147483838" r:id="rId17"/>
    <p:sldMasterId id="2147483851" r:id="rId18"/>
    <p:sldMasterId id="2147483864" r:id="rId19"/>
  </p:sldMasterIdLst>
  <p:notesMasterIdLst>
    <p:notesMasterId r:id="rId53"/>
  </p:notesMasterIdLst>
  <p:sldIdLst>
    <p:sldId id="278" r:id="rId20"/>
    <p:sldId id="271" r:id="rId21"/>
    <p:sldId id="272" r:id="rId22"/>
    <p:sldId id="267" r:id="rId23"/>
    <p:sldId id="268" r:id="rId24"/>
    <p:sldId id="269" r:id="rId25"/>
    <p:sldId id="270" r:id="rId26"/>
    <p:sldId id="261" r:id="rId27"/>
    <p:sldId id="279" r:id="rId28"/>
    <p:sldId id="264" r:id="rId29"/>
    <p:sldId id="265" r:id="rId30"/>
    <p:sldId id="282" r:id="rId31"/>
    <p:sldId id="285" r:id="rId32"/>
    <p:sldId id="345" r:id="rId33"/>
    <p:sldId id="288" r:id="rId34"/>
    <p:sldId id="346" r:id="rId35"/>
    <p:sldId id="347" r:id="rId36"/>
    <p:sldId id="310" r:id="rId37"/>
    <p:sldId id="314" r:id="rId38"/>
    <p:sldId id="349" r:id="rId39"/>
    <p:sldId id="350" r:id="rId40"/>
    <p:sldId id="329" r:id="rId41"/>
    <p:sldId id="351" r:id="rId42"/>
    <p:sldId id="283" r:id="rId43"/>
    <p:sldId id="353" r:id="rId44"/>
    <p:sldId id="354" r:id="rId45"/>
    <p:sldId id="262" r:id="rId46"/>
    <p:sldId id="352" r:id="rId47"/>
    <p:sldId id="266" r:id="rId48"/>
    <p:sldId id="281" r:id="rId49"/>
    <p:sldId id="275" r:id="rId50"/>
    <p:sldId id="276" r:id="rId51"/>
    <p:sldId id="277" r:id="rId52"/>
  </p:sldIdLst>
  <p:sldSz cx="12192000" cy="6858000" type="screen16x9"/>
  <p:notesSz cx="6858000" cy="9144000"/>
  <p:custDataLst>
    <p:tags r:id="rId5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800" b="1" kern="120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0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FF00"/>
    <a:srgbClr val="FF3399"/>
    <a:srgbClr val="E6833F"/>
    <a:srgbClr val="000000"/>
    <a:srgbClr val="FF99FF"/>
    <a:srgbClr val="FFCC00"/>
    <a:srgbClr val="663300"/>
    <a:srgbClr val="66FFFF"/>
    <a:srgbClr val="00FF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750" autoAdjust="0"/>
    <p:restoredTop sz="94475" autoAdjust="0"/>
  </p:normalViewPr>
  <p:slideViewPr>
    <p:cSldViewPr showGuides="1">
      <p:cViewPr>
        <p:scale>
          <a:sx n="75" d="100"/>
          <a:sy n="75" d="100"/>
        </p:scale>
        <p:origin x="-384" y="216"/>
      </p:cViewPr>
      <p:guideLst>
        <p:guide orient="horz" pos="2100"/>
        <p:guide pos="38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938"/>
    </p:cViewPr>
  </p:sorterViewPr>
  <p:notesViewPr>
    <p:cSldViewPr>
      <p:cViewPr varScale="1">
        <p:scale>
          <a:sx n="57" d="100"/>
          <a:sy n="57" d="100"/>
        </p:scale>
        <p:origin x="-1782" y="-84"/>
      </p:cViewPr>
      <p:guideLst>
        <p:guide orient="horz" pos="2800"/>
        <p:guide pos="216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8" Type="http://schemas.openxmlformats.org/officeDocument/2006/relationships/tags" Target="tags/tag359.xml"/><Relationship Id="rId57" Type="http://schemas.openxmlformats.org/officeDocument/2006/relationships/commentAuthors" Target="commentAuthors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notesMaster" Target="notesMasters/notesMaster1.xml"/><Relationship Id="rId52" Type="http://schemas.openxmlformats.org/officeDocument/2006/relationships/slide" Target="slides/slide33.xml"/><Relationship Id="rId51" Type="http://schemas.openxmlformats.org/officeDocument/2006/relationships/slide" Target="slides/slide32.xml"/><Relationship Id="rId50" Type="http://schemas.openxmlformats.org/officeDocument/2006/relationships/slide" Target="slides/slide31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0.xml"/><Relationship Id="rId48" Type="http://schemas.openxmlformats.org/officeDocument/2006/relationships/slide" Target="slides/slide29.xml"/><Relationship Id="rId47" Type="http://schemas.openxmlformats.org/officeDocument/2006/relationships/slide" Target="slides/slide28.xml"/><Relationship Id="rId46" Type="http://schemas.openxmlformats.org/officeDocument/2006/relationships/slide" Target="slides/slide27.xml"/><Relationship Id="rId45" Type="http://schemas.openxmlformats.org/officeDocument/2006/relationships/slide" Target="slides/slide26.xml"/><Relationship Id="rId44" Type="http://schemas.openxmlformats.org/officeDocument/2006/relationships/slide" Target="slides/slide25.xml"/><Relationship Id="rId43" Type="http://schemas.openxmlformats.org/officeDocument/2006/relationships/slide" Target="slides/slide24.xml"/><Relationship Id="rId42" Type="http://schemas.openxmlformats.org/officeDocument/2006/relationships/slide" Target="slides/slide23.xml"/><Relationship Id="rId41" Type="http://schemas.openxmlformats.org/officeDocument/2006/relationships/slide" Target="slides/slide22.xml"/><Relationship Id="rId40" Type="http://schemas.openxmlformats.org/officeDocument/2006/relationships/slide" Target="slides/slide2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0.xml"/><Relationship Id="rId38" Type="http://schemas.openxmlformats.org/officeDocument/2006/relationships/slide" Target="slides/slide19.xml"/><Relationship Id="rId37" Type="http://schemas.openxmlformats.org/officeDocument/2006/relationships/slide" Target="slides/slide18.xml"/><Relationship Id="rId36" Type="http://schemas.openxmlformats.org/officeDocument/2006/relationships/slide" Target="slides/slide17.xml"/><Relationship Id="rId35" Type="http://schemas.openxmlformats.org/officeDocument/2006/relationships/slide" Target="slides/slide16.xml"/><Relationship Id="rId34" Type="http://schemas.openxmlformats.org/officeDocument/2006/relationships/slide" Target="slides/slide15.xml"/><Relationship Id="rId33" Type="http://schemas.openxmlformats.org/officeDocument/2006/relationships/slide" Target="slides/slide14.xml"/><Relationship Id="rId32" Type="http://schemas.openxmlformats.org/officeDocument/2006/relationships/slide" Target="slides/slide13.xml"/><Relationship Id="rId31" Type="http://schemas.openxmlformats.org/officeDocument/2006/relationships/slide" Target="slides/slide12.xml"/><Relationship Id="rId30" Type="http://schemas.openxmlformats.org/officeDocument/2006/relationships/slide" Target="slides/slide1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0.xml"/><Relationship Id="rId28" Type="http://schemas.openxmlformats.org/officeDocument/2006/relationships/slide" Target="slides/slide9.xml"/><Relationship Id="rId27" Type="http://schemas.openxmlformats.org/officeDocument/2006/relationships/slide" Target="slides/slide8.xml"/><Relationship Id="rId26" Type="http://schemas.openxmlformats.org/officeDocument/2006/relationships/slide" Target="slides/slide7.xml"/><Relationship Id="rId25" Type="http://schemas.openxmlformats.org/officeDocument/2006/relationships/slide" Target="slides/slide6.xml"/><Relationship Id="rId24" Type="http://schemas.openxmlformats.org/officeDocument/2006/relationships/slide" Target="slides/slide5.xml"/><Relationship Id="rId23" Type="http://schemas.openxmlformats.org/officeDocument/2006/relationships/slide" Target="slides/slide4.xml"/><Relationship Id="rId22" Type="http://schemas.openxmlformats.org/officeDocument/2006/relationships/slide" Target="slides/slide3.xml"/><Relationship Id="rId21" Type="http://schemas.openxmlformats.org/officeDocument/2006/relationships/slide" Target="slides/slide2.xml"/><Relationship Id="rId20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27.emf"/><Relationship Id="rId4" Type="http://schemas.openxmlformats.org/officeDocument/2006/relationships/image" Target="../media/image26.emf"/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1:23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14166.800 7995.520,'0.000'0.000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21:39:17"/>
    </inkml:context>
    <inkml:brush xml:id="br0">
      <inkml:brushProperty name="width" value="0.05292" units="cm"/>
      <inkml:brushProperty name="height" value="0.05292" units="cm"/>
      <inkml:brushProperty name="color" value="#2daf49"/>
      <inkml:brushProperty name="ignorePressure" value="0"/>
    </inkml:brush>
  </inkml:definitions>
  <inkml:trace contextRef="#ctx0" brushRef="#br0">14486.800 6258.520,'0.000'0.000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1:23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3938.760 6015.520,'-9.000'0.000,"-1.000"0.000,10.000-10.000,0.000 1.000,0.000-1.000,0.000 0.000,0.000 1.000,10.000 9.000,-1.000 0.000,-9.000 9.000,10.000-9.000,-10.000 10.000,0.000 0.000,0.000-1.000,19.000 1.000,-19.000 10.000,10.000-20.000,-10.000 9.000,0.000 1.000,10.000-10.000,-10.000 10.000,-10.000-10.000,0.000 0.000,1.000 9.000,-11.000 1.000,1.000-10.000,0.000 0.000,9.000 0.000,10.000-10.000,0.000 1.000,0.000-11.000,0.000-9.000,0.000 10.000,10.000-1.000,-10.000 1.000,9.000 9.000,1.000-9.000,0.000 9.000,-10.000 0.000,0.000 1.000,9.000 9.000,1.000 0.000,-10.000 9.000,10.000 1.000,-1.000 10.000,1.000-11.000,0.000 1.000,0.000 0.000,-10.000-1.000,0.000 1.000,0.000 0.000,0.000-1.000,0.000 1.000,0.000 0.000,-10.000-10.000,0.000 0.000,0.000 0.000,1.000 0.000,-11.000 0.000,11.000 0.000,-11.000 0.000,1.000 0.000,19.000-10.000,-10.000 10.000,10.000-10.000,-10.000 10.000,10.000-9.000,0.000-1.000,0.000-9.000,0.000-1.000,0.000 1.000,0.000-10.000,10.000 9.000,-10.000 11.000,0.000-11.000,10.000 10.000,0.000 1.000,-10.000-1.000,9.000 10.000,1.000 0.000,0.000 0.000,-1.000 0.000,1.000 19.000,9.000 1.000,-9.000 9.000,0.000-19.000,0.000-10.000,-1.000 29.000,1.000-19.000,0.000 9.000,-10.000-9.000,0.000 9.000,0.000-9.000,0.000-1.000,0.000 1.000,0.000 0.000,-10.000 0.000,0.000-10.000,1.000 9.000,-1.000-9.000,10.000 10.000,-20.000-10.000,11.000 0.000,-1.000 0.000,0.000 0.000,1.000 0.000,-1.000 0.000,0.000 0.000,10.000-10.000,0.000 1.000,0.000-11.000,0.000 1.000,0.000-1.000,0.000 11.000,10.000-11.000,0.000 1.000,9.000-1.000,0.000 11.000,-9.000-1.000,-10.000 0.000,20.000 10.000,-11.000 0.000,1.000 0.000,0.000 0.000,-1.000 0.000,1.000 10.000,-10.000 0.000,0.000-1.000,0.000 1.000,0.000 10.000,0.000-11.000,0.000 1.000,0.000 0.000,0.000 9.000,-10.000-9.000,10.000-1.000,-9.000-9.000,9.000 10.000,-20.000 0.000,11.000 0.000,-1.000-1.000,-19.000-9.000,9.000 0.000,1.000 0.000,9.000 0.000,-19.000 0.000,10.000-9.000,-1.000-11.000,11.000 20.000,-1.000-10.000,0.000 1.000,10.000-1.000,0.000 0.000,0.000 1.000,0.000-1.000,10.000 10.000,-10.000-10.000,10.000 10.000,-1.000 0.000,1.000 0.000,9.000 10.000,-9.000 0.000,10.000 9.000,-11.000-9.000,-9.000-1.000,10.000-9.000,0.000 20.000,-10.000-10.000,0.000 9.000,9.000-19.000,-9.000 10.000,0.000-1.000,0.000 1.000,0.000 0.000,0.000-1.000,-9.000-9.000,-1.000 10.000,0.000-10.000,1.000 0.000,-1.000 0.000,0.000 0.000,-9.000 0.000,9.000 0.000,0.000 0.000,10.000-10.000,0.000 1.000,-9.000-11.000,9.000 11.000,0.000-11.000,0.000-9.000,0.000 0.000,9.000 0.000,1.000 19.000,-10.000 1.000,19.000-1.000,-9.000-10.000,-10.000 11.000,20.000 9.000,-20.000-10.000,19.000 0.000,-9.000 10.000,-1.000 0.000,-9.000 10.000,10.000 19.000,-10.000-9.000,10.000-1.000,-10.000 0.000,9.000 1.000,-9.000-11.000,0.000 1.000,0.000 10.000,0.000-11.000,0.000 1.000,-9.000-10.000,-1.000 0.000,0.000 0.000,1.000 0.000,-1.000 0.000,0.000 0.000,1.000 0.000,-1.000 0.000,10.000-10.000,0.000 1.000,0.000-1.000,0.000 0.000,0.000 0.000,0.000 1.000,0.000-1.000,10.000-9.000,-1.000 19.000,1.000-20.000,0.000 20.000,-10.000-9.000,0.000-1.000,0.000 10.000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1:23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3909.760 6947.520,'0.000'-10.000,"0.000"0.000,0.000 1.000,10.000 9.000,-10.000-10.000,10.000 0.000,-1.000 10.000,1.000 0.000,0.000 0.000,-10.000 10.000,9.000-10.000,-9.000 10.000,0.000-1.000,0.000 1.000,10.000 0.000,-10.000-1.000,0.000 1.000,-10.000-10.000,1.000 0.000,-1.000 0.000,0.000 0.000,1.000 0.000,-1.000 0.000,0.000 0.000,1.000 0.000,9.000-10.000,-10.000 1.000,0.000-1.000,10.000 0.000,0.000 1.000,0.000-1.000,0.000 0.000,0.000 0.000,0.000 1.000,0.000-1.000,0.000 0.000,0.000 1.000,0.000-1.000,10.000 10.000,0.000 0.000,-1.000 0.000,1.000 0.000,0.000 10.000,9.000-1.000,-9.000 1.000,-1.000 9.000,11.000 1.000,-10.000-10.000,-10.000-1.000,9.000 11.000,-9.000-11.000,0.000 1.000,0.000 0.000,0.000 0.000,0.000-1.000,0.000 1.000,-19.000-10.000,9.000 0.000,-9.000 0.000,9.000 0.000,-9.000 0.000,-1.000 0.000,1.000 0.000,-1.000 0.000,11.000-10.000,-11.000 1.000,11.000 9.000,9.000-10.000,-10.000 0.000,10.000 0.000,-10.000 10.000,10.000-9.000,0.000-11.000,0.000 1.000,10.000-1.000,0.000 1.000,-1.000 19.000,1.000-29.000,9.000 19.000,-19.000 1.000,20.000-1.000,-10.000 10.000,-1.000-10.000,1.000 0.000,0.000 10.000,9.000-9.000,-9.000 9.000,-1.000 0.000,1.000 0.000,0.000 0.000,0.000 9.000,-10.000 11.000,0.000-10.000,0.000-1.000,0.000 1.000,0.000 9.000,0.000-9.000,0.000 0.000,0.000-1.000,0.000 11.000,0.000-1.000,-10.000-9.000,10.000 0.000,-10.000-1.000,0.000 11.000,1.000-20.000,-1.000 19.000,-9.000-9.000,9.000-10.000,0.000 0.000,1.000 0.000,-1.000 0.000,0.000 0.000,0.000 0.000,1.000 0.000,-1.000-10.000,-9.000 1.000,9.000-1.000,0.000 0.000,10.000 0.000,0.000 1.000,-9.000 9.000,9.000-10.000,0.000 0.000,0.000 1.000,9.000 9.000,1.000-20.000,9.000 10.000,-9.000 10.000,9.000-9.000,1.000 9.000,-10.000 0.000,-1.000 0.000,1.000 0.000,9.000 0.000,-9.000 0.000,9.000 0.000,-9.000 0.000,0.000 0.000,-10.000 9.000,10.000 1.000,-10.000 0.000,0.000 0.000,0.000-1.000,0.000 1.000,0.000 9.000,0.000-9.000,0.000 10.000,-20.000-1.000,20.000-9.000,-19.000-1.000,9.000 11.000,0.000-11.000,1.000-9.000,-1.000 10.000,0.000-10.000,1.000 0.000,-1.000 0.000,0.000 0.000,0.000 0.000,1.000 0.000,9.000-10.000,-10.000 1.000,10.000-1.000,0.000 0.000,-10.000 10.000,10.000-9.000,0.000-11.000,0.000 1.000,0.000 9.000,10.000-9.000,0.000 9.000,-1.000-9.000,1.000 9.000,10.000 0.000,-11.000 0.000,1.000 10.000,0.000 0.000,-1.000 0.000,1.000 0.000,9.000 0.000,-9.000 10.000,-10.000 0.000,10.000-10.000,0.000 19.000,-10.000-9.000,0.000 0.000,0.000-1.000,0.000 1.000,0.000 0.000,-10.000 0.000,0.000-1.000,10.000 1.000,-10.000-10.000,1.000 0.000,9.000 10.000,-10.000-10.000,0.000 0.000,1.000 0.000,-1.000 0.000,0.000 0.000,1.000 0.000,-1.000 0.000,0.000-10.000,10.000 0.000,0.000 1.000,0.000-1.000,0.000 0.000,0.000 0.000,0.000 1.000,0.000-1.000,0.000 0.000,0.000 1.000,10.000-11.000,0.000 10.000,-1.000 10.000,-9.000-9.000,0.000-1.000,10.000 10.000,-10.000 0.000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1:23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14166.800 7995.520,'0.000'0.000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9:26:12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3967.760 7083.520,'10.000'0.000,"-10.000"9.000,0.000 11.000,10.000-20.000,0.000 19.000,-1.000 10.000,1.000-9.000,9.000 9.000,1.000 0.000,-1.000 0.000,-19.000-19.000,20.000 28.000,-1.000-8.000,0.000-1.000,1.000-10.000,-1.000 30.000,10.000-11.000,-9.000-9.000,-1.000 1.000,-19.000-21.000,10.000 1.000,0.000 9.000,9.000 11.000,-19.000-11.000,10.000-19.000,-1.000 19.000,1.000 1.000,10.000-1.000,-20.000 1.000,19.000-1.000,-9.000 0.000,-1.000 10.000,11.000 1.000,-1.000-11.000,-9.000 10.000,0.000-29.000,9.000 20.000,0.000 9.000,1.000-10.000,9.000 10.000,-19.000-9.000,-10.000-11.000,19.000 11.000,0.000-1.000,1.000 0.000,-10.000 1.000,-1.000-10.000,11.000-1.000,-20.000 1.000,19.000 0.000,-9.000-1.000,9.000 11.000,10.000-1.000,0.000 10.000,0.000 0.000,1.000-9.000,-11.000-10.000,-9.000-1.000,9.000 11.000,-9.000-11.000,19.000 11.000,-10.000-11.000,-9.000 1.000,9.000 10.000,11.000-1.000,-1.000 0.000,-10.000-9.000,0.000 10.000,1.000-11.000,-1.000 11.000,-9.000-11.000,9.000 1.000,1.000 0.000,-1.000-1.000,-9.000 1.000,9.000-10.000,10.000 10.000,1.000 9.000,-1.000 1.000,9.000-20.000,-8.000 19.000,8.000-9.000,-9.000-1.000,1.000-9.000,-21.000 0.000,11.000 20.000,19.000-10.000,-20.000-10.000,20.000 19.000,0.000-9.000,-1.000-1.000,21.000 1.000,-11.000 10.000,1.000-11.000,-40.000-9.000,40.000 20.000,9.000-11.000,0.000 1.000,1.000 0.000,-1.000-1.000,10.000 1.000,-20.000-10.000,1.000 10.000,-20.000-10.000,0.000 0.000,10.000 10.000,-20.000-10.000,10.000 9.000,10.000 1.000,-10.000-10.000,10.000 10.000,0.000-1.000,-10.000-9.000,10.000 0.000,-10.000 10.000,10.000-10.000,-1.000 10.000,1.000-10.000,0.000 9.000,0.000-9.000,0.000 0.000,-10.000 0.000,0.000 0.000,-19.000 0.000,9.000 0.000,-9.000 0.000,19.000 0.000,0.000 0.000,-19.000 0.000,9.000 0.000,10.000 0.000,0.000 0.000,0.000 0.000,-19.000 0.000,0.000 0.000,9.000 0.000,-9.000 0.000,0.000 0.000,-1.000 0.000,1.000 0.000,0.000 0.000,9.000 0.000,-9.000 0.000,0.000 0.000,19.000 0.000,-10.000 0.000,-9.000 0.000,-1.000 0.000,11.000 0.000,-1.000 0.000,1.000 0.000,-1.000 0.000,10.000 0.000,-19.000 0.000,0.000 0.000,-1.000 0.000,1.000 0.000,0.000 0.000,-1.000 0.000,1.000 0.000,0.000 0.000,0.000 0.000,-1.000 0.000,11.000 0.000,-1.000 0.000,10.000 0.000,-19.000 0.000,9.000 0.000,-9.000 0.000,0.000 0.000,-1.000 0.000,1.000 0.000,0.000 0.000,0.000 0.000,-1.000 0.000,-9.000-9.000,20.000 9.000,-11.000 0.000,11.000-10.000,-1.000 10.000,1.000 0.000,-11.000 0.000,11.000 0.000,-11.000 0.000,-9.000 0.000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9:26:12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7762.760 8655.520,'9.000'0.000,"-9.000"9.000,0.000 1.000,10.000 0.000,0.000-1.000,-1.000 1.000,1.000 9.000,9.000-9.000,-9.000 0.000,0.000 0.000,0.000 9.000,-1.000-19.000,1.000 10.000,0.000-1.000,-1.000-9.000,-9.000 10.000,10.000 0.000,-10.000-1.000,10.000-9.000,-10.000 10.000,0.000 0.000,-10.000-10.000,0.000 10.000,-9.000-1.000,9.000 1.000,-9.000 0.000,-1.000-1.000,11.000 1.000,-11.000 0.000,11.000-10.000,9.000 9.000,-10.000-9.000,10.000 0.000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9:26:12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3919.760 5938.520,'0.000'-10.000,"-10.000"10.000,10.000-10.000,0.000 0.000,-9.000 1.000,9.000-11.000,0.000-9.000,0.000 0.000,-10.000 0.000,10.000 0.000,0.000 19.000,0.000-19.000,0.000 19.000,0.000-19.000,0.000 10.000,0.000-10.000,0.000 0.000,10.000 9.000,-10.000 10.000,9.000-9.000,1.000-10.000,9.000-10.000,-9.000 10.000,9.000 0.000,-19.000 19.000,20.000-29.000,-1.000 1.000,10.000-1.000,-19.000 29.000,10.000-19.000,9.000-20.000,0.000 20.000,-10.000-9.000,10.000 8.000,0.000 1.000,-19.000 29.000,0.000-9.000,-1.000-1.000,1.000 0.000,10.000 1.000,-1.000-1.000,10.000 0.000,-9.000 0.000,9.000 10.000,9.000-9.000,1.000 9.000,0.000 0.000,10.000-10.000,-20.000 10.000,-20.000 0.000,40.000-10.000,9.000 10.000,-48.000 0.000,58.000 0.000,-49.000 0.000,49.000 0.000,-48.000 0.000,57.000 0.000,1.000 0.000,28.000 0.000,-18.000 0.000,19.000 0.000,-30.000 0.000,1.000 0.000,29.000 0.000,-40.000 0.000,11.000 0.000,-10.000 10.000,0.000 9.000,-58.000-19.000,48.000 0.000,-10.000 20.000,11.000-10.000,-21.000-10.000,1.000 9.000,19.000 1.000,-9.000 0.000,0.000-1.000,-1.000 1.000,1.000-10.000,-11.000 10.000,1.000-1.000,0.000 1.000,-29.000-10.000,19.000 10.000,-19.000-10.000,28.000 10.000,1.000 9.000,-29.000-19.000,29.000 10.000,-1.000 9.000,11.000 0.000,0.000 1.000,-11.000 9.000,-9.000-10.000,-19.000-19.000,29.000 29.000,19.000 1.000,-29.000-1.000,-19.000-29.000,19.000 39.000,10.000-10.000,-20.000 0.000,20.000 0.000,-10.000 0.000,-9.000 0.000,9.000-10.000,-10.000 1.000,-9.000 9.000,9.000-10.000,1.000 1.000,-1.000-1.000,-9.000-9.000,-1.000 0.000,11.000 19.000,-1.000 0.000,1.000 0.000,-1.000 0.000,-9.000 0.000,0.000-29.000,-1.000 39.000,1.000-39.000,0.000 29.000,-1.000-19.000,11.000 19.000,-20.000-19.000,19.000 19.000,-19.000-20.000,29.000 30.000,-9.000 10.000,9.000 9.000,-10.000-19.000,-19.000-29.000,20.000 38.000,-11.000-48.000,1.000 39.000,-10.000-20.000,29.000 20.000,-19.000 0.000,9.000 9.000,-9.000-18.000,0.000 8.000,-1.000 1.000,11.000 0.000,-11.000-10.000,-9.000-19.000,10.000 9.000,-10.000-9.000,10.000 19.000,0.000 0.000,-1.000-9.000,-9.000-1.000,0.000-9.000,0.000 9.000,10.000 0.000,-10.000-9.000,0.000 10.000,0.000-1.000,10.000 0.000,-10.000-9.000,0.000 0.000,0.000 9.000,0.000 1.000,0.000 9.000,0.000-10.000,0.000 1.000,0.000-1.000,0.000 0.000,0.000 1.000,0.000 9.000,0.000-10.000,0.000-9.000,0.000 9.000,9.000 20.000,1.000 10.000,-10.000-1.000,0.000-9.000,0.000 0.000,0.000 0.000,0.000-1.000,0.000 1.000,0.000-10.000,0.000 0.000,0.000 1.000,10.000-1.000,-10.000 0.000,0.000 0.000,9.000-10.000,-9.000-9.000,0.000 9.000,0.000-9.000,0.000 0.000,0.000 9.000,0.000 1.000,0.000-11.000,0.000 11.000,0.000-11.000,0.000 1.000,0.000 10.000,0.000-1.000,0.000 0.000,0.000 1.000,0.000-1.000,0.000-9.000,10.000 9.000,-10.000-9.000,0.000 0.000,0.000-1.000,0.000 1.000,0.000 0.000,0.000 0.000,0.000-1.000,0.000 1.000,0.000 9.000,0.000-9.000,0.000 0.000,0.000-1.000,0.000 1.000,0.000 0.000,0.000 0.000,0.000-1.000,0.000 1.000,0.000 0.000,10.000-10.000,-10.000 9.000,0.000 1.000,0.000 0.000,-10.000-10.000,0.000-10.000,1.000 0.000,-1.000 1.000,0.000-1.000,1.000 0.000,9.000 10.000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9:26:12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7723.760 8004.520,'0.000'10.000,"0.000"0.000,9.000-10.000,-9.000 9.000,10.000 1.000,0.000 0.000,0.000 9.000,-1.000-9.000,1.000 0.000,0.000-1.000,-1.000 11.000,11.000-10.000,-20.000 9.000,9.000-19.000,1.000 10.000,-10.000-1.000,10.000-9.000,0.000 0.000,-10.000 10.000,9.000-10.000,1.000 0.000,0.000 0.000,-1.000 0.000,-9.000-10.000,10.000 1.000,0.000 9.000,-10.000-10.000,0.000-9.000,10.000 9.000,-1.000-10.000,-9.000 1.000,10.000 0.000,9.000 9.000,-19.000-10.000,10.000 1.000,0.000 19.000,-10.000-10.000,9.000 1.000,-9.000-1.000,10.000 10.000,-10.000 0.000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9:26:12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10498.800 6209.520,'0.000'0.000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21:39:17"/>
    </inkml:context>
    <inkml:brush xml:id="br0">
      <inkml:brushProperty name="width" value="0.05292" units="cm"/>
      <inkml:brushProperty name="height" value="0.05292" units="cm"/>
      <inkml:brushProperty name="color" value="#2daf49"/>
      <inkml:brushProperty name="ignorePressure" value="0"/>
    </inkml:brush>
  </inkml:definitions>
  <inkml:trace contextRef="#ctx0" brushRef="#br0">14486.800 6258.520,'0.000'0.000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21:39:17"/>
    </inkml:context>
    <inkml:brush xml:id="br0">
      <inkml:brushProperty name="width" value="0.05292" units="cm"/>
      <inkml:brushProperty name="height" value="0.05292" units="cm"/>
      <inkml:brushProperty name="color" value="#2daf49"/>
      <inkml:brushProperty name="ignorePressure" value="0"/>
    </inkml:brush>
  </inkml:definitions>
  <inkml:trace contextRef="#ctx0" brushRef="#br0">2696.760 6384.520,'0.000'-10.000,"0.000"0.000,10.000-9.000,0.000 19.000,-1.000-19.000,1.000 19.000,10.000-20.000,-1.000 1.000,0.000 9.000,1.000 0.000,-11.000 10.000,1.000 0.000,0.000-9.000,-10.000-1.000,10.000 10.000,-1.000 0.000,-9.000-10.000,10.000 10.000,0.000 0.000,-1.000 0.000,11.000 0.000,-1.000-9.000,1.000 9.000,-1.000 0.000,0.000 0.000,-9.000 0.000,0.000 0.000,0.000 0.000,9.000 19.000,-19.000-9.000,10.000-10.000,-1.000 19.000,-9.000-9.000,20.000 9.000,-20.000-9.000,9.000 0.000,-9.000-1.000,0.000 11.000,0.000-11.000,0.000 1.000,0.000 10.000,0.000-11.000,0.000 11.000,0.000-1.000,0.000-9.000,0.000 0.000,-9.000 9.000,-1.000 0.000,10.000-9.000,-10.000 0.000,1.000-10.000,9.000 9.000,-10.000 1.000,0.000 0.000,1.000 0.000,9.000-1.000,-20.000-9.000,10.000 10.000,-9.000 0.000,9.000-10.000,1.000 9.000,-1.000-9.000,-9.000 10.000,9.000 0.000,0.000-10.000,-9.000 0.000,9.000 9.000,-9.000-9.000,19.000 10.000,0.000-10.000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21:39:17"/>
    </inkml:context>
    <inkml:brush xml:id="br0">
      <inkml:brushProperty name="width" value="0.05292" units="cm"/>
      <inkml:brushProperty name="height" value="0.05292" units="cm"/>
      <inkml:brushProperty name="color" value="#2daf49"/>
      <inkml:brushProperty name="ignorePressure" value="0"/>
    </inkml:brush>
  </inkml:definitions>
  <inkml:trace contextRef="#ctx0" brushRef="#br0">2890.760 6462.520,'0.000'9.000,"0.000"1.000,0.000 0.000,0.000-1.000,-9.000-9.000,9.000 10.000,-10.000 0.000,0.000-1.000,1.000 1.000,9.000 0.000,-20.000 9.000,20.000-9.000,-10.000 0.000,1.000-1.000,9.000 1.000,0.000 0.000,-10.000-10.000,10.000 9.000,-10.000 1.000,10.000 0.000,0.000 0.000,0.000-1.000,10.000-9.000,0.000 0.000,-1.000 0.000,11.000 0.000,-1.000 0.000,10.000 0.000,1.000 0.000,-21.000 0.000,20.000 0.000,-19.000 0.000,0.000-9.000,29.000 9.000,-10.000 0.000,-10.000 0.000,0.000-10.000,-9.000 10.000,10.000 0.000,-20.000 0.000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21:39:17"/>
    </inkml:context>
    <inkml:brush xml:id="br0">
      <inkml:brushProperty name="width" value="0.05292" units="cm"/>
      <inkml:brushProperty name="height" value="0.05292" units="cm"/>
      <inkml:brushProperty name="color" value="#2daf49"/>
      <inkml:brushProperty name="ignorePressure" value="0"/>
    </inkml:brush>
  </inkml:definitions>
  <inkml:trace contextRef="#ctx0" brushRef="#br0">5316.760 6462.520,'0.000'-10.000,"0.000"0.000,0.000 0.000,0.000 1.000,10.000-1.000,-10.000 0.000,10.000 10.000,-1.000 0.000,-9.000-9.000,10.000-1.000,0.000 0.000,-1.000 10.000,1.000-10.000,0.000 1.000,0.000 9.000,-1.000-10.000,1.000 0.000,9.000 1.000,-9.000 9.000,0.000 0.000,0.000 0.000,-1.000-10.000,1.000 10.000,0.000-10.000,9.000 10.000,0.000-9.000,-9.000 9.000,0.000 0.000,0.000 0.000,9.000 0.000,-9.000 0.000,-1.000 0.000,1.000 0.000,0.000 0.000,-1.000 0.000,-9.000 9.000,10.000 1.000,0.000-10.000,0.000 10.000,-10.000 9.000,9.000-9.000,1.000-1.000,-10.000 11.000,10.000-10.000,-1.000 9.000,-9.000-9.000,0.000 9.000,0.000-9.000,0.000 0.000,0.000-1.000,-9.000 1.000,9.000 0.000,-20.000-1.000,20.000 1.000,-19.000 0.000,9.000-1.000,-9.000 1.000,-1.000 10.000,11.000-20.000,-11.000 19.000,-9.000-19.000,10.000 19.000,-1.000-9.000,1.000-10.000,-10.000 10.000,19.000-1.000,0.000-9.000,1.000 0.000,-1.000 10.000,0.000-10.000,10.000 10.000,-9.000-10.000,9.000 0.000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21:39:17"/>
    </inkml:context>
    <inkml:brush xml:id="br0">
      <inkml:brushProperty name="width" value="0.05292" units="cm"/>
      <inkml:brushProperty name="height" value="0.05292" units="cm"/>
      <inkml:brushProperty name="color" value="#2daf49"/>
      <inkml:brushProperty name="ignorePressure" value="0"/>
    </inkml:brush>
  </inkml:definitions>
  <inkml:trace contextRef="#ctx0" brushRef="#br0">5472.760 6491.520,'-10.000'0.000,"10.000"9.000,-10.000 1.000,-9.000 9.000,19.000-9.000,-20.000 10.000,11.000-1.000,-1.000-19.000,0.000 19.000,-9.000-9.000,19.000 9.000,-20.000-19.000,11.000 20.000,9.000-10.000,-10.000-10.000,0.000 0.000,10.000 9.000,0.000 1.000,0.000 0.000,10.000-10.000,0.000 0.000,-1.000 0.000,1.000 0.000,0.000 0.000,-1.000 0.000,11.000 0.000,-10.000 0.000,9.000 0.000,0.000 0.000,1.000 0.000,-1.000 0.000,-9.000 0.000,0.000 0.000,9.000 0.000,-9.000 0.000,9.000 0.000,-19.000 0.000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1:23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3938.760 6015.520,'-9.000'0.000,"-1.000"0.000,10.000-10.000,0.000 1.000,0.000-1.000,0.000 0.000,0.000 1.000,10.000 9.000,-1.000 0.000,-9.000 9.000,10.000-9.000,-10.000 10.000,0.000 0.000,0.000-1.000,19.000 1.000,-19.000 10.000,10.000-20.000,-10.000 9.000,0.000 1.000,10.000-10.000,-10.000 10.000,-10.000-10.000,0.000 0.000,1.000 9.000,-11.000 1.000,1.000-10.000,0.000 0.000,9.000 0.000,10.000-10.000,0.000 1.000,0.000-11.000,0.000-9.000,0.000 10.000,10.000-1.000,-10.000 1.000,9.000 9.000,1.000-9.000,0.000 9.000,-10.000 0.000,0.000 1.000,9.000 9.000,1.000 0.000,-10.000 9.000,10.000 1.000,-1.000 10.000,1.000-11.000,0.000 1.000,0.000 0.000,-10.000-1.000,0.000 1.000,0.000 0.000,0.000-1.000,0.000 1.000,0.000 0.000,-10.000-10.000,0.000 0.000,0.000 0.000,1.000 0.000,-11.000 0.000,11.000 0.000,-11.000 0.000,1.000 0.000,19.000-10.000,-10.000 10.000,10.000-10.000,-10.000 10.000,10.000-9.000,0.000-1.000,0.000-9.000,0.000-1.000,0.000 1.000,0.000-10.000,10.000 9.000,-10.000 11.000,0.000-11.000,10.000 10.000,0.000 1.000,-10.000-1.000,9.000 10.000,1.000 0.000,0.000 0.000,-1.000 0.000,1.000 19.000,9.000 1.000,-9.000 9.000,0.000-19.000,0.000-10.000,-1.000 29.000,1.000-19.000,0.000 9.000,-10.000-9.000,0.000 9.000,0.000-9.000,0.000-1.000,0.000 1.000,0.000 0.000,-10.000 0.000,0.000-10.000,1.000 9.000,-1.000-9.000,10.000 10.000,-20.000-10.000,11.000 0.000,-1.000 0.000,0.000 0.000,1.000 0.000,-1.000 0.000,0.000 0.000,10.000-10.000,0.000 1.000,0.000-11.000,0.000 1.000,0.000-1.000,0.000 11.000,10.000-11.000,0.000 1.000,9.000-1.000,0.000 11.000,-9.000-1.000,-10.000 0.000,20.000 10.000,-11.000 0.000,1.000 0.000,0.000 0.000,-1.000 0.000,1.000 10.000,-10.000 0.000,0.000-1.000,0.000 1.000,0.000 10.000,0.000-11.000,0.000 1.000,0.000 0.000,0.000 9.000,-10.000-9.000,10.000-1.000,-9.000-9.000,9.000 10.000,-20.000 0.000,11.000 0.000,-1.000-1.000,-19.000-9.000,9.000 0.000,1.000 0.000,9.000 0.000,-19.000 0.000,10.000-9.000,-1.000-11.000,11.000 20.000,-1.000-10.000,0.000 1.000,10.000-1.000,0.000 0.000,0.000 1.000,0.000-1.000,10.000 10.000,-10.000-10.000,10.000 10.000,-1.000 0.000,1.000 0.000,9.000 10.000,-9.000 0.000,10.000 9.000,-11.000-9.000,-9.000-1.000,10.000-9.000,0.000 20.000,-10.000-10.000,0.000 9.000,9.000-19.000,-9.000 10.000,0.000-1.000,0.000 1.000,0.000 0.000,0.000-1.000,-9.000-9.000,-1.000 10.000,0.000-10.000,1.000 0.000,-1.000 0.000,0.000 0.000,-9.000 0.000,9.000 0.000,0.000 0.000,10.000-10.000,0.000 1.000,-9.000-11.000,9.000 11.000,0.000-11.000,0.000-9.000,0.000 0.000,9.000 0.000,1.000 19.000,-10.000 1.000,19.000-1.000,-9.000-10.000,-10.000 11.000,20.000 9.000,-20.000-10.000,19.000 0.000,-9.000 10.000,-1.000 0.000,-9.000 10.000,10.000 19.000,-10.000-9.000,10.000-1.000,-10.000 0.000,9.000 1.000,-9.000-11.000,0.000 1.000,0.000 10.000,0.000-11.000,0.000 1.000,-9.000-10.000,-1.000 0.000,0.000 0.000,1.000 0.000,-1.000 0.000,0.000 0.000,1.000 0.000,-1.000 0.000,10.000-10.000,0.000 1.000,0.000-1.000,0.000 0.000,0.000 0.000,0.000 1.000,0.000-1.000,10.000-9.000,-1.000 19.000,1.000-20.000,0.000 20.000,-10.000-9.000,0.000-1.000,0.000 10.000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1:23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3909.760 6947.520,'0.000'-10.000,"0.000"0.000,0.000 1.000,10.000 9.000,-10.000-10.000,10.000 0.000,-1.000 10.000,1.000 0.000,0.000 0.000,-10.000 10.000,9.000-10.000,-9.000 10.000,0.000-1.000,0.000 1.000,10.000 0.000,-10.000-1.000,0.000 1.000,-10.000-10.000,1.000 0.000,-1.000 0.000,0.000 0.000,1.000 0.000,-1.000 0.000,0.000 0.000,1.000 0.000,9.000-10.000,-10.000 1.000,0.000-1.000,10.000 0.000,0.000 1.000,0.000-1.000,0.000 0.000,0.000 0.000,0.000 1.000,0.000-1.000,0.000 0.000,0.000 1.000,0.000-1.000,10.000 10.000,0.000 0.000,-1.000 0.000,1.000 0.000,0.000 10.000,9.000-1.000,-9.000 1.000,-1.000 9.000,11.000 1.000,-10.000-10.000,-10.000-1.000,9.000 11.000,-9.000-11.000,0.000 1.000,0.000 0.000,0.000 0.000,0.000-1.000,0.000 1.000,-19.000-10.000,9.000 0.000,-9.000 0.000,9.000 0.000,-9.000 0.000,-1.000 0.000,1.000 0.000,-1.000 0.000,11.000-10.000,-11.000 1.000,11.000 9.000,9.000-10.000,-10.000 0.000,10.000 0.000,-10.000 10.000,10.000-9.000,0.000-11.000,0.000 1.000,10.000-1.000,0.000 1.000,-1.000 19.000,1.000-29.000,9.000 19.000,-19.000 1.000,20.000-1.000,-10.000 10.000,-1.000-10.000,1.000 0.000,0.000 10.000,9.000-9.000,-9.000 9.000,-1.000 0.000,1.000 0.000,0.000 0.000,0.000 9.000,-10.000 11.000,0.000-10.000,0.000-1.000,0.000 1.000,0.000 9.000,0.000-9.000,0.000 0.000,0.000-1.000,0.000 11.000,0.000-1.000,-10.000-9.000,10.000 0.000,-10.000-1.000,0.000 11.000,1.000-20.000,-1.000 19.000,-9.000-9.000,9.000-10.000,0.000 0.000,1.000 0.000,-1.000 0.000,0.000 0.000,0.000 0.000,1.000 0.000,-1.000-10.000,-9.000 1.000,9.000-1.000,0.000 0.000,10.000 0.000,0.000 1.000,-9.000 9.000,9.000-10.000,0.000 0.000,0.000 1.000,9.000 9.000,1.000-20.000,9.000 10.000,-9.000 10.000,9.000-9.000,1.000 9.000,-10.000 0.000,-1.000 0.000,1.000 0.000,9.000 0.000,-9.000 0.000,9.000 0.000,-9.000 0.000,0.000 0.000,-10.000 9.000,10.000 1.000,-10.000 0.000,0.000 0.000,0.000-1.000,0.000 1.000,0.000 9.000,0.000-9.000,0.000 10.000,-20.000-1.000,20.000-9.000,-19.000-1.000,9.000 11.000,0.000-11.000,1.000-9.000,-1.000 10.000,0.000-10.000,1.000 0.000,-1.000 0.000,0.000 0.000,0.000 0.000,1.000 0.000,9.000-10.000,-10.000 1.000,10.000-1.000,0.000 0.000,-10.000 10.000,10.000-9.000,0.000-11.000,0.000 1.000,0.000 9.000,10.000-9.000,0.000 9.000,-1.000-9.000,1.000 9.000,10.000 0.000,-11.000 0.000,1.000 10.000,0.000 0.000,-1.000 0.000,1.000 0.000,9.000 0.000,-9.000 10.000,-10.000 0.000,10.000-10.000,0.000 19.000,-10.000-9.000,0.000 0.000,0.000-1.000,0.000 1.000,0.000 0.000,-10.000 0.000,0.000-1.000,10.000 1.000,-10.000-10.000,1.000 0.000,9.000 10.000,-10.000-10.000,0.000 0.000,1.000 0.000,-1.000 0.000,0.000 0.000,1.000 0.000,-1.000 0.000,0.000-10.000,10.000 0.000,0.000 1.000,0.000-1.000,0.000 0.000,0.000 0.000,0.000 1.000,0.000-1.000,0.000 0.000,0.000 1.000,10.000-11.000,0.000 10.000,-1.000 10.000,-9.000-9.000,0.000-1.000,10.000 10.000,-10.000 0.000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1:23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14166.800 7995.520,'0.000'0.000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9:26:12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3967.760 7083.520,'10.000'0.000,"-10.000"9.000,0.000 11.000,10.000-20.000,0.000 19.000,-1.000 10.000,1.000-9.000,9.000 9.000,1.000 0.000,-1.000 0.000,-19.000-19.000,20.000 28.000,-1.000-8.000,0.000-1.000,1.000-10.000,-1.000 30.000,10.000-11.000,-9.000-9.000,-1.000 1.000,-19.000-21.000,10.000 1.000,0.000 9.000,9.000 11.000,-19.000-11.000,10.000-19.000,-1.000 19.000,1.000 1.000,10.000-1.000,-20.000 1.000,19.000-1.000,-9.000 0.000,-1.000 10.000,11.000 1.000,-1.000-11.000,-9.000 10.000,0.000-29.000,9.000 20.000,0.000 9.000,1.000-10.000,9.000 10.000,-19.000-9.000,-10.000-11.000,19.000 11.000,0.000-1.000,1.000 0.000,-10.000 1.000,-1.000-10.000,11.000-1.000,-20.000 1.000,19.000 0.000,-9.000-1.000,9.000 11.000,10.000-1.000,0.000 10.000,0.000 0.000,1.000-9.000,-11.000-10.000,-9.000-1.000,9.000 11.000,-9.000-11.000,19.000 11.000,-10.000-11.000,-9.000 1.000,9.000 10.000,11.000-1.000,-1.000 0.000,-10.000-9.000,0.000 10.000,1.000-11.000,-1.000 11.000,-9.000-11.000,9.000 1.000,1.000 0.000,-1.000-1.000,-9.000 1.000,9.000-10.000,10.000 10.000,1.000 9.000,-1.000 1.000,9.000-20.000,-8.000 19.000,8.000-9.000,-9.000-1.000,1.000-9.000,-21.000 0.000,11.000 20.000,19.000-10.000,-20.000-10.000,20.000 19.000,0.000-9.000,-1.000-1.000,21.000 1.000,-11.000 10.000,1.000-11.000,-40.000-9.000,40.000 20.000,9.000-11.000,0.000 1.000,1.000 0.000,-1.000-1.000,10.000 1.000,-20.000-10.000,1.000 10.000,-20.000-10.000,0.000 0.000,10.000 10.000,-20.000-10.000,10.000 9.000,10.000 1.000,-10.000-10.000,10.000 10.000,0.000-1.000,-10.000-9.000,10.000 0.000,-10.000 10.000,10.000-10.000,-1.000 10.000,1.000-10.000,0.000 9.000,0.000-9.000,0.000 0.000,-10.000 0.000,0.000 0.000,-19.000 0.000,9.000 0.000,-9.000 0.000,19.000 0.000,0.000 0.000,-19.000 0.000,9.000 0.000,10.000 0.000,0.000 0.000,0.000 0.000,-19.000 0.000,0.000 0.000,9.000 0.000,-9.000 0.000,0.000 0.000,-1.000 0.000,1.000 0.000,0.000 0.000,9.000 0.000,-9.000 0.000,0.000 0.000,19.000 0.000,-10.000 0.000,-9.000 0.000,-1.000 0.000,11.000 0.000,-1.000 0.000,1.000 0.000,-1.000 0.000,10.000 0.000,-19.000 0.000,0.000 0.000,-1.000 0.000,1.000 0.000,0.000 0.000,-1.000 0.000,1.000 0.000,0.000 0.000,0.000 0.000,-1.000 0.000,11.000 0.000,-1.000 0.000,10.000 0.000,-19.000 0.000,9.000 0.000,-9.000 0.000,0.000 0.000,-1.000 0.000,1.000 0.000,0.000 0.000,0.000 0.000,-1.000 0.000,-9.000-9.000,20.000 9.000,-11.000 0.000,11.000-10.000,-1.000 10.000,1.000 0.000,-11.000 0.000,11.000 0.000,-11.000 0.000,-9.000 0.000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9:26:12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7762.760 8655.520,'9.000'0.000,"-9.000"9.000,0.000 1.000,10.000 0.000,0.000-1.000,-1.000 1.000,1.000 9.000,9.000-9.000,-9.000 0.000,0.000 0.000,0.000 9.000,-1.000-19.000,1.000 10.000,0.000-1.000,-1.000-9.000,-9.000 10.000,10.000 0.000,-10.000-1.000,10.000-9.000,-10.000 10.000,0.000 0.000,-10.000-10.000,0.000 10.000,-9.000-1.000,9.000 1.000,-9.000 0.000,-1.000-1.000,11.000 1.000,-11.000 0.000,11.000-10.000,9.000 9.000,-10.000-9.000,10.000 0.000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9:26:12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3919.760 5938.520,'0.000'-10.000,"-10.000"10.000,10.000-10.000,0.000 0.000,-9.000 1.000,9.000-11.000,0.000-9.000,0.000 0.000,-10.000 0.000,10.000 0.000,0.000 19.000,0.000-19.000,0.000 19.000,0.000-19.000,0.000 10.000,0.000-10.000,0.000 0.000,10.000 9.000,-10.000 10.000,9.000-9.000,1.000-10.000,9.000-10.000,-9.000 10.000,9.000 0.000,-19.000 19.000,20.000-29.000,-1.000 1.000,10.000-1.000,-19.000 29.000,10.000-19.000,9.000-20.000,0.000 20.000,-10.000-9.000,10.000 8.000,0.000 1.000,-19.000 29.000,0.000-9.000,-1.000-1.000,1.000 0.000,10.000 1.000,-1.000-1.000,10.000 0.000,-9.000 0.000,9.000 10.000,9.000-9.000,1.000 9.000,0.000 0.000,10.000-10.000,-20.000 10.000,-20.000 0.000,40.000-10.000,9.000 10.000,-48.000 0.000,58.000 0.000,-49.000 0.000,49.000 0.000,-48.000 0.000,57.000 0.000,1.000 0.000,28.000 0.000,-18.000 0.000,19.000 0.000,-30.000 0.000,1.000 0.000,29.000 0.000,-40.000 0.000,11.000 0.000,-10.000 10.000,0.000 9.000,-58.000-19.000,48.000 0.000,-10.000 20.000,11.000-10.000,-21.000-10.000,1.000 9.000,19.000 1.000,-9.000 0.000,0.000-1.000,-1.000 1.000,1.000-10.000,-11.000 10.000,1.000-1.000,0.000 1.000,-29.000-10.000,19.000 10.000,-19.000-10.000,28.000 10.000,1.000 9.000,-29.000-19.000,29.000 10.000,-1.000 9.000,11.000 0.000,0.000 1.000,-11.000 9.000,-9.000-10.000,-19.000-19.000,29.000 29.000,19.000 1.000,-29.000-1.000,-19.000-29.000,19.000 39.000,10.000-10.000,-20.000 0.000,20.000 0.000,-10.000 0.000,-9.000 0.000,9.000-10.000,-10.000 1.000,-9.000 9.000,9.000-10.000,1.000 1.000,-1.000-1.000,-9.000-9.000,-1.000 0.000,11.000 19.000,-1.000 0.000,1.000 0.000,-1.000 0.000,-9.000 0.000,0.000-29.000,-1.000 39.000,1.000-39.000,0.000 29.000,-1.000-19.000,11.000 19.000,-20.000-19.000,19.000 19.000,-19.000-20.000,29.000 30.000,-9.000 10.000,9.000 9.000,-10.000-19.000,-19.000-29.000,20.000 38.000,-11.000-48.000,1.000 39.000,-10.000-20.000,29.000 20.000,-19.000 0.000,9.000 9.000,-9.000-18.000,0.000 8.000,-1.000 1.000,11.000 0.000,-11.000-10.000,-9.000-19.000,10.000 9.000,-10.000-9.000,10.000 19.000,0.000 0.000,-1.000-9.000,-9.000-1.000,0.000-9.000,0.000 9.000,10.000 0.000,-10.000-9.000,0.000 10.000,0.000-1.000,10.000 0.000,-10.000-9.000,0.000 0.000,0.000 9.000,0.000 1.000,0.000 9.000,0.000-10.000,0.000 1.000,0.000-1.000,0.000 0.000,0.000 1.000,0.000 9.000,0.000-10.000,0.000-9.000,0.000 9.000,9.000 20.000,1.000 10.000,-10.000-1.000,0.000-9.000,0.000 0.000,0.000 0.000,0.000-1.000,0.000 1.000,0.000-10.000,0.000 0.000,0.000 1.000,10.000-1.000,-10.000 0.000,0.000 0.000,9.000-10.000,-9.000-9.000,0.000 9.000,0.000-9.000,0.000 0.000,0.000 9.000,0.000 1.000,0.000-11.000,0.000 11.000,0.000-11.000,0.000 1.000,0.000 10.000,0.000-1.000,0.000 0.000,0.000 1.000,0.000-1.000,0.000-9.000,10.000 9.000,-10.000-9.000,0.000 0.000,0.000-1.000,0.000 1.000,0.000 0.000,0.000 0.000,0.000-1.000,0.000 1.000,0.000 9.000,0.000-9.000,0.000 0.000,0.000-1.000,0.000 1.000,0.000 0.000,0.000 0.000,0.000-1.000,0.000 1.000,0.000 0.000,10.000-10.000,-10.000 9.000,0.000 1.000,0.000 0.000,-10.000-10.000,0.000-10.000,1.000 0.000,-1.000 1.000,0.000-1.000,1.000 0.000,9.000 10.000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9:26:12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7723.760 8004.520,'0.000'10.000,"0.000"0.000,9.000-10.000,-9.000 9.000,10.000 1.000,0.000 0.000,0.000 9.000,-1.000-9.000,1.000 0.000,0.000-1.000,-1.000 11.000,11.000-10.000,-20.000 9.000,9.000-19.000,1.000 10.000,-10.000-1.000,10.000-9.000,0.000 0.000,-10.000 10.000,9.000-10.000,1.000 0.000,0.000 0.000,-1.000 0.000,-9.000-10.000,10.000 1.000,0.000 9.000,-10.000-10.000,0.000-9.000,10.000 9.000,-1.000-10.000,-9.000 1.000,10.000 0.000,9.000 9.000,-19.000-10.000,10.000 1.000,0.000 19.000,-10.000-10.000,9.000 1.000,-9.000-1.000,10.000 10.000,-10.000 0.000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9:26:12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10498.800 6209.520,'0.000'0.000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21:39:17"/>
    </inkml:context>
    <inkml:brush xml:id="br0">
      <inkml:brushProperty name="width" value="0.05292" units="cm"/>
      <inkml:brushProperty name="height" value="0.05292" units="cm"/>
      <inkml:brushProperty name="color" value="#2daf49"/>
      <inkml:brushProperty name="ignorePressure" value="0"/>
    </inkml:brush>
  </inkml:definitions>
  <inkml:trace contextRef="#ctx0" brushRef="#br0">14486.800 6258.520,'0.000'0.000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21:39:17"/>
    </inkml:context>
    <inkml:brush xml:id="br0">
      <inkml:brushProperty name="width" value="0.05292" units="cm"/>
      <inkml:brushProperty name="height" value="0.05292" units="cm"/>
      <inkml:brushProperty name="color" value="#2daf49"/>
      <inkml:brushProperty name="ignorePressure" value="0"/>
    </inkml:brush>
  </inkml:definitions>
  <inkml:trace contextRef="#ctx0" brushRef="#br0">2696.760 6384.520,'0.000'-10.000,"0.000"0.000,10.000-9.000,0.000 19.000,-1.000-19.000,1.000 19.000,10.000-20.000,-1.000 1.000,0.000 9.000,1.000 0.000,-11.000 10.000,1.000 0.000,0.000-9.000,-10.000-1.000,10.000 10.000,-1.000 0.000,-9.000-10.000,10.000 10.000,0.000 0.000,-1.000 0.000,11.000 0.000,-1.000-9.000,1.000 9.000,-1.000 0.000,0.000 0.000,-9.000 0.000,0.000 0.000,0.000 0.000,9.000 19.000,-19.000-9.000,10.000-10.000,-1.000 19.000,-9.000-9.000,20.000 9.000,-20.000-9.000,9.000 0.000,-9.000-1.000,0.000 11.000,0.000-11.000,0.000 1.000,0.000 10.000,0.000-11.000,0.000 11.000,0.000-1.000,0.000-9.000,0.000 0.000,-9.000 9.000,-1.000 0.000,10.000-9.000,-10.000 0.000,1.000-10.000,9.000 9.000,-10.000 1.000,0.000 0.000,1.000 0.000,9.000-1.000,-20.000-9.000,10.000 10.000,-9.000 0.000,9.000-10.000,1.000 9.000,-1.000-9.000,-9.000 10.000,9.000 0.000,0.000-10.000,-9.000 0.000,9.000 9.000,-9.000-9.000,19.000 10.000,0.000-10.000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21:39:17"/>
    </inkml:context>
    <inkml:brush xml:id="br0">
      <inkml:brushProperty name="width" value="0.05292" units="cm"/>
      <inkml:brushProperty name="height" value="0.05292" units="cm"/>
      <inkml:brushProperty name="color" value="#2daf49"/>
      <inkml:brushProperty name="ignorePressure" value="0"/>
    </inkml:brush>
  </inkml:definitions>
  <inkml:trace contextRef="#ctx0" brushRef="#br0">2890.760 6462.520,'0.000'9.000,"0.000"1.000,0.000 0.000,0.000-1.000,-9.000-9.000,9.000 10.000,-10.000 0.000,0.000-1.000,1.000 1.000,9.000 0.000,-20.000 9.000,20.000-9.000,-10.000 0.000,1.000-1.000,9.000 1.000,0.000 0.000,-10.000-10.000,10.000 9.000,-10.000 1.000,10.000 0.000,0.000 0.000,0.000-1.000,10.000-9.000,0.000 0.000,-1.000 0.000,11.000 0.000,-1.000 0.000,10.000 0.000,1.000 0.000,-21.000 0.000,20.000 0.000,-19.000 0.000,0.000-9.000,29.000 9.000,-10.000 0.000,-10.000 0.000,0.000-10.000,-9.000 10.000,10.000 0.000,-20.000 0.000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21:39:17"/>
    </inkml:context>
    <inkml:brush xml:id="br0">
      <inkml:brushProperty name="width" value="0.05292" units="cm"/>
      <inkml:brushProperty name="height" value="0.05292" units="cm"/>
      <inkml:brushProperty name="color" value="#2daf49"/>
      <inkml:brushProperty name="ignorePressure" value="0"/>
    </inkml:brush>
  </inkml:definitions>
  <inkml:trace contextRef="#ctx0" brushRef="#br0">5316.760 6462.520,'0.000'-10.000,"0.000"0.000,0.000 0.000,0.000 1.000,10.000-1.000,-10.000 0.000,10.000 10.000,-1.000 0.000,-9.000-9.000,10.000-1.000,0.000 0.000,-1.000 10.000,1.000-10.000,0.000 1.000,0.000 9.000,-1.000-10.000,1.000 0.000,9.000 1.000,-9.000 9.000,0.000 0.000,0.000 0.000,-1.000-10.000,1.000 10.000,0.000-10.000,9.000 10.000,0.000-9.000,-9.000 9.000,0.000 0.000,0.000 0.000,9.000 0.000,-9.000 0.000,-1.000 0.000,1.000 0.000,0.000 0.000,-1.000 0.000,-9.000 9.000,10.000 1.000,0.000-10.000,0.000 10.000,-10.000 9.000,9.000-9.000,1.000-1.000,-10.000 11.000,10.000-10.000,-1.000 9.000,-9.000-9.000,0.000 9.000,0.000-9.000,0.000 0.000,0.000-1.000,-9.000 1.000,9.000 0.000,-20.000-1.000,20.000 1.000,-19.000 0.000,9.000-1.000,-9.000 1.000,-1.000 10.000,11.000-20.000,-11.000 19.000,-9.000-19.000,10.000 19.000,-1.000-9.000,1.000-10.000,-10.000 10.000,19.000-1.000,0.000-9.000,1.000 0.000,-1.000 10.000,0.000-10.000,10.000 10.000,-9.000-10.000,9.000 0.000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21:39:17"/>
    </inkml:context>
    <inkml:brush xml:id="br0">
      <inkml:brushProperty name="width" value="0.05292" units="cm"/>
      <inkml:brushProperty name="height" value="0.05292" units="cm"/>
      <inkml:brushProperty name="color" value="#2daf49"/>
      <inkml:brushProperty name="ignorePressure" value="0"/>
    </inkml:brush>
  </inkml:definitions>
  <inkml:trace contextRef="#ctx0" brushRef="#br0">5472.760 6491.520,'-10.000'0.000,"10.000"9.000,-10.000 1.000,-9.000 9.000,19.000-9.000,-20.000 10.000,11.000-1.000,-1.000-19.000,0.000 19.000,-9.000-9.000,19.000 9.000,-20.000-19.000,11.000 20.000,9.000-10.000,-10.000-10.000,0.000 0.000,10.000 9.000,0.000 1.000,0.000 0.000,10.000-10.000,0.000 0.000,-1.000 0.000,1.000 0.000,0.000 0.000,-1.000 0.000,11.000 0.000,-10.000 0.000,9.000 0.000,0.000 0.000,1.000 0.000,-1.000 0.000,-9.000 0.000,0.000 0.000,9.000 0.000,-9.000 0.000,9.000 0.000,-19.000 0.000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1:23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3938.760 6015.520,'-9.000'0.000,"-1.000"0.000,10.000-10.000,0.000 1.000,0.000-1.000,0.000 0.000,0.000 1.000,10.000 9.000,-1.000 0.000,-9.000 9.000,10.000-9.000,-10.000 10.000,0.000 0.000,0.000-1.000,19.000 1.000,-19.000 10.000,10.000-20.000,-10.000 9.000,0.000 1.000,10.000-10.000,-10.000 10.000,-10.000-10.000,0.000 0.000,1.000 9.000,-11.000 1.000,1.000-10.000,0.000 0.000,9.000 0.000,10.000-10.000,0.000 1.000,0.000-11.000,0.000-9.000,0.000 10.000,10.000-1.000,-10.000 1.000,9.000 9.000,1.000-9.000,0.000 9.000,-10.000 0.000,0.000 1.000,9.000 9.000,1.000 0.000,-10.000 9.000,10.000 1.000,-1.000 10.000,1.000-11.000,0.000 1.000,0.000 0.000,-10.000-1.000,0.000 1.000,0.000 0.000,0.000-1.000,0.000 1.000,0.000 0.000,-10.000-10.000,0.000 0.000,0.000 0.000,1.000 0.000,-11.000 0.000,11.000 0.000,-11.000 0.000,1.000 0.000,19.000-10.000,-10.000 10.000,10.000-10.000,-10.000 10.000,10.000-9.000,0.000-1.000,0.000-9.000,0.000-1.000,0.000 1.000,0.000-10.000,10.000 9.000,-10.000 11.000,0.000-11.000,10.000 10.000,0.000 1.000,-10.000-1.000,9.000 10.000,1.000 0.000,0.000 0.000,-1.000 0.000,1.000 19.000,9.000 1.000,-9.000 9.000,0.000-19.000,0.000-10.000,-1.000 29.000,1.000-19.000,0.000 9.000,-10.000-9.000,0.000 9.000,0.000-9.000,0.000-1.000,0.000 1.000,0.000 0.000,-10.000 0.000,0.000-10.000,1.000 9.000,-1.000-9.000,10.000 10.000,-20.000-10.000,11.000 0.000,-1.000 0.000,0.000 0.000,1.000 0.000,-1.000 0.000,0.000 0.000,10.000-10.000,0.000 1.000,0.000-11.000,0.000 1.000,0.000-1.000,0.000 11.000,10.000-11.000,0.000 1.000,9.000-1.000,0.000 11.000,-9.000-1.000,-10.000 0.000,20.000 10.000,-11.000 0.000,1.000 0.000,0.000 0.000,-1.000 0.000,1.000 10.000,-10.000 0.000,0.000-1.000,0.000 1.000,0.000 10.000,0.000-11.000,0.000 1.000,0.000 0.000,0.000 9.000,-10.000-9.000,10.000-1.000,-9.000-9.000,9.000 10.000,-20.000 0.000,11.000 0.000,-1.000-1.000,-19.000-9.000,9.000 0.000,1.000 0.000,9.000 0.000,-19.000 0.000,10.000-9.000,-1.000-11.000,11.000 20.000,-1.000-10.000,0.000 1.000,10.000-1.000,0.000 0.000,0.000 1.000,0.000-1.000,10.000 10.000,-10.000-10.000,10.000 10.000,-1.000 0.000,1.000 0.000,9.000 10.000,-9.000 0.000,10.000 9.000,-11.000-9.000,-9.000-1.000,10.000-9.000,0.000 20.000,-10.000-10.000,0.000 9.000,9.000-19.000,-9.000 10.000,0.000-1.000,0.000 1.000,0.000 0.000,0.000-1.000,-9.000-9.000,-1.000 10.000,0.000-10.000,1.000 0.000,-1.000 0.000,0.000 0.000,-9.000 0.000,9.000 0.000,0.000 0.000,10.000-10.000,0.000 1.000,-9.000-11.000,9.000 11.000,0.000-11.000,0.000-9.000,0.000 0.000,9.000 0.000,1.000 19.000,-10.000 1.000,19.000-1.000,-9.000-10.000,-10.000 11.000,20.000 9.000,-20.000-10.000,19.000 0.000,-9.000 10.000,-1.000 0.000,-9.000 10.000,10.000 19.000,-10.000-9.000,10.000-1.000,-10.000 0.000,9.000 1.000,-9.000-11.000,0.000 1.000,0.000 10.000,0.000-11.000,0.000 1.000,-9.000-10.000,-1.000 0.000,0.000 0.000,1.000 0.000,-1.000 0.000,0.000 0.000,1.000 0.000,-1.000 0.000,10.000-10.000,0.000 1.000,0.000-1.000,0.000 0.000,0.000 0.000,0.000 1.000,0.000-1.000,10.000-9.000,-1.000 19.000,1.000-20.000,0.000 20.000,-10.000-9.000,0.000-1.000,0.000 10.000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1:23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3909.760 6947.520,'0.000'-10.000,"0.000"0.000,0.000 1.000,10.000 9.000,-10.000-10.000,10.000 0.000,-1.000 10.000,1.000 0.000,0.000 0.000,-10.000 10.000,9.000-10.000,-9.000 10.000,0.000-1.000,0.000 1.000,10.000 0.000,-10.000-1.000,0.000 1.000,-10.000-10.000,1.000 0.000,-1.000 0.000,0.000 0.000,1.000 0.000,-1.000 0.000,0.000 0.000,1.000 0.000,9.000-10.000,-10.000 1.000,0.000-1.000,10.000 0.000,0.000 1.000,0.000-1.000,0.000 0.000,0.000 0.000,0.000 1.000,0.000-1.000,0.000 0.000,0.000 1.000,0.000-1.000,10.000 10.000,0.000 0.000,-1.000 0.000,1.000 0.000,0.000 10.000,9.000-1.000,-9.000 1.000,-1.000 9.000,11.000 1.000,-10.000-10.000,-10.000-1.000,9.000 11.000,-9.000-11.000,0.000 1.000,0.000 0.000,0.000 0.000,0.000-1.000,0.000 1.000,-19.000-10.000,9.000 0.000,-9.000 0.000,9.000 0.000,-9.000 0.000,-1.000 0.000,1.000 0.000,-1.000 0.000,11.000-10.000,-11.000 1.000,11.000 9.000,9.000-10.000,-10.000 0.000,10.000 0.000,-10.000 10.000,10.000-9.000,0.000-11.000,0.000 1.000,10.000-1.000,0.000 1.000,-1.000 19.000,1.000-29.000,9.000 19.000,-19.000 1.000,20.000-1.000,-10.000 10.000,-1.000-10.000,1.000 0.000,0.000 10.000,9.000-9.000,-9.000 9.000,-1.000 0.000,1.000 0.000,0.000 0.000,0.000 9.000,-10.000 11.000,0.000-10.000,0.000-1.000,0.000 1.000,0.000 9.000,0.000-9.000,0.000 0.000,0.000-1.000,0.000 11.000,0.000-1.000,-10.000-9.000,10.000 0.000,-10.000-1.000,0.000 11.000,1.000-20.000,-1.000 19.000,-9.000-9.000,9.000-10.000,0.000 0.000,1.000 0.000,-1.000 0.000,0.000 0.000,0.000 0.000,1.000 0.000,-1.000-10.000,-9.000 1.000,9.000-1.000,0.000 0.000,10.000 0.000,0.000 1.000,-9.000 9.000,9.000-10.000,0.000 0.000,0.000 1.000,9.000 9.000,1.000-20.000,9.000 10.000,-9.000 10.000,9.000-9.000,1.000 9.000,-10.000 0.000,-1.000 0.000,1.000 0.000,9.000 0.000,-9.000 0.000,9.000 0.000,-9.000 0.000,0.000 0.000,-10.000 9.000,10.000 1.000,-10.000 0.000,0.000 0.000,0.000-1.000,0.000 1.000,0.000 9.000,0.000-9.000,0.000 10.000,-20.000-1.000,20.000-9.000,-19.000-1.000,9.000 11.000,0.000-11.000,1.000-9.000,-1.000 10.000,0.000-10.000,1.000 0.000,-1.000 0.000,0.000 0.000,0.000 0.000,1.000 0.000,9.000-10.000,-10.000 1.000,10.000-1.000,0.000 0.000,-10.000 10.000,10.000-9.000,0.000-11.000,0.000 1.000,0.000 9.000,10.000-9.000,0.000 9.000,-1.000-9.000,1.000 9.000,10.000 0.000,-11.000 0.000,1.000 10.000,0.000 0.000,-1.000 0.000,1.000 0.000,9.000 0.000,-9.000 10.000,-10.000 0.000,10.000-10.000,0.000 19.000,-10.000-9.000,0.000 0.000,0.000-1.000,0.000 1.000,0.000 0.000,-10.000 0.000,0.000-1.000,10.000 1.000,-10.000-10.000,1.000 0.000,9.000 10.000,-10.000-10.000,0.000 0.000,1.000 0.000,-1.000 0.000,0.000 0.000,1.000 0.000,-1.000 0.000,0.000-10.000,10.000 0.000,0.000 1.000,0.000-1.000,0.000 0.000,0.000 0.000,0.000 1.000,0.000-1.000,0.000 0.000,0.000 1.000,10.000-11.000,0.000 10.000,-1.000 10.000,-9.000-9.000,0.000-1.000,10.000 10.000,-10.000 0.000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1:23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14166.800 7995.520,'0.000'0.000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9:26:12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3967.760 7083.520,'10.000'0.000,"-10.000"9.000,0.000 11.000,10.000-20.000,0.000 19.000,-1.000 10.000,1.000-9.000,9.000 9.000,1.000 0.000,-1.000 0.000,-19.000-19.000,20.000 28.000,-1.000-8.000,0.000-1.000,1.000-10.000,-1.000 30.000,10.000-11.000,-9.000-9.000,-1.000 1.000,-19.000-21.000,10.000 1.000,0.000 9.000,9.000 11.000,-19.000-11.000,10.000-19.000,-1.000 19.000,1.000 1.000,10.000-1.000,-20.000 1.000,19.000-1.000,-9.000 0.000,-1.000 10.000,11.000 1.000,-1.000-11.000,-9.000 10.000,0.000-29.000,9.000 20.000,0.000 9.000,1.000-10.000,9.000 10.000,-19.000-9.000,-10.000-11.000,19.000 11.000,0.000-1.000,1.000 0.000,-10.000 1.000,-1.000-10.000,11.000-1.000,-20.000 1.000,19.000 0.000,-9.000-1.000,9.000 11.000,10.000-1.000,0.000 10.000,0.000 0.000,1.000-9.000,-11.000-10.000,-9.000-1.000,9.000 11.000,-9.000-11.000,19.000 11.000,-10.000-11.000,-9.000 1.000,9.000 10.000,11.000-1.000,-1.000 0.000,-10.000-9.000,0.000 10.000,1.000-11.000,-1.000 11.000,-9.000-11.000,9.000 1.000,1.000 0.000,-1.000-1.000,-9.000 1.000,9.000-10.000,10.000 10.000,1.000 9.000,-1.000 1.000,9.000-20.000,-8.000 19.000,8.000-9.000,-9.000-1.000,1.000-9.000,-21.000 0.000,11.000 20.000,19.000-10.000,-20.000-10.000,20.000 19.000,0.000-9.000,-1.000-1.000,21.000 1.000,-11.000 10.000,1.000-11.000,-40.000-9.000,40.000 20.000,9.000-11.000,0.000 1.000,1.000 0.000,-1.000-1.000,10.000 1.000,-20.000-10.000,1.000 10.000,-20.000-10.000,0.000 0.000,10.000 10.000,-20.000-10.000,10.000 9.000,10.000 1.000,-10.000-10.000,10.000 10.000,0.000-1.000,-10.000-9.000,10.000 0.000,-10.000 10.000,10.000-10.000,-1.000 10.000,1.000-10.000,0.000 9.000,0.000-9.000,0.000 0.000,-10.000 0.000,0.000 0.000,-19.000 0.000,9.000 0.000,-9.000 0.000,19.000 0.000,0.000 0.000,-19.000 0.000,9.000 0.000,10.000 0.000,0.000 0.000,0.000 0.000,-19.000 0.000,0.000 0.000,9.000 0.000,-9.000 0.000,0.000 0.000,-1.000 0.000,1.000 0.000,0.000 0.000,9.000 0.000,-9.000 0.000,0.000 0.000,19.000 0.000,-10.000 0.000,-9.000 0.000,-1.000 0.000,11.000 0.000,-1.000 0.000,1.000 0.000,-1.000 0.000,10.000 0.000,-19.000 0.000,0.000 0.000,-1.000 0.000,1.000 0.000,0.000 0.000,-1.000 0.000,1.000 0.000,0.000 0.000,0.000 0.000,-1.000 0.000,11.000 0.000,-1.000 0.000,10.000 0.000,-19.000 0.000,9.000 0.000,-9.000 0.000,0.000 0.000,-1.000 0.000,1.000 0.000,0.000 0.000,0.000 0.000,-1.000 0.000,-9.000-9.000,20.000 9.000,-11.000 0.000,11.000-10.000,-1.000 10.000,1.000 0.000,-11.000 0.000,11.000 0.000,-11.000 0.000,-9.000 0.000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9:26:12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7762.760 8655.520,'9.000'0.000,"-9.000"9.000,0.000 1.000,10.000 0.000,0.000-1.000,-1.000 1.000,1.000 9.000,9.000-9.000,-9.000 0.000,0.000 0.000,0.000 9.000,-1.000-19.000,1.000 10.000,0.000-1.000,-1.000-9.000,-9.000 10.000,10.000 0.000,-10.000-1.000,10.000-9.000,-10.000 10.000,0.000 0.000,-10.000-10.000,0.000 10.000,-9.000-1.000,9.000 1.000,-9.000 0.000,-1.000-1.000,11.000 1.000,-11.000 0.000,11.000-10.000,9.000 9.000,-10.000-9.000,10.000 0.000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9:26:12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3919.760 5938.520,'0.000'-10.000,"-10.000"10.000,10.000-10.000,0.000 0.000,-9.000 1.000,9.000-11.000,0.000-9.000,0.000 0.000,-10.000 0.000,10.000 0.000,0.000 19.000,0.000-19.000,0.000 19.000,0.000-19.000,0.000 10.000,0.000-10.000,0.000 0.000,10.000 9.000,-10.000 10.000,9.000-9.000,1.000-10.000,9.000-10.000,-9.000 10.000,9.000 0.000,-19.000 19.000,20.000-29.000,-1.000 1.000,10.000-1.000,-19.000 29.000,10.000-19.000,9.000-20.000,0.000 20.000,-10.000-9.000,10.000 8.000,0.000 1.000,-19.000 29.000,0.000-9.000,-1.000-1.000,1.000 0.000,10.000 1.000,-1.000-1.000,10.000 0.000,-9.000 0.000,9.000 10.000,9.000-9.000,1.000 9.000,0.000 0.000,10.000-10.000,-20.000 10.000,-20.000 0.000,40.000-10.000,9.000 10.000,-48.000 0.000,58.000 0.000,-49.000 0.000,49.000 0.000,-48.000 0.000,57.000 0.000,1.000 0.000,28.000 0.000,-18.000 0.000,19.000 0.000,-30.000 0.000,1.000 0.000,29.000 0.000,-40.000 0.000,11.000 0.000,-10.000 10.000,0.000 9.000,-58.000-19.000,48.000 0.000,-10.000 20.000,11.000-10.000,-21.000-10.000,1.000 9.000,19.000 1.000,-9.000 0.000,0.000-1.000,-1.000 1.000,1.000-10.000,-11.000 10.000,1.000-1.000,0.000 1.000,-29.000-10.000,19.000 10.000,-19.000-10.000,28.000 10.000,1.000 9.000,-29.000-19.000,29.000 10.000,-1.000 9.000,11.000 0.000,0.000 1.000,-11.000 9.000,-9.000-10.000,-19.000-19.000,29.000 29.000,19.000 1.000,-29.000-1.000,-19.000-29.000,19.000 39.000,10.000-10.000,-20.000 0.000,20.000 0.000,-10.000 0.000,-9.000 0.000,9.000-10.000,-10.000 1.000,-9.000 9.000,9.000-10.000,1.000 1.000,-1.000-1.000,-9.000-9.000,-1.000 0.000,11.000 19.000,-1.000 0.000,1.000 0.000,-1.000 0.000,-9.000 0.000,0.000-29.000,-1.000 39.000,1.000-39.000,0.000 29.000,-1.000-19.000,11.000 19.000,-20.000-19.000,19.000 19.000,-19.000-20.000,29.000 30.000,-9.000 10.000,9.000 9.000,-10.000-19.000,-19.000-29.000,20.000 38.000,-11.000-48.000,1.000 39.000,-10.000-20.000,29.000 20.000,-19.000 0.000,9.000 9.000,-9.000-18.000,0.000 8.000,-1.000 1.000,11.000 0.000,-11.000-10.000,-9.000-19.000,10.000 9.000,-10.000-9.000,10.000 19.000,0.000 0.000,-1.000-9.000,-9.000-1.000,0.000-9.000,0.000 9.000,10.000 0.000,-10.000-9.000,0.000 10.000,0.000-1.000,10.000 0.000,-10.000-9.000,0.000 0.000,0.000 9.000,0.000 1.000,0.000 9.000,0.000-10.000,0.000 1.000,0.000-1.000,0.000 0.000,0.000 1.000,0.000 9.000,0.000-10.000,0.000-9.000,0.000 9.000,9.000 20.000,1.000 10.000,-10.000-1.000,0.000-9.000,0.000 0.000,0.000 0.000,0.000-1.000,0.000 1.000,0.000-10.000,0.000 0.000,0.000 1.000,10.000-1.000,-10.000 0.000,0.000 0.000,9.000-10.000,-9.000-9.000,0.000 9.000,0.000-9.000,0.000 0.000,0.000 9.000,0.000 1.000,0.000-11.000,0.000 11.000,0.000-11.000,0.000 1.000,0.000 10.000,0.000-1.000,0.000 0.000,0.000 1.000,0.000-1.000,0.000-9.000,10.000 9.000,-10.000-9.000,0.000 0.000,0.000-1.000,0.000 1.000,0.000 0.000,0.000 0.000,0.000-1.000,0.000 1.000,0.000 9.000,0.000-9.000,0.000 0.000,0.000-1.000,0.000 1.000,0.000 0.000,0.000 0.000,0.000-1.000,0.000 1.000,0.000 0.000,10.000-10.000,-10.000 9.000,0.000 1.000,0.000 0.000,-10.000-10.000,0.000-10.000,1.000 0.000,-1.000 1.000,0.000-1.000,1.000 0.000,9.000 10.000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9:26:12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7723.760 8004.520,'0.000'10.000,"0.000"0.000,9.000-10.000,-9.000 9.000,10.000 1.000,0.000 0.000,0.000 9.000,-1.000-9.000,1.000 0.000,0.000-1.000,-1.000 11.000,11.000-10.000,-20.000 9.000,9.000-19.000,1.000 10.000,-10.000-1.000,10.000-9.000,0.000 0.000,-10.000 10.000,9.000-10.000,1.000 0.000,0.000 0.000,-1.000 0.000,-9.000-10.000,10.000 1.000,0.000 9.000,-10.000-10.000,0.000-9.000,10.000 9.000,-1.000-10.000,-9.000 1.000,10.000 0.000,9.000 9.000,-19.000-10.000,10.000 1.000,0.000 19.000,-10.000-10.000,9.000 1.000,-9.000-1.000,10.000 10.000,-10.000 0.000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9:26:12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10498.800 6209.520,'0.000'0.000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21:39:17"/>
    </inkml:context>
    <inkml:brush xml:id="br0">
      <inkml:brushProperty name="width" value="0.05292" units="cm"/>
      <inkml:brushProperty name="height" value="0.05292" units="cm"/>
      <inkml:brushProperty name="color" value="#2daf49"/>
      <inkml:brushProperty name="ignorePressure" value="0"/>
    </inkml:brush>
  </inkml:definitions>
  <inkml:trace contextRef="#ctx0" brushRef="#br0">14486.800 6258.520,'0.000'0.000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21:39:17"/>
    </inkml:context>
    <inkml:brush xml:id="br0">
      <inkml:brushProperty name="width" value="0.05292" units="cm"/>
      <inkml:brushProperty name="height" value="0.05292" units="cm"/>
      <inkml:brushProperty name="color" value="#2daf49"/>
      <inkml:brushProperty name="ignorePressure" value="0"/>
    </inkml:brush>
  </inkml:definitions>
  <inkml:trace contextRef="#ctx0" brushRef="#br0">2696.760 6384.520,'0.000'-10.000,"0.000"0.000,10.000-9.000,0.000 19.000,-1.000-19.000,1.000 19.000,10.000-20.000,-1.000 1.000,0.000 9.000,1.000 0.000,-11.000 10.000,1.000 0.000,0.000-9.000,-10.000-1.000,10.000 10.000,-1.000 0.000,-9.000-10.000,10.000 10.000,0.000 0.000,-1.000 0.000,11.000 0.000,-1.000-9.000,1.000 9.000,-1.000 0.000,0.000 0.000,-9.000 0.000,0.000 0.000,0.000 0.000,9.000 19.000,-19.000-9.000,10.000-10.000,-1.000 19.000,-9.000-9.000,20.000 9.000,-20.000-9.000,9.000 0.000,-9.000-1.000,0.000 11.000,0.000-11.000,0.000 1.000,0.000 10.000,0.000-11.000,0.000 11.000,0.000-1.000,0.000-9.000,0.000 0.000,-9.000 9.000,-1.000 0.000,10.000-9.000,-10.000 0.000,1.000-10.000,9.000 9.000,-10.000 1.000,0.000 0.000,1.000 0.000,9.000-1.000,-20.000-9.000,10.000 10.000,-9.000 0.000,9.000-10.000,1.000 9.000,-1.000-9.000,-9.000 10.000,9.000 0.000,0.000-10.000,-9.000 0.000,9.000 9.000,-9.000-9.000,19.000 10.000,0.000-10.000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21:39:17"/>
    </inkml:context>
    <inkml:brush xml:id="br0">
      <inkml:brushProperty name="width" value="0.05292" units="cm"/>
      <inkml:brushProperty name="height" value="0.05292" units="cm"/>
      <inkml:brushProperty name="color" value="#2daf49"/>
      <inkml:brushProperty name="ignorePressure" value="0"/>
    </inkml:brush>
  </inkml:definitions>
  <inkml:trace contextRef="#ctx0" brushRef="#br0">2890.760 6462.520,'0.000'9.000,"0.000"1.000,0.000 0.000,0.000-1.000,-9.000-9.000,9.000 10.000,-10.000 0.000,0.000-1.000,1.000 1.000,9.000 0.000,-20.000 9.000,20.000-9.000,-10.000 0.000,1.000-1.000,9.000 1.000,0.000 0.000,-10.000-10.000,10.000 9.000,-10.000 1.000,10.000 0.000,0.000 0.000,0.000-1.000,10.000-9.000,0.000 0.000,-1.000 0.000,11.000 0.000,-1.000 0.000,10.000 0.000,1.000 0.000,-21.000 0.000,20.000 0.000,-19.000 0.000,0.000-9.000,29.000 9.000,-10.000 0.000,-10.000 0.000,0.000-10.000,-9.000 10.000,10.000 0.000,-20.000 0.000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21:39:17"/>
    </inkml:context>
    <inkml:brush xml:id="br0">
      <inkml:brushProperty name="width" value="0.05292" units="cm"/>
      <inkml:brushProperty name="height" value="0.05292" units="cm"/>
      <inkml:brushProperty name="color" value="#2daf49"/>
      <inkml:brushProperty name="ignorePressure" value="0"/>
    </inkml:brush>
  </inkml:definitions>
  <inkml:trace contextRef="#ctx0" brushRef="#br0">5316.760 6462.520,'0.000'-10.000,"0.000"0.000,0.000 0.000,0.000 1.000,10.000-1.000,-10.000 0.000,10.000 10.000,-1.000 0.000,-9.000-9.000,10.000-1.000,0.000 0.000,-1.000 10.000,1.000-10.000,0.000 1.000,0.000 9.000,-1.000-10.000,1.000 0.000,9.000 1.000,-9.000 9.000,0.000 0.000,0.000 0.000,-1.000-10.000,1.000 10.000,0.000-10.000,9.000 10.000,0.000-9.000,-9.000 9.000,0.000 0.000,0.000 0.000,9.000 0.000,-9.000 0.000,-1.000 0.000,1.000 0.000,0.000 0.000,-1.000 0.000,-9.000 9.000,10.000 1.000,0.000-10.000,0.000 10.000,-10.000 9.000,9.000-9.000,1.000-1.000,-10.000 11.000,10.000-10.000,-1.000 9.000,-9.000-9.000,0.000 9.000,0.000-9.000,0.000 0.000,0.000-1.000,-9.000 1.000,9.000 0.000,-20.000-1.000,20.000 1.000,-19.000 0.000,9.000-1.000,-9.000 1.000,-1.000 10.000,11.000-20.000,-11.000 19.000,-9.000-19.000,10.000 19.000,-1.000-9.000,1.000-10.000,-10.000 10.000,19.000-1.000,0.000-9.000,1.000 0.000,-1.000 10.000,0.000-10.000,10.000 10.000,-9.000-10.000,9.000 0.000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21:39:17"/>
    </inkml:context>
    <inkml:brush xml:id="br0">
      <inkml:brushProperty name="width" value="0.05292" units="cm"/>
      <inkml:brushProperty name="height" value="0.05292" units="cm"/>
      <inkml:brushProperty name="color" value="#2daf49"/>
      <inkml:brushProperty name="ignorePressure" value="0"/>
    </inkml:brush>
  </inkml:definitions>
  <inkml:trace contextRef="#ctx0" brushRef="#br0">5472.760 6491.520,'-10.000'0.000,"10.000"9.000,-10.000 1.000,-9.000 9.000,19.000-9.000,-20.000 10.000,11.000-1.000,-1.000-19.000,0.000 19.000,-9.000-9.000,19.000 9.000,-20.000-19.000,11.000 20.000,9.000-10.000,-10.000-10.000,0.000 0.000,10.000 9.000,0.000 1.000,0.000 0.000,10.000-10.000,0.000 0.000,-1.000 0.000,1.000 0.000,0.000 0.000,-1.000 0.000,11.000 0.000,-10.000 0.000,9.000 0.000,0.000 0.000,1.000 0.000,-1.000 0.000,-9.000 0.000,0.000 0.000,9.000 0.000,-9.000 0.000,9.000 0.000,-19.000 0.000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3405.760 5714.520,'9.000'0.000,"1.000"0.000,0.000 0.000,-1.000 0.000,1.000 0.000,0.000 0.000,9.000 0.000,1.000-9.000,-1.000-1.000,10.000-19.000,-19.000 19.000,19.000-9.000,-10.000-20.000,11.000 0.000,-1.000-9.000,-10.000 9.000,-19.000 29.000,19.000-29.000,-9.000 10.000,-10.000 0.000,0.000 10.000,0.000-11.000,0.000 11.000,0.000-10.000,0.000 0.000,0.000 19.000,0.000-9.000,-10.000-10.000,1.000 0.000,-11.000 9.000,11.000 1.000,-1.000-1.000,0.000 20.000,-9.000-19.000,-1.000 0.000,1.000-1.000,-10.000 1.000,0.000-1.000,0.000 11.000,0.000-21.000,-1.000 21.000,11.000-1.000,9.000 10.000,-9.000 0.000,0.000-10.000,-1.000 1.000,1.000 9.000,-1.000 0.000,1.000 0.000,-10.000 0.000,0.000 0.000,0.000 0.000,-10.000 0.000,19.000 9.000,-9.000 1.000,10.000 0.000,-10.000 9.000,9.000-9.000,1.000 0.000,9.000-1.000,-9.000 1.000,-1.000 9.000,1.000 1.000,9.000-10.000,-9.000 9.000,9.000 0.000,-9.000 10.000,19.000-9.000,-10.000-10.000,10.000-1.000,0.000 1.000,0.000 0.000,0.000-1.000,0.000 1.000,-10.000 0.000,10.000-1.000,0.000 11.000,0.000-10.000,0.000-10.000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2842.760 5045.520,'0.000'10.000,"0.000"-1.000,-10.000 1.000,10.000 0.000,0.000-1.000,0.000 1.000,0.000 9.000,0.000 1.000,0.000-1.000,0.000 1.000,0.000-1.000,0.000 0.000,-10.000 1.000,10.000-1.000,0.000 10.000,-9.000-19.000,9.000 0.000,0.000-1.000,0.000 1.000,0.000 0.000,0.000 0.000,0.000-1.000,9.000-9.000,1.000 0.000,0.000 0.000,0.000-9.000,9.000 9.000,0.000-20.000,1.000 10.000,-1.000-9.000,1.000 19.000,-11.000-19.000,11.000 9.000,-11.000 0.000,1.000 1.000,0.000 9.000,0.000-10.000,-1.000 10.000,1.000 0.000,-10.000 0.000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7791.760 5840.520,'0.000'10.000,"9.000"-10.000,1.000 0.000,0.000 0.000,-1.000 0.000,1.000 0.000,0.000 0.000,0.000 0.000,19.000-10.000,-10.000 1.000,10.000-20.000,10.000 9.000,-10.000 1.000,0.000-10.000,-19.000 29.000,19.000-29.000,-19.000 9.000,9.000-9.000,1.000 0.000,-11.000 10.000,1.000-1.000,-10.000 10.000,0.000-9.000,0.000 9.000,0.000-9.000,0.000-20.000,0.000 10.000,0.000 10.000,-10.000-10.000,1.000-1.000,-1.000 11.000,0.000 0.000,-9.000-11.000,9.000 11.000,-9.000-10.000,-1.000 10.000,20.000 9.000,-9.000 0.000,-1.000 0.000,0.000 1.000,0.000-11.000,1.000 20.000,-1.000 0.000,0.000-9.000,1.000 9.000,-1.000 0.000,-9.000 0.000,9.000 0.000,-10.000 0.000,1.000 9.000,0.000 11.000,9.000-11.000,-19.000 1.000,9.000 10.000,11.000 9.000,-11.000-20.000,1.000 11.000,-1.000-1.000,11.000 1.000,-11.000-1.000,20.000-9.000,-9.000 9.000,-1.000-19.000,10.000 20.000,0.000-11.000,-10.000-9.000,10.000 10.000,0.000 0.000,0.000-1.000,0.000-9.000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7665.760 5249.520,'-10.000'0.000,"10.000"9.000,0.000 1.000,0.000 0.000,0.000-1.000,0.000 1.000,0.000 0.000,0.000-1.000,0.000 1.000,0.000 10.000,0.000-1.000,0.000-9.000,0.000 9.000,0.000 1.000,0.000-11.000,0.000 11.000,0.000-1.000,0.000-9.000,-10.000-1.000,10.000 1.000,0.000 10.000,0.000-11.000,0.000 11.000,0.000-11.000,0.000 1.000,0.000 0.000,10.000-10.000,0.000 0.000,-10.000-10.000,29.000 0.000,-10.000-9.000,0.000 9.000,-9.000-9.000,10.000 9.000,-1.000 0.000,-9.000 10.000,-10.000-9.000,9.000 9.000,-9.000-10.000,10.000 10.000,-10.000 0.000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3638.760 4123.520,'0.000'-10.000,"9.000"10.000,1.000 0.000,0.000 0.000,-1.000 0.000,1.000 0.000,0.000 0.000,-1.000 0.000,1.000 0.000,10.000 0.000,-1.000 0.000,0.000 0.000,-9.000 0.000,10.000 10.000,-11.000-10.000,11.000 0.000,-11.000 0.000,1.000 0.000,0.000 0.000,-1.000 0.000,-9.000 0.000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3773.760 4045.520,'-9.000'0.000,"9.000"10.000,0.000 9.000,0.000-9.000,0.000 0.000,0.000 9.000,0.000 1.000,0.000-1.000,0.000-9.000,0.000 9.000,0.000 1.000,0.000-1.000,0.000-9.000,0.000-1.000,0.000 1.000,0.000 0.000,0.000 0.000,-10.000-10.000,10.000 9.000,0.000-9.000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2211.760 4171.520,'10.000'0.000,"0.000"0.000,-1.000 0.000,11.000 10.000,-11.000-10.000,1.000 0.000,0.000 0.000,9.000 0.000,1.000 0.000,-11.000 10.000,11.000-10.000,-11.000 0.000,1.000 0.000,0.000 0.000,0.000 0.000,-1.000 0.000,1.000 0.000,-10.000 0.000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2463.760 7432.520,'10.000'0.000,"0.000"0.000,0.000 0.000,-1.000 0.000,1.000 0.000,9.000 0.000,1.000 0.000,9.000 0.000,-10.000 0.000,10.000 0.000,-9.000 0.000,-1.000 0.000,1.000 0.000,-11.000 0.000,11.000 0.000,-11.000 0.000,1.000 0.000,0.000 0.000,-10.000 0.000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2609.760 7315.520,'0.000'10.000,"0.000"0.000,0.000 0.000,0.000-1.000,0.000 1.000,0.000 9.000,0.000-9.000,0.000 0.000,0.000 9.000,0.000-9.000,0.000 9.000,0.000-9.000,0.000 0.000,0.000-1.000,0.000 1.000,0.000 0.000,0.000-1.000,0.000-9.000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3803.760 7461.520,'9.000'0.000,"1.000"0.000,0.000 0.000,-1.000 0.000,11.000 0.000,-1.000 0.000,1.000 0.000,9.000 0.000,-10.000 0.000,0.000 0.000,-9.000 0.000,0.000 0.000,0.000 0.000,-1.000 0.000,1.000 0.000,0.000 0.000,9.000 0.000,-9.000 0.000,0.000 0.000,-1.000 0.000,1.000 0.000,-10.000 0.000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8965.760 6549.520,'9.000'0.000,"1.000"0.000,0.000 0.000,0.000 0.000,-1.000 0.000,1.000 0.000,0.000 0.000,9.000 0.000,-9.000 0.000,0.000 0.000,-1.000 0.000,1.000 0.000,0.000 0.000,-1.000 0.000,1.000 0.000,0.000 0.000,-1.000 0.000,1.000 0.000,-10.000 0.000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9062.760 6491.520,'0.000'9.000,"0.000"1.000,0.000 0.000,0.000 9.000,0.000-9.000,0.000 9.000,0.000-9.000,0.000 0.000,0.000 9.000,0.000-9.000,0.000-1.000,0.000 1.000,0.000 0.000,0.000 0.000,0.000-1.000,0.000 1.000,0.000-10.000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9023.760 5055.520,'0.000'-10.000,"10.000"10.000,-1.000 0.000,1.000 0.000,10.000 0.000,-11.000 0.000,1.000-10.000,0.000 10.000,-1.000 0.000,11.000 0.000,-1.000 0.000,-9.000 0.000,0.000 0.000,-1.000 0.000,1.000 0.000,-10.000 0.000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3405.760 5714.520,'9.000'0.000,"1.000"0.000,0.000 0.000,-1.000 0.000,1.000 0.000,0.000 0.000,9.000 0.000,1.000-9.000,-1.000-1.000,10.000-19.000,-19.000 19.000,19.000-9.000,-10.000-20.000,11.000 0.000,-1.000-9.000,-10.000 9.000,-19.000 29.000,19.000-29.000,-9.000 10.000,-10.000 0.000,0.000 10.000,0.000-11.000,0.000 11.000,0.000-10.000,0.000 0.000,0.000 19.000,0.000-9.000,-10.000-10.000,1.000 0.000,-11.000 9.000,11.000 1.000,-1.000-1.000,0.000 20.000,-9.000-19.000,-1.000 0.000,1.000-1.000,-10.000 1.000,0.000-1.000,0.000 11.000,0.000-21.000,-1.000 21.000,11.000-1.000,9.000 10.000,-9.000 0.000,0.000-10.000,-1.000 1.000,1.000 9.000,-1.000 0.000,1.000 0.000,-10.000 0.000,0.000 0.000,0.000 0.000,-10.000 0.000,19.000 9.000,-9.000 1.000,10.000 0.000,-10.000 9.000,9.000-9.000,1.000 0.000,9.000-1.000,-9.000 1.000,-1.000 9.000,1.000 1.000,9.000-10.000,-9.000 9.000,9.000 0.000,-9.000 10.000,19.000-9.000,-10.000-10.000,10.000-1.000,0.000 1.000,0.000 0.000,0.000-1.000,0.000 1.000,-10.000 0.000,10.000-1.000,0.000 11.000,0.000-10.000,0.000-10.000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2842.760 5045.520,'0.000'10.000,"0.000"-1.000,-10.000 1.000,10.000 0.000,0.000-1.000,0.000 1.000,0.000 9.000,0.000 1.000,0.000-1.000,0.000 1.000,0.000-1.000,0.000 0.000,-10.000 1.000,10.000-1.000,0.000 10.000,-9.000-19.000,9.000 0.000,0.000-1.000,0.000 1.000,0.000 0.000,0.000 0.000,0.000-1.000,9.000-9.000,1.000 0.000,0.000 0.000,0.000-9.000,9.000 9.000,0.000-20.000,1.000 10.000,-1.000-9.000,1.000 19.000,-11.000-19.000,11.000 9.000,-11.000 0.000,1.000 1.000,0.000 9.000,0.000-10.000,-1.000 10.000,1.000 0.000,-10.000 0.000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7791.760 5840.520,'0.000'10.000,"9.000"-10.000,1.000 0.000,0.000 0.000,-1.000 0.000,1.000 0.000,0.000 0.000,0.000 0.000,19.000-10.000,-10.000 1.000,10.000-20.000,10.000 9.000,-10.000 1.000,0.000-10.000,-19.000 29.000,19.000-29.000,-19.000 9.000,9.000-9.000,1.000 0.000,-11.000 10.000,1.000-1.000,-10.000 10.000,0.000-9.000,0.000 9.000,0.000-9.000,0.000-20.000,0.000 10.000,0.000 10.000,-10.000-10.000,1.000-1.000,-1.000 11.000,0.000 0.000,-9.000-11.000,9.000 11.000,-9.000-10.000,-1.000 10.000,20.000 9.000,-9.000 0.000,-1.000 0.000,0.000 1.000,0.000-11.000,1.000 20.000,-1.000 0.000,0.000-9.000,1.000 9.000,-1.000 0.000,-9.000 0.000,9.000 0.000,-10.000 0.000,1.000 9.000,0.000 11.000,9.000-11.000,-19.000 1.000,9.000 10.000,11.000 9.000,-11.000-20.000,1.000 11.000,-1.000-1.000,11.000 1.000,-11.000-1.000,20.000-9.000,-9.000 9.000,-1.000-19.000,10.000 20.000,0.000-11.000,-10.000-9.000,10.000 10.000,0.000 0.000,0.000-1.000,0.000-9.000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7665.760 5249.520,'-10.000'0.000,"10.000"9.000,0.000 1.000,0.000 0.000,0.000-1.000,0.000 1.000,0.000 0.000,0.000-1.000,0.000 1.000,0.000 10.000,0.000-1.000,0.000-9.000,0.000 9.000,0.000 1.000,0.000-11.000,0.000 11.000,0.000-1.000,0.000-9.000,-10.000-1.000,10.000 1.000,0.000 10.000,0.000-11.000,0.000 11.000,0.000-11.000,0.000 1.000,0.000 0.000,10.000-10.000,0.000 0.000,-10.000-10.000,29.000 0.000,-10.000-9.000,0.000 9.000,-9.000-9.000,10.000 9.000,-1.000 0.000,-9.000 10.000,-10.000-9.000,9.000 9.000,-9.000-10.000,10.000 10.000,-10.000 0.000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3638.760 4123.520,'0.000'-10.000,"9.000"10.000,1.000 0.000,0.000 0.000,-1.000 0.000,1.000 0.000,0.000 0.000,-1.000 0.000,1.000 0.000,10.000 0.000,-1.000 0.000,0.000 0.000,-9.000 0.000,10.000 10.000,-11.000-10.000,11.000 0.000,-11.000 0.000,1.000 0.000,0.000 0.000,-1.000 0.000,-9.000 0.000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3773.760 4045.520,'-9.000'0.000,"9.000"10.000,0.000 9.000,0.000-9.000,0.000 0.000,0.000 9.000,0.000 1.000,0.000-1.000,0.000-9.000,0.000 9.000,0.000 1.000,0.000-1.000,0.000-9.000,0.000-1.000,0.000 1.000,0.000 0.000,0.000 0.000,-10.000-10.000,10.000 9.000,0.000-9.000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2211.760 4171.520,'10.000'0.000,"0.000"0.000,-1.000 0.000,11.000 10.000,-11.000-10.000,1.000 0.000,0.000 0.000,9.000 0.000,1.000 0.000,-11.000 10.000,11.000-10.000,-11.000 0.000,1.000 0.000,0.000 0.000,0.000 0.000,-1.000 0.000,1.000 0.000,-10.000 0.000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2463.760 7432.520,'10.000'0.000,"0.000"0.000,0.000 0.000,-1.000 0.000,1.000 0.000,9.000 0.000,1.000 0.000,9.000 0.000,-10.000 0.000,10.000 0.000,-9.000 0.000,-1.000 0.000,1.000 0.000,-11.000 0.000,11.000 0.000,-11.000 0.000,1.000 0.000,0.000 0.000,-10.000 0.000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2609.760 7315.520,'0.000'10.000,"0.000"0.000,0.000 0.000,0.000-1.000,0.000 1.000,0.000 9.000,0.000-9.000,0.000 0.000,0.000 9.000,0.000-9.000,0.000 9.000,0.000-9.000,0.000 0.000,0.000-1.000,0.000 1.000,0.000 0.000,0.000-1.000,0.000-9.000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3803.760 7461.520,'9.000'0.000,"1.000"0.000,0.000 0.000,-1.000 0.000,11.000 0.000,-1.000 0.000,1.000 0.000,9.000 0.000,-10.000 0.000,0.000 0.000,-9.000 0.000,0.000 0.000,0.000 0.000,-1.000 0.000,1.000 0.000,0.000 0.000,9.000 0.000,-9.000 0.000,0.000 0.000,-1.000 0.000,1.000 0.000,-10.000 0.000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8965.760 6549.520,'9.000'0.000,"1.000"0.000,0.000 0.000,0.000 0.000,-1.000 0.000,1.000 0.000,0.000 0.000,9.000 0.000,-9.000 0.000,0.000 0.000,-1.000 0.000,1.000 0.000,0.000 0.000,-1.000 0.000,1.000 0.000,0.000 0.000,-1.000 0.000,1.000 0.000,-10.000 0.000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9062.760 6491.520,'0.000'9.000,"0.000"1.000,0.000 0.000,0.000 9.000,0.000-9.000,0.000 9.000,0.000-9.000,0.000 0.000,0.000 9.000,0.000-9.000,0.000-1.000,0.000 1.000,0.000 0.000,0.000 0.000,0.000-1.000,0.000 1.000,0.000-10.000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3-13T17:56:59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9023.760 5055.520,'0.000'-10.000,"10.000"10.000,-1.000 0.000,1.000 0.000,10.000 0.000,-11.000 0.000,1.000-10.000,0.000 10.000,-1.000 0.000,11.000 0.000,-1.000 0.000,-9.000 0.000,0.000 0.000,-1.000 0.000,1.000 0.000,-10.000 0.000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488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488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8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8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488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fld id="{A546FE18-C24B-4162-9F75-7813E3C28BFE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8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78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8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80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5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81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81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81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81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82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7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82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1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8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4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8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5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3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4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9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0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2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77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8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7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5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3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3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9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0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1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2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3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4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5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9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9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1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43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72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72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72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72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73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6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73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2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7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7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7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6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6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57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5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75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6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67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68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6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70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1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2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3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7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8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8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7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7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40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41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4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46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747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4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52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5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3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3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83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4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5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6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7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68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68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78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8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80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5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81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81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81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81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82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7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82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1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8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4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8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5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3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4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9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0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2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77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8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7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5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3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3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9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0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1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2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3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4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5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78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8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80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5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81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81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81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81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82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7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82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1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8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4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8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5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3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4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9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0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2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77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8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7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5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3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3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9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0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1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2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3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4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5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9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9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1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43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72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72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72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72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73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6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73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2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7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7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7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6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6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57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5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75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6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67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68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6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70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1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2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3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7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8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8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7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7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40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41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4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46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747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4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52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5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3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3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83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4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5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6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7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68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68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78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8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80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5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81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81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81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81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82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7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82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1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8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4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8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5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3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4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9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0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2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77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8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7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5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3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3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9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0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1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2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3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4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5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78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8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80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5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81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81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81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81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82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7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82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1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8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4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8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5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3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4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9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0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2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77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8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7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5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3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3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9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0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1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2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3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4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5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9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9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1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43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72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72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72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72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73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6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73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2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7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7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7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6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6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57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5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75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6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67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68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6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70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1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2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3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7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8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8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7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7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40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41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4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46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747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4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52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5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3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3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83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4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5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6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7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68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68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78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8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80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5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81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81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81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81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82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7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82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1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8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4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8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5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3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4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9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0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2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77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8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7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5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3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3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9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0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1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2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3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4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5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78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8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80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5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81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81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81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81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82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7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82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1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8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4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8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5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3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4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9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0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2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77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8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7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5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3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3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9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0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1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2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3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4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5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D95AA0-E49F-490D-98DA-0E27C4924B2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D95AA0-E49F-490D-98DA-0E27C4924B2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D95AA0-E49F-490D-98DA-0E27C4924B2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D95AA0-E49F-490D-98DA-0E27C4924B2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D95AA0-E49F-490D-98DA-0E27C4924B2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78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8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8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9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80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0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81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5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81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81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81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81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82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7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82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8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1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8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8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4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8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5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3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4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6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6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69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0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2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7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77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78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7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8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47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48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84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5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5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3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3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8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829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0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1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2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833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4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835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9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9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1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43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72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72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72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72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73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6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73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2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7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7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7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6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6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57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5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75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6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67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68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6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70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1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2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3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7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8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8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7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7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40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41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4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46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747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4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52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5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3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3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83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4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5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6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7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68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68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90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1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2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3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4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95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6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7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8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99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0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1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2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3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4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5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6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7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8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09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0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711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2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3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4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5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6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7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8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19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0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1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2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3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4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725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43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72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72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72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703" y="1600482"/>
            <a:ext cx="10974657" cy="182912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04872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9110" y="3886885"/>
            <a:ext cx="8535844" cy="1752909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048730" name="Rectangle 4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1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2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p>
            <a:fld id="{496865B0-DBF8-4414-8878-187273397094}" type="slidenum">
              <a:rPr lang="en-US" altLang="zh-CN"/>
            </a:fld>
            <a:endParaRPr lang="en-US" altLang="zh-CN"/>
          </a:p>
        </p:txBody>
      </p:sp>
      <p:pic>
        <p:nvPicPr>
          <p:cNvPr id="2097186" name="Picture 47" descr="图片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733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7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729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29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7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7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7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6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6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4A547B-133A-4DEB-89C5-A6EFAEE054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标题 1"/>
          <p:cNvSpPr>
            <a:spLocks noGrp="1"/>
          </p:cNvSpPr>
          <p:nvPr>
            <p:ph type="title"/>
          </p:nvPr>
        </p:nvSpPr>
        <p:spPr>
          <a:xfrm>
            <a:off x="963247" y="4407677"/>
            <a:ext cx="10364954" cy="136231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57" name="文本占位符 2"/>
          <p:cNvSpPr>
            <a:spLocks noGrp="1"/>
          </p:cNvSpPr>
          <p:nvPr>
            <p:ph type="body" idx="1"/>
          </p:nvPr>
        </p:nvSpPr>
        <p:spPr>
          <a:xfrm>
            <a:off x="963247" y="2907225"/>
            <a:ext cx="10364954" cy="1500451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9435" indent="0">
              <a:buNone/>
              <a:defRPr sz="1400"/>
            </a:lvl5pPr>
            <a:lvl6pPr marL="2286635" indent="0">
              <a:buNone/>
              <a:defRPr sz="1400"/>
            </a:lvl6pPr>
            <a:lvl7pPr marL="2743200" indent="0">
              <a:buNone/>
              <a:defRPr sz="1400"/>
            </a:lvl7pPr>
            <a:lvl8pPr marL="3201035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5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6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9D633E0-9A20-4228-AF95-5AAD0529F1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75" name="内容占位符 2"/>
          <p:cNvSpPr>
            <a:spLocks noGrp="1"/>
          </p:cNvSpPr>
          <p:nvPr>
            <p:ph sz="half" idx="1"/>
          </p:nvPr>
        </p:nvSpPr>
        <p:spPr>
          <a:xfrm>
            <a:off x="609703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6" name="内容占位符 3"/>
          <p:cNvSpPr>
            <a:spLocks noGrp="1"/>
          </p:cNvSpPr>
          <p:nvPr>
            <p:ph sz="half" idx="2"/>
          </p:nvPr>
        </p:nvSpPr>
        <p:spPr>
          <a:xfrm>
            <a:off x="6198649" y="1600482"/>
            <a:ext cx="5385711" cy="45315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C19AF26-9B95-40A4-B928-2632FE0E94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标题 1"/>
          <p:cNvSpPr>
            <a:spLocks noGrp="1"/>
          </p:cNvSpPr>
          <p:nvPr>
            <p:ph type="title"/>
          </p:nvPr>
        </p:nvSpPr>
        <p:spPr>
          <a:xfrm>
            <a:off x="609703" y="274686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67" name="文本占位符 2"/>
          <p:cNvSpPr>
            <a:spLocks noGrp="1"/>
          </p:cNvSpPr>
          <p:nvPr>
            <p:ph type="body" idx="1"/>
          </p:nvPr>
        </p:nvSpPr>
        <p:spPr>
          <a:xfrm>
            <a:off x="609703" y="1535384"/>
            <a:ext cx="5387829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68" name="内容占位符 3"/>
          <p:cNvSpPr>
            <a:spLocks noGrp="1"/>
          </p:cNvSpPr>
          <p:nvPr>
            <p:ph sz="half" idx="2"/>
          </p:nvPr>
        </p:nvSpPr>
        <p:spPr>
          <a:xfrm>
            <a:off x="609703" y="2175258"/>
            <a:ext cx="5387829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6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15" y="1535384"/>
            <a:ext cx="5389945" cy="6398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70" name="内容占位符 5"/>
          <p:cNvSpPr>
            <a:spLocks noGrp="1"/>
          </p:cNvSpPr>
          <p:nvPr>
            <p:ph sz="quarter" idx="4"/>
          </p:nvPr>
        </p:nvSpPr>
        <p:spPr>
          <a:xfrm>
            <a:off x="6194415" y="2175258"/>
            <a:ext cx="5389945" cy="39519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71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2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73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973EAF-E9AF-4324-B46E-D2316DC8B3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7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8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8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2734C1-80BD-493E-9D58-402AE6F40C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7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67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6792DC-59DF-4031-96F2-DBA43284DB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标题 1"/>
          <p:cNvSpPr>
            <a:spLocks noGrp="1"/>
          </p:cNvSpPr>
          <p:nvPr>
            <p:ph type="title"/>
          </p:nvPr>
        </p:nvSpPr>
        <p:spPr>
          <a:xfrm>
            <a:off x="609703" y="273098"/>
            <a:ext cx="4011763" cy="11622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40" name="内容占位符 2"/>
          <p:cNvSpPr>
            <a:spLocks noGrp="1"/>
          </p:cNvSpPr>
          <p:nvPr>
            <p:ph idx="1"/>
          </p:nvPr>
        </p:nvSpPr>
        <p:spPr>
          <a:xfrm>
            <a:off x="4767540" y="273098"/>
            <a:ext cx="6816820" cy="58541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41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03" y="1435353"/>
            <a:ext cx="4011763" cy="46918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4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DBF7D37-D33F-46CE-821E-8FFF9357CF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标题 1"/>
          <p:cNvSpPr>
            <a:spLocks noGrp="1"/>
          </p:cNvSpPr>
          <p:nvPr>
            <p:ph type="title"/>
          </p:nvPr>
        </p:nvSpPr>
        <p:spPr>
          <a:xfrm>
            <a:off x="2390122" y="4801446"/>
            <a:ext cx="7316438" cy="5668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46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883"/>
            <a:ext cx="7316438" cy="4115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9435" indent="0">
              <a:buNone/>
              <a:defRPr sz="2000"/>
            </a:lvl5pPr>
            <a:lvl6pPr marL="2286635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747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8284"/>
            <a:ext cx="7316438" cy="8050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200" indent="0">
              <a:buNone/>
              <a:defRPr sz="900"/>
            </a:lvl7pPr>
            <a:lvl8pPr marL="3201035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4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4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E13C42-D0F9-4914-8AED-AB759FA134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52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5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5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918465A-786C-4747-BD5E-8481500926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竖排标题 1"/>
          <p:cNvSpPr>
            <a:spLocks noGrp="1"/>
          </p:cNvSpPr>
          <p:nvPr>
            <p:ph type="title" orient="vert"/>
          </p:nvPr>
        </p:nvSpPr>
        <p:spPr>
          <a:xfrm>
            <a:off x="8840696" y="277862"/>
            <a:ext cx="2743664" cy="5854144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3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03" y="277862"/>
            <a:ext cx="8027758" cy="5854144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3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10487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40727AA-6AC5-4E19-BA4E-A59EFEC01C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标题 1"/>
          <p:cNvSpPr>
            <a:spLocks noGrp="1"/>
          </p:cNvSpPr>
          <p:nvPr>
            <p:ph type="title" sz="quarter"/>
          </p:nvPr>
        </p:nvSpPr>
        <p:spPr>
          <a:xfrm>
            <a:off x="609703" y="277862"/>
            <a:ext cx="10974657" cy="1143201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83" name="内容占位符 2"/>
          <p:cNvSpPr>
            <a:spLocks noGrp="1"/>
          </p:cNvSpPr>
          <p:nvPr>
            <p:ph sz="quarter" idx="1"/>
          </p:nvPr>
        </p:nvSpPr>
        <p:spPr>
          <a:xfrm>
            <a:off x="609703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4" name="内容占位符 3"/>
          <p:cNvSpPr>
            <a:spLocks noGrp="1"/>
          </p:cNvSpPr>
          <p:nvPr>
            <p:ph sz="quarter" idx="2"/>
          </p:nvPr>
        </p:nvSpPr>
        <p:spPr>
          <a:xfrm>
            <a:off x="6198649" y="1600482"/>
            <a:ext cx="5385711" cy="2189549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5" name="内容占位符 4"/>
          <p:cNvSpPr>
            <a:spLocks noGrp="1"/>
          </p:cNvSpPr>
          <p:nvPr>
            <p:ph sz="quarter" idx="3"/>
          </p:nvPr>
        </p:nvSpPr>
        <p:spPr>
          <a:xfrm>
            <a:off x="609703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6" name="内容占位符 5"/>
          <p:cNvSpPr>
            <a:spLocks noGrp="1"/>
          </p:cNvSpPr>
          <p:nvPr>
            <p:ph sz="quarter" idx="4"/>
          </p:nvPr>
        </p:nvSpPr>
        <p:spPr>
          <a:xfrm>
            <a:off x="6198649" y="3942458"/>
            <a:ext cx="5385711" cy="218954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7" name="日期占位符 6"/>
          <p:cNvSpPr>
            <a:spLocks noGrp="1"/>
          </p:cNvSpPr>
          <p:nvPr>
            <p:ph type="dt" sz="half" idx="10"/>
          </p:nvPr>
        </p:nvSpPr>
        <p:spPr>
          <a:xfrm>
            <a:off x="609703" y="6244738"/>
            <a:ext cx="2845281" cy="457281"/>
          </a:xfrm>
        </p:spPr>
        <p:txBody>
          <a:bodyPr/>
          <a:p>
            <a:endParaRPr lang="en-US" altLang="zh-CN"/>
          </a:p>
        </p:txBody>
      </p:sp>
      <p:sp>
        <p:nvSpPr>
          <p:cNvPr id="104868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305" y="6249501"/>
            <a:ext cx="3861453" cy="457281"/>
          </a:xfrm>
        </p:spPr>
        <p:txBody>
          <a:bodyPr/>
          <a:p>
            <a:endParaRPr lang="en-US" altLang="zh-CN"/>
          </a:p>
        </p:txBody>
      </p:sp>
      <p:sp>
        <p:nvSpPr>
          <p:cNvPr id="104868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9079" y="6244738"/>
            <a:ext cx="2845281" cy="457281"/>
          </a:xfrm>
        </p:spPr>
        <p:txBody>
          <a:bodyPr/>
          <a:p>
            <a:fld id="{22F0DFFC-0AAD-4F89-8553-4597954B17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7" Type="http://schemas.openxmlformats.org/officeDocument/2006/relationships/theme" Target="../theme/theme3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7" Type="http://schemas.openxmlformats.org/officeDocument/2006/relationships/theme" Target="../theme/theme4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7" Type="http://schemas.openxmlformats.org/officeDocument/2006/relationships/theme" Target="../theme/theme5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9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2.xml"/><Relationship Id="rId17" Type="http://schemas.openxmlformats.org/officeDocument/2006/relationships/theme" Target="../theme/theme6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1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1.xml"/><Relationship Id="rId8" Type="http://schemas.openxmlformats.org/officeDocument/2006/relationships/slideLayout" Target="../slideLayouts/slideLayout80.xml"/><Relationship Id="rId7" Type="http://schemas.openxmlformats.org/officeDocument/2006/relationships/slideLayout" Target="../slideLayouts/slideLayout79.xml"/><Relationship Id="rId6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4.xml"/><Relationship Id="rId17" Type="http://schemas.openxmlformats.org/officeDocument/2006/relationships/theme" Target="../theme/theme7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2.xml"/><Relationship Id="rId1" Type="http://schemas.openxmlformats.org/officeDocument/2006/relationships/slideLayout" Target="../slideLayouts/slideLayout73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3.xml"/><Relationship Id="rId8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8.xml"/><Relationship Id="rId3" Type="http://schemas.openxmlformats.org/officeDocument/2006/relationships/slideLayout" Target="../slideLayouts/slideLayout87.xml"/><Relationship Id="rId2" Type="http://schemas.openxmlformats.org/officeDocument/2006/relationships/slideLayout" Target="../slideLayouts/slideLayout86.xml"/><Relationship Id="rId17" Type="http://schemas.openxmlformats.org/officeDocument/2006/relationships/theme" Target="../theme/theme8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94.xml"/><Relationship Id="rId1" Type="http://schemas.openxmlformats.org/officeDocument/2006/relationships/slideLayout" Target="../slideLayouts/slideLayout85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100.xml"/><Relationship Id="rId3" Type="http://schemas.openxmlformats.org/officeDocument/2006/relationships/slideLayout" Target="../slideLayouts/slideLayout99.xml"/><Relationship Id="rId2" Type="http://schemas.openxmlformats.org/officeDocument/2006/relationships/slideLayout" Target="../slideLayouts/slideLayout98.xml"/><Relationship Id="rId17" Type="http://schemas.openxmlformats.org/officeDocument/2006/relationships/theme" Target="../theme/theme9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7.xml"/><Relationship Id="rId8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14.xml"/><Relationship Id="rId5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10.xml"/><Relationship Id="rId17" Type="http://schemas.openxmlformats.org/officeDocument/2006/relationships/theme" Target="../theme/theme10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0.xml"/><Relationship Id="rId11" Type="http://schemas.openxmlformats.org/officeDocument/2006/relationships/slideLayout" Target="../slideLayouts/slideLayout119.xml"/><Relationship Id="rId10" Type="http://schemas.openxmlformats.org/officeDocument/2006/relationships/slideLayout" Target="../slideLayouts/slideLayout118.xml"/><Relationship Id="rId1" Type="http://schemas.openxmlformats.org/officeDocument/2006/relationships/slideLayout" Target="../slideLayouts/slideLayout109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9.xml"/><Relationship Id="rId8" Type="http://schemas.openxmlformats.org/officeDocument/2006/relationships/slideLayout" Target="../slideLayouts/slideLayout128.xml"/><Relationship Id="rId7" Type="http://schemas.openxmlformats.org/officeDocument/2006/relationships/slideLayout" Target="../slideLayouts/slideLayout127.xml"/><Relationship Id="rId6" Type="http://schemas.openxmlformats.org/officeDocument/2006/relationships/slideLayout" Target="../slideLayouts/slideLayout126.xml"/><Relationship Id="rId5" Type="http://schemas.openxmlformats.org/officeDocument/2006/relationships/slideLayout" Target="../slideLayouts/slideLayout125.xml"/><Relationship Id="rId4" Type="http://schemas.openxmlformats.org/officeDocument/2006/relationships/slideLayout" Target="../slideLayouts/slideLayout124.xml"/><Relationship Id="rId3" Type="http://schemas.openxmlformats.org/officeDocument/2006/relationships/slideLayout" Target="../slideLayouts/slideLayout123.xml"/><Relationship Id="rId2" Type="http://schemas.openxmlformats.org/officeDocument/2006/relationships/slideLayout" Target="../slideLayouts/slideLayout122.xml"/><Relationship Id="rId12" Type="http://schemas.openxmlformats.org/officeDocument/2006/relationships/theme" Target="../theme/theme11.xml"/><Relationship Id="rId11" Type="http://schemas.openxmlformats.org/officeDocument/2006/relationships/slideLayout" Target="../slideLayouts/slideLayout131.xml"/><Relationship Id="rId10" Type="http://schemas.openxmlformats.org/officeDocument/2006/relationships/slideLayout" Target="../slideLayouts/slideLayout130.xml"/><Relationship Id="rId1" Type="http://schemas.openxmlformats.org/officeDocument/2006/relationships/slideLayout" Target="../slideLayouts/slideLayout12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0.xml"/><Relationship Id="rId8" Type="http://schemas.openxmlformats.org/officeDocument/2006/relationships/slideLayout" Target="../slideLayouts/slideLayout139.xml"/><Relationship Id="rId7" Type="http://schemas.openxmlformats.org/officeDocument/2006/relationships/slideLayout" Target="../slideLayouts/slideLayout138.xml"/><Relationship Id="rId6" Type="http://schemas.openxmlformats.org/officeDocument/2006/relationships/slideLayout" Target="../slideLayouts/slideLayout137.xml"/><Relationship Id="rId5" Type="http://schemas.openxmlformats.org/officeDocument/2006/relationships/slideLayout" Target="../slideLayouts/slideLayout136.xml"/><Relationship Id="rId4" Type="http://schemas.openxmlformats.org/officeDocument/2006/relationships/slideLayout" Target="../slideLayouts/slideLayout135.xml"/><Relationship Id="rId3" Type="http://schemas.openxmlformats.org/officeDocument/2006/relationships/slideLayout" Target="../slideLayouts/slideLayout134.xml"/><Relationship Id="rId2" Type="http://schemas.openxmlformats.org/officeDocument/2006/relationships/slideLayout" Target="../slideLayouts/slideLayout133.xml"/><Relationship Id="rId12" Type="http://schemas.openxmlformats.org/officeDocument/2006/relationships/theme" Target="../theme/theme12.xml"/><Relationship Id="rId11" Type="http://schemas.openxmlformats.org/officeDocument/2006/relationships/slideLayout" Target="../slideLayouts/slideLayout142.xml"/><Relationship Id="rId10" Type="http://schemas.openxmlformats.org/officeDocument/2006/relationships/slideLayout" Target="../slideLayouts/slideLayout141.xml"/><Relationship Id="rId1" Type="http://schemas.openxmlformats.org/officeDocument/2006/relationships/slideLayout" Target="../slideLayouts/slideLayout13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1.xml"/><Relationship Id="rId8" Type="http://schemas.openxmlformats.org/officeDocument/2006/relationships/slideLayout" Target="../slideLayouts/slideLayout150.xml"/><Relationship Id="rId7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48.xml"/><Relationship Id="rId5" Type="http://schemas.openxmlformats.org/officeDocument/2006/relationships/slideLayout" Target="../slideLayouts/slideLayout147.xml"/><Relationship Id="rId4" Type="http://schemas.openxmlformats.org/officeDocument/2006/relationships/slideLayout" Target="../slideLayouts/slideLayout146.xml"/><Relationship Id="rId3" Type="http://schemas.openxmlformats.org/officeDocument/2006/relationships/slideLayout" Target="../slideLayouts/slideLayout145.xml"/><Relationship Id="rId2" Type="http://schemas.openxmlformats.org/officeDocument/2006/relationships/slideLayout" Target="../slideLayouts/slideLayout144.xml"/><Relationship Id="rId12" Type="http://schemas.openxmlformats.org/officeDocument/2006/relationships/theme" Target="../theme/theme13.xml"/><Relationship Id="rId11" Type="http://schemas.openxmlformats.org/officeDocument/2006/relationships/slideLayout" Target="../slideLayouts/slideLayout153.xml"/><Relationship Id="rId10" Type="http://schemas.openxmlformats.org/officeDocument/2006/relationships/slideLayout" Target="../slideLayouts/slideLayout152.xml"/><Relationship Id="rId1" Type="http://schemas.openxmlformats.org/officeDocument/2006/relationships/slideLayout" Target="../slideLayouts/slideLayout143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2.xml"/><Relationship Id="rId8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59.xml"/><Relationship Id="rId5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56.xml"/><Relationship Id="rId2" Type="http://schemas.openxmlformats.org/officeDocument/2006/relationships/slideLayout" Target="../slideLayouts/slideLayout155.xml"/><Relationship Id="rId12" Type="http://schemas.openxmlformats.org/officeDocument/2006/relationships/theme" Target="../theme/theme14.xml"/><Relationship Id="rId11" Type="http://schemas.openxmlformats.org/officeDocument/2006/relationships/slideLayout" Target="../slideLayouts/slideLayout164.xml"/><Relationship Id="rId10" Type="http://schemas.openxmlformats.org/officeDocument/2006/relationships/slideLayout" Target="../slideLayouts/slideLayout163.xml"/><Relationship Id="rId1" Type="http://schemas.openxmlformats.org/officeDocument/2006/relationships/slideLayout" Target="../slideLayouts/slideLayout154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3.xml"/><Relationship Id="rId8" Type="http://schemas.openxmlformats.org/officeDocument/2006/relationships/slideLayout" Target="../slideLayouts/slideLayout172.xml"/><Relationship Id="rId7" Type="http://schemas.openxmlformats.org/officeDocument/2006/relationships/slideLayout" Target="../slideLayouts/slideLayout171.xml"/><Relationship Id="rId6" Type="http://schemas.openxmlformats.org/officeDocument/2006/relationships/slideLayout" Target="../slideLayouts/slideLayout170.xml"/><Relationship Id="rId5" Type="http://schemas.openxmlformats.org/officeDocument/2006/relationships/slideLayout" Target="../slideLayouts/slideLayout169.xml"/><Relationship Id="rId4" Type="http://schemas.openxmlformats.org/officeDocument/2006/relationships/slideLayout" Target="../slideLayouts/slideLayout168.xml"/><Relationship Id="rId3" Type="http://schemas.openxmlformats.org/officeDocument/2006/relationships/slideLayout" Target="../slideLayouts/slideLayout167.xml"/><Relationship Id="rId2" Type="http://schemas.openxmlformats.org/officeDocument/2006/relationships/slideLayout" Target="../slideLayouts/slideLayout166.xml"/><Relationship Id="rId12" Type="http://schemas.openxmlformats.org/officeDocument/2006/relationships/theme" Target="../theme/theme15.xml"/><Relationship Id="rId11" Type="http://schemas.openxmlformats.org/officeDocument/2006/relationships/slideLayout" Target="../slideLayouts/slideLayout175.xml"/><Relationship Id="rId10" Type="http://schemas.openxmlformats.org/officeDocument/2006/relationships/slideLayout" Target="../slideLayouts/slideLayout174.xml"/><Relationship Id="rId1" Type="http://schemas.openxmlformats.org/officeDocument/2006/relationships/slideLayout" Target="../slideLayouts/slideLayout165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4.xml"/><Relationship Id="rId8" Type="http://schemas.openxmlformats.org/officeDocument/2006/relationships/slideLayout" Target="../slideLayouts/slideLayout183.xml"/><Relationship Id="rId7" Type="http://schemas.openxmlformats.org/officeDocument/2006/relationships/slideLayout" Target="../slideLayouts/slideLayout182.xml"/><Relationship Id="rId6" Type="http://schemas.openxmlformats.org/officeDocument/2006/relationships/slideLayout" Target="../slideLayouts/slideLayout181.xml"/><Relationship Id="rId5" Type="http://schemas.openxmlformats.org/officeDocument/2006/relationships/slideLayout" Target="../slideLayouts/slideLayout180.xml"/><Relationship Id="rId4" Type="http://schemas.openxmlformats.org/officeDocument/2006/relationships/slideLayout" Target="../slideLayouts/slideLayout179.xml"/><Relationship Id="rId3" Type="http://schemas.openxmlformats.org/officeDocument/2006/relationships/slideLayout" Target="../slideLayouts/slideLayout178.xml"/><Relationship Id="rId2" Type="http://schemas.openxmlformats.org/officeDocument/2006/relationships/slideLayout" Target="../slideLayouts/slideLayout177.xml"/><Relationship Id="rId17" Type="http://schemas.openxmlformats.org/officeDocument/2006/relationships/theme" Target="../theme/theme16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87.xml"/><Relationship Id="rId11" Type="http://schemas.openxmlformats.org/officeDocument/2006/relationships/slideLayout" Target="../slideLayouts/slideLayout186.xml"/><Relationship Id="rId10" Type="http://schemas.openxmlformats.org/officeDocument/2006/relationships/slideLayout" Target="../slideLayouts/slideLayout185.xml"/><Relationship Id="rId1" Type="http://schemas.openxmlformats.org/officeDocument/2006/relationships/slideLayout" Target="../slideLayouts/slideLayout176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6.xml"/><Relationship Id="rId8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89.xml"/><Relationship Id="rId17" Type="http://schemas.openxmlformats.org/officeDocument/2006/relationships/theme" Target="../theme/theme17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99.xml"/><Relationship Id="rId11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97.xml"/><Relationship Id="rId1" Type="http://schemas.openxmlformats.org/officeDocument/2006/relationships/slideLayout" Target="../slideLayouts/slideLayout188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8.xml"/><Relationship Id="rId8" Type="http://schemas.openxmlformats.org/officeDocument/2006/relationships/slideLayout" Target="../slideLayouts/slideLayout207.xml"/><Relationship Id="rId7" Type="http://schemas.openxmlformats.org/officeDocument/2006/relationships/slideLayout" Target="../slideLayouts/slideLayout206.xml"/><Relationship Id="rId6" Type="http://schemas.openxmlformats.org/officeDocument/2006/relationships/slideLayout" Target="../slideLayouts/slideLayout205.xml"/><Relationship Id="rId5" Type="http://schemas.openxmlformats.org/officeDocument/2006/relationships/slideLayout" Target="../slideLayouts/slideLayout204.xml"/><Relationship Id="rId4" Type="http://schemas.openxmlformats.org/officeDocument/2006/relationships/slideLayout" Target="../slideLayouts/slideLayout203.xml"/><Relationship Id="rId3" Type="http://schemas.openxmlformats.org/officeDocument/2006/relationships/slideLayout" Target="../slideLayouts/slideLayout202.xml"/><Relationship Id="rId2" Type="http://schemas.openxmlformats.org/officeDocument/2006/relationships/slideLayout" Target="../slideLayouts/slideLayout201.xml"/><Relationship Id="rId17" Type="http://schemas.openxmlformats.org/officeDocument/2006/relationships/theme" Target="../theme/theme18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211.xml"/><Relationship Id="rId11" Type="http://schemas.openxmlformats.org/officeDocument/2006/relationships/slideLayout" Target="../slideLayouts/slideLayout210.xml"/><Relationship Id="rId10" Type="http://schemas.openxmlformats.org/officeDocument/2006/relationships/slideLayout" Target="../slideLayouts/slideLayout209.xml"/><Relationship Id="rId1" Type="http://schemas.openxmlformats.org/officeDocument/2006/relationships/slideLayout" Target="../slideLayouts/slideLayout20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57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8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9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7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1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1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1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1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1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52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1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2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2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3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4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6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6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2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6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6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6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6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6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70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6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7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57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8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9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7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1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1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1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1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1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52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1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2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57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8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9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7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1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1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1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1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1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52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1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2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2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3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4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6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6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2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6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6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6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6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6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70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6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7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57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8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9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7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1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1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1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1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1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52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1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2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57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8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9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7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1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1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1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1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1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52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1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2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2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3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4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6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6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2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6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6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6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6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6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70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6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7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57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8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9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7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1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1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1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1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1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52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1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2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57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8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9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7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1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1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1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1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1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52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1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2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WordArt 8"/>
          <p:cNvSpPr>
            <a:spLocks noTextEdit="1"/>
          </p:cNvSpPr>
          <p:nvPr userDrawn="1"/>
        </p:nvSpPr>
        <p:spPr>
          <a:xfrm>
            <a:off x="6669617" y="115888"/>
            <a:ext cx="3746500" cy="2889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37"/>
              </a:avLst>
            </a:prstTxWarp>
            <a:normAutofit fontScale="50000"/>
          </a:bodyPr>
          <a:p>
            <a:pPr algn="ctr" defTabSz="914400"/>
            <a:r>
              <a:rPr lang="zh-CN" altLang="en-US" sz="2400" b="1" spc="480" normalizeH="1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79999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电阻电路的等效变换</a:t>
            </a:r>
            <a:endParaRPr lang="zh-CN" altLang="en-US" sz="2400" b="1" spc="480" normalizeH="1">
              <a:gradFill rotWithShape="1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effectLst>
                <a:outerShdw dist="45791" dir="3378595" algn="ctr" rotWithShape="0">
                  <a:srgbClr val="4D4D4D">
                    <a:alpha val="79999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075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WordArt 8"/>
          <p:cNvSpPr>
            <a:spLocks noTextEdit="1"/>
          </p:cNvSpPr>
          <p:nvPr userDrawn="1"/>
        </p:nvSpPr>
        <p:spPr>
          <a:xfrm>
            <a:off x="6669617" y="115888"/>
            <a:ext cx="3746500" cy="2889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37"/>
              </a:avLst>
            </a:prstTxWarp>
            <a:normAutofit fontScale="50000"/>
          </a:bodyPr>
          <a:p>
            <a:pPr algn="ctr" defTabSz="914400"/>
            <a:r>
              <a:rPr lang="zh-CN" altLang="en-US" sz="2400" b="1" spc="480" normalizeH="1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79999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电阻电路的等效变换</a:t>
            </a:r>
            <a:endParaRPr lang="zh-CN" altLang="en-US" sz="2400" b="1" spc="480" normalizeH="1">
              <a:gradFill rotWithShape="1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effectLst>
                <a:outerShdw dist="45791" dir="3378595" algn="ctr" rotWithShape="0">
                  <a:srgbClr val="4D4D4D">
                    <a:alpha val="79999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171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WordArt 8"/>
          <p:cNvSpPr>
            <a:spLocks noTextEdit="1"/>
          </p:cNvSpPr>
          <p:nvPr userDrawn="1"/>
        </p:nvSpPr>
        <p:spPr>
          <a:xfrm>
            <a:off x="6669617" y="115888"/>
            <a:ext cx="3746500" cy="2889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37"/>
              </a:avLst>
            </a:prstTxWarp>
            <a:normAutofit fontScale="50000"/>
          </a:bodyPr>
          <a:p>
            <a:pPr algn="ctr" defTabSz="914400"/>
            <a:r>
              <a:rPr lang="zh-CN" altLang="en-US" sz="2400" b="1" spc="480" normalizeH="1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79999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电阻电路的等效变换</a:t>
            </a:r>
            <a:endParaRPr lang="zh-CN" altLang="en-US" sz="2400" b="1" spc="480" normalizeH="1">
              <a:gradFill rotWithShape="1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effectLst>
                <a:outerShdw dist="45791" dir="3378595" algn="ctr" rotWithShape="0">
                  <a:srgbClr val="4D4D4D">
                    <a:alpha val="79999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195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9" name="WordArt 8"/>
          <p:cNvSpPr>
            <a:spLocks noTextEdit="1"/>
          </p:cNvSpPr>
          <p:nvPr userDrawn="1"/>
        </p:nvSpPr>
        <p:spPr>
          <a:xfrm>
            <a:off x="6669617" y="115888"/>
            <a:ext cx="3746500" cy="2889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37"/>
              </a:avLst>
            </a:prstTxWarp>
            <a:normAutofit fontScale="50000"/>
          </a:bodyPr>
          <a:p>
            <a:pPr algn="ctr" defTabSz="914400"/>
            <a:r>
              <a:rPr lang="zh-CN" altLang="en-US" sz="2400" b="1" spc="480" normalizeH="1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79999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电阻电路的等效变换</a:t>
            </a:r>
            <a:endParaRPr lang="zh-CN" altLang="en-US" sz="2400" b="1" spc="480" normalizeH="1">
              <a:gradFill rotWithShape="1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effectLst>
                <a:outerShdw dist="45791" dir="3378595" algn="ctr" rotWithShape="0">
                  <a:srgbClr val="4D4D4D">
                    <a:alpha val="79999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219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8271F9-C50D-42A4-BEE9-8663041B7739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3" name="WordArt 8"/>
          <p:cNvSpPr>
            <a:spLocks noTextEdit="1"/>
          </p:cNvSpPr>
          <p:nvPr userDrawn="1"/>
        </p:nvSpPr>
        <p:spPr>
          <a:xfrm>
            <a:off x="6669617" y="115888"/>
            <a:ext cx="3746500" cy="2889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37"/>
              </a:avLst>
            </a:prstTxWarp>
            <a:normAutofit fontScale="50000"/>
          </a:bodyPr>
          <a:p>
            <a:pPr algn="ctr" defTabSz="914400"/>
            <a:r>
              <a:rPr lang="zh-CN" altLang="en-US" sz="2400" b="1" spc="480" normalizeH="1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79999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电阻电路的等效变换</a:t>
            </a:r>
            <a:endParaRPr lang="zh-CN" altLang="en-US" sz="2400" b="1" spc="480" normalizeH="1">
              <a:gradFill rotWithShape="1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effectLst>
                <a:outerShdw dist="45791" dir="3378595" algn="ctr" rotWithShape="0">
                  <a:srgbClr val="4D4D4D">
                    <a:alpha val="79999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57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7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8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8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59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59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0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1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7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1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1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1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1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1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1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52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1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2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  <p:sldLayoutId id="2147483850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10486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5000" fill="hold"/>
                                        <p:tgtEl>
                                          <p:spTgt spid="10486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5000" fill="hold"/>
                                        <p:tgtEl>
                                          <p:spTgt spid="10486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2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3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4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6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6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2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6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6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6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6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6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70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6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7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"/>
          <p:cNvGrpSpPr/>
          <p:nvPr/>
        </p:nvGrpSpPr>
        <p:grpSpPr bwMode="auto">
          <a:xfrm>
            <a:off x="0" y="0"/>
            <a:ext cx="12194063" cy="6857621"/>
            <a:chOff x="0" y="0"/>
            <a:chExt cx="5760" cy="4319"/>
          </a:xfrm>
        </p:grpSpPr>
        <p:sp>
          <p:nvSpPr>
            <p:cNvPr id="104862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2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3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3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p>
              <a:endParaRPr lang="zh-CN" altLang="en-US" sz="1965"/>
            </a:p>
          </p:txBody>
        </p:sp>
        <p:sp>
          <p:nvSpPr>
            <p:cNvPr id="104864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4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5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6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sp>
          <p:nvSpPr>
            <p:cNvPr id="104866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p>
              <a:endParaRPr lang="zh-CN" altLang="en-US" sz="1965"/>
            </a:p>
          </p:txBody>
        </p:sp>
        <p:grpSp>
          <p:nvGrpSpPr>
            <p:cNvPr id="24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4866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  <p:sp>
            <p:nvSpPr>
              <p:cNvPr id="104866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p>
                <a:endParaRPr lang="zh-CN" altLang="en-US" sz="1965"/>
              </a:p>
            </p:txBody>
          </p:sp>
        </p:grpSp>
      </p:grpSp>
      <p:sp>
        <p:nvSpPr>
          <p:cNvPr id="104866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703" y="277862"/>
            <a:ext cx="10974657" cy="1143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4866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03" y="1600482"/>
            <a:ext cx="10974657" cy="45315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4866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03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305" y="6249501"/>
            <a:ext cx="3861453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04866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079" y="6244738"/>
            <a:ext cx="2845281" cy="4572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fld id="{B3D9DF8B-48B3-43A4-BCF0-3887E7AEF263}" type="slidenum">
              <a:rPr lang="en-US" altLang="zh-CN"/>
            </a:fld>
            <a:endParaRPr lang="en-US" altLang="zh-CN"/>
          </a:p>
        </p:txBody>
      </p:sp>
      <p:pic>
        <p:nvPicPr>
          <p:cNvPr id="2097170" name="Picture 47" descr="图片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19788" y="188946"/>
            <a:ext cx="10849753" cy="360426"/>
          </a:xfrm>
          <a:prstGeom prst="rect">
            <a:avLst/>
          </a:prstGeom>
          <a:noFill/>
        </p:spPr>
      </p:pic>
      <p:sp>
        <p:nvSpPr>
          <p:cNvPr id="1048669" name="WordArt 48"/>
          <p:cNvSpPr>
            <a:spLocks noChangeArrowheads="1" noChangeShapeType="1" noTextEdit="1"/>
          </p:cNvSpPr>
          <p:nvPr/>
        </p:nvSpPr>
        <p:spPr bwMode="auto">
          <a:xfrm>
            <a:off x="1776185" y="44458"/>
            <a:ext cx="838342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048670" name="WordArt 51"/>
          <p:cNvSpPr>
            <a:spLocks noChangeArrowheads="1" noChangeShapeType="1" noTextEdit="1"/>
          </p:cNvSpPr>
          <p:nvPr userDrawn="1"/>
        </p:nvSpPr>
        <p:spPr bwMode="auto">
          <a:xfrm>
            <a:off x="7248693" y="90504"/>
            <a:ext cx="3073920" cy="314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p>
            <a:pPr algn="ctr"/>
            <a:r>
              <a:rPr lang="zh-CN" altLang="en-US" sz="1685" kern="10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电路模型和电路定律</a:t>
            </a:r>
            <a:endParaRPr lang="zh-CN" altLang="en-US" sz="1685" kern="10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</a:gradFill>
              <a:effectLst>
                <a:outerShdw dist="45791" dir="3378596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104866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1048665">
                                            <p:txEl>
                                              <p:pRg st="2147483647" end="21474836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048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048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048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10486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5000" fill="hold"/>
                                        <p:tgtEl>
                                          <p:spTgt spid="10486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5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indefinite" fill="hold">
                          <p:stCondLst>
                            <p:cond delay="0"/>
                          </p:stCondLst>
                        </p:cTn>
                        <p:tgtEl>
                          <p:spTgt spid="10486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10486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3585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59956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80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52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24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63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image" Target="../media/image7.png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image" Target="../media/image7.png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image" Target="../media/image7.png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3.xml"/><Relationship Id="rId2" Type="http://schemas.openxmlformats.org/officeDocument/2006/relationships/image" Target="../media/image7.png"/><Relationship Id="rId1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emf"/><Relationship Id="rId3" Type="http://schemas.openxmlformats.org/officeDocument/2006/relationships/customXml" Target="../ink/ink2.xml"/><Relationship Id="rId2" Type="http://schemas.openxmlformats.org/officeDocument/2006/relationships/image" Target="../media/image8.png"/><Relationship Id="rId1" Type="http://schemas.openxmlformats.org/officeDocument/2006/relationships/customXml" Target="../ink/ink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customXml" Target="../ink/ink4.xml"/><Relationship Id="rId7" Type="http://schemas.openxmlformats.org/officeDocument/2006/relationships/image" Target="../media/image12.png"/><Relationship Id="rId6" Type="http://schemas.openxmlformats.org/officeDocument/2006/relationships/customXml" Target="../ink/ink3.xml"/><Relationship Id="rId5" Type="http://schemas.openxmlformats.org/officeDocument/2006/relationships/image" Target="../media/image9.emf"/><Relationship Id="rId4" Type="http://schemas.openxmlformats.org/officeDocument/2006/relationships/image" Target="../media/image11.png"/><Relationship Id="rId32" Type="http://schemas.openxmlformats.org/officeDocument/2006/relationships/slideLayout" Target="../slideLayouts/slideLayout79.xml"/><Relationship Id="rId31" Type="http://schemas.openxmlformats.org/officeDocument/2006/relationships/image" Target="../media/image22.png"/><Relationship Id="rId30" Type="http://schemas.openxmlformats.org/officeDocument/2006/relationships/customXml" Target="../ink/ink15.xml"/><Relationship Id="rId3" Type="http://schemas.openxmlformats.org/officeDocument/2006/relationships/tags" Target="../tags/tag15.xml"/><Relationship Id="rId29" Type="http://schemas.openxmlformats.org/officeDocument/2006/relationships/image" Target="../media/image21.png"/><Relationship Id="rId28" Type="http://schemas.openxmlformats.org/officeDocument/2006/relationships/customXml" Target="../ink/ink14.xml"/><Relationship Id="rId27" Type="http://schemas.openxmlformats.org/officeDocument/2006/relationships/image" Target="../media/image20.png"/><Relationship Id="rId26" Type="http://schemas.openxmlformats.org/officeDocument/2006/relationships/customXml" Target="../ink/ink13.xml"/><Relationship Id="rId25" Type="http://schemas.openxmlformats.org/officeDocument/2006/relationships/image" Target="../media/image19.png"/><Relationship Id="rId24" Type="http://schemas.openxmlformats.org/officeDocument/2006/relationships/customXml" Target="../ink/ink12.xml"/><Relationship Id="rId23" Type="http://schemas.openxmlformats.org/officeDocument/2006/relationships/customXml" Target="../ink/ink11.xml"/><Relationship Id="rId22" Type="http://schemas.openxmlformats.org/officeDocument/2006/relationships/image" Target="../media/image18.png"/><Relationship Id="rId21" Type="http://schemas.openxmlformats.org/officeDocument/2006/relationships/tags" Target="../tags/tag16.xml"/><Relationship Id="rId20" Type="http://schemas.openxmlformats.org/officeDocument/2006/relationships/customXml" Target="../ink/ink10.xml"/><Relationship Id="rId2" Type="http://schemas.openxmlformats.org/officeDocument/2006/relationships/image" Target="../media/image10.png"/><Relationship Id="rId19" Type="http://schemas.openxmlformats.org/officeDocument/2006/relationships/image" Target="../media/image17.png"/><Relationship Id="rId18" Type="http://schemas.openxmlformats.org/officeDocument/2006/relationships/customXml" Target="../ink/ink9.xml"/><Relationship Id="rId17" Type="http://schemas.openxmlformats.org/officeDocument/2006/relationships/image" Target="../media/image16.png"/><Relationship Id="rId16" Type="http://schemas.openxmlformats.org/officeDocument/2006/relationships/customXml" Target="../ink/ink8.xml"/><Relationship Id="rId15" Type="http://schemas.openxmlformats.org/officeDocument/2006/relationships/image" Target="../media/image15.png"/><Relationship Id="rId14" Type="http://schemas.openxmlformats.org/officeDocument/2006/relationships/customXml" Target="../ink/ink7.xml"/><Relationship Id="rId13" Type="http://schemas.openxmlformats.org/officeDocument/2006/relationships/image" Target="../media/image14.png"/><Relationship Id="rId12" Type="http://schemas.openxmlformats.org/officeDocument/2006/relationships/customXml" Target="../ink/ink6.xml"/><Relationship Id="rId11" Type="http://schemas.openxmlformats.org/officeDocument/2006/relationships/image" Target="../media/image8.png"/><Relationship Id="rId10" Type="http://schemas.openxmlformats.org/officeDocument/2006/relationships/customXml" Target="../ink/ink5.xml"/><Relationship Id="rId1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customXml" Target="../ink/ink18.xml"/><Relationship Id="rId8" Type="http://schemas.openxmlformats.org/officeDocument/2006/relationships/image" Target="../media/image13.png"/><Relationship Id="rId7" Type="http://schemas.openxmlformats.org/officeDocument/2006/relationships/customXml" Target="../ink/ink17.xml"/><Relationship Id="rId6" Type="http://schemas.openxmlformats.org/officeDocument/2006/relationships/image" Target="../media/image12.png"/><Relationship Id="rId5" Type="http://schemas.openxmlformats.org/officeDocument/2006/relationships/customXml" Target="../ink/ink16.xml"/><Relationship Id="rId4" Type="http://schemas.openxmlformats.org/officeDocument/2006/relationships/image" Target="../media/image11.png"/><Relationship Id="rId3" Type="http://schemas.openxmlformats.org/officeDocument/2006/relationships/tags" Target="../tags/tag18.xml"/><Relationship Id="rId29" Type="http://schemas.openxmlformats.org/officeDocument/2006/relationships/slideLayout" Target="../slideLayouts/slideLayout31.xml"/><Relationship Id="rId28" Type="http://schemas.openxmlformats.org/officeDocument/2006/relationships/image" Target="../media/image22.png"/><Relationship Id="rId27" Type="http://schemas.openxmlformats.org/officeDocument/2006/relationships/customXml" Target="../ink/ink28.xml"/><Relationship Id="rId26" Type="http://schemas.openxmlformats.org/officeDocument/2006/relationships/image" Target="../media/image21.png"/><Relationship Id="rId25" Type="http://schemas.openxmlformats.org/officeDocument/2006/relationships/customXml" Target="../ink/ink27.xml"/><Relationship Id="rId24" Type="http://schemas.openxmlformats.org/officeDocument/2006/relationships/image" Target="../media/image20.png"/><Relationship Id="rId23" Type="http://schemas.openxmlformats.org/officeDocument/2006/relationships/customXml" Target="../ink/ink26.xml"/><Relationship Id="rId22" Type="http://schemas.openxmlformats.org/officeDocument/2006/relationships/image" Target="../media/image19.png"/><Relationship Id="rId21" Type="http://schemas.openxmlformats.org/officeDocument/2006/relationships/customXml" Target="../ink/ink25.xml"/><Relationship Id="rId20" Type="http://schemas.openxmlformats.org/officeDocument/2006/relationships/customXml" Target="../ink/ink24.xml"/><Relationship Id="rId2" Type="http://schemas.openxmlformats.org/officeDocument/2006/relationships/image" Target="../media/image10.png"/><Relationship Id="rId19" Type="http://schemas.openxmlformats.org/officeDocument/2006/relationships/customXml" Target="../ink/ink23.xml"/><Relationship Id="rId18" Type="http://schemas.openxmlformats.org/officeDocument/2006/relationships/image" Target="../media/image17.png"/><Relationship Id="rId17" Type="http://schemas.openxmlformats.org/officeDocument/2006/relationships/customXml" Target="../ink/ink22.xml"/><Relationship Id="rId16" Type="http://schemas.openxmlformats.org/officeDocument/2006/relationships/image" Target="../media/image16.png"/><Relationship Id="rId15" Type="http://schemas.openxmlformats.org/officeDocument/2006/relationships/customXml" Target="../ink/ink21.xml"/><Relationship Id="rId14" Type="http://schemas.openxmlformats.org/officeDocument/2006/relationships/image" Target="../media/image15.png"/><Relationship Id="rId13" Type="http://schemas.openxmlformats.org/officeDocument/2006/relationships/customXml" Target="../ink/ink20.xml"/><Relationship Id="rId12" Type="http://schemas.openxmlformats.org/officeDocument/2006/relationships/image" Target="../media/image14.png"/><Relationship Id="rId11" Type="http://schemas.openxmlformats.org/officeDocument/2006/relationships/customXml" Target="../ink/ink19.xml"/><Relationship Id="rId10" Type="http://schemas.openxmlformats.org/officeDocument/2006/relationships/image" Target="../media/image8.png"/><Relationship Id="rId1" Type="http://schemas.openxmlformats.org/officeDocument/2006/relationships/tags" Target="../tags/tag1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customXml" Target="../ink/ink31.xml"/><Relationship Id="rId8" Type="http://schemas.openxmlformats.org/officeDocument/2006/relationships/image" Target="../media/image13.png"/><Relationship Id="rId7" Type="http://schemas.openxmlformats.org/officeDocument/2006/relationships/customXml" Target="../ink/ink30.xml"/><Relationship Id="rId6" Type="http://schemas.openxmlformats.org/officeDocument/2006/relationships/image" Target="../media/image12.png"/><Relationship Id="rId5" Type="http://schemas.openxmlformats.org/officeDocument/2006/relationships/customXml" Target="../ink/ink29.xml"/><Relationship Id="rId4" Type="http://schemas.openxmlformats.org/officeDocument/2006/relationships/image" Target="../media/image11.png"/><Relationship Id="rId31" Type="http://schemas.openxmlformats.org/officeDocument/2006/relationships/slideLayout" Target="../slideLayouts/slideLayout43.xml"/><Relationship Id="rId30" Type="http://schemas.openxmlformats.org/officeDocument/2006/relationships/image" Target="../media/image22.png"/><Relationship Id="rId3" Type="http://schemas.openxmlformats.org/officeDocument/2006/relationships/tags" Target="../tags/tag20.xml"/><Relationship Id="rId29" Type="http://schemas.openxmlformats.org/officeDocument/2006/relationships/customXml" Target="../ink/ink41.xml"/><Relationship Id="rId28" Type="http://schemas.openxmlformats.org/officeDocument/2006/relationships/image" Target="../media/image21.png"/><Relationship Id="rId27" Type="http://schemas.openxmlformats.org/officeDocument/2006/relationships/customXml" Target="../ink/ink40.xml"/><Relationship Id="rId26" Type="http://schemas.openxmlformats.org/officeDocument/2006/relationships/image" Target="../media/image20.png"/><Relationship Id="rId25" Type="http://schemas.openxmlformats.org/officeDocument/2006/relationships/customXml" Target="../ink/ink39.xml"/><Relationship Id="rId24" Type="http://schemas.openxmlformats.org/officeDocument/2006/relationships/image" Target="../media/image19.png"/><Relationship Id="rId23" Type="http://schemas.openxmlformats.org/officeDocument/2006/relationships/customXml" Target="../ink/ink38.xml"/><Relationship Id="rId22" Type="http://schemas.openxmlformats.org/officeDocument/2006/relationships/customXml" Target="../ink/ink37.xml"/><Relationship Id="rId21" Type="http://schemas.openxmlformats.org/officeDocument/2006/relationships/image" Target="../media/image18.png"/><Relationship Id="rId20" Type="http://schemas.openxmlformats.org/officeDocument/2006/relationships/tags" Target="../tags/tag21.xml"/><Relationship Id="rId2" Type="http://schemas.openxmlformats.org/officeDocument/2006/relationships/image" Target="../media/image10.png"/><Relationship Id="rId19" Type="http://schemas.openxmlformats.org/officeDocument/2006/relationships/customXml" Target="../ink/ink36.xml"/><Relationship Id="rId18" Type="http://schemas.openxmlformats.org/officeDocument/2006/relationships/image" Target="../media/image17.png"/><Relationship Id="rId17" Type="http://schemas.openxmlformats.org/officeDocument/2006/relationships/customXml" Target="../ink/ink35.xml"/><Relationship Id="rId16" Type="http://schemas.openxmlformats.org/officeDocument/2006/relationships/image" Target="../media/image16.png"/><Relationship Id="rId15" Type="http://schemas.openxmlformats.org/officeDocument/2006/relationships/customXml" Target="../ink/ink34.xml"/><Relationship Id="rId14" Type="http://schemas.openxmlformats.org/officeDocument/2006/relationships/image" Target="../media/image15.png"/><Relationship Id="rId13" Type="http://schemas.openxmlformats.org/officeDocument/2006/relationships/customXml" Target="../ink/ink33.xml"/><Relationship Id="rId12" Type="http://schemas.openxmlformats.org/officeDocument/2006/relationships/image" Target="../media/image14.png"/><Relationship Id="rId11" Type="http://schemas.openxmlformats.org/officeDocument/2006/relationships/customXml" Target="../ink/ink32.xml"/><Relationship Id="rId10" Type="http://schemas.openxmlformats.org/officeDocument/2006/relationships/image" Target="../media/image8.png"/><Relationship Id="rId1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2" Type="http://schemas.openxmlformats.org/officeDocument/2006/relationships/slideLayout" Target="../slideLayouts/slideLayout127.xml"/><Relationship Id="rId31" Type="http://schemas.openxmlformats.org/officeDocument/2006/relationships/tags" Target="../tags/tag52.xml"/><Relationship Id="rId30" Type="http://schemas.openxmlformats.org/officeDocument/2006/relationships/tags" Target="../tags/tag51.xml"/><Relationship Id="rId3" Type="http://schemas.openxmlformats.org/officeDocument/2006/relationships/tags" Target="../tags/tag24.xml"/><Relationship Id="rId29" Type="http://schemas.openxmlformats.org/officeDocument/2006/relationships/tags" Target="../tags/tag50.xml"/><Relationship Id="rId28" Type="http://schemas.openxmlformats.org/officeDocument/2006/relationships/tags" Target="../tags/tag49.xml"/><Relationship Id="rId27" Type="http://schemas.openxmlformats.org/officeDocument/2006/relationships/tags" Target="../tags/tag48.xml"/><Relationship Id="rId26" Type="http://schemas.openxmlformats.org/officeDocument/2006/relationships/tags" Target="../tags/tag47.xml"/><Relationship Id="rId25" Type="http://schemas.openxmlformats.org/officeDocument/2006/relationships/tags" Target="../tags/tag46.xml"/><Relationship Id="rId24" Type="http://schemas.openxmlformats.org/officeDocument/2006/relationships/tags" Target="../tags/tag45.xml"/><Relationship Id="rId23" Type="http://schemas.openxmlformats.org/officeDocument/2006/relationships/tags" Target="../tags/tag44.xml"/><Relationship Id="rId22" Type="http://schemas.openxmlformats.org/officeDocument/2006/relationships/tags" Target="../tags/tag43.xml"/><Relationship Id="rId21" Type="http://schemas.openxmlformats.org/officeDocument/2006/relationships/tags" Target="../tags/tag42.xml"/><Relationship Id="rId20" Type="http://schemas.openxmlformats.org/officeDocument/2006/relationships/tags" Target="../tags/tag41.xml"/><Relationship Id="rId2" Type="http://schemas.openxmlformats.org/officeDocument/2006/relationships/tags" Target="../tags/tag23.xml"/><Relationship Id="rId19" Type="http://schemas.openxmlformats.org/officeDocument/2006/relationships/tags" Target="../tags/tag40.xml"/><Relationship Id="rId18" Type="http://schemas.openxmlformats.org/officeDocument/2006/relationships/tags" Target="../tags/tag39.xml"/><Relationship Id="rId17" Type="http://schemas.openxmlformats.org/officeDocument/2006/relationships/tags" Target="../tags/tag38.xml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tags" Target="../tags/tag2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emf"/><Relationship Id="rId8" Type="http://schemas.openxmlformats.org/officeDocument/2006/relationships/oleObject" Target="../embeddings/oleObject4.bin"/><Relationship Id="rId7" Type="http://schemas.openxmlformats.org/officeDocument/2006/relationships/image" Target="../media/image25.emf"/><Relationship Id="rId6" Type="http://schemas.openxmlformats.org/officeDocument/2006/relationships/oleObject" Target="../embeddings/oleObject3.bin"/><Relationship Id="rId5" Type="http://schemas.openxmlformats.org/officeDocument/2006/relationships/image" Target="../media/image24.emf"/><Relationship Id="rId44" Type="http://schemas.openxmlformats.org/officeDocument/2006/relationships/vmlDrawing" Target="../drawings/vmlDrawing1.vml"/><Relationship Id="rId43" Type="http://schemas.openxmlformats.org/officeDocument/2006/relationships/slideLayout" Target="../slideLayouts/slideLayout127.xml"/><Relationship Id="rId42" Type="http://schemas.openxmlformats.org/officeDocument/2006/relationships/tags" Target="../tags/tag84.xml"/><Relationship Id="rId41" Type="http://schemas.openxmlformats.org/officeDocument/2006/relationships/tags" Target="../tags/tag83.xml"/><Relationship Id="rId40" Type="http://schemas.openxmlformats.org/officeDocument/2006/relationships/tags" Target="../tags/tag82.xml"/><Relationship Id="rId4" Type="http://schemas.openxmlformats.org/officeDocument/2006/relationships/oleObject" Target="../embeddings/oleObject2.bin"/><Relationship Id="rId39" Type="http://schemas.openxmlformats.org/officeDocument/2006/relationships/tags" Target="../tags/tag81.xml"/><Relationship Id="rId38" Type="http://schemas.openxmlformats.org/officeDocument/2006/relationships/tags" Target="../tags/tag80.xml"/><Relationship Id="rId37" Type="http://schemas.openxmlformats.org/officeDocument/2006/relationships/tags" Target="../tags/tag79.xml"/><Relationship Id="rId36" Type="http://schemas.openxmlformats.org/officeDocument/2006/relationships/tags" Target="../tags/tag78.xml"/><Relationship Id="rId35" Type="http://schemas.openxmlformats.org/officeDocument/2006/relationships/tags" Target="../tags/tag77.xml"/><Relationship Id="rId34" Type="http://schemas.openxmlformats.org/officeDocument/2006/relationships/tags" Target="../tags/tag76.xml"/><Relationship Id="rId33" Type="http://schemas.openxmlformats.org/officeDocument/2006/relationships/tags" Target="../tags/tag75.xml"/><Relationship Id="rId32" Type="http://schemas.openxmlformats.org/officeDocument/2006/relationships/tags" Target="../tags/tag74.xml"/><Relationship Id="rId31" Type="http://schemas.openxmlformats.org/officeDocument/2006/relationships/tags" Target="../tags/tag73.xml"/><Relationship Id="rId30" Type="http://schemas.openxmlformats.org/officeDocument/2006/relationships/tags" Target="../tags/tag72.xml"/><Relationship Id="rId3" Type="http://schemas.openxmlformats.org/officeDocument/2006/relationships/image" Target="../media/image23.emf"/><Relationship Id="rId29" Type="http://schemas.openxmlformats.org/officeDocument/2006/relationships/tags" Target="../tags/tag71.xml"/><Relationship Id="rId28" Type="http://schemas.openxmlformats.org/officeDocument/2006/relationships/tags" Target="../tags/tag70.xml"/><Relationship Id="rId27" Type="http://schemas.openxmlformats.org/officeDocument/2006/relationships/tags" Target="../tags/tag69.xml"/><Relationship Id="rId26" Type="http://schemas.openxmlformats.org/officeDocument/2006/relationships/tags" Target="../tags/tag68.xml"/><Relationship Id="rId25" Type="http://schemas.openxmlformats.org/officeDocument/2006/relationships/tags" Target="../tags/tag67.xml"/><Relationship Id="rId24" Type="http://schemas.openxmlformats.org/officeDocument/2006/relationships/tags" Target="../tags/tag66.xml"/><Relationship Id="rId23" Type="http://schemas.openxmlformats.org/officeDocument/2006/relationships/tags" Target="../tags/tag65.xml"/><Relationship Id="rId22" Type="http://schemas.openxmlformats.org/officeDocument/2006/relationships/tags" Target="../tags/tag64.xml"/><Relationship Id="rId21" Type="http://schemas.openxmlformats.org/officeDocument/2006/relationships/tags" Target="../tags/tag63.xml"/><Relationship Id="rId20" Type="http://schemas.openxmlformats.org/officeDocument/2006/relationships/tags" Target="../tags/tag62.xml"/><Relationship Id="rId2" Type="http://schemas.openxmlformats.org/officeDocument/2006/relationships/oleObject" Target="../embeddings/oleObject1.bin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image" Target="../media/image27.emf"/><Relationship Id="rId10" Type="http://schemas.openxmlformats.org/officeDocument/2006/relationships/oleObject" Target="../embeddings/oleObject5.bin"/><Relationship Id="rId1" Type="http://schemas.openxmlformats.org/officeDocument/2006/relationships/tags" Target="../tags/tag5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8" Type="http://schemas.openxmlformats.org/officeDocument/2006/relationships/slideLayout" Target="../slideLayouts/slideLayout138.xml"/><Relationship Id="rId17" Type="http://schemas.openxmlformats.org/officeDocument/2006/relationships/tags" Target="../tags/tag101.xml"/><Relationship Id="rId16" Type="http://schemas.openxmlformats.org/officeDocument/2006/relationships/tags" Target="../tags/tag100.xml"/><Relationship Id="rId15" Type="http://schemas.openxmlformats.org/officeDocument/2006/relationships/tags" Target="../tags/tag99.xml"/><Relationship Id="rId14" Type="http://schemas.openxmlformats.org/officeDocument/2006/relationships/tags" Target="../tags/tag98.xml"/><Relationship Id="rId13" Type="http://schemas.openxmlformats.org/officeDocument/2006/relationships/tags" Target="../tags/tag97.xml"/><Relationship Id="rId12" Type="http://schemas.openxmlformats.org/officeDocument/2006/relationships/tags" Target="../tags/tag96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tags" Target="../tags/tag85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2" Type="http://schemas.openxmlformats.org/officeDocument/2006/relationships/slideLayout" Target="../slideLayouts/slideLayout127.xml"/><Relationship Id="rId71" Type="http://schemas.openxmlformats.org/officeDocument/2006/relationships/tags" Target="../tags/tag172.xml"/><Relationship Id="rId70" Type="http://schemas.openxmlformats.org/officeDocument/2006/relationships/tags" Target="../tags/tag171.xml"/><Relationship Id="rId7" Type="http://schemas.openxmlformats.org/officeDocument/2006/relationships/tags" Target="../tags/tag108.xml"/><Relationship Id="rId69" Type="http://schemas.openxmlformats.org/officeDocument/2006/relationships/tags" Target="../tags/tag170.xml"/><Relationship Id="rId68" Type="http://schemas.openxmlformats.org/officeDocument/2006/relationships/tags" Target="../tags/tag169.xml"/><Relationship Id="rId67" Type="http://schemas.openxmlformats.org/officeDocument/2006/relationships/tags" Target="../tags/tag168.xml"/><Relationship Id="rId66" Type="http://schemas.openxmlformats.org/officeDocument/2006/relationships/tags" Target="../tags/tag167.xml"/><Relationship Id="rId65" Type="http://schemas.openxmlformats.org/officeDocument/2006/relationships/tags" Target="../tags/tag166.xml"/><Relationship Id="rId64" Type="http://schemas.openxmlformats.org/officeDocument/2006/relationships/tags" Target="../tags/tag165.xml"/><Relationship Id="rId63" Type="http://schemas.openxmlformats.org/officeDocument/2006/relationships/tags" Target="../tags/tag164.xml"/><Relationship Id="rId62" Type="http://schemas.openxmlformats.org/officeDocument/2006/relationships/tags" Target="../tags/tag163.xml"/><Relationship Id="rId61" Type="http://schemas.openxmlformats.org/officeDocument/2006/relationships/tags" Target="../tags/tag162.xml"/><Relationship Id="rId60" Type="http://schemas.openxmlformats.org/officeDocument/2006/relationships/tags" Target="../tags/tag161.xml"/><Relationship Id="rId6" Type="http://schemas.openxmlformats.org/officeDocument/2006/relationships/tags" Target="../tags/tag107.xml"/><Relationship Id="rId59" Type="http://schemas.openxmlformats.org/officeDocument/2006/relationships/tags" Target="../tags/tag160.xml"/><Relationship Id="rId58" Type="http://schemas.openxmlformats.org/officeDocument/2006/relationships/tags" Target="../tags/tag159.xml"/><Relationship Id="rId57" Type="http://schemas.openxmlformats.org/officeDocument/2006/relationships/tags" Target="../tags/tag158.xml"/><Relationship Id="rId56" Type="http://schemas.openxmlformats.org/officeDocument/2006/relationships/tags" Target="../tags/tag157.xml"/><Relationship Id="rId55" Type="http://schemas.openxmlformats.org/officeDocument/2006/relationships/tags" Target="../tags/tag156.xml"/><Relationship Id="rId54" Type="http://schemas.openxmlformats.org/officeDocument/2006/relationships/tags" Target="../tags/tag155.xml"/><Relationship Id="rId53" Type="http://schemas.openxmlformats.org/officeDocument/2006/relationships/tags" Target="../tags/tag154.xml"/><Relationship Id="rId52" Type="http://schemas.openxmlformats.org/officeDocument/2006/relationships/tags" Target="../tags/tag153.xml"/><Relationship Id="rId51" Type="http://schemas.openxmlformats.org/officeDocument/2006/relationships/tags" Target="../tags/tag152.xml"/><Relationship Id="rId50" Type="http://schemas.openxmlformats.org/officeDocument/2006/relationships/tags" Target="../tags/tag151.xml"/><Relationship Id="rId5" Type="http://schemas.openxmlformats.org/officeDocument/2006/relationships/tags" Target="../tags/tag106.xml"/><Relationship Id="rId49" Type="http://schemas.openxmlformats.org/officeDocument/2006/relationships/tags" Target="../tags/tag150.xml"/><Relationship Id="rId48" Type="http://schemas.openxmlformats.org/officeDocument/2006/relationships/tags" Target="../tags/tag149.xml"/><Relationship Id="rId47" Type="http://schemas.openxmlformats.org/officeDocument/2006/relationships/tags" Target="../tags/tag148.xml"/><Relationship Id="rId46" Type="http://schemas.openxmlformats.org/officeDocument/2006/relationships/tags" Target="../tags/tag147.xml"/><Relationship Id="rId45" Type="http://schemas.openxmlformats.org/officeDocument/2006/relationships/tags" Target="../tags/tag146.xml"/><Relationship Id="rId44" Type="http://schemas.openxmlformats.org/officeDocument/2006/relationships/tags" Target="../tags/tag145.xml"/><Relationship Id="rId43" Type="http://schemas.openxmlformats.org/officeDocument/2006/relationships/tags" Target="../tags/tag144.xml"/><Relationship Id="rId42" Type="http://schemas.openxmlformats.org/officeDocument/2006/relationships/tags" Target="../tags/tag143.xml"/><Relationship Id="rId41" Type="http://schemas.openxmlformats.org/officeDocument/2006/relationships/tags" Target="../tags/tag142.xml"/><Relationship Id="rId40" Type="http://schemas.openxmlformats.org/officeDocument/2006/relationships/tags" Target="../tags/tag141.xml"/><Relationship Id="rId4" Type="http://schemas.openxmlformats.org/officeDocument/2006/relationships/tags" Target="../tags/tag105.xml"/><Relationship Id="rId39" Type="http://schemas.openxmlformats.org/officeDocument/2006/relationships/tags" Target="../tags/tag140.xml"/><Relationship Id="rId38" Type="http://schemas.openxmlformats.org/officeDocument/2006/relationships/tags" Target="../tags/tag139.xml"/><Relationship Id="rId37" Type="http://schemas.openxmlformats.org/officeDocument/2006/relationships/tags" Target="../tags/tag138.xml"/><Relationship Id="rId36" Type="http://schemas.openxmlformats.org/officeDocument/2006/relationships/tags" Target="../tags/tag137.xml"/><Relationship Id="rId35" Type="http://schemas.openxmlformats.org/officeDocument/2006/relationships/tags" Target="../tags/tag136.xml"/><Relationship Id="rId34" Type="http://schemas.openxmlformats.org/officeDocument/2006/relationships/tags" Target="../tags/tag135.xml"/><Relationship Id="rId33" Type="http://schemas.openxmlformats.org/officeDocument/2006/relationships/tags" Target="../tags/tag134.xml"/><Relationship Id="rId32" Type="http://schemas.openxmlformats.org/officeDocument/2006/relationships/tags" Target="../tags/tag133.xml"/><Relationship Id="rId31" Type="http://schemas.openxmlformats.org/officeDocument/2006/relationships/tags" Target="../tags/tag132.xml"/><Relationship Id="rId30" Type="http://schemas.openxmlformats.org/officeDocument/2006/relationships/tags" Target="../tags/tag131.xml"/><Relationship Id="rId3" Type="http://schemas.openxmlformats.org/officeDocument/2006/relationships/tags" Target="../tags/tag104.xml"/><Relationship Id="rId29" Type="http://schemas.openxmlformats.org/officeDocument/2006/relationships/tags" Target="../tags/tag130.xml"/><Relationship Id="rId28" Type="http://schemas.openxmlformats.org/officeDocument/2006/relationships/tags" Target="../tags/tag129.xml"/><Relationship Id="rId27" Type="http://schemas.openxmlformats.org/officeDocument/2006/relationships/tags" Target="../tags/tag128.xml"/><Relationship Id="rId26" Type="http://schemas.openxmlformats.org/officeDocument/2006/relationships/tags" Target="../tags/tag127.xml"/><Relationship Id="rId25" Type="http://schemas.openxmlformats.org/officeDocument/2006/relationships/tags" Target="../tags/tag126.xml"/><Relationship Id="rId24" Type="http://schemas.openxmlformats.org/officeDocument/2006/relationships/tags" Target="../tags/tag125.xml"/><Relationship Id="rId23" Type="http://schemas.openxmlformats.org/officeDocument/2006/relationships/tags" Target="../tags/tag124.xml"/><Relationship Id="rId22" Type="http://schemas.openxmlformats.org/officeDocument/2006/relationships/tags" Target="../tags/tag123.xml"/><Relationship Id="rId21" Type="http://schemas.openxmlformats.org/officeDocument/2006/relationships/tags" Target="../tags/tag122.xml"/><Relationship Id="rId20" Type="http://schemas.openxmlformats.org/officeDocument/2006/relationships/tags" Target="../tags/tag121.xml"/><Relationship Id="rId2" Type="http://schemas.openxmlformats.org/officeDocument/2006/relationships/tags" Target="../tags/tag103.xml"/><Relationship Id="rId19" Type="http://schemas.openxmlformats.org/officeDocument/2006/relationships/tags" Target="../tags/tag120.xml"/><Relationship Id="rId18" Type="http://schemas.openxmlformats.org/officeDocument/2006/relationships/tags" Target="../tags/tag119.xml"/><Relationship Id="rId17" Type="http://schemas.openxmlformats.org/officeDocument/2006/relationships/tags" Target="../tags/tag118.xml"/><Relationship Id="rId16" Type="http://schemas.openxmlformats.org/officeDocument/2006/relationships/tags" Target="../tags/tag117.xml"/><Relationship Id="rId15" Type="http://schemas.openxmlformats.org/officeDocument/2006/relationships/tags" Target="../tags/tag116.xml"/><Relationship Id="rId14" Type="http://schemas.openxmlformats.org/officeDocument/2006/relationships/tags" Target="../tags/tag115.xml"/><Relationship Id="rId13" Type="http://schemas.openxmlformats.org/officeDocument/2006/relationships/tags" Target="../tags/tag114.xml"/><Relationship Id="rId12" Type="http://schemas.openxmlformats.org/officeDocument/2006/relationships/tags" Target="../tags/tag113.xml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tags" Target="../tags/tag10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81.xml"/><Relationship Id="rId8" Type="http://schemas.openxmlformats.org/officeDocument/2006/relationships/tags" Target="../tags/tag180.xml"/><Relationship Id="rId7" Type="http://schemas.openxmlformats.org/officeDocument/2006/relationships/tags" Target="../tags/tag179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7" Type="http://schemas.openxmlformats.org/officeDocument/2006/relationships/slideLayout" Target="../slideLayouts/slideLayout127.xml"/><Relationship Id="rId26" Type="http://schemas.openxmlformats.org/officeDocument/2006/relationships/tags" Target="../tags/tag198.xml"/><Relationship Id="rId25" Type="http://schemas.openxmlformats.org/officeDocument/2006/relationships/tags" Target="../tags/tag197.xml"/><Relationship Id="rId24" Type="http://schemas.openxmlformats.org/officeDocument/2006/relationships/tags" Target="../tags/tag196.xml"/><Relationship Id="rId23" Type="http://schemas.openxmlformats.org/officeDocument/2006/relationships/tags" Target="../tags/tag195.xml"/><Relationship Id="rId22" Type="http://schemas.openxmlformats.org/officeDocument/2006/relationships/tags" Target="../tags/tag194.xml"/><Relationship Id="rId21" Type="http://schemas.openxmlformats.org/officeDocument/2006/relationships/tags" Target="../tags/tag193.xml"/><Relationship Id="rId20" Type="http://schemas.openxmlformats.org/officeDocument/2006/relationships/tags" Target="../tags/tag192.xml"/><Relationship Id="rId2" Type="http://schemas.openxmlformats.org/officeDocument/2006/relationships/tags" Target="../tags/tag174.xml"/><Relationship Id="rId19" Type="http://schemas.openxmlformats.org/officeDocument/2006/relationships/tags" Target="../tags/tag191.xml"/><Relationship Id="rId18" Type="http://schemas.openxmlformats.org/officeDocument/2006/relationships/tags" Target="../tags/tag190.xml"/><Relationship Id="rId17" Type="http://schemas.openxmlformats.org/officeDocument/2006/relationships/tags" Target="../tags/tag189.xml"/><Relationship Id="rId16" Type="http://schemas.openxmlformats.org/officeDocument/2006/relationships/tags" Target="../tags/tag188.xml"/><Relationship Id="rId15" Type="http://schemas.openxmlformats.org/officeDocument/2006/relationships/tags" Target="../tags/tag187.xml"/><Relationship Id="rId14" Type="http://schemas.openxmlformats.org/officeDocument/2006/relationships/tags" Target="../tags/tag186.xml"/><Relationship Id="rId13" Type="http://schemas.openxmlformats.org/officeDocument/2006/relationships/tags" Target="../tags/tag185.xml"/><Relationship Id="rId12" Type="http://schemas.openxmlformats.org/officeDocument/2006/relationships/tags" Target="../tags/tag184.xml"/><Relationship Id="rId11" Type="http://schemas.openxmlformats.org/officeDocument/2006/relationships/tags" Target="../tags/tag183.xml"/><Relationship Id="rId10" Type="http://schemas.openxmlformats.org/officeDocument/2006/relationships/tags" Target="../tags/tag182.xml"/><Relationship Id="rId1" Type="http://schemas.openxmlformats.org/officeDocument/2006/relationships/tags" Target="../tags/tag173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07.xml"/><Relationship Id="rId8" Type="http://schemas.openxmlformats.org/officeDocument/2006/relationships/tags" Target="../tags/tag206.xml"/><Relationship Id="rId7" Type="http://schemas.openxmlformats.org/officeDocument/2006/relationships/tags" Target="../tags/tag205.xml"/><Relationship Id="rId6" Type="http://schemas.openxmlformats.org/officeDocument/2006/relationships/tags" Target="../tags/tag204.xml"/><Relationship Id="rId5" Type="http://schemas.openxmlformats.org/officeDocument/2006/relationships/tags" Target="../tags/tag203.xml"/><Relationship Id="rId46" Type="http://schemas.openxmlformats.org/officeDocument/2006/relationships/slideLayout" Target="../slideLayouts/slideLayout149.xml"/><Relationship Id="rId45" Type="http://schemas.openxmlformats.org/officeDocument/2006/relationships/tags" Target="../tags/tag243.xml"/><Relationship Id="rId44" Type="http://schemas.openxmlformats.org/officeDocument/2006/relationships/tags" Target="../tags/tag242.xml"/><Relationship Id="rId43" Type="http://schemas.openxmlformats.org/officeDocument/2006/relationships/tags" Target="../tags/tag241.xml"/><Relationship Id="rId42" Type="http://schemas.openxmlformats.org/officeDocument/2006/relationships/tags" Target="../tags/tag240.xml"/><Relationship Id="rId41" Type="http://schemas.openxmlformats.org/officeDocument/2006/relationships/tags" Target="../tags/tag239.xml"/><Relationship Id="rId40" Type="http://schemas.openxmlformats.org/officeDocument/2006/relationships/tags" Target="../tags/tag238.xml"/><Relationship Id="rId4" Type="http://schemas.openxmlformats.org/officeDocument/2006/relationships/tags" Target="../tags/tag202.xml"/><Relationship Id="rId39" Type="http://schemas.openxmlformats.org/officeDocument/2006/relationships/tags" Target="../tags/tag237.xml"/><Relationship Id="rId38" Type="http://schemas.openxmlformats.org/officeDocument/2006/relationships/tags" Target="../tags/tag236.xml"/><Relationship Id="rId37" Type="http://schemas.openxmlformats.org/officeDocument/2006/relationships/tags" Target="../tags/tag235.xml"/><Relationship Id="rId36" Type="http://schemas.openxmlformats.org/officeDocument/2006/relationships/tags" Target="../tags/tag234.xml"/><Relationship Id="rId35" Type="http://schemas.openxmlformats.org/officeDocument/2006/relationships/tags" Target="../tags/tag233.xml"/><Relationship Id="rId34" Type="http://schemas.openxmlformats.org/officeDocument/2006/relationships/tags" Target="../tags/tag232.xml"/><Relationship Id="rId33" Type="http://schemas.openxmlformats.org/officeDocument/2006/relationships/tags" Target="../tags/tag231.xml"/><Relationship Id="rId32" Type="http://schemas.openxmlformats.org/officeDocument/2006/relationships/tags" Target="../tags/tag230.xml"/><Relationship Id="rId31" Type="http://schemas.openxmlformats.org/officeDocument/2006/relationships/tags" Target="../tags/tag229.xml"/><Relationship Id="rId30" Type="http://schemas.openxmlformats.org/officeDocument/2006/relationships/tags" Target="../tags/tag228.xml"/><Relationship Id="rId3" Type="http://schemas.openxmlformats.org/officeDocument/2006/relationships/tags" Target="../tags/tag201.xml"/><Relationship Id="rId29" Type="http://schemas.openxmlformats.org/officeDocument/2006/relationships/tags" Target="../tags/tag227.xml"/><Relationship Id="rId28" Type="http://schemas.openxmlformats.org/officeDocument/2006/relationships/tags" Target="../tags/tag226.xml"/><Relationship Id="rId27" Type="http://schemas.openxmlformats.org/officeDocument/2006/relationships/tags" Target="../tags/tag225.xml"/><Relationship Id="rId26" Type="http://schemas.openxmlformats.org/officeDocument/2006/relationships/tags" Target="../tags/tag224.xml"/><Relationship Id="rId25" Type="http://schemas.openxmlformats.org/officeDocument/2006/relationships/tags" Target="../tags/tag223.xml"/><Relationship Id="rId24" Type="http://schemas.openxmlformats.org/officeDocument/2006/relationships/tags" Target="../tags/tag222.xml"/><Relationship Id="rId23" Type="http://schemas.openxmlformats.org/officeDocument/2006/relationships/tags" Target="../tags/tag221.xml"/><Relationship Id="rId22" Type="http://schemas.openxmlformats.org/officeDocument/2006/relationships/tags" Target="../tags/tag220.xml"/><Relationship Id="rId21" Type="http://schemas.openxmlformats.org/officeDocument/2006/relationships/tags" Target="../tags/tag219.xml"/><Relationship Id="rId20" Type="http://schemas.openxmlformats.org/officeDocument/2006/relationships/tags" Target="../tags/tag218.xml"/><Relationship Id="rId2" Type="http://schemas.openxmlformats.org/officeDocument/2006/relationships/tags" Target="../tags/tag200.xml"/><Relationship Id="rId19" Type="http://schemas.openxmlformats.org/officeDocument/2006/relationships/tags" Target="../tags/tag217.xml"/><Relationship Id="rId18" Type="http://schemas.openxmlformats.org/officeDocument/2006/relationships/tags" Target="../tags/tag216.xml"/><Relationship Id="rId17" Type="http://schemas.openxmlformats.org/officeDocument/2006/relationships/tags" Target="../tags/tag215.xml"/><Relationship Id="rId16" Type="http://schemas.openxmlformats.org/officeDocument/2006/relationships/tags" Target="../tags/tag214.xml"/><Relationship Id="rId15" Type="http://schemas.openxmlformats.org/officeDocument/2006/relationships/tags" Target="../tags/tag213.xml"/><Relationship Id="rId14" Type="http://schemas.openxmlformats.org/officeDocument/2006/relationships/tags" Target="../tags/tag212.xml"/><Relationship Id="rId13" Type="http://schemas.openxmlformats.org/officeDocument/2006/relationships/tags" Target="../tags/tag211.xml"/><Relationship Id="rId12" Type="http://schemas.openxmlformats.org/officeDocument/2006/relationships/tags" Target="../tags/tag210.xml"/><Relationship Id="rId11" Type="http://schemas.openxmlformats.org/officeDocument/2006/relationships/tags" Target="../tags/tag209.xml"/><Relationship Id="rId10" Type="http://schemas.openxmlformats.org/officeDocument/2006/relationships/tags" Target="../tags/tag208.xml"/><Relationship Id="rId1" Type="http://schemas.openxmlformats.org/officeDocument/2006/relationships/tags" Target="../tags/tag199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250.xml"/><Relationship Id="rId8" Type="http://schemas.openxmlformats.org/officeDocument/2006/relationships/tags" Target="../tags/tag249.xml"/><Relationship Id="rId7" Type="http://schemas.openxmlformats.org/officeDocument/2006/relationships/tags" Target="../tags/tag248.xml"/><Relationship Id="rId6" Type="http://schemas.openxmlformats.org/officeDocument/2006/relationships/tags" Target="../tags/tag247.xml"/><Relationship Id="rId5" Type="http://schemas.openxmlformats.org/officeDocument/2006/relationships/tags" Target="../tags/tag246.xml"/><Relationship Id="rId4" Type="http://schemas.openxmlformats.org/officeDocument/2006/relationships/tags" Target="../tags/tag245.xml"/><Relationship Id="rId3" Type="http://schemas.openxmlformats.org/officeDocument/2006/relationships/tags" Target="../tags/tag244.xml"/><Relationship Id="rId21" Type="http://schemas.openxmlformats.org/officeDocument/2006/relationships/vmlDrawing" Target="../drawings/vmlDrawing2.vml"/><Relationship Id="rId20" Type="http://schemas.openxmlformats.org/officeDocument/2006/relationships/slideLayout" Target="../slideLayouts/slideLayout160.xml"/><Relationship Id="rId2" Type="http://schemas.openxmlformats.org/officeDocument/2006/relationships/image" Target="../media/image28.emf"/><Relationship Id="rId19" Type="http://schemas.openxmlformats.org/officeDocument/2006/relationships/tags" Target="../tags/tag260.xml"/><Relationship Id="rId18" Type="http://schemas.openxmlformats.org/officeDocument/2006/relationships/tags" Target="../tags/tag259.xml"/><Relationship Id="rId17" Type="http://schemas.openxmlformats.org/officeDocument/2006/relationships/tags" Target="../tags/tag258.xml"/><Relationship Id="rId16" Type="http://schemas.openxmlformats.org/officeDocument/2006/relationships/tags" Target="../tags/tag257.xml"/><Relationship Id="rId15" Type="http://schemas.openxmlformats.org/officeDocument/2006/relationships/tags" Target="../tags/tag256.xml"/><Relationship Id="rId14" Type="http://schemas.openxmlformats.org/officeDocument/2006/relationships/tags" Target="../tags/tag255.xml"/><Relationship Id="rId13" Type="http://schemas.openxmlformats.org/officeDocument/2006/relationships/tags" Target="../tags/tag254.xml"/><Relationship Id="rId12" Type="http://schemas.openxmlformats.org/officeDocument/2006/relationships/tags" Target="../tags/tag253.xml"/><Relationship Id="rId11" Type="http://schemas.openxmlformats.org/officeDocument/2006/relationships/tags" Target="../tags/tag252.xml"/><Relationship Id="rId10" Type="http://schemas.openxmlformats.org/officeDocument/2006/relationships/tags" Target="../tags/tag251.xml"/><Relationship Id="rId1" Type="http://schemas.openxmlformats.org/officeDocument/2006/relationships/oleObject" Target="../embeddings/oleObject6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267.xml"/><Relationship Id="rId8" Type="http://schemas.openxmlformats.org/officeDocument/2006/relationships/tags" Target="../tags/tag266.xml"/><Relationship Id="rId7" Type="http://schemas.openxmlformats.org/officeDocument/2006/relationships/tags" Target="../tags/tag265.xml"/><Relationship Id="rId6" Type="http://schemas.openxmlformats.org/officeDocument/2006/relationships/tags" Target="../tags/tag264.xml"/><Relationship Id="rId5" Type="http://schemas.openxmlformats.org/officeDocument/2006/relationships/tags" Target="../tags/tag263.xml"/><Relationship Id="rId46" Type="http://schemas.openxmlformats.org/officeDocument/2006/relationships/vmlDrawing" Target="../drawings/vmlDrawing3.vml"/><Relationship Id="rId45" Type="http://schemas.openxmlformats.org/officeDocument/2006/relationships/slideLayout" Target="../slideLayouts/slideLayout127.xml"/><Relationship Id="rId44" Type="http://schemas.openxmlformats.org/officeDocument/2006/relationships/tags" Target="../tags/tag302.xml"/><Relationship Id="rId43" Type="http://schemas.openxmlformats.org/officeDocument/2006/relationships/tags" Target="../tags/tag301.xml"/><Relationship Id="rId42" Type="http://schemas.openxmlformats.org/officeDocument/2006/relationships/tags" Target="../tags/tag300.xml"/><Relationship Id="rId41" Type="http://schemas.openxmlformats.org/officeDocument/2006/relationships/tags" Target="../tags/tag299.xml"/><Relationship Id="rId40" Type="http://schemas.openxmlformats.org/officeDocument/2006/relationships/tags" Target="../tags/tag298.xml"/><Relationship Id="rId4" Type="http://schemas.openxmlformats.org/officeDocument/2006/relationships/tags" Target="../tags/tag262.xml"/><Relationship Id="rId39" Type="http://schemas.openxmlformats.org/officeDocument/2006/relationships/tags" Target="../tags/tag297.xml"/><Relationship Id="rId38" Type="http://schemas.openxmlformats.org/officeDocument/2006/relationships/tags" Target="../tags/tag296.xml"/><Relationship Id="rId37" Type="http://schemas.openxmlformats.org/officeDocument/2006/relationships/tags" Target="../tags/tag295.xml"/><Relationship Id="rId36" Type="http://schemas.openxmlformats.org/officeDocument/2006/relationships/tags" Target="../tags/tag294.xml"/><Relationship Id="rId35" Type="http://schemas.openxmlformats.org/officeDocument/2006/relationships/tags" Target="../tags/tag293.xml"/><Relationship Id="rId34" Type="http://schemas.openxmlformats.org/officeDocument/2006/relationships/tags" Target="../tags/tag292.xml"/><Relationship Id="rId33" Type="http://schemas.openxmlformats.org/officeDocument/2006/relationships/tags" Target="../tags/tag291.xml"/><Relationship Id="rId32" Type="http://schemas.openxmlformats.org/officeDocument/2006/relationships/tags" Target="../tags/tag290.xml"/><Relationship Id="rId31" Type="http://schemas.openxmlformats.org/officeDocument/2006/relationships/tags" Target="../tags/tag289.xml"/><Relationship Id="rId30" Type="http://schemas.openxmlformats.org/officeDocument/2006/relationships/tags" Target="../tags/tag288.xml"/><Relationship Id="rId3" Type="http://schemas.openxmlformats.org/officeDocument/2006/relationships/tags" Target="../tags/tag261.xml"/><Relationship Id="rId29" Type="http://schemas.openxmlformats.org/officeDocument/2006/relationships/tags" Target="../tags/tag287.xml"/><Relationship Id="rId28" Type="http://schemas.openxmlformats.org/officeDocument/2006/relationships/tags" Target="../tags/tag286.xml"/><Relationship Id="rId27" Type="http://schemas.openxmlformats.org/officeDocument/2006/relationships/tags" Target="../tags/tag285.xml"/><Relationship Id="rId26" Type="http://schemas.openxmlformats.org/officeDocument/2006/relationships/tags" Target="../tags/tag284.xml"/><Relationship Id="rId25" Type="http://schemas.openxmlformats.org/officeDocument/2006/relationships/tags" Target="../tags/tag283.xml"/><Relationship Id="rId24" Type="http://schemas.openxmlformats.org/officeDocument/2006/relationships/tags" Target="../tags/tag282.xml"/><Relationship Id="rId23" Type="http://schemas.openxmlformats.org/officeDocument/2006/relationships/tags" Target="../tags/tag281.xml"/><Relationship Id="rId22" Type="http://schemas.openxmlformats.org/officeDocument/2006/relationships/tags" Target="../tags/tag280.xml"/><Relationship Id="rId21" Type="http://schemas.openxmlformats.org/officeDocument/2006/relationships/tags" Target="../tags/tag279.xml"/><Relationship Id="rId20" Type="http://schemas.openxmlformats.org/officeDocument/2006/relationships/tags" Target="../tags/tag278.xml"/><Relationship Id="rId2" Type="http://schemas.openxmlformats.org/officeDocument/2006/relationships/image" Target="../media/image28.emf"/><Relationship Id="rId19" Type="http://schemas.openxmlformats.org/officeDocument/2006/relationships/tags" Target="../tags/tag277.xml"/><Relationship Id="rId18" Type="http://schemas.openxmlformats.org/officeDocument/2006/relationships/tags" Target="../tags/tag276.xml"/><Relationship Id="rId17" Type="http://schemas.openxmlformats.org/officeDocument/2006/relationships/tags" Target="../tags/tag275.xml"/><Relationship Id="rId16" Type="http://schemas.openxmlformats.org/officeDocument/2006/relationships/tags" Target="../tags/tag274.xml"/><Relationship Id="rId15" Type="http://schemas.openxmlformats.org/officeDocument/2006/relationships/tags" Target="../tags/tag273.xml"/><Relationship Id="rId14" Type="http://schemas.openxmlformats.org/officeDocument/2006/relationships/tags" Target="../tags/tag272.xml"/><Relationship Id="rId13" Type="http://schemas.openxmlformats.org/officeDocument/2006/relationships/tags" Target="../tags/tag271.xml"/><Relationship Id="rId12" Type="http://schemas.openxmlformats.org/officeDocument/2006/relationships/tags" Target="../tags/tag270.xml"/><Relationship Id="rId11" Type="http://schemas.openxmlformats.org/officeDocument/2006/relationships/tags" Target="../tags/tag269.xml"/><Relationship Id="rId10" Type="http://schemas.openxmlformats.org/officeDocument/2006/relationships/tags" Target="../tags/tag268.xml"/><Relationship Id="rId1" Type="http://schemas.openxmlformats.org/officeDocument/2006/relationships/oleObject" Target="../embeddings/oleObject7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2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309.xml"/><Relationship Id="rId8" Type="http://schemas.openxmlformats.org/officeDocument/2006/relationships/tags" Target="../tags/tag308.xml"/><Relationship Id="rId7" Type="http://schemas.openxmlformats.org/officeDocument/2006/relationships/tags" Target="../tags/tag307.xml"/><Relationship Id="rId6" Type="http://schemas.openxmlformats.org/officeDocument/2006/relationships/tags" Target="../tags/tag306.xml"/><Relationship Id="rId5" Type="http://schemas.openxmlformats.org/officeDocument/2006/relationships/tags" Target="../tags/tag305.xml"/><Relationship Id="rId4" Type="http://schemas.openxmlformats.org/officeDocument/2006/relationships/tags" Target="../tags/tag304.xml"/><Relationship Id="rId3" Type="http://schemas.openxmlformats.org/officeDocument/2006/relationships/tags" Target="../tags/tag303.xml"/><Relationship Id="rId20" Type="http://schemas.openxmlformats.org/officeDocument/2006/relationships/vmlDrawing" Target="../drawings/vmlDrawing4.vml"/><Relationship Id="rId2" Type="http://schemas.openxmlformats.org/officeDocument/2006/relationships/image" Target="../media/image29.emf"/><Relationship Id="rId19" Type="http://schemas.openxmlformats.org/officeDocument/2006/relationships/slideLayout" Target="../slideLayouts/slideLayout171.xml"/><Relationship Id="rId18" Type="http://schemas.openxmlformats.org/officeDocument/2006/relationships/tags" Target="../tags/tag318.xml"/><Relationship Id="rId17" Type="http://schemas.openxmlformats.org/officeDocument/2006/relationships/tags" Target="../tags/tag317.xml"/><Relationship Id="rId16" Type="http://schemas.openxmlformats.org/officeDocument/2006/relationships/tags" Target="../tags/tag316.xml"/><Relationship Id="rId15" Type="http://schemas.openxmlformats.org/officeDocument/2006/relationships/tags" Target="../tags/tag315.xml"/><Relationship Id="rId14" Type="http://schemas.openxmlformats.org/officeDocument/2006/relationships/tags" Target="../tags/tag314.xml"/><Relationship Id="rId13" Type="http://schemas.openxmlformats.org/officeDocument/2006/relationships/tags" Target="../tags/tag313.xml"/><Relationship Id="rId12" Type="http://schemas.openxmlformats.org/officeDocument/2006/relationships/tags" Target="../tags/tag312.xml"/><Relationship Id="rId11" Type="http://schemas.openxmlformats.org/officeDocument/2006/relationships/tags" Target="../tags/tag311.xml"/><Relationship Id="rId10" Type="http://schemas.openxmlformats.org/officeDocument/2006/relationships/tags" Target="../tags/tag310.xml"/><Relationship Id="rId1" Type="http://schemas.openxmlformats.org/officeDocument/2006/relationships/oleObject" Target="../embeddings/oleObject8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324.xml"/><Relationship Id="rId8" Type="http://schemas.openxmlformats.org/officeDocument/2006/relationships/tags" Target="../tags/tag323.xml"/><Relationship Id="rId7" Type="http://schemas.openxmlformats.org/officeDocument/2006/relationships/tags" Target="../tags/tag322.xml"/><Relationship Id="rId6" Type="http://schemas.openxmlformats.org/officeDocument/2006/relationships/tags" Target="../tags/tag321.xml"/><Relationship Id="rId5" Type="http://schemas.openxmlformats.org/officeDocument/2006/relationships/image" Target="../media/image30.jpeg"/><Relationship Id="rId4" Type="http://schemas.openxmlformats.org/officeDocument/2006/relationships/tags" Target="../tags/tag320.xml"/><Relationship Id="rId33" Type="http://schemas.openxmlformats.org/officeDocument/2006/relationships/vmlDrawing" Target="../drawings/vmlDrawing5.vml"/><Relationship Id="rId32" Type="http://schemas.openxmlformats.org/officeDocument/2006/relationships/slideLayout" Target="../slideLayouts/slideLayout127.xml"/><Relationship Id="rId31" Type="http://schemas.openxmlformats.org/officeDocument/2006/relationships/tags" Target="../tags/tag346.xml"/><Relationship Id="rId30" Type="http://schemas.openxmlformats.org/officeDocument/2006/relationships/tags" Target="../tags/tag345.xml"/><Relationship Id="rId3" Type="http://schemas.openxmlformats.org/officeDocument/2006/relationships/image" Target="../media/image29.emf"/><Relationship Id="rId29" Type="http://schemas.openxmlformats.org/officeDocument/2006/relationships/tags" Target="../tags/tag344.xml"/><Relationship Id="rId28" Type="http://schemas.openxmlformats.org/officeDocument/2006/relationships/tags" Target="../tags/tag343.xml"/><Relationship Id="rId27" Type="http://schemas.openxmlformats.org/officeDocument/2006/relationships/tags" Target="../tags/tag342.xml"/><Relationship Id="rId26" Type="http://schemas.openxmlformats.org/officeDocument/2006/relationships/tags" Target="../tags/tag341.xml"/><Relationship Id="rId25" Type="http://schemas.openxmlformats.org/officeDocument/2006/relationships/tags" Target="../tags/tag340.xml"/><Relationship Id="rId24" Type="http://schemas.openxmlformats.org/officeDocument/2006/relationships/tags" Target="../tags/tag339.xml"/><Relationship Id="rId23" Type="http://schemas.openxmlformats.org/officeDocument/2006/relationships/tags" Target="../tags/tag338.xml"/><Relationship Id="rId22" Type="http://schemas.openxmlformats.org/officeDocument/2006/relationships/tags" Target="../tags/tag337.xml"/><Relationship Id="rId21" Type="http://schemas.openxmlformats.org/officeDocument/2006/relationships/tags" Target="../tags/tag336.xml"/><Relationship Id="rId20" Type="http://schemas.openxmlformats.org/officeDocument/2006/relationships/tags" Target="../tags/tag335.xml"/><Relationship Id="rId2" Type="http://schemas.openxmlformats.org/officeDocument/2006/relationships/oleObject" Target="../embeddings/oleObject9.bin"/><Relationship Id="rId19" Type="http://schemas.openxmlformats.org/officeDocument/2006/relationships/tags" Target="../tags/tag334.xml"/><Relationship Id="rId18" Type="http://schemas.openxmlformats.org/officeDocument/2006/relationships/tags" Target="../tags/tag333.xml"/><Relationship Id="rId17" Type="http://schemas.openxmlformats.org/officeDocument/2006/relationships/tags" Target="../tags/tag332.xml"/><Relationship Id="rId16" Type="http://schemas.openxmlformats.org/officeDocument/2006/relationships/tags" Target="../tags/tag331.xml"/><Relationship Id="rId15" Type="http://schemas.openxmlformats.org/officeDocument/2006/relationships/tags" Target="../tags/tag330.xml"/><Relationship Id="rId14" Type="http://schemas.openxmlformats.org/officeDocument/2006/relationships/tags" Target="../tags/tag329.xml"/><Relationship Id="rId13" Type="http://schemas.openxmlformats.org/officeDocument/2006/relationships/tags" Target="../tags/tag328.xml"/><Relationship Id="rId12" Type="http://schemas.openxmlformats.org/officeDocument/2006/relationships/tags" Target="../tags/tag327.xml"/><Relationship Id="rId11" Type="http://schemas.openxmlformats.org/officeDocument/2006/relationships/tags" Target="../tags/tag326.xml"/><Relationship Id="rId10" Type="http://schemas.openxmlformats.org/officeDocument/2006/relationships/tags" Target="../tags/tag325.xml"/><Relationship Id="rId1" Type="http://schemas.openxmlformats.org/officeDocument/2006/relationships/tags" Target="../tags/tag31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6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348.xml"/><Relationship Id="rId8" Type="http://schemas.openxmlformats.org/officeDocument/2006/relationships/image" Target="../media/image34.png"/><Relationship Id="rId7" Type="http://schemas.openxmlformats.org/officeDocument/2006/relationships/tags" Target="../tags/tag347.xml"/><Relationship Id="rId6" Type="http://schemas.openxmlformats.org/officeDocument/2006/relationships/image" Target="../media/image33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32.e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31.emf"/><Relationship Id="rId12" Type="http://schemas.openxmlformats.org/officeDocument/2006/relationships/vmlDrawing" Target="../drawings/vmlDrawing6.vml"/><Relationship Id="rId11" Type="http://schemas.openxmlformats.org/officeDocument/2006/relationships/slideLayout" Target="../slideLayouts/slideLayout206.xml"/><Relationship Id="rId10" Type="http://schemas.openxmlformats.org/officeDocument/2006/relationships/image" Target="../media/image35.png"/><Relationship Id="rId1" Type="http://schemas.openxmlformats.org/officeDocument/2006/relationships/oleObject" Target="../embeddings/oleObject10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customXml" Target="../ink/ink44.xml"/><Relationship Id="rId7" Type="http://schemas.openxmlformats.org/officeDocument/2006/relationships/image" Target="../media/image38.png"/><Relationship Id="rId6" Type="http://schemas.openxmlformats.org/officeDocument/2006/relationships/customXml" Target="../ink/ink43.xml"/><Relationship Id="rId5" Type="http://schemas.openxmlformats.org/officeDocument/2006/relationships/image" Target="../media/image37.png"/><Relationship Id="rId4" Type="http://schemas.openxmlformats.org/officeDocument/2006/relationships/customXml" Target="../ink/ink42.xml"/><Relationship Id="rId30" Type="http://schemas.openxmlformats.org/officeDocument/2006/relationships/slideLayout" Target="../slideLayouts/slideLayout19.xml"/><Relationship Id="rId3" Type="http://schemas.openxmlformats.org/officeDocument/2006/relationships/tags" Target="../tags/tag350.xml"/><Relationship Id="rId29" Type="http://schemas.openxmlformats.org/officeDocument/2006/relationships/image" Target="../media/image49.png"/><Relationship Id="rId28" Type="http://schemas.openxmlformats.org/officeDocument/2006/relationships/customXml" Target="../ink/ink54.xml"/><Relationship Id="rId27" Type="http://schemas.openxmlformats.org/officeDocument/2006/relationships/image" Target="../media/image48.png"/><Relationship Id="rId26" Type="http://schemas.openxmlformats.org/officeDocument/2006/relationships/customXml" Target="../ink/ink53.xml"/><Relationship Id="rId25" Type="http://schemas.openxmlformats.org/officeDocument/2006/relationships/image" Target="../media/image47.png"/><Relationship Id="rId24" Type="http://schemas.openxmlformats.org/officeDocument/2006/relationships/customXml" Target="../ink/ink52.xml"/><Relationship Id="rId23" Type="http://schemas.openxmlformats.org/officeDocument/2006/relationships/image" Target="../media/image46.png"/><Relationship Id="rId22" Type="http://schemas.openxmlformats.org/officeDocument/2006/relationships/customXml" Target="../ink/ink51.xml"/><Relationship Id="rId21" Type="http://schemas.openxmlformats.org/officeDocument/2006/relationships/image" Target="../media/image45.png"/><Relationship Id="rId20" Type="http://schemas.openxmlformats.org/officeDocument/2006/relationships/customXml" Target="../ink/ink50.xml"/><Relationship Id="rId2" Type="http://schemas.openxmlformats.org/officeDocument/2006/relationships/tags" Target="../tags/tag349.xml"/><Relationship Id="rId19" Type="http://schemas.openxmlformats.org/officeDocument/2006/relationships/image" Target="../media/image44.png"/><Relationship Id="rId18" Type="http://schemas.openxmlformats.org/officeDocument/2006/relationships/customXml" Target="../ink/ink49.xml"/><Relationship Id="rId17" Type="http://schemas.openxmlformats.org/officeDocument/2006/relationships/image" Target="../media/image43.png"/><Relationship Id="rId16" Type="http://schemas.openxmlformats.org/officeDocument/2006/relationships/customXml" Target="../ink/ink48.xml"/><Relationship Id="rId15" Type="http://schemas.openxmlformats.org/officeDocument/2006/relationships/image" Target="../media/image42.png"/><Relationship Id="rId14" Type="http://schemas.openxmlformats.org/officeDocument/2006/relationships/customXml" Target="../ink/ink47.xml"/><Relationship Id="rId13" Type="http://schemas.openxmlformats.org/officeDocument/2006/relationships/image" Target="../media/image41.png"/><Relationship Id="rId12" Type="http://schemas.openxmlformats.org/officeDocument/2006/relationships/customXml" Target="../ink/ink46.xml"/><Relationship Id="rId11" Type="http://schemas.openxmlformats.org/officeDocument/2006/relationships/image" Target="../media/image40.png"/><Relationship Id="rId10" Type="http://schemas.openxmlformats.org/officeDocument/2006/relationships/customXml" Target="../ink/ink45.xml"/><Relationship Id="rId1" Type="http://schemas.openxmlformats.org/officeDocument/2006/relationships/image" Target="../media/image36.emf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customXml" Target="../ink/ink56.xml"/><Relationship Id="rId7" Type="http://schemas.openxmlformats.org/officeDocument/2006/relationships/image" Target="../media/image37.png"/><Relationship Id="rId6" Type="http://schemas.openxmlformats.org/officeDocument/2006/relationships/customXml" Target="../ink/ink55.xml"/><Relationship Id="rId5" Type="http://schemas.openxmlformats.org/officeDocument/2006/relationships/image" Target="../media/image50.png"/><Relationship Id="rId4" Type="http://schemas.openxmlformats.org/officeDocument/2006/relationships/tags" Target="../tags/tag353.xml"/><Relationship Id="rId32" Type="http://schemas.openxmlformats.org/officeDocument/2006/relationships/slideLayout" Target="../slideLayouts/slideLayout194.xml"/><Relationship Id="rId31" Type="http://schemas.openxmlformats.org/officeDocument/2006/relationships/image" Target="../media/image49.png"/><Relationship Id="rId30" Type="http://schemas.openxmlformats.org/officeDocument/2006/relationships/customXml" Target="../ink/ink67.xml"/><Relationship Id="rId3" Type="http://schemas.openxmlformats.org/officeDocument/2006/relationships/tags" Target="../tags/tag352.xml"/><Relationship Id="rId29" Type="http://schemas.openxmlformats.org/officeDocument/2006/relationships/image" Target="../media/image48.png"/><Relationship Id="rId28" Type="http://schemas.openxmlformats.org/officeDocument/2006/relationships/customXml" Target="../ink/ink66.xml"/><Relationship Id="rId27" Type="http://schemas.openxmlformats.org/officeDocument/2006/relationships/image" Target="../media/image47.png"/><Relationship Id="rId26" Type="http://schemas.openxmlformats.org/officeDocument/2006/relationships/customXml" Target="../ink/ink65.xml"/><Relationship Id="rId25" Type="http://schemas.openxmlformats.org/officeDocument/2006/relationships/image" Target="../media/image46.png"/><Relationship Id="rId24" Type="http://schemas.openxmlformats.org/officeDocument/2006/relationships/customXml" Target="../ink/ink64.xml"/><Relationship Id="rId23" Type="http://schemas.openxmlformats.org/officeDocument/2006/relationships/image" Target="../media/image45.png"/><Relationship Id="rId22" Type="http://schemas.openxmlformats.org/officeDocument/2006/relationships/customXml" Target="../ink/ink63.xml"/><Relationship Id="rId21" Type="http://schemas.openxmlformats.org/officeDocument/2006/relationships/image" Target="../media/image44.png"/><Relationship Id="rId20" Type="http://schemas.openxmlformats.org/officeDocument/2006/relationships/customXml" Target="../ink/ink62.xml"/><Relationship Id="rId2" Type="http://schemas.openxmlformats.org/officeDocument/2006/relationships/tags" Target="../tags/tag351.xml"/><Relationship Id="rId19" Type="http://schemas.openxmlformats.org/officeDocument/2006/relationships/image" Target="../media/image43.png"/><Relationship Id="rId18" Type="http://schemas.openxmlformats.org/officeDocument/2006/relationships/customXml" Target="../ink/ink61.xml"/><Relationship Id="rId17" Type="http://schemas.openxmlformats.org/officeDocument/2006/relationships/image" Target="../media/image42.png"/><Relationship Id="rId16" Type="http://schemas.openxmlformats.org/officeDocument/2006/relationships/customXml" Target="../ink/ink60.xml"/><Relationship Id="rId15" Type="http://schemas.openxmlformats.org/officeDocument/2006/relationships/image" Target="../media/image41.png"/><Relationship Id="rId14" Type="http://schemas.openxmlformats.org/officeDocument/2006/relationships/customXml" Target="../ink/ink59.xml"/><Relationship Id="rId13" Type="http://schemas.openxmlformats.org/officeDocument/2006/relationships/image" Target="../media/image40.png"/><Relationship Id="rId12" Type="http://schemas.openxmlformats.org/officeDocument/2006/relationships/customXml" Target="../ink/ink58.xml"/><Relationship Id="rId11" Type="http://schemas.openxmlformats.org/officeDocument/2006/relationships/image" Target="../media/image39.png"/><Relationship Id="rId10" Type="http://schemas.openxmlformats.org/officeDocument/2006/relationships/customXml" Target="../ink/ink57.xml"/><Relationship Id="rId1" Type="http://schemas.openxmlformats.org/officeDocument/2006/relationships/image" Target="../media/image36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5.xml"/><Relationship Id="rId2" Type="http://schemas.openxmlformats.org/officeDocument/2006/relationships/image" Target="../media/image50.png"/><Relationship Id="rId1" Type="http://schemas.openxmlformats.org/officeDocument/2006/relationships/tags" Target="../tags/tag354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1.xml"/><Relationship Id="rId3" Type="http://schemas.openxmlformats.org/officeDocument/2006/relationships/tags" Target="../tags/tag356.xml"/><Relationship Id="rId2" Type="http://schemas.openxmlformats.org/officeDocument/2006/relationships/image" Target="../media/image51.png"/><Relationship Id="rId1" Type="http://schemas.openxmlformats.org/officeDocument/2006/relationships/tags" Target="../tags/tag355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5.xml"/><Relationship Id="rId3" Type="http://schemas.openxmlformats.org/officeDocument/2006/relationships/tags" Target="../tags/tag358.xml"/><Relationship Id="rId2" Type="http://schemas.openxmlformats.org/officeDocument/2006/relationships/image" Target="../media/image52.png"/><Relationship Id="rId1" Type="http://schemas.openxmlformats.org/officeDocument/2006/relationships/tags" Target="../tags/tag357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55.xml"/><Relationship Id="rId2" Type="http://schemas.openxmlformats.org/officeDocument/2006/relationships/image" Target="../media/image53.wmf"/><Relationship Id="rId1" Type="http://schemas.openxmlformats.org/officeDocument/2006/relationships/oleObject" Target="../embeddings/oleObject13.bin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55.xml"/><Relationship Id="rId2" Type="http://schemas.openxmlformats.org/officeDocument/2006/relationships/image" Target="../media/image54.wmf"/><Relationship Id="rId1" Type="http://schemas.openxmlformats.org/officeDocument/2006/relationships/oleObject" Target="../embeddings/oleObject1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5" name="Text Box 56" descr="斜纹布"/>
          <p:cNvSpPr txBox="1">
            <a:spLocks noChangeArrowheads="1"/>
          </p:cNvSpPr>
          <p:nvPr/>
        </p:nvSpPr>
        <p:spPr bwMode="auto">
          <a:xfrm>
            <a:off x="1631315" y="1412875"/>
            <a:ext cx="5682615" cy="143129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3D5C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4800" b="1">
                <a:solidFill>
                  <a:srgbClr val="FFFF00"/>
                </a:solidFill>
                <a:latin typeface="+mn-ea"/>
                <a:ea typeface="+mn-ea"/>
                <a:sym typeface="Symbol" panose="05050102010706020507" pitchFamily="18" charset="2"/>
              </a:rPr>
              <a:t>基础</a:t>
            </a:r>
            <a:endParaRPr kumimoji="1" lang="zh-CN" altLang="en-US" sz="4800" b="1">
              <a:solidFill>
                <a:srgbClr val="FFFF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4" name="Text Box 55" descr="斜纹布"/>
          <p:cNvSpPr txBox="1">
            <a:spLocks noChangeArrowheads="1"/>
          </p:cNvSpPr>
          <p:nvPr/>
        </p:nvSpPr>
        <p:spPr bwMode="auto">
          <a:xfrm>
            <a:off x="4993640" y="2280920"/>
            <a:ext cx="431800" cy="58356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3D5C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3200" b="1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-</a:t>
            </a:r>
            <a:endParaRPr kumimoji="1" lang="en-US" altLang="zh-CN" sz="3200" b="1"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70665" name="Text Box 56" descr="斜纹布"/>
          <p:cNvSpPr txBox="1">
            <a:spLocks noChangeArrowheads="1"/>
          </p:cNvSpPr>
          <p:nvPr/>
        </p:nvSpPr>
        <p:spPr bwMode="auto">
          <a:xfrm>
            <a:off x="3409316" y="2425383"/>
            <a:ext cx="720725" cy="4603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3D5C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5V</a:t>
            </a:r>
            <a:endParaRPr kumimoji="1" lang="en-US" altLang="zh-CN" sz="2400" b="1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47165" y="1022985"/>
            <a:ext cx="10007600" cy="481139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1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14475" y="1176020"/>
            <a:ext cx="9163050" cy="45053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14400" y="863600"/>
            <a:ext cx="6228715" cy="560197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7456805" y="1557655"/>
            <a:ext cx="4216400" cy="279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en-US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tip</a:t>
            </a:r>
            <a:endParaRPr kumimoji="1" lang="en-US" sz="32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marL="457200" indent="-45720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回路电压和为</a:t>
            </a:r>
            <a:r>
              <a:rPr kumimoji="1"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0</a:t>
            </a:r>
            <a:endParaRPr kumimoji="1" lang="en-US" altLang="zh-CN" sz="32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marL="457200" indent="-45720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求</a:t>
            </a: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kumimoji="1" lang="en-US" altLang="en-US" sz="3200" b="1" baseline="-25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1"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？</a:t>
            </a:r>
            <a:endParaRPr kumimoji="1" lang="en-US" altLang="en-US" sz="3200" b="1" baseline="-25000">
              <a:solidFill>
                <a:srgbClr val="FF0000"/>
              </a:solidFill>
              <a:uFillTx/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marL="457200" indent="-45720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kumimoji="1" lang="en-US" altLang="en-US" sz="3200" b="1" baseline="-25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1"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？</a:t>
            </a:r>
            <a:endParaRPr kumimoji="1" lang="zh-CN" altLang="en-US" sz="32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871595" y="4417695"/>
            <a:ext cx="140017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kumimoji="1" lang="en-US" altLang="en-US" sz="3200" b="1" baseline="-25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1"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？</a:t>
            </a:r>
            <a:endParaRPr kumimoji="1" lang="en-US" altLang="en-US" sz="3200" b="1" baseline="-25000">
              <a:solidFill>
                <a:srgbClr val="FF0000"/>
              </a:solidFill>
              <a:uFillTx/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6122670" y="2243455"/>
            <a:ext cx="140017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kumimoji="1" lang="en-US" altLang="en-US" sz="3200" b="1" baseline="-25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1"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？</a:t>
            </a:r>
            <a:endParaRPr kumimoji="1" lang="en-US" altLang="en-US" sz="3200" b="1" baseline="-25000">
              <a:solidFill>
                <a:srgbClr val="FF0000"/>
              </a:solidFill>
              <a:uFillTx/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2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14400" y="863600"/>
            <a:ext cx="6228715" cy="560197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7456805" y="1557655"/>
            <a:ext cx="4216400" cy="4276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en-US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-20+</a:t>
            </a: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kumimoji="1" lang="en-US" altLang="en-US" sz="3200" b="1" baseline="-25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-5=0</a:t>
            </a:r>
            <a:endParaRPr kumimoji="1" lang="en-US" sz="32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marL="457200" indent="-45720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kumimoji="1" lang="en-US" altLang="en-US" sz="3200" b="1" baseline="-25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25</a:t>
            </a:r>
            <a:endParaRPr kumimoji="1" lang="en-US" altLang="en-US" sz="3200" b="1" baseline="-25000">
              <a:solidFill>
                <a:srgbClr val="FF0000"/>
              </a:solidFill>
              <a:uFillTx/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marL="457200" indent="-45720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en-US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-20+</a:t>
            </a: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kumimoji="1" lang="en-US" altLang="en-US" sz="3200" b="1" baseline="-25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en-US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+10=0</a:t>
            </a:r>
            <a:endParaRPr kumimoji="1" lang="en-US" altLang="en-US" sz="32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marL="457200" indent="-45720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kumimoji="1" lang="en-US" altLang="en-US" sz="3200" b="1" baseline="-25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10</a:t>
            </a:r>
            <a:endParaRPr kumimoji="1" lang="en-US" altLang="zh-CN" sz="32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marL="457200" indent="-45720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tip</a:t>
            </a:r>
            <a:endParaRPr kumimoji="1" lang="en-US" altLang="zh-CN" sz="32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marL="457200" indent="-45720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虚拟</a:t>
            </a:r>
            <a:r>
              <a:rPr kumimoji="1"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回路</a:t>
            </a:r>
            <a:endParaRPr kumimoji="1" lang="zh-CN" altLang="en-US" sz="32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871595" y="4138295"/>
            <a:ext cx="159131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</a:t>
            </a:r>
            <a:endParaRPr kumimoji="1" lang="en-US" altLang="en-US" sz="32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0" algn="l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kumimoji="1" lang="en-US" altLang="en-US" sz="3200" b="1" baseline="-25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10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V</a:t>
            </a:r>
            <a:endParaRPr kumimoji="1" lang="en-US" altLang="zh-CN" sz="32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5965825" y="1732915"/>
            <a:ext cx="155638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</a:t>
            </a:r>
            <a:endParaRPr kumimoji="1" lang="en-US" altLang="en-US" sz="32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0" algn="l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kumimoji="1" lang="en-US" altLang="en-US" sz="3200" b="1" baseline="-25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25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V</a:t>
            </a:r>
            <a:endParaRPr kumimoji="1" lang="en-US" altLang="zh-CN" sz="32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14400" y="863600"/>
            <a:ext cx="6228715" cy="560197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7456805" y="1557655"/>
            <a:ext cx="42164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en-US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-20+</a:t>
            </a: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25+U</a:t>
            </a:r>
            <a:r>
              <a:rPr kumimoji="1" lang="en-US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+10</a:t>
            </a:r>
            <a:r>
              <a:rPr kumimoji="1" lang="en-US" sz="32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=0</a:t>
            </a:r>
            <a:endParaRPr kumimoji="1" lang="en-US" sz="32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marL="457200" indent="-45720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U=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-15</a:t>
            </a:r>
            <a:endParaRPr kumimoji="1" lang="zh-CN" altLang="en-US" sz="32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871595" y="4138295"/>
            <a:ext cx="159131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</a:t>
            </a:r>
            <a:endParaRPr kumimoji="1" lang="en-US" altLang="en-US" sz="32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0" algn="l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kumimoji="1" lang="en-US" altLang="en-US" sz="3200" b="1" baseline="-25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10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V</a:t>
            </a:r>
            <a:endParaRPr kumimoji="1" lang="en-US" altLang="zh-CN" sz="32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5965825" y="1732915"/>
            <a:ext cx="155638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</a:t>
            </a:r>
            <a:endParaRPr kumimoji="1" lang="en-US" altLang="en-US" sz="32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0" algn="l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kumimoji="1" lang="en-US" altLang="en-US" sz="3200" b="1" baseline="-25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25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V</a:t>
            </a:r>
            <a:endParaRPr kumimoji="1" lang="en-US" altLang="zh-CN" sz="32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3" name="任意多边形 2"/>
          <p:cNvSpPr/>
          <p:nvPr/>
        </p:nvSpPr>
        <p:spPr>
          <a:xfrm>
            <a:off x="2728595" y="1326515"/>
            <a:ext cx="2628000" cy="4320000"/>
          </a:xfrm>
          <a:custGeom>
            <a:avLst/>
            <a:gdLst>
              <a:gd name="connisteX0" fmla="*/ 313619 w 2772198"/>
              <a:gd name="connsiteY0" fmla="*/ 4023289 h 4276513"/>
              <a:gd name="connisteX1" fmla="*/ 300284 w 2772198"/>
              <a:gd name="connsiteY1" fmla="*/ 3955344 h 4276513"/>
              <a:gd name="connisteX2" fmla="*/ 286314 w 2772198"/>
              <a:gd name="connsiteY2" fmla="*/ 3887399 h 4276513"/>
              <a:gd name="connisteX3" fmla="*/ 286314 w 2772198"/>
              <a:gd name="connsiteY3" fmla="*/ 3819454 h 4276513"/>
              <a:gd name="connisteX4" fmla="*/ 272979 w 2772198"/>
              <a:gd name="connsiteY4" fmla="*/ 3751509 h 4276513"/>
              <a:gd name="connisteX5" fmla="*/ 259644 w 2772198"/>
              <a:gd name="connsiteY5" fmla="*/ 3682929 h 4276513"/>
              <a:gd name="connisteX6" fmla="*/ 245674 w 2772198"/>
              <a:gd name="connsiteY6" fmla="*/ 3614984 h 4276513"/>
              <a:gd name="connisteX7" fmla="*/ 218369 w 2772198"/>
              <a:gd name="connsiteY7" fmla="*/ 3547039 h 4276513"/>
              <a:gd name="connisteX8" fmla="*/ 212019 w 2772198"/>
              <a:gd name="connsiteY8" fmla="*/ 3479094 h 4276513"/>
              <a:gd name="connisteX9" fmla="*/ 191064 w 2772198"/>
              <a:gd name="connsiteY9" fmla="*/ 3411149 h 4276513"/>
              <a:gd name="connisteX10" fmla="*/ 170744 w 2772198"/>
              <a:gd name="connsiteY10" fmla="*/ 3342569 h 4276513"/>
              <a:gd name="connisteX11" fmla="*/ 150424 w 2772198"/>
              <a:gd name="connsiteY11" fmla="*/ 3274624 h 4276513"/>
              <a:gd name="connisteX12" fmla="*/ 130104 w 2772198"/>
              <a:gd name="connsiteY12" fmla="*/ 3206679 h 4276513"/>
              <a:gd name="connisteX13" fmla="*/ 109784 w 2772198"/>
              <a:gd name="connsiteY13" fmla="*/ 3138734 h 4276513"/>
              <a:gd name="connisteX14" fmla="*/ 95814 w 2772198"/>
              <a:gd name="connsiteY14" fmla="*/ 3070789 h 4276513"/>
              <a:gd name="connisteX15" fmla="*/ 82479 w 2772198"/>
              <a:gd name="connsiteY15" fmla="*/ 3002209 h 4276513"/>
              <a:gd name="connisteX16" fmla="*/ 68509 w 2772198"/>
              <a:gd name="connsiteY16" fmla="*/ 2934264 h 4276513"/>
              <a:gd name="connisteX17" fmla="*/ 55174 w 2772198"/>
              <a:gd name="connsiteY17" fmla="*/ 2859334 h 4276513"/>
              <a:gd name="connisteX18" fmla="*/ 41204 w 2772198"/>
              <a:gd name="connsiteY18" fmla="*/ 2791389 h 4276513"/>
              <a:gd name="connisteX19" fmla="*/ 27869 w 2772198"/>
              <a:gd name="connsiteY19" fmla="*/ 2723444 h 4276513"/>
              <a:gd name="connisteX20" fmla="*/ 20884 w 2772198"/>
              <a:gd name="connsiteY20" fmla="*/ 2655499 h 4276513"/>
              <a:gd name="connisteX21" fmla="*/ 14534 w 2772198"/>
              <a:gd name="connsiteY21" fmla="*/ 2587554 h 4276513"/>
              <a:gd name="connisteX22" fmla="*/ 7549 w 2772198"/>
              <a:gd name="connsiteY22" fmla="*/ 2518974 h 4276513"/>
              <a:gd name="connisteX23" fmla="*/ 7549 w 2772198"/>
              <a:gd name="connsiteY23" fmla="*/ 2451029 h 4276513"/>
              <a:gd name="connisteX24" fmla="*/ 564 w 2772198"/>
              <a:gd name="connsiteY24" fmla="*/ 2383084 h 4276513"/>
              <a:gd name="connisteX25" fmla="*/ 564 w 2772198"/>
              <a:gd name="connsiteY25" fmla="*/ 2315139 h 4276513"/>
              <a:gd name="connisteX26" fmla="*/ 564 w 2772198"/>
              <a:gd name="connsiteY26" fmla="*/ 2247194 h 4276513"/>
              <a:gd name="connisteX27" fmla="*/ 7549 w 2772198"/>
              <a:gd name="connsiteY27" fmla="*/ 2178614 h 4276513"/>
              <a:gd name="connisteX28" fmla="*/ 7549 w 2772198"/>
              <a:gd name="connsiteY28" fmla="*/ 2110669 h 4276513"/>
              <a:gd name="connisteX29" fmla="*/ 7549 w 2772198"/>
              <a:gd name="connsiteY29" fmla="*/ 2042724 h 4276513"/>
              <a:gd name="connisteX30" fmla="*/ 14534 w 2772198"/>
              <a:gd name="connsiteY30" fmla="*/ 1974779 h 4276513"/>
              <a:gd name="connisteX31" fmla="*/ 20884 w 2772198"/>
              <a:gd name="connsiteY31" fmla="*/ 1906199 h 4276513"/>
              <a:gd name="connisteX32" fmla="*/ 27869 w 2772198"/>
              <a:gd name="connsiteY32" fmla="*/ 1838254 h 4276513"/>
              <a:gd name="connisteX33" fmla="*/ 34854 w 2772198"/>
              <a:gd name="connsiteY33" fmla="*/ 1770309 h 4276513"/>
              <a:gd name="connisteX34" fmla="*/ 41204 w 2772198"/>
              <a:gd name="connsiteY34" fmla="*/ 1702364 h 4276513"/>
              <a:gd name="connisteX35" fmla="*/ 41204 w 2772198"/>
              <a:gd name="connsiteY35" fmla="*/ 1634419 h 4276513"/>
              <a:gd name="connisteX36" fmla="*/ 41204 w 2772198"/>
              <a:gd name="connsiteY36" fmla="*/ 1565839 h 4276513"/>
              <a:gd name="connisteX37" fmla="*/ 48189 w 2772198"/>
              <a:gd name="connsiteY37" fmla="*/ 1497894 h 4276513"/>
              <a:gd name="connisteX38" fmla="*/ 62159 w 2772198"/>
              <a:gd name="connsiteY38" fmla="*/ 1429949 h 4276513"/>
              <a:gd name="connisteX39" fmla="*/ 68509 w 2772198"/>
              <a:gd name="connsiteY39" fmla="*/ 1362004 h 4276513"/>
              <a:gd name="connisteX40" fmla="*/ 68509 w 2772198"/>
              <a:gd name="connsiteY40" fmla="*/ 1294059 h 4276513"/>
              <a:gd name="connisteX41" fmla="*/ 75494 w 2772198"/>
              <a:gd name="connsiteY41" fmla="*/ 1225479 h 4276513"/>
              <a:gd name="connisteX42" fmla="*/ 75494 w 2772198"/>
              <a:gd name="connsiteY42" fmla="*/ 1157534 h 4276513"/>
              <a:gd name="connisteX43" fmla="*/ 82479 w 2772198"/>
              <a:gd name="connsiteY43" fmla="*/ 1089589 h 4276513"/>
              <a:gd name="connisteX44" fmla="*/ 95814 w 2772198"/>
              <a:gd name="connsiteY44" fmla="*/ 1021644 h 4276513"/>
              <a:gd name="connisteX45" fmla="*/ 95814 w 2772198"/>
              <a:gd name="connsiteY45" fmla="*/ 953699 h 4276513"/>
              <a:gd name="connisteX46" fmla="*/ 102799 w 2772198"/>
              <a:gd name="connsiteY46" fmla="*/ 885119 h 4276513"/>
              <a:gd name="connisteX47" fmla="*/ 123119 w 2772198"/>
              <a:gd name="connsiteY47" fmla="*/ 817174 h 4276513"/>
              <a:gd name="connisteX48" fmla="*/ 157409 w 2772198"/>
              <a:gd name="connsiteY48" fmla="*/ 749229 h 4276513"/>
              <a:gd name="connisteX49" fmla="*/ 184714 w 2772198"/>
              <a:gd name="connsiteY49" fmla="*/ 681284 h 4276513"/>
              <a:gd name="connisteX50" fmla="*/ 205034 w 2772198"/>
              <a:gd name="connsiteY50" fmla="*/ 613339 h 4276513"/>
              <a:gd name="connisteX51" fmla="*/ 232339 w 2772198"/>
              <a:gd name="connsiteY51" fmla="*/ 544759 h 4276513"/>
              <a:gd name="connisteX52" fmla="*/ 259644 w 2772198"/>
              <a:gd name="connsiteY52" fmla="*/ 476814 h 4276513"/>
              <a:gd name="connisteX53" fmla="*/ 293299 w 2772198"/>
              <a:gd name="connsiteY53" fmla="*/ 408869 h 4276513"/>
              <a:gd name="connisteX54" fmla="*/ 333939 w 2772198"/>
              <a:gd name="connsiteY54" fmla="*/ 340924 h 4276513"/>
              <a:gd name="connisteX55" fmla="*/ 388549 w 2772198"/>
              <a:gd name="connsiteY55" fmla="*/ 272979 h 4276513"/>
              <a:gd name="connisteX56" fmla="*/ 429824 w 2772198"/>
              <a:gd name="connsiteY56" fmla="*/ 204399 h 4276513"/>
              <a:gd name="connisteX57" fmla="*/ 497769 w 2772198"/>
              <a:gd name="connsiteY57" fmla="*/ 156774 h 4276513"/>
              <a:gd name="connisteX58" fmla="*/ 565714 w 2772198"/>
              <a:gd name="connsiteY58" fmla="*/ 95814 h 4276513"/>
              <a:gd name="connisteX59" fmla="*/ 633659 w 2772198"/>
              <a:gd name="connsiteY59" fmla="*/ 61524 h 4276513"/>
              <a:gd name="connisteX60" fmla="*/ 701604 w 2772198"/>
              <a:gd name="connsiteY60" fmla="*/ 41204 h 4276513"/>
              <a:gd name="connisteX61" fmla="*/ 770184 w 2772198"/>
              <a:gd name="connsiteY61" fmla="*/ 27869 h 4276513"/>
              <a:gd name="connisteX62" fmla="*/ 838129 w 2772198"/>
              <a:gd name="connsiteY62" fmla="*/ 13899 h 4276513"/>
              <a:gd name="connisteX63" fmla="*/ 906074 w 2772198"/>
              <a:gd name="connsiteY63" fmla="*/ 7549 h 4276513"/>
              <a:gd name="connisteX64" fmla="*/ 974019 w 2772198"/>
              <a:gd name="connsiteY64" fmla="*/ 564 h 4276513"/>
              <a:gd name="connisteX65" fmla="*/ 1041964 w 2772198"/>
              <a:gd name="connsiteY65" fmla="*/ 564 h 4276513"/>
              <a:gd name="connisteX66" fmla="*/ 1110544 w 2772198"/>
              <a:gd name="connsiteY66" fmla="*/ 564 h 4276513"/>
              <a:gd name="connisteX67" fmla="*/ 1178489 w 2772198"/>
              <a:gd name="connsiteY67" fmla="*/ 564 h 4276513"/>
              <a:gd name="connisteX68" fmla="*/ 1246434 w 2772198"/>
              <a:gd name="connsiteY68" fmla="*/ 564 h 4276513"/>
              <a:gd name="connisteX69" fmla="*/ 1314379 w 2772198"/>
              <a:gd name="connsiteY69" fmla="*/ 564 h 4276513"/>
              <a:gd name="connisteX70" fmla="*/ 1382324 w 2772198"/>
              <a:gd name="connsiteY70" fmla="*/ 564 h 4276513"/>
              <a:gd name="connisteX71" fmla="*/ 1450904 w 2772198"/>
              <a:gd name="connsiteY71" fmla="*/ 564 h 4276513"/>
              <a:gd name="connisteX72" fmla="*/ 1518849 w 2772198"/>
              <a:gd name="connsiteY72" fmla="*/ 564 h 4276513"/>
              <a:gd name="connisteX73" fmla="*/ 1593779 w 2772198"/>
              <a:gd name="connsiteY73" fmla="*/ 564 h 4276513"/>
              <a:gd name="connisteX74" fmla="*/ 1661724 w 2772198"/>
              <a:gd name="connsiteY74" fmla="*/ 7549 h 4276513"/>
              <a:gd name="connisteX75" fmla="*/ 1729669 w 2772198"/>
              <a:gd name="connsiteY75" fmla="*/ 20884 h 4276513"/>
              <a:gd name="connisteX76" fmla="*/ 1797614 w 2772198"/>
              <a:gd name="connsiteY76" fmla="*/ 41204 h 4276513"/>
              <a:gd name="connisteX77" fmla="*/ 1866194 w 2772198"/>
              <a:gd name="connsiteY77" fmla="*/ 55174 h 4276513"/>
              <a:gd name="connisteX78" fmla="*/ 1934139 w 2772198"/>
              <a:gd name="connsiteY78" fmla="*/ 75494 h 4276513"/>
              <a:gd name="connisteX79" fmla="*/ 2002084 w 2772198"/>
              <a:gd name="connsiteY79" fmla="*/ 81844 h 4276513"/>
              <a:gd name="connisteX80" fmla="*/ 2070029 w 2772198"/>
              <a:gd name="connsiteY80" fmla="*/ 95814 h 4276513"/>
              <a:gd name="connisteX81" fmla="*/ 2137974 w 2772198"/>
              <a:gd name="connsiteY81" fmla="*/ 116134 h 4276513"/>
              <a:gd name="connisteX82" fmla="*/ 2206554 w 2772198"/>
              <a:gd name="connsiteY82" fmla="*/ 129469 h 4276513"/>
              <a:gd name="connisteX83" fmla="*/ 2274499 w 2772198"/>
              <a:gd name="connsiteY83" fmla="*/ 136454 h 4276513"/>
              <a:gd name="connisteX84" fmla="*/ 2342444 w 2772198"/>
              <a:gd name="connsiteY84" fmla="*/ 150424 h 4276513"/>
              <a:gd name="connisteX85" fmla="*/ 2417374 w 2772198"/>
              <a:gd name="connsiteY85" fmla="*/ 163759 h 4276513"/>
              <a:gd name="connisteX86" fmla="*/ 2485319 w 2772198"/>
              <a:gd name="connsiteY86" fmla="*/ 177729 h 4276513"/>
              <a:gd name="connisteX87" fmla="*/ 2553264 w 2772198"/>
              <a:gd name="connsiteY87" fmla="*/ 211384 h 4276513"/>
              <a:gd name="connisteX88" fmla="*/ 2607874 w 2772198"/>
              <a:gd name="connsiteY88" fmla="*/ 279329 h 4276513"/>
              <a:gd name="connisteX89" fmla="*/ 2642164 w 2772198"/>
              <a:gd name="connsiteY89" fmla="*/ 347909 h 4276513"/>
              <a:gd name="connisteX90" fmla="*/ 2669469 w 2772198"/>
              <a:gd name="connsiteY90" fmla="*/ 415854 h 4276513"/>
              <a:gd name="connisteX91" fmla="*/ 2682804 w 2772198"/>
              <a:gd name="connsiteY91" fmla="*/ 483799 h 4276513"/>
              <a:gd name="connisteX92" fmla="*/ 2703124 w 2772198"/>
              <a:gd name="connsiteY92" fmla="*/ 551744 h 4276513"/>
              <a:gd name="connisteX93" fmla="*/ 2730429 w 2772198"/>
              <a:gd name="connsiteY93" fmla="*/ 619689 h 4276513"/>
              <a:gd name="connisteX94" fmla="*/ 2737414 w 2772198"/>
              <a:gd name="connsiteY94" fmla="*/ 688269 h 4276513"/>
              <a:gd name="connisteX95" fmla="*/ 2737414 w 2772198"/>
              <a:gd name="connsiteY95" fmla="*/ 756214 h 4276513"/>
              <a:gd name="connisteX96" fmla="*/ 2743764 w 2772198"/>
              <a:gd name="connsiteY96" fmla="*/ 824159 h 4276513"/>
              <a:gd name="connisteX97" fmla="*/ 2757734 w 2772198"/>
              <a:gd name="connsiteY97" fmla="*/ 892104 h 4276513"/>
              <a:gd name="connisteX98" fmla="*/ 2771069 w 2772198"/>
              <a:gd name="connsiteY98" fmla="*/ 960049 h 4276513"/>
              <a:gd name="connisteX99" fmla="*/ 2771069 w 2772198"/>
              <a:gd name="connsiteY99" fmla="*/ 1028629 h 4276513"/>
              <a:gd name="connisteX100" fmla="*/ 2771069 w 2772198"/>
              <a:gd name="connsiteY100" fmla="*/ 1096574 h 4276513"/>
              <a:gd name="connisteX101" fmla="*/ 2764719 w 2772198"/>
              <a:gd name="connsiteY101" fmla="*/ 1164519 h 4276513"/>
              <a:gd name="connisteX102" fmla="*/ 2757734 w 2772198"/>
              <a:gd name="connsiteY102" fmla="*/ 1232464 h 4276513"/>
              <a:gd name="connisteX103" fmla="*/ 2750749 w 2772198"/>
              <a:gd name="connsiteY103" fmla="*/ 1300409 h 4276513"/>
              <a:gd name="connisteX104" fmla="*/ 2743764 w 2772198"/>
              <a:gd name="connsiteY104" fmla="*/ 1368989 h 4276513"/>
              <a:gd name="connisteX105" fmla="*/ 2743764 w 2772198"/>
              <a:gd name="connsiteY105" fmla="*/ 1436934 h 4276513"/>
              <a:gd name="connisteX106" fmla="*/ 2723444 w 2772198"/>
              <a:gd name="connsiteY106" fmla="*/ 1504879 h 4276513"/>
              <a:gd name="connisteX107" fmla="*/ 2703124 w 2772198"/>
              <a:gd name="connsiteY107" fmla="*/ 1572824 h 4276513"/>
              <a:gd name="connisteX108" fmla="*/ 2682804 w 2772198"/>
              <a:gd name="connsiteY108" fmla="*/ 1640769 h 4276513"/>
              <a:gd name="connisteX109" fmla="*/ 2669469 w 2772198"/>
              <a:gd name="connsiteY109" fmla="*/ 1709349 h 4276513"/>
              <a:gd name="connisteX110" fmla="*/ 2648514 w 2772198"/>
              <a:gd name="connsiteY110" fmla="*/ 1777294 h 4276513"/>
              <a:gd name="connisteX111" fmla="*/ 2628194 w 2772198"/>
              <a:gd name="connsiteY111" fmla="*/ 1845239 h 4276513"/>
              <a:gd name="connisteX112" fmla="*/ 2580569 w 2772198"/>
              <a:gd name="connsiteY112" fmla="*/ 1913184 h 4276513"/>
              <a:gd name="connisteX113" fmla="*/ 2512624 w 2772198"/>
              <a:gd name="connsiteY113" fmla="*/ 1947474 h 4276513"/>
              <a:gd name="connisteX114" fmla="*/ 2444679 w 2772198"/>
              <a:gd name="connsiteY114" fmla="*/ 1967794 h 4276513"/>
              <a:gd name="connisteX115" fmla="*/ 2376734 w 2772198"/>
              <a:gd name="connsiteY115" fmla="*/ 1988114 h 4276513"/>
              <a:gd name="connisteX116" fmla="*/ 2308154 w 2772198"/>
              <a:gd name="connsiteY116" fmla="*/ 2002084 h 4276513"/>
              <a:gd name="connisteX117" fmla="*/ 2240209 w 2772198"/>
              <a:gd name="connsiteY117" fmla="*/ 2015419 h 4276513"/>
              <a:gd name="connisteX118" fmla="*/ 2172264 w 2772198"/>
              <a:gd name="connsiteY118" fmla="*/ 2015419 h 4276513"/>
              <a:gd name="connisteX119" fmla="*/ 2104319 w 2772198"/>
              <a:gd name="connsiteY119" fmla="*/ 2015419 h 4276513"/>
              <a:gd name="connisteX120" fmla="*/ 2036374 w 2772198"/>
              <a:gd name="connsiteY120" fmla="*/ 2008434 h 4276513"/>
              <a:gd name="connisteX121" fmla="*/ 1967794 w 2772198"/>
              <a:gd name="connsiteY121" fmla="*/ 2002084 h 4276513"/>
              <a:gd name="connisteX122" fmla="*/ 1899849 w 2772198"/>
              <a:gd name="connsiteY122" fmla="*/ 2002084 h 4276513"/>
              <a:gd name="connisteX123" fmla="*/ 1831904 w 2772198"/>
              <a:gd name="connsiteY123" fmla="*/ 1995099 h 4276513"/>
              <a:gd name="connisteX124" fmla="*/ 1763959 w 2772198"/>
              <a:gd name="connsiteY124" fmla="*/ 1995099 h 4276513"/>
              <a:gd name="connisteX125" fmla="*/ 1696014 w 2772198"/>
              <a:gd name="connsiteY125" fmla="*/ 1988114 h 4276513"/>
              <a:gd name="connisteX126" fmla="*/ 1627434 w 2772198"/>
              <a:gd name="connsiteY126" fmla="*/ 1988114 h 4276513"/>
              <a:gd name="connisteX127" fmla="*/ 1559489 w 2772198"/>
              <a:gd name="connsiteY127" fmla="*/ 1988114 h 4276513"/>
              <a:gd name="connisteX128" fmla="*/ 1491544 w 2772198"/>
              <a:gd name="connsiteY128" fmla="*/ 2002084 h 4276513"/>
              <a:gd name="connisteX129" fmla="*/ 1423599 w 2772198"/>
              <a:gd name="connsiteY129" fmla="*/ 2008434 h 4276513"/>
              <a:gd name="connisteX130" fmla="*/ 1355654 w 2772198"/>
              <a:gd name="connsiteY130" fmla="*/ 2015419 h 4276513"/>
              <a:gd name="connisteX131" fmla="*/ 1287074 w 2772198"/>
              <a:gd name="connsiteY131" fmla="*/ 2015419 h 4276513"/>
              <a:gd name="connisteX132" fmla="*/ 1219129 w 2772198"/>
              <a:gd name="connsiteY132" fmla="*/ 2015419 h 4276513"/>
              <a:gd name="connisteX133" fmla="*/ 1151184 w 2772198"/>
              <a:gd name="connsiteY133" fmla="*/ 2015419 h 4276513"/>
              <a:gd name="connisteX134" fmla="*/ 1083239 w 2772198"/>
              <a:gd name="connsiteY134" fmla="*/ 2070029 h 4276513"/>
              <a:gd name="connisteX135" fmla="*/ 1062919 w 2772198"/>
              <a:gd name="connsiteY135" fmla="*/ 2137974 h 4276513"/>
              <a:gd name="connisteX136" fmla="*/ 1055934 w 2772198"/>
              <a:gd name="connsiteY136" fmla="*/ 2205919 h 4276513"/>
              <a:gd name="connisteX137" fmla="*/ 1048949 w 2772198"/>
              <a:gd name="connsiteY137" fmla="*/ 2273864 h 4276513"/>
              <a:gd name="connisteX138" fmla="*/ 1041964 w 2772198"/>
              <a:gd name="connsiteY138" fmla="*/ 2342444 h 4276513"/>
              <a:gd name="connisteX139" fmla="*/ 1041964 w 2772198"/>
              <a:gd name="connsiteY139" fmla="*/ 2410389 h 4276513"/>
              <a:gd name="connisteX140" fmla="*/ 1041964 w 2772198"/>
              <a:gd name="connsiteY140" fmla="*/ 2478334 h 4276513"/>
              <a:gd name="connisteX141" fmla="*/ 1041964 w 2772198"/>
              <a:gd name="connsiteY141" fmla="*/ 2546279 h 4276513"/>
              <a:gd name="connisteX142" fmla="*/ 1041964 w 2772198"/>
              <a:gd name="connsiteY142" fmla="*/ 2614224 h 4276513"/>
              <a:gd name="connisteX143" fmla="*/ 1035614 w 2772198"/>
              <a:gd name="connsiteY143" fmla="*/ 2682804 h 4276513"/>
              <a:gd name="connisteX144" fmla="*/ 1035614 w 2772198"/>
              <a:gd name="connsiteY144" fmla="*/ 2750749 h 4276513"/>
              <a:gd name="connisteX145" fmla="*/ 1035614 w 2772198"/>
              <a:gd name="connsiteY145" fmla="*/ 2818694 h 4276513"/>
              <a:gd name="connisteX146" fmla="*/ 1035614 w 2772198"/>
              <a:gd name="connsiteY146" fmla="*/ 2886639 h 4276513"/>
              <a:gd name="connisteX147" fmla="*/ 1048949 w 2772198"/>
              <a:gd name="connsiteY147" fmla="*/ 2954584 h 4276513"/>
              <a:gd name="connisteX148" fmla="*/ 1062919 w 2772198"/>
              <a:gd name="connsiteY148" fmla="*/ 3023164 h 4276513"/>
              <a:gd name="connisteX149" fmla="*/ 1076254 w 2772198"/>
              <a:gd name="connsiteY149" fmla="*/ 3091109 h 4276513"/>
              <a:gd name="connisteX150" fmla="*/ 1089589 w 2772198"/>
              <a:gd name="connsiteY150" fmla="*/ 3159054 h 4276513"/>
              <a:gd name="connisteX151" fmla="*/ 1103559 w 2772198"/>
              <a:gd name="connsiteY151" fmla="*/ 3226999 h 4276513"/>
              <a:gd name="connisteX152" fmla="*/ 1123879 w 2772198"/>
              <a:gd name="connsiteY152" fmla="*/ 3294944 h 4276513"/>
              <a:gd name="connisteX153" fmla="*/ 1130864 w 2772198"/>
              <a:gd name="connsiteY153" fmla="*/ 3363524 h 4276513"/>
              <a:gd name="connisteX154" fmla="*/ 1137214 w 2772198"/>
              <a:gd name="connsiteY154" fmla="*/ 3431469 h 4276513"/>
              <a:gd name="connisteX155" fmla="*/ 1137214 w 2772198"/>
              <a:gd name="connsiteY155" fmla="*/ 3499414 h 4276513"/>
              <a:gd name="connisteX156" fmla="*/ 1137214 w 2772198"/>
              <a:gd name="connsiteY156" fmla="*/ 3567359 h 4276513"/>
              <a:gd name="connisteX157" fmla="*/ 1137214 w 2772198"/>
              <a:gd name="connsiteY157" fmla="*/ 3635304 h 4276513"/>
              <a:gd name="connisteX158" fmla="*/ 1137214 w 2772198"/>
              <a:gd name="connsiteY158" fmla="*/ 3703884 h 4276513"/>
              <a:gd name="connisteX159" fmla="*/ 1130864 w 2772198"/>
              <a:gd name="connsiteY159" fmla="*/ 3771829 h 4276513"/>
              <a:gd name="connisteX160" fmla="*/ 1116894 w 2772198"/>
              <a:gd name="connsiteY160" fmla="*/ 3839774 h 4276513"/>
              <a:gd name="connisteX161" fmla="*/ 1103559 w 2772198"/>
              <a:gd name="connsiteY161" fmla="*/ 3907719 h 4276513"/>
              <a:gd name="connisteX162" fmla="*/ 1089589 w 2772198"/>
              <a:gd name="connsiteY162" fmla="*/ 3975664 h 4276513"/>
              <a:gd name="connisteX163" fmla="*/ 1069269 w 2772198"/>
              <a:gd name="connsiteY163" fmla="*/ 4044244 h 4276513"/>
              <a:gd name="connisteX164" fmla="*/ 1028629 w 2772198"/>
              <a:gd name="connsiteY164" fmla="*/ 4112189 h 4276513"/>
              <a:gd name="connisteX165" fmla="*/ 960684 w 2772198"/>
              <a:gd name="connsiteY165" fmla="*/ 4152829 h 4276513"/>
              <a:gd name="connisteX166" fmla="*/ 892739 w 2772198"/>
              <a:gd name="connsiteY166" fmla="*/ 4200454 h 4276513"/>
              <a:gd name="connisteX167" fmla="*/ 824159 w 2772198"/>
              <a:gd name="connsiteY167" fmla="*/ 4241729 h 4276513"/>
              <a:gd name="connisteX168" fmla="*/ 756214 w 2772198"/>
              <a:gd name="connsiteY168" fmla="*/ 4262049 h 4276513"/>
              <a:gd name="connisteX169" fmla="*/ 688269 w 2772198"/>
              <a:gd name="connsiteY169" fmla="*/ 4275384 h 4276513"/>
              <a:gd name="connisteX170" fmla="*/ 620324 w 2772198"/>
              <a:gd name="connsiteY170" fmla="*/ 4275384 h 4276513"/>
              <a:gd name="connisteX171" fmla="*/ 552379 w 2772198"/>
              <a:gd name="connsiteY171" fmla="*/ 4275384 h 4276513"/>
              <a:gd name="connisteX172" fmla="*/ 483799 w 2772198"/>
              <a:gd name="connsiteY172" fmla="*/ 4268399 h 4276513"/>
              <a:gd name="connisteX173" fmla="*/ 415854 w 2772198"/>
              <a:gd name="connsiteY173" fmla="*/ 4234744 h 4276513"/>
              <a:gd name="connisteX174" fmla="*/ 347909 w 2772198"/>
              <a:gd name="connsiteY174" fmla="*/ 4200454 h 4276513"/>
              <a:gd name="connisteX175" fmla="*/ 300284 w 2772198"/>
              <a:gd name="connsiteY175" fmla="*/ 4132509 h 4276513"/>
              <a:gd name="connisteX176" fmla="*/ 300284 w 2772198"/>
              <a:gd name="connsiteY176" fmla="*/ 4064564 h 4276513"/>
              <a:gd name="connisteX177" fmla="*/ 300284 w 2772198"/>
              <a:gd name="connsiteY177" fmla="*/ 3996619 h 4276513"/>
              <a:gd name="connisteX178" fmla="*/ 313619 w 2772198"/>
              <a:gd name="connsiteY178" fmla="*/ 4023289 h 427651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  <a:cxn ang="0">
                <a:pos x="connisteX45" y="connsiteY45"/>
              </a:cxn>
              <a:cxn ang="0">
                <a:pos x="connisteX46" y="connsiteY46"/>
              </a:cxn>
              <a:cxn ang="0">
                <a:pos x="connisteX47" y="connsiteY47"/>
              </a:cxn>
              <a:cxn ang="0">
                <a:pos x="connisteX48" y="connsiteY48"/>
              </a:cxn>
              <a:cxn ang="0">
                <a:pos x="connisteX49" y="connsiteY49"/>
              </a:cxn>
              <a:cxn ang="0">
                <a:pos x="connisteX50" y="connsiteY50"/>
              </a:cxn>
              <a:cxn ang="0">
                <a:pos x="connisteX51" y="connsiteY51"/>
              </a:cxn>
              <a:cxn ang="0">
                <a:pos x="connisteX52" y="connsiteY52"/>
              </a:cxn>
              <a:cxn ang="0">
                <a:pos x="connisteX53" y="connsiteY53"/>
              </a:cxn>
              <a:cxn ang="0">
                <a:pos x="connisteX54" y="connsiteY54"/>
              </a:cxn>
              <a:cxn ang="0">
                <a:pos x="connisteX55" y="connsiteY55"/>
              </a:cxn>
              <a:cxn ang="0">
                <a:pos x="connisteX56" y="connsiteY56"/>
              </a:cxn>
              <a:cxn ang="0">
                <a:pos x="connisteX57" y="connsiteY57"/>
              </a:cxn>
              <a:cxn ang="0">
                <a:pos x="connisteX58" y="connsiteY58"/>
              </a:cxn>
              <a:cxn ang="0">
                <a:pos x="connisteX59" y="connsiteY59"/>
              </a:cxn>
              <a:cxn ang="0">
                <a:pos x="connisteX60" y="connsiteY60"/>
              </a:cxn>
              <a:cxn ang="0">
                <a:pos x="connisteX61" y="connsiteY61"/>
              </a:cxn>
              <a:cxn ang="0">
                <a:pos x="connisteX62" y="connsiteY62"/>
              </a:cxn>
              <a:cxn ang="0">
                <a:pos x="connisteX63" y="connsiteY63"/>
              </a:cxn>
              <a:cxn ang="0">
                <a:pos x="connisteX64" y="connsiteY64"/>
              </a:cxn>
              <a:cxn ang="0">
                <a:pos x="connisteX65" y="connsiteY65"/>
              </a:cxn>
              <a:cxn ang="0">
                <a:pos x="connisteX66" y="connsiteY66"/>
              </a:cxn>
              <a:cxn ang="0">
                <a:pos x="connisteX67" y="connsiteY67"/>
              </a:cxn>
              <a:cxn ang="0">
                <a:pos x="connisteX68" y="connsiteY68"/>
              </a:cxn>
              <a:cxn ang="0">
                <a:pos x="connisteX69" y="connsiteY69"/>
              </a:cxn>
              <a:cxn ang="0">
                <a:pos x="connisteX70" y="connsiteY70"/>
              </a:cxn>
              <a:cxn ang="0">
                <a:pos x="connisteX71" y="connsiteY71"/>
              </a:cxn>
              <a:cxn ang="0">
                <a:pos x="connisteX72" y="connsiteY72"/>
              </a:cxn>
              <a:cxn ang="0">
                <a:pos x="connisteX73" y="connsiteY73"/>
              </a:cxn>
              <a:cxn ang="0">
                <a:pos x="connisteX74" y="connsiteY74"/>
              </a:cxn>
              <a:cxn ang="0">
                <a:pos x="connisteX75" y="connsiteY75"/>
              </a:cxn>
              <a:cxn ang="0">
                <a:pos x="connisteX76" y="connsiteY76"/>
              </a:cxn>
              <a:cxn ang="0">
                <a:pos x="connisteX77" y="connsiteY77"/>
              </a:cxn>
              <a:cxn ang="0">
                <a:pos x="connisteX78" y="connsiteY78"/>
              </a:cxn>
              <a:cxn ang="0">
                <a:pos x="connisteX79" y="connsiteY79"/>
              </a:cxn>
              <a:cxn ang="0">
                <a:pos x="connisteX80" y="connsiteY80"/>
              </a:cxn>
              <a:cxn ang="0">
                <a:pos x="connisteX81" y="connsiteY81"/>
              </a:cxn>
              <a:cxn ang="0">
                <a:pos x="connisteX82" y="connsiteY82"/>
              </a:cxn>
              <a:cxn ang="0">
                <a:pos x="connisteX83" y="connsiteY83"/>
              </a:cxn>
              <a:cxn ang="0">
                <a:pos x="connisteX84" y="connsiteY84"/>
              </a:cxn>
              <a:cxn ang="0">
                <a:pos x="connisteX85" y="connsiteY85"/>
              </a:cxn>
              <a:cxn ang="0">
                <a:pos x="connisteX86" y="connsiteY86"/>
              </a:cxn>
              <a:cxn ang="0">
                <a:pos x="connisteX87" y="connsiteY87"/>
              </a:cxn>
              <a:cxn ang="0">
                <a:pos x="connisteX88" y="connsiteY88"/>
              </a:cxn>
              <a:cxn ang="0">
                <a:pos x="connisteX89" y="connsiteY89"/>
              </a:cxn>
              <a:cxn ang="0">
                <a:pos x="connisteX90" y="connsiteY90"/>
              </a:cxn>
              <a:cxn ang="0">
                <a:pos x="connisteX91" y="connsiteY91"/>
              </a:cxn>
              <a:cxn ang="0">
                <a:pos x="connisteX92" y="connsiteY92"/>
              </a:cxn>
              <a:cxn ang="0">
                <a:pos x="connisteX93" y="connsiteY93"/>
              </a:cxn>
              <a:cxn ang="0">
                <a:pos x="connisteX94" y="connsiteY94"/>
              </a:cxn>
              <a:cxn ang="0">
                <a:pos x="connisteX95" y="connsiteY95"/>
              </a:cxn>
              <a:cxn ang="0">
                <a:pos x="connisteX96" y="connsiteY96"/>
              </a:cxn>
              <a:cxn ang="0">
                <a:pos x="connisteX97" y="connsiteY97"/>
              </a:cxn>
              <a:cxn ang="0">
                <a:pos x="connisteX98" y="connsiteY98"/>
              </a:cxn>
              <a:cxn ang="0">
                <a:pos x="connisteX99" y="connsiteY99"/>
              </a:cxn>
              <a:cxn ang="0">
                <a:pos x="connisteX100" y="connsiteY100"/>
              </a:cxn>
              <a:cxn ang="0">
                <a:pos x="connisteX101" y="connsiteY101"/>
              </a:cxn>
              <a:cxn ang="0">
                <a:pos x="connisteX102" y="connsiteY102"/>
              </a:cxn>
              <a:cxn ang="0">
                <a:pos x="connisteX103" y="connsiteY103"/>
              </a:cxn>
              <a:cxn ang="0">
                <a:pos x="connisteX104" y="connsiteY104"/>
              </a:cxn>
              <a:cxn ang="0">
                <a:pos x="connisteX105" y="connsiteY105"/>
              </a:cxn>
              <a:cxn ang="0">
                <a:pos x="connisteX106" y="connsiteY106"/>
              </a:cxn>
              <a:cxn ang="0">
                <a:pos x="connisteX107" y="connsiteY107"/>
              </a:cxn>
              <a:cxn ang="0">
                <a:pos x="connisteX108" y="connsiteY108"/>
              </a:cxn>
              <a:cxn ang="0">
                <a:pos x="connisteX109" y="connsiteY109"/>
              </a:cxn>
              <a:cxn ang="0">
                <a:pos x="connisteX110" y="connsiteY110"/>
              </a:cxn>
              <a:cxn ang="0">
                <a:pos x="connisteX111" y="connsiteY111"/>
              </a:cxn>
              <a:cxn ang="0">
                <a:pos x="connisteX112" y="connsiteY112"/>
              </a:cxn>
              <a:cxn ang="0">
                <a:pos x="connisteX113" y="connsiteY113"/>
              </a:cxn>
              <a:cxn ang="0">
                <a:pos x="connisteX114" y="connsiteY114"/>
              </a:cxn>
              <a:cxn ang="0">
                <a:pos x="connisteX115" y="connsiteY115"/>
              </a:cxn>
              <a:cxn ang="0">
                <a:pos x="connisteX116" y="connsiteY116"/>
              </a:cxn>
              <a:cxn ang="0">
                <a:pos x="connisteX117" y="connsiteY117"/>
              </a:cxn>
              <a:cxn ang="0">
                <a:pos x="connisteX118" y="connsiteY118"/>
              </a:cxn>
              <a:cxn ang="0">
                <a:pos x="connisteX119" y="connsiteY119"/>
              </a:cxn>
              <a:cxn ang="0">
                <a:pos x="connisteX120" y="connsiteY120"/>
              </a:cxn>
              <a:cxn ang="0">
                <a:pos x="connisteX121" y="connsiteY121"/>
              </a:cxn>
              <a:cxn ang="0">
                <a:pos x="connisteX122" y="connsiteY122"/>
              </a:cxn>
              <a:cxn ang="0">
                <a:pos x="connisteX123" y="connsiteY123"/>
              </a:cxn>
              <a:cxn ang="0">
                <a:pos x="connisteX124" y="connsiteY124"/>
              </a:cxn>
              <a:cxn ang="0">
                <a:pos x="connisteX125" y="connsiteY125"/>
              </a:cxn>
              <a:cxn ang="0">
                <a:pos x="connisteX126" y="connsiteY126"/>
              </a:cxn>
              <a:cxn ang="0">
                <a:pos x="connisteX127" y="connsiteY127"/>
              </a:cxn>
              <a:cxn ang="0">
                <a:pos x="connisteX128" y="connsiteY128"/>
              </a:cxn>
              <a:cxn ang="0">
                <a:pos x="connisteX129" y="connsiteY129"/>
              </a:cxn>
              <a:cxn ang="0">
                <a:pos x="connisteX130" y="connsiteY130"/>
              </a:cxn>
              <a:cxn ang="0">
                <a:pos x="connisteX131" y="connsiteY131"/>
              </a:cxn>
              <a:cxn ang="0">
                <a:pos x="connisteX132" y="connsiteY132"/>
              </a:cxn>
              <a:cxn ang="0">
                <a:pos x="connisteX133" y="connsiteY133"/>
              </a:cxn>
              <a:cxn ang="0">
                <a:pos x="connisteX134" y="connsiteY134"/>
              </a:cxn>
              <a:cxn ang="0">
                <a:pos x="connisteX135" y="connsiteY135"/>
              </a:cxn>
              <a:cxn ang="0">
                <a:pos x="connisteX136" y="connsiteY136"/>
              </a:cxn>
              <a:cxn ang="0">
                <a:pos x="connisteX137" y="connsiteY137"/>
              </a:cxn>
              <a:cxn ang="0">
                <a:pos x="connisteX138" y="connsiteY138"/>
              </a:cxn>
              <a:cxn ang="0">
                <a:pos x="connisteX139" y="connsiteY139"/>
              </a:cxn>
              <a:cxn ang="0">
                <a:pos x="connisteX140" y="connsiteY140"/>
              </a:cxn>
              <a:cxn ang="0">
                <a:pos x="connisteX141" y="connsiteY141"/>
              </a:cxn>
              <a:cxn ang="0">
                <a:pos x="connisteX142" y="connsiteY142"/>
              </a:cxn>
              <a:cxn ang="0">
                <a:pos x="connisteX143" y="connsiteY143"/>
              </a:cxn>
              <a:cxn ang="0">
                <a:pos x="connisteX144" y="connsiteY144"/>
              </a:cxn>
              <a:cxn ang="0">
                <a:pos x="connisteX145" y="connsiteY145"/>
              </a:cxn>
              <a:cxn ang="0">
                <a:pos x="connisteX146" y="connsiteY146"/>
              </a:cxn>
              <a:cxn ang="0">
                <a:pos x="connisteX147" y="connsiteY147"/>
              </a:cxn>
              <a:cxn ang="0">
                <a:pos x="connisteX148" y="connsiteY148"/>
              </a:cxn>
              <a:cxn ang="0">
                <a:pos x="connisteX149" y="connsiteY149"/>
              </a:cxn>
              <a:cxn ang="0">
                <a:pos x="connisteX150" y="connsiteY150"/>
              </a:cxn>
              <a:cxn ang="0">
                <a:pos x="connisteX151" y="connsiteY151"/>
              </a:cxn>
              <a:cxn ang="0">
                <a:pos x="connisteX152" y="connsiteY152"/>
              </a:cxn>
              <a:cxn ang="0">
                <a:pos x="connisteX153" y="connsiteY153"/>
              </a:cxn>
              <a:cxn ang="0">
                <a:pos x="connisteX154" y="connsiteY154"/>
              </a:cxn>
              <a:cxn ang="0">
                <a:pos x="connisteX155" y="connsiteY155"/>
              </a:cxn>
              <a:cxn ang="0">
                <a:pos x="connisteX156" y="connsiteY156"/>
              </a:cxn>
              <a:cxn ang="0">
                <a:pos x="connisteX157" y="connsiteY157"/>
              </a:cxn>
              <a:cxn ang="0">
                <a:pos x="connisteX158" y="connsiteY158"/>
              </a:cxn>
              <a:cxn ang="0">
                <a:pos x="connisteX159" y="connsiteY159"/>
              </a:cxn>
              <a:cxn ang="0">
                <a:pos x="connisteX160" y="connsiteY160"/>
              </a:cxn>
              <a:cxn ang="0">
                <a:pos x="connisteX161" y="connsiteY161"/>
              </a:cxn>
              <a:cxn ang="0">
                <a:pos x="connisteX162" y="connsiteY162"/>
              </a:cxn>
              <a:cxn ang="0">
                <a:pos x="connisteX163" y="connsiteY163"/>
              </a:cxn>
              <a:cxn ang="0">
                <a:pos x="connisteX164" y="connsiteY164"/>
              </a:cxn>
              <a:cxn ang="0">
                <a:pos x="connisteX165" y="connsiteY165"/>
              </a:cxn>
              <a:cxn ang="0">
                <a:pos x="connisteX166" y="connsiteY166"/>
              </a:cxn>
              <a:cxn ang="0">
                <a:pos x="connisteX167" y="connsiteY167"/>
              </a:cxn>
              <a:cxn ang="0">
                <a:pos x="connisteX168" y="connsiteY168"/>
              </a:cxn>
              <a:cxn ang="0">
                <a:pos x="connisteX169" y="connsiteY169"/>
              </a:cxn>
              <a:cxn ang="0">
                <a:pos x="connisteX170" y="connsiteY170"/>
              </a:cxn>
              <a:cxn ang="0">
                <a:pos x="connisteX171" y="connsiteY171"/>
              </a:cxn>
              <a:cxn ang="0">
                <a:pos x="connisteX172" y="connsiteY172"/>
              </a:cxn>
              <a:cxn ang="0">
                <a:pos x="connisteX173" y="connsiteY173"/>
              </a:cxn>
              <a:cxn ang="0">
                <a:pos x="connisteX174" y="connsiteY174"/>
              </a:cxn>
              <a:cxn ang="0">
                <a:pos x="connisteX175" y="connsiteY175"/>
              </a:cxn>
              <a:cxn ang="0">
                <a:pos x="connisteX176" y="connsiteY176"/>
              </a:cxn>
              <a:cxn ang="0">
                <a:pos x="connisteX177" y="connsiteY177"/>
              </a:cxn>
              <a:cxn ang="0">
                <a:pos x="connisteX178" y="connsiteY178"/>
              </a:cxn>
            </a:cxnLst>
            <a:rect l="l" t="t" r="r" b="b"/>
            <a:pathLst>
              <a:path w="2772198" h="4276513">
                <a:moveTo>
                  <a:pt x="313619" y="4023289"/>
                </a:moveTo>
                <a:cubicBezTo>
                  <a:pt x="313619" y="4015034"/>
                  <a:pt x="305999" y="3982649"/>
                  <a:pt x="300284" y="3955344"/>
                </a:cubicBezTo>
                <a:cubicBezTo>
                  <a:pt x="294569" y="3928039"/>
                  <a:pt x="288854" y="3914704"/>
                  <a:pt x="286314" y="3887399"/>
                </a:cubicBezTo>
                <a:cubicBezTo>
                  <a:pt x="283774" y="3860094"/>
                  <a:pt x="288854" y="3846759"/>
                  <a:pt x="286314" y="3819454"/>
                </a:cubicBezTo>
                <a:cubicBezTo>
                  <a:pt x="283774" y="3792149"/>
                  <a:pt x="278059" y="3778814"/>
                  <a:pt x="272979" y="3751509"/>
                </a:cubicBezTo>
                <a:cubicBezTo>
                  <a:pt x="267899" y="3724204"/>
                  <a:pt x="265359" y="3710234"/>
                  <a:pt x="259644" y="3682929"/>
                </a:cubicBezTo>
                <a:cubicBezTo>
                  <a:pt x="253929" y="3655624"/>
                  <a:pt x="253929" y="3642289"/>
                  <a:pt x="245674" y="3614984"/>
                </a:cubicBezTo>
                <a:cubicBezTo>
                  <a:pt x="237419" y="3587679"/>
                  <a:pt x="225354" y="3574344"/>
                  <a:pt x="218369" y="3547039"/>
                </a:cubicBezTo>
                <a:cubicBezTo>
                  <a:pt x="211384" y="3519734"/>
                  <a:pt x="217734" y="3506399"/>
                  <a:pt x="212019" y="3479094"/>
                </a:cubicBezTo>
                <a:cubicBezTo>
                  <a:pt x="206304" y="3451789"/>
                  <a:pt x="199319" y="3438454"/>
                  <a:pt x="191064" y="3411149"/>
                </a:cubicBezTo>
                <a:cubicBezTo>
                  <a:pt x="182809" y="3383844"/>
                  <a:pt x="178999" y="3369874"/>
                  <a:pt x="170744" y="3342569"/>
                </a:cubicBezTo>
                <a:cubicBezTo>
                  <a:pt x="162489" y="3315264"/>
                  <a:pt x="158679" y="3301929"/>
                  <a:pt x="150424" y="3274624"/>
                </a:cubicBezTo>
                <a:cubicBezTo>
                  <a:pt x="142169" y="3247319"/>
                  <a:pt x="138359" y="3233984"/>
                  <a:pt x="130104" y="3206679"/>
                </a:cubicBezTo>
                <a:cubicBezTo>
                  <a:pt x="121849" y="3179374"/>
                  <a:pt x="116769" y="3166039"/>
                  <a:pt x="109784" y="3138734"/>
                </a:cubicBezTo>
                <a:cubicBezTo>
                  <a:pt x="102799" y="3111429"/>
                  <a:pt x="101529" y="3098094"/>
                  <a:pt x="95814" y="3070789"/>
                </a:cubicBezTo>
                <a:cubicBezTo>
                  <a:pt x="90099" y="3043484"/>
                  <a:pt x="88194" y="3029514"/>
                  <a:pt x="82479" y="3002209"/>
                </a:cubicBezTo>
                <a:cubicBezTo>
                  <a:pt x="76764" y="2974904"/>
                  <a:pt x="74224" y="2962839"/>
                  <a:pt x="68509" y="2934264"/>
                </a:cubicBezTo>
                <a:cubicBezTo>
                  <a:pt x="62794" y="2905689"/>
                  <a:pt x="60889" y="2887909"/>
                  <a:pt x="55174" y="2859334"/>
                </a:cubicBezTo>
                <a:cubicBezTo>
                  <a:pt x="49459" y="2830759"/>
                  <a:pt x="46919" y="2818694"/>
                  <a:pt x="41204" y="2791389"/>
                </a:cubicBezTo>
                <a:cubicBezTo>
                  <a:pt x="35489" y="2764084"/>
                  <a:pt x="31679" y="2750749"/>
                  <a:pt x="27869" y="2723444"/>
                </a:cubicBezTo>
                <a:cubicBezTo>
                  <a:pt x="24059" y="2696139"/>
                  <a:pt x="23424" y="2682804"/>
                  <a:pt x="20884" y="2655499"/>
                </a:cubicBezTo>
                <a:cubicBezTo>
                  <a:pt x="18344" y="2628194"/>
                  <a:pt x="17074" y="2614859"/>
                  <a:pt x="14534" y="2587554"/>
                </a:cubicBezTo>
                <a:cubicBezTo>
                  <a:pt x="11994" y="2560249"/>
                  <a:pt x="8819" y="2546279"/>
                  <a:pt x="7549" y="2518974"/>
                </a:cubicBezTo>
                <a:cubicBezTo>
                  <a:pt x="6279" y="2491669"/>
                  <a:pt x="8819" y="2478334"/>
                  <a:pt x="7549" y="2451029"/>
                </a:cubicBezTo>
                <a:cubicBezTo>
                  <a:pt x="6279" y="2423724"/>
                  <a:pt x="1834" y="2410389"/>
                  <a:pt x="564" y="2383084"/>
                </a:cubicBezTo>
                <a:cubicBezTo>
                  <a:pt x="-706" y="2355779"/>
                  <a:pt x="564" y="2342444"/>
                  <a:pt x="564" y="2315139"/>
                </a:cubicBezTo>
                <a:cubicBezTo>
                  <a:pt x="564" y="2287834"/>
                  <a:pt x="-706" y="2274499"/>
                  <a:pt x="564" y="2247194"/>
                </a:cubicBezTo>
                <a:cubicBezTo>
                  <a:pt x="1834" y="2219889"/>
                  <a:pt x="6279" y="2205919"/>
                  <a:pt x="7549" y="2178614"/>
                </a:cubicBezTo>
                <a:cubicBezTo>
                  <a:pt x="8819" y="2151309"/>
                  <a:pt x="7549" y="2137974"/>
                  <a:pt x="7549" y="2110669"/>
                </a:cubicBezTo>
                <a:cubicBezTo>
                  <a:pt x="7549" y="2083364"/>
                  <a:pt x="6279" y="2070029"/>
                  <a:pt x="7549" y="2042724"/>
                </a:cubicBezTo>
                <a:cubicBezTo>
                  <a:pt x="8819" y="2015419"/>
                  <a:pt x="11994" y="2002084"/>
                  <a:pt x="14534" y="1974779"/>
                </a:cubicBezTo>
                <a:cubicBezTo>
                  <a:pt x="17074" y="1947474"/>
                  <a:pt x="18344" y="1933504"/>
                  <a:pt x="20884" y="1906199"/>
                </a:cubicBezTo>
                <a:cubicBezTo>
                  <a:pt x="23424" y="1878894"/>
                  <a:pt x="25329" y="1865559"/>
                  <a:pt x="27869" y="1838254"/>
                </a:cubicBezTo>
                <a:cubicBezTo>
                  <a:pt x="30409" y="1810949"/>
                  <a:pt x="32314" y="1797614"/>
                  <a:pt x="34854" y="1770309"/>
                </a:cubicBezTo>
                <a:cubicBezTo>
                  <a:pt x="37394" y="1743004"/>
                  <a:pt x="39934" y="1729669"/>
                  <a:pt x="41204" y="1702364"/>
                </a:cubicBezTo>
                <a:cubicBezTo>
                  <a:pt x="42474" y="1675059"/>
                  <a:pt x="41204" y="1661724"/>
                  <a:pt x="41204" y="1634419"/>
                </a:cubicBezTo>
                <a:cubicBezTo>
                  <a:pt x="41204" y="1607114"/>
                  <a:pt x="39934" y="1593144"/>
                  <a:pt x="41204" y="1565839"/>
                </a:cubicBezTo>
                <a:cubicBezTo>
                  <a:pt x="42474" y="1538534"/>
                  <a:pt x="43744" y="1525199"/>
                  <a:pt x="48189" y="1497894"/>
                </a:cubicBezTo>
                <a:cubicBezTo>
                  <a:pt x="52634" y="1470589"/>
                  <a:pt x="58349" y="1457254"/>
                  <a:pt x="62159" y="1429949"/>
                </a:cubicBezTo>
                <a:cubicBezTo>
                  <a:pt x="65969" y="1402644"/>
                  <a:pt x="67239" y="1389309"/>
                  <a:pt x="68509" y="1362004"/>
                </a:cubicBezTo>
                <a:cubicBezTo>
                  <a:pt x="69779" y="1334699"/>
                  <a:pt x="67239" y="1321364"/>
                  <a:pt x="68509" y="1294059"/>
                </a:cubicBezTo>
                <a:cubicBezTo>
                  <a:pt x="69779" y="1266754"/>
                  <a:pt x="74224" y="1252784"/>
                  <a:pt x="75494" y="1225479"/>
                </a:cubicBezTo>
                <a:cubicBezTo>
                  <a:pt x="76764" y="1198174"/>
                  <a:pt x="74224" y="1184839"/>
                  <a:pt x="75494" y="1157534"/>
                </a:cubicBezTo>
                <a:cubicBezTo>
                  <a:pt x="76764" y="1130229"/>
                  <a:pt x="78669" y="1116894"/>
                  <a:pt x="82479" y="1089589"/>
                </a:cubicBezTo>
                <a:cubicBezTo>
                  <a:pt x="86289" y="1062284"/>
                  <a:pt x="93274" y="1048949"/>
                  <a:pt x="95814" y="1021644"/>
                </a:cubicBezTo>
                <a:cubicBezTo>
                  <a:pt x="98354" y="994339"/>
                  <a:pt x="94544" y="981004"/>
                  <a:pt x="95814" y="953699"/>
                </a:cubicBezTo>
                <a:cubicBezTo>
                  <a:pt x="97084" y="926394"/>
                  <a:pt x="97084" y="912424"/>
                  <a:pt x="102799" y="885119"/>
                </a:cubicBezTo>
                <a:cubicBezTo>
                  <a:pt x="108514" y="857814"/>
                  <a:pt x="112324" y="844479"/>
                  <a:pt x="123119" y="817174"/>
                </a:cubicBezTo>
                <a:cubicBezTo>
                  <a:pt x="133914" y="789869"/>
                  <a:pt x="145344" y="776534"/>
                  <a:pt x="157409" y="749229"/>
                </a:cubicBezTo>
                <a:cubicBezTo>
                  <a:pt x="169474" y="721924"/>
                  <a:pt x="175189" y="708589"/>
                  <a:pt x="184714" y="681284"/>
                </a:cubicBezTo>
                <a:cubicBezTo>
                  <a:pt x="194239" y="653979"/>
                  <a:pt x="195509" y="640644"/>
                  <a:pt x="205034" y="613339"/>
                </a:cubicBezTo>
                <a:cubicBezTo>
                  <a:pt x="214559" y="586034"/>
                  <a:pt x="221544" y="572064"/>
                  <a:pt x="232339" y="544759"/>
                </a:cubicBezTo>
                <a:cubicBezTo>
                  <a:pt x="243134" y="517454"/>
                  <a:pt x="247579" y="504119"/>
                  <a:pt x="259644" y="476814"/>
                </a:cubicBezTo>
                <a:cubicBezTo>
                  <a:pt x="271709" y="449509"/>
                  <a:pt x="278694" y="436174"/>
                  <a:pt x="293299" y="408869"/>
                </a:cubicBezTo>
                <a:cubicBezTo>
                  <a:pt x="307904" y="381564"/>
                  <a:pt x="314889" y="368229"/>
                  <a:pt x="333939" y="340924"/>
                </a:cubicBezTo>
                <a:cubicBezTo>
                  <a:pt x="352989" y="313619"/>
                  <a:pt x="369499" y="300284"/>
                  <a:pt x="388549" y="272979"/>
                </a:cubicBezTo>
                <a:cubicBezTo>
                  <a:pt x="407599" y="245674"/>
                  <a:pt x="408234" y="227894"/>
                  <a:pt x="429824" y="204399"/>
                </a:cubicBezTo>
                <a:cubicBezTo>
                  <a:pt x="451414" y="180904"/>
                  <a:pt x="470464" y="178364"/>
                  <a:pt x="497769" y="156774"/>
                </a:cubicBezTo>
                <a:cubicBezTo>
                  <a:pt x="525074" y="135184"/>
                  <a:pt x="538409" y="114864"/>
                  <a:pt x="565714" y="95814"/>
                </a:cubicBezTo>
                <a:cubicBezTo>
                  <a:pt x="593019" y="76764"/>
                  <a:pt x="606354" y="72319"/>
                  <a:pt x="633659" y="61524"/>
                </a:cubicBezTo>
                <a:cubicBezTo>
                  <a:pt x="660964" y="50729"/>
                  <a:pt x="674299" y="48189"/>
                  <a:pt x="701604" y="41204"/>
                </a:cubicBezTo>
                <a:cubicBezTo>
                  <a:pt x="728909" y="34219"/>
                  <a:pt x="742879" y="33584"/>
                  <a:pt x="770184" y="27869"/>
                </a:cubicBezTo>
                <a:cubicBezTo>
                  <a:pt x="797489" y="22154"/>
                  <a:pt x="810824" y="17709"/>
                  <a:pt x="838129" y="13899"/>
                </a:cubicBezTo>
                <a:cubicBezTo>
                  <a:pt x="865434" y="10089"/>
                  <a:pt x="878769" y="10089"/>
                  <a:pt x="906074" y="7549"/>
                </a:cubicBezTo>
                <a:cubicBezTo>
                  <a:pt x="933379" y="5009"/>
                  <a:pt x="946714" y="1834"/>
                  <a:pt x="974019" y="564"/>
                </a:cubicBezTo>
                <a:cubicBezTo>
                  <a:pt x="1001324" y="-706"/>
                  <a:pt x="1014659" y="564"/>
                  <a:pt x="1041964" y="564"/>
                </a:cubicBezTo>
                <a:cubicBezTo>
                  <a:pt x="1069269" y="564"/>
                  <a:pt x="1083239" y="564"/>
                  <a:pt x="1110544" y="564"/>
                </a:cubicBezTo>
                <a:cubicBezTo>
                  <a:pt x="1137849" y="564"/>
                  <a:pt x="1151184" y="564"/>
                  <a:pt x="1178489" y="564"/>
                </a:cubicBezTo>
                <a:cubicBezTo>
                  <a:pt x="1205794" y="564"/>
                  <a:pt x="1219129" y="564"/>
                  <a:pt x="1246434" y="564"/>
                </a:cubicBezTo>
                <a:cubicBezTo>
                  <a:pt x="1273739" y="564"/>
                  <a:pt x="1287074" y="564"/>
                  <a:pt x="1314379" y="564"/>
                </a:cubicBezTo>
                <a:cubicBezTo>
                  <a:pt x="1341684" y="564"/>
                  <a:pt x="1355019" y="564"/>
                  <a:pt x="1382324" y="564"/>
                </a:cubicBezTo>
                <a:cubicBezTo>
                  <a:pt x="1409629" y="564"/>
                  <a:pt x="1423599" y="564"/>
                  <a:pt x="1450904" y="564"/>
                </a:cubicBezTo>
                <a:cubicBezTo>
                  <a:pt x="1478209" y="564"/>
                  <a:pt x="1490274" y="564"/>
                  <a:pt x="1518849" y="564"/>
                </a:cubicBezTo>
                <a:cubicBezTo>
                  <a:pt x="1547424" y="564"/>
                  <a:pt x="1565204" y="-706"/>
                  <a:pt x="1593779" y="564"/>
                </a:cubicBezTo>
                <a:cubicBezTo>
                  <a:pt x="1622354" y="1834"/>
                  <a:pt x="1634419" y="3739"/>
                  <a:pt x="1661724" y="7549"/>
                </a:cubicBezTo>
                <a:cubicBezTo>
                  <a:pt x="1689029" y="11359"/>
                  <a:pt x="1702364" y="13899"/>
                  <a:pt x="1729669" y="20884"/>
                </a:cubicBezTo>
                <a:cubicBezTo>
                  <a:pt x="1756974" y="27869"/>
                  <a:pt x="1770309" y="34219"/>
                  <a:pt x="1797614" y="41204"/>
                </a:cubicBezTo>
                <a:cubicBezTo>
                  <a:pt x="1824919" y="48189"/>
                  <a:pt x="1838889" y="48189"/>
                  <a:pt x="1866194" y="55174"/>
                </a:cubicBezTo>
                <a:cubicBezTo>
                  <a:pt x="1893499" y="62159"/>
                  <a:pt x="1906834" y="70414"/>
                  <a:pt x="1934139" y="75494"/>
                </a:cubicBezTo>
                <a:cubicBezTo>
                  <a:pt x="1961444" y="80574"/>
                  <a:pt x="1974779" y="78034"/>
                  <a:pt x="2002084" y="81844"/>
                </a:cubicBezTo>
                <a:cubicBezTo>
                  <a:pt x="2029389" y="85654"/>
                  <a:pt x="2042724" y="88829"/>
                  <a:pt x="2070029" y="95814"/>
                </a:cubicBezTo>
                <a:cubicBezTo>
                  <a:pt x="2097334" y="102799"/>
                  <a:pt x="2110669" y="109149"/>
                  <a:pt x="2137974" y="116134"/>
                </a:cubicBezTo>
                <a:cubicBezTo>
                  <a:pt x="2165279" y="123119"/>
                  <a:pt x="2179249" y="125659"/>
                  <a:pt x="2206554" y="129469"/>
                </a:cubicBezTo>
                <a:cubicBezTo>
                  <a:pt x="2233859" y="133279"/>
                  <a:pt x="2247194" y="132009"/>
                  <a:pt x="2274499" y="136454"/>
                </a:cubicBezTo>
                <a:cubicBezTo>
                  <a:pt x="2301804" y="140899"/>
                  <a:pt x="2313869" y="144709"/>
                  <a:pt x="2342444" y="150424"/>
                </a:cubicBezTo>
                <a:cubicBezTo>
                  <a:pt x="2371019" y="156139"/>
                  <a:pt x="2388799" y="158044"/>
                  <a:pt x="2417374" y="163759"/>
                </a:cubicBezTo>
                <a:cubicBezTo>
                  <a:pt x="2445949" y="169474"/>
                  <a:pt x="2458014" y="168204"/>
                  <a:pt x="2485319" y="177729"/>
                </a:cubicBezTo>
                <a:cubicBezTo>
                  <a:pt x="2512624" y="187254"/>
                  <a:pt x="2528499" y="191064"/>
                  <a:pt x="2553264" y="211384"/>
                </a:cubicBezTo>
                <a:cubicBezTo>
                  <a:pt x="2578029" y="231704"/>
                  <a:pt x="2590094" y="252024"/>
                  <a:pt x="2607874" y="279329"/>
                </a:cubicBezTo>
                <a:cubicBezTo>
                  <a:pt x="2625654" y="306634"/>
                  <a:pt x="2630099" y="320604"/>
                  <a:pt x="2642164" y="347909"/>
                </a:cubicBezTo>
                <a:cubicBezTo>
                  <a:pt x="2654229" y="375214"/>
                  <a:pt x="2661214" y="388549"/>
                  <a:pt x="2669469" y="415854"/>
                </a:cubicBezTo>
                <a:cubicBezTo>
                  <a:pt x="2677724" y="443159"/>
                  <a:pt x="2675819" y="456494"/>
                  <a:pt x="2682804" y="483799"/>
                </a:cubicBezTo>
                <a:cubicBezTo>
                  <a:pt x="2689789" y="511104"/>
                  <a:pt x="2693599" y="524439"/>
                  <a:pt x="2703124" y="551744"/>
                </a:cubicBezTo>
                <a:cubicBezTo>
                  <a:pt x="2712649" y="579049"/>
                  <a:pt x="2723444" y="592384"/>
                  <a:pt x="2730429" y="619689"/>
                </a:cubicBezTo>
                <a:cubicBezTo>
                  <a:pt x="2737414" y="646994"/>
                  <a:pt x="2736144" y="660964"/>
                  <a:pt x="2737414" y="688269"/>
                </a:cubicBezTo>
                <a:cubicBezTo>
                  <a:pt x="2738684" y="715574"/>
                  <a:pt x="2736144" y="728909"/>
                  <a:pt x="2737414" y="756214"/>
                </a:cubicBezTo>
                <a:cubicBezTo>
                  <a:pt x="2738684" y="783519"/>
                  <a:pt x="2739954" y="796854"/>
                  <a:pt x="2743764" y="824159"/>
                </a:cubicBezTo>
                <a:cubicBezTo>
                  <a:pt x="2747574" y="851464"/>
                  <a:pt x="2752019" y="864799"/>
                  <a:pt x="2757734" y="892104"/>
                </a:cubicBezTo>
                <a:cubicBezTo>
                  <a:pt x="2763449" y="919409"/>
                  <a:pt x="2768529" y="932744"/>
                  <a:pt x="2771069" y="960049"/>
                </a:cubicBezTo>
                <a:cubicBezTo>
                  <a:pt x="2773609" y="987354"/>
                  <a:pt x="2771069" y="1001324"/>
                  <a:pt x="2771069" y="1028629"/>
                </a:cubicBezTo>
                <a:cubicBezTo>
                  <a:pt x="2771069" y="1055934"/>
                  <a:pt x="2772339" y="1069269"/>
                  <a:pt x="2771069" y="1096574"/>
                </a:cubicBezTo>
                <a:cubicBezTo>
                  <a:pt x="2769799" y="1123879"/>
                  <a:pt x="2767259" y="1137214"/>
                  <a:pt x="2764719" y="1164519"/>
                </a:cubicBezTo>
                <a:cubicBezTo>
                  <a:pt x="2762179" y="1191824"/>
                  <a:pt x="2760274" y="1205159"/>
                  <a:pt x="2757734" y="1232464"/>
                </a:cubicBezTo>
                <a:cubicBezTo>
                  <a:pt x="2755194" y="1259769"/>
                  <a:pt x="2753289" y="1273104"/>
                  <a:pt x="2750749" y="1300409"/>
                </a:cubicBezTo>
                <a:cubicBezTo>
                  <a:pt x="2748209" y="1327714"/>
                  <a:pt x="2745034" y="1341684"/>
                  <a:pt x="2743764" y="1368989"/>
                </a:cubicBezTo>
                <a:cubicBezTo>
                  <a:pt x="2742494" y="1396294"/>
                  <a:pt x="2747574" y="1409629"/>
                  <a:pt x="2743764" y="1436934"/>
                </a:cubicBezTo>
                <a:cubicBezTo>
                  <a:pt x="2739954" y="1464239"/>
                  <a:pt x="2731699" y="1477574"/>
                  <a:pt x="2723444" y="1504879"/>
                </a:cubicBezTo>
                <a:cubicBezTo>
                  <a:pt x="2715189" y="1532184"/>
                  <a:pt x="2711379" y="1545519"/>
                  <a:pt x="2703124" y="1572824"/>
                </a:cubicBezTo>
                <a:cubicBezTo>
                  <a:pt x="2694869" y="1600129"/>
                  <a:pt x="2689789" y="1613464"/>
                  <a:pt x="2682804" y="1640769"/>
                </a:cubicBezTo>
                <a:cubicBezTo>
                  <a:pt x="2675819" y="1668074"/>
                  <a:pt x="2676454" y="1682044"/>
                  <a:pt x="2669469" y="1709349"/>
                </a:cubicBezTo>
                <a:cubicBezTo>
                  <a:pt x="2662484" y="1736654"/>
                  <a:pt x="2656769" y="1749989"/>
                  <a:pt x="2648514" y="1777294"/>
                </a:cubicBezTo>
                <a:cubicBezTo>
                  <a:pt x="2640259" y="1804599"/>
                  <a:pt x="2641529" y="1817934"/>
                  <a:pt x="2628194" y="1845239"/>
                </a:cubicBezTo>
                <a:cubicBezTo>
                  <a:pt x="2614859" y="1872544"/>
                  <a:pt x="2603429" y="1892864"/>
                  <a:pt x="2580569" y="1913184"/>
                </a:cubicBezTo>
                <a:cubicBezTo>
                  <a:pt x="2557709" y="1933504"/>
                  <a:pt x="2539929" y="1936679"/>
                  <a:pt x="2512624" y="1947474"/>
                </a:cubicBezTo>
                <a:cubicBezTo>
                  <a:pt x="2485319" y="1958269"/>
                  <a:pt x="2471984" y="1959539"/>
                  <a:pt x="2444679" y="1967794"/>
                </a:cubicBezTo>
                <a:cubicBezTo>
                  <a:pt x="2417374" y="1976049"/>
                  <a:pt x="2404039" y="1981129"/>
                  <a:pt x="2376734" y="1988114"/>
                </a:cubicBezTo>
                <a:cubicBezTo>
                  <a:pt x="2349429" y="1995099"/>
                  <a:pt x="2335459" y="1996369"/>
                  <a:pt x="2308154" y="2002084"/>
                </a:cubicBezTo>
                <a:cubicBezTo>
                  <a:pt x="2280849" y="2007799"/>
                  <a:pt x="2267514" y="2012879"/>
                  <a:pt x="2240209" y="2015419"/>
                </a:cubicBezTo>
                <a:cubicBezTo>
                  <a:pt x="2212904" y="2017959"/>
                  <a:pt x="2199569" y="2015419"/>
                  <a:pt x="2172264" y="2015419"/>
                </a:cubicBezTo>
                <a:cubicBezTo>
                  <a:pt x="2144959" y="2015419"/>
                  <a:pt x="2131624" y="2016689"/>
                  <a:pt x="2104319" y="2015419"/>
                </a:cubicBezTo>
                <a:cubicBezTo>
                  <a:pt x="2077014" y="2014149"/>
                  <a:pt x="2063679" y="2010974"/>
                  <a:pt x="2036374" y="2008434"/>
                </a:cubicBezTo>
                <a:cubicBezTo>
                  <a:pt x="2009069" y="2005894"/>
                  <a:pt x="1995099" y="2003354"/>
                  <a:pt x="1967794" y="2002084"/>
                </a:cubicBezTo>
                <a:cubicBezTo>
                  <a:pt x="1940489" y="2000814"/>
                  <a:pt x="1927154" y="2003354"/>
                  <a:pt x="1899849" y="2002084"/>
                </a:cubicBezTo>
                <a:cubicBezTo>
                  <a:pt x="1872544" y="2000814"/>
                  <a:pt x="1859209" y="1996369"/>
                  <a:pt x="1831904" y="1995099"/>
                </a:cubicBezTo>
                <a:cubicBezTo>
                  <a:pt x="1804599" y="1993829"/>
                  <a:pt x="1791264" y="1996369"/>
                  <a:pt x="1763959" y="1995099"/>
                </a:cubicBezTo>
                <a:cubicBezTo>
                  <a:pt x="1736654" y="1993829"/>
                  <a:pt x="1723319" y="1989384"/>
                  <a:pt x="1696014" y="1988114"/>
                </a:cubicBezTo>
                <a:cubicBezTo>
                  <a:pt x="1668709" y="1986844"/>
                  <a:pt x="1654739" y="1988114"/>
                  <a:pt x="1627434" y="1988114"/>
                </a:cubicBezTo>
                <a:cubicBezTo>
                  <a:pt x="1600129" y="1988114"/>
                  <a:pt x="1586794" y="1985574"/>
                  <a:pt x="1559489" y="1988114"/>
                </a:cubicBezTo>
                <a:cubicBezTo>
                  <a:pt x="1532184" y="1990654"/>
                  <a:pt x="1518849" y="1998274"/>
                  <a:pt x="1491544" y="2002084"/>
                </a:cubicBezTo>
                <a:cubicBezTo>
                  <a:pt x="1464239" y="2005894"/>
                  <a:pt x="1450904" y="2005894"/>
                  <a:pt x="1423599" y="2008434"/>
                </a:cubicBezTo>
                <a:cubicBezTo>
                  <a:pt x="1396294" y="2010974"/>
                  <a:pt x="1382959" y="2014149"/>
                  <a:pt x="1355654" y="2015419"/>
                </a:cubicBezTo>
                <a:cubicBezTo>
                  <a:pt x="1328349" y="2016689"/>
                  <a:pt x="1314379" y="2015419"/>
                  <a:pt x="1287074" y="2015419"/>
                </a:cubicBezTo>
                <a:cubicBezTo>
                  <a:pt x="1259769" y="2015419"/>
                  <a:pt x="1246434" y="2015419"/>
                  <a:pt x="1219129" y="2015419"/>
                </a:cubicBezTo>
                <a:cubicBezTo>
                  <a:pt x="1191824" y="2015419"/>
                  <a:pt x="1178489" y="2004624"/>
                  <a:pt x="1151184" y="2015419"/>
                </a:cubicBezTo>
                <a:cubicBezTo>
                  <a:pt x="1123879" y="2026214"/>
                  <a:pt x="1101019" y="2045264"/>
                  <a:pt x="1083239" y="2070029"/>
                </a:cubicBezTo>
                <a:cubicBezTo>
                  <a:pt x="1065459" y="2094794"/>
                  <a:pt x="1068634" y="2110669"/>
                  <a:pt x="1062919" y="2137974"/>
                </a:cubicBezTo>
                <a:cubicBezTo>
                  <a:pt x="1057204" y="2165279"/>
                  <a:pt x="1058474" y="2178614"/>
                  <a:pt x="1055934" y="2205919"/>
                </a:cubicBezTo>
                <a:cubicBezTo>
                  <a:pt x="1053394" y="2233224"/>
                  <a:pt x="1051489" y="2246559"/>
                  <a:pt x="1048949" y="2273864"/>
                </a:cubicBezTo>
                <a:cubicBezTo>
                  <a:pt x="1046409" y="2301169"/>
                  <a:pt x="1043234" y="2315139"/>
                  <a:pt x="1041964" y="2342444"/>
                </a:cubicBezTo>
                <a:cubicBezTo>
                  <a:pt x="1040694" y="2369749"/>
                  <a:pt x="1041964" y="2383084"/>
                  <a:pt x="1041964" y="2410389"/>
                </a:cubicBezTo>
                <a:cubicBezTo>
                  <a:pt x="1041964" y="2437694"/>
                  <a:pt x="1041964" y="2451029"/>
                  <a:pt x="1041964" y="2478334"/>
                </a:cubicBezTo>
                <a:cubicBezTo>
                  <a:pt x="1041964" y="2505639"/>
                  <a:pt x="1041964" y="2518974"/>
                  <a:pt x="1041964" y="2546279"/>
                </a:cubicBezTo>
                <a:cubicBezTo>
                  <a:pt x="1041964" y="2573584"/>
                  <a:pt x="1043234" y="2586919"/>
                  <a:pt x="1041964" y="2614224"/>
                </a:cubicBezTo>
                <a:cubicBezTo>
                  <a:pt x="1040694" y="2641529"/>
                  <a:pt x="1036884" y="2655499"/>
                  <a:pt x="1035614" y="2682804"/>
                </a:cubicBezTo>
                <a:cubicBezTo>
                  <a:pt x="1034344" y="2710109"/>
                  <a:pt x="1035614" y="2723444"/>
                  <a:pt x="1035614" y="2750749"/>
                </a:cubicBezTo>
                <a:cubicBezTo>
                  <a:pt x="1035614" y="2778054"/>
                  <a:pt x="1035614" y="2791389"/>
                  <a:pt x="1035614" y="2818694"/>
                </a:cubicBezTo>
                <a:cubicBezTo>
                  <a:pt x="1035614" y="2845999"/>
                  <a:pt x="1033074" y="2859334"/>
                  <a:pt x="1035614" y="2886639"/>
                </a:cubicBezTo>
                <a:cubicBezTo>
                  <a:pt x="1038154" y="2913944"/>
                  <a:pt x="1043234" y="2927279"/>
                  <a:pt x="1048949" y="2954584"/>
                </a:cubicBezTo>
                <a:cubicBezTo>
                  <a:pt x="1054664" y="2981889"/>
                  <a:pt x="1057204" y="2995859"/>
                  <a:pt x="1062919" y="3023164"/>
                </a:cubicBezTo>
                <a:cubicBezTo>
                  <a:pt x="1068634" y="3050469"/>
                  <a:pt x="1071174" y="3063804"/>
                  <a:pt x="1076254" y="3091109"/>
                </a:cubicBezTo>
                <a:cubicBezTo>
                  <a:pt x="1081334" y="3118414"/>
                  <a:pt x="1083874" y="3131749"/>
                  <a:pt x="1089589" y="3159054"/>
                </a:cubicBezTo>
                <a:cubicBezTo>
                  <a:pt x="1095304" y="3186359"/>
                  <a:pt x="1096574" y="3199694"/>
                  <a:pt x="1103559" y="3226999"/>
                </a:cubicBezTo>
                <a:cubicBezTo>
                  <a:pt x="1110544" y="3254304"/>
                  <a:pt x="1118164" y="3267639"/>
                  <a:pt x="1123879" y="3294944"/>
                </a:cubicBezTo>
                <a:cubicBezTo>
                  <a:pt x="1129594" y="3322249"/>
                  <a:pt x="1128324" y="3336219"/>
                  <a:pt x="1130864" y="3363524"/>
                </a:cubicBezTo>
                <a:cubicBezTo>
                  <a:pt x="1133404" y="3390829"/>
                  <a:pt x="1135944" y="3404164"/>
                  <a:pt x="1137214" y="3431469"/>
                </a:cubicBezTo>
                <a:cubicBezTo>
                  <a:pt x="1138484" y="3458774"/>
                  <a:pt x="1137214" y="3472109"/>
                  <a:pt x="1137214" y="3499414"/>
                </a:cubicBezTo>
                <a:cubicBezTo>
                  <a:pt x="1137214" y="3526719"/>
                  <a:pt x="1137214" y="3540054"/>
                  <a:pt x="1137214" y="3567359"/>
                </a:cubicBezTo>
                <a:cubicBezTo>
                  <a:pt x="1137214" y="3594664"/>
                  <a:pt x="1137214" y="3607999"/>
                  <a:pt x="1137214" y="3635304"/>
                </a:cubicBezTo>
                <a:cubicBezTo>
                  <a:pt x="1137214" y="3662609"/>
                  <a:pt x="1138484" y="3676579"/>
                  <a:pt x="1137214" y="3703884"/>
                </a:cubicBezTo>
                <a:cubicBezTo>
                  <a:pt x="1135944" y="3731189"/>
                  <a:pt x="1134674" y="3744524"/>
                  <a:pt x="1130864" y="3771829"/>
                </a:cubicBezTo>
                <a:cubicBezTo>
                  <a:pt x="1127054" y="3799134"/>
                  <a:pt x="1122609" y="3812469"/>
                  <a:pt x="1116894" y="3839774"/>
                </a:cubicBezTo>
                <a:cubicBezTo>
                  <a:pt x="1111179" y="3867079"/>
                  <a:pt x="1109274" y="3880414"/>
                  <a:pt x="1103559" y="3907719"/>
                </a:cubicBezTo>
                <a:cubicBezTo>
                  <a:pt x="1097844" y="3935024"/>
                  <a:pt x="1096574" y="3948359"/>
                  <a:pt x="1089589" y="3975664"/>
                </a:cubicBezTo>
                <a:cubicBezTo>
                  <a:pt x="1082604" y="4002969"/>
                  <a:pt x="1081334" y="4016939"/>
                  <a:pt x="1069269" y="4044244"/>
                </a:cubicBezTo>
                <a:cubicBezTo>
                  <a:pt x="1057204" y="4071549"/>
                  <a:pt x="1050219" y="4090599"/>
                  <a:pt x="1028629" y="4112189"/>
                </a:cubicBezTo>
                <a:cubicBezTo>
                  <a:pt x="1007039" y="4133779"/>
                  <a:pt x="987989" y="4135049"/>
                  <a:pt x="960684" y="4152829"/>
                </a:cubicBezTo>
                <a:cubicBezTo>
                  <a:pt x="933379" y="4170609"/>
                  <a:pt x="920044" y="4182674"/>
                  <a:pt x="892739" y="4200454"/>
                </a:cubicBezTo>
                <a:cubicBezTo>
                  <a:pt x="865434" y="4218234"/>
                  <a:pt x="851464" y="4229664"/>
                  <a:pt x="824159" y="4241729"/>
                </a:cubicBezTo>
                <a:cubicBezTo>
                  <a:pt x="796854" y="4253794"/>
                  <a:pt x="783519" y="4255064"/>
                  <a:pt x="756214" y="4262049"/>
                </a:cubicBezTo>
                <a:cubicBezTo>
                  <a:pt x="728909" y="4269034"/>
                  <a:pt x="715574" y="4272844"/>
                  <a:pt x="688269" y="4275384"/>
                </a:cubicBezTo>
                <a:cubicBezTo>
                  <a:pt x="660964" y="4277924"/>
                  <a:pt x="647629" y="4275384"/>
                  <a:pt x="620324" y="4275384"/>
                </a:cubicBezTo>
                <a:cubicBezTo>
                  <a:pt x="593019" y="4275384"/>
                  <a:pt x="579684" y="4276654"/>
                  <a:pt x="552379" y="4275384"/>
                </a:cubicBezTo>
                <a:cubicBezTo>
                  <a:pt x="525074" y="4274114"/>
                  <a:pt x="511104" y="4276654"/>
                  <a:pt x="483799" y="4268399"/>
                </a:cubicBezTo>
                <a:cubicBezTo>
                  <a:pt x="456494" y="4260144"/>
                  <a:pt x="443159" y="4248079"/>
                  <a:pt x="415854" y="4234744"/>
                </a:cubicBezTo>
                <a:cubicBezTo>
                  <a:pt x="388549" y="4221409"/>
                  <a:pt x="370769" y="4220774"/>
                  <a:pt x="347909" y="4200454"/>
                </a:cubicBezTo>
                <a:cubicBezTo>
                  <a:pt x="325049" y="4180134"/>
                  <a:pt x="309809" y="4159814"/>
                  <a:pt x="300284" y="4132509"/>
                </a:cubicBezTo>
                <a:cubicBezTo>
                  <a:pt x="290759" y="4105204"/>
                  <a:pt x="300284" y="4091869"/>
                  <a:pt x="300284" y="4064564"/>
                </a:cubicBezTo>
                <a:cubicBezTo>
                  <a:pt x="300284" y="4037259"/>
                  <a:pt x="297744" y="4004874"/>
                  <a:pt x="300284" y="3996619"/>
                </a:cubicBezTo>
                <a:cubicBezTo>
                  <a:pt x="302824" y="3988364"/>
                  <a:pt x="313619" y="4031544"/>
                  <a:pt x="313619" y="4023289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14400" y="863600"/>
            <a:ext cx="6228715" cy="56019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871595" y="4138295"/>
            <a:ext cx="159131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</a:t>
            </a:r>
            <a:endParaRPr kumimoji="1" lang="en-US" altLang="en-US" sz="32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0" algn="l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kumimoji="1" lang="en-US" altLang="en-US" sz="3200" b="1" baseline="-25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10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V</a:t>
            </a:r>
            <a:endParaRPr kumimoji="1" lang="en-US" altLang="zh-CN" sz="32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5965825" y="1732915"/>
            <a:ext cx="155638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+</a:t>
            </a:r>
            <a:endParaRPr kumimoji="1" lang="en-US" altLang="en-US" sz="32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indent="0" algn="l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  <a:r>
              <a:rPr kumimoji="1" lang="en-US" altLang="en-US" sz="3200" b="1" baseline="-25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25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V</a:t>
            </a:r>
            <a:endParaRPr kumimoji="1" lang="en-US" altLang="zh-CN" sz="32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2" name="线形标注 2 1"/>
          <p:cNvSpPr/>
          <p:nvPr/>
        </p:nvSpPr>
        <p:spPr>
          <a:xfrm>
            <a:off x="8066405" y="2633980"/>
            <a:ext cx="1395095" cy="159956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50377"/>
              <a:gd name="adj6" fmla="val -1700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以此点为地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矩形 2"/>
          <p:cNvSpPr/>
          <p:nvPr/>
        </p:nvSpPr>
        <p:spPr>
          <a:xfrm>
            <a:off x="839470" y="1049020"/>
            <a:ext cx="3721735" cy="396938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dirty="0"/>
              <a:t>1</a:t>
            </a:r>
            <a:r>
              <a:rPr lang="zh-CN" altLang="en-US" dirty="0" smtClean="0"/>
              <a:t>、右图电路</a:t>
            </a:r>
            <a:r>
              <a:rPr lang="zh-CN" altLang="en-US" dirty="0"/>
              <a:t>中</a:t>
            </a:r>
            <a:r>
              <a:rPr lang="zh-CN" altLang="en-US" dirty="0" smtClean="0"/>
              <a:t>，电流表</a:t>
            </a:r>
            <a:r>
              <a:rPr lang="en-US" altLang="zh-CN" dirty="0" smtClean="0"/>
              <a:t>A</a:t>
            </a:r>
            <a:r>
              <a:rPr lang="zh-CN" altLang="en-US" dirty="0" smtClean="0"/>
              <a:t>内阻可</a:t>
            </a:r>
            <a:r>
              <a:rPr lang="zh-CN" altLang="en-US" dirty="0"/>
              <a:t>忽略</a:t>
            </a:r>
            <a:r>
              <a:rPr lang="zh-CN" altLang="en-US" dirty="0" smtClean="0"/>
              <a:t>不计，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已知</a:t>
            </a:r>
            <a:r>
              <a:rPr lang="en-US" altLang="zh-CN" dirty="0" smtClean="0"/>
              <a:t>Us=20V</a:t>
            </a:r>
            <a:r>
              <a:rPr lang="zh-CN" altLang="en-US" dirty="0" smtClean="0"/>
              <a:t>，</a:t>
            </a:r>
            <a:r>
              <a:rPr lang="en-US" altLang="zh-CN" dirty="0" smtClean="0"/>
              <a:t>R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=R</a:t>
            </a:r>
            <a:r>
              <a:rPr lang="en-US" altLang="zh-CN" baseline="-25000" dirty="0" smtClean="0"/>
              <a:t>4</a:t>
            </a:r>
            <a:r>
              <a:rPr lang="en-US" altLang="zh-CN" dirty="0" smtClean="0"/>
              <a:t>=10</a:t>
            </a:r>
            <a:r>
              <a:rPr lang="el-GR" altLang="zh-CN" dirty="0" smtClean="0"/>
              <a:t>Ω</a:t>
            </a:r>
            <a:r>
              <a:rPr lang="zh-CN" altLang="en-US" dirty="0" smtClean="0"/>
              <a:t>，</a:t>
            </a:r>
            <a:r>
              <a:rPr lang="en-US" altLang="zh-CN" dirty="0" smtClean="0"/>
              <a:t>R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=R</a:t>
            </a:r>
            <a:r>
              <a:rPr lang="en-US" altLang="zh-CN" baseline="-25000" dirty="0" smtClean="0"/>
              <a:t>3</a:t>
            </a:r>
            <a:r>
              <a:rPr lang="en-US" altLang="zh-CN" dirty="0" smtClean="0"/>
              <a:t>=20</a:t>
            </a:r>
            <a:r>
              <a:rPr lang="el-GR" altLang="zh-CN" dirty="0" smtClean="0"/>
              <a:t>Ω</a:t>
            </a:r>
            <a:r>
              <a:rPr lang="zh-CN" altLang="en-US" dirty="0" smtClean="0"/>
              <a:t>，</a:t>
            </a:r>
            <a:r>
              <a:rPr lang="zh-CN" altLang="en-US" dirty="0"/>
              <a:t>则</a:t>
            </a:r>
            <a:r>
              <a:rPr lang="en-US" altLang="zh-CN" dirty="0"/>
              <a:t>A</a:t>
            </a:r>
            <a:r>
              <a:rPr lang="zh-CN" altLang="en-US" dirty="0"/>
              <a:t>表的读数为（ </a:t>
            </a:r>
            <a:r>
              <a:rPr lang="zh-CN" altLang="en-US" dirty="0" smtClean="0"/>
              <a:t>）</a:t>
            </a:r>
            <a:r>
              <a:rPr lang="zh-CN" altLang="en-US" dirty="0"/>
              <a:t>。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097158" name="墨迹 19"/>
              <p14:cNvContentPartPr/>
              <p14:nvPr/>
            </p14:nvContentPartPr>
            <p14:xfrm>
              <a:off x="8996045" y="5077460"/>
              <a:ext cx="635" cy="635"/>
            </p14:xfrm>
          </p:contentPart>
        </mc:Choice>
        <mc:Fallback xmlns="">
          <p:pic>
            <p:nvPicPr>
              <p:cNvPr id="2097158" name="墨迹 19"/>
            </p:nvPicPr>
            <p:blipFill>
              <a:blip r:embed="rId2"/>
            </p:blipFill>
            <p:spPr>
              <a:xfrm>
                <a:off x="8996045" y="507746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097165" name="墨迹 21"/>
              <p14:cNvContentPartPr/>
              <p14:nvPr/>
            </p14:nvContentPartPr>
            <p14:xfrm>
              <a:off x="9199245" y="3974465"/>
              <a:ext cx="635" cy="635"/>
            </p14:xfrm>
          </p:contentPart>
        </mc:Choice>
        <mc:Fallback xmlns="">
          <p:pic>
            <p:nvPicPr>
              <p:cNvPr id="2097165" name="墨迹 21"/>
            </p:nvPicPr>
            <p:blipFill>
              <a:blip r:embed="rId2"/>
            </p:blipFill>
            <p:spPr>
              <a:xfrm>
                <a:off x="9199245" y="3974465"/>
                <a:ext cx="635" cy="635"/>
              </a:xfrm>
              <a:prstGeom prst="rect"/>
            </p:spPr>
          </p:pic>
        </mc:Fallback>
      </mc:AlternateContent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3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75910" y="765175"/>
            <a:ext cx="6122670" cy="576961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图片 1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28210" y="3080385"/>
            <a:ext cx="3223260" cy="2781300"/>
          </a:xfrm>
          <a:prstGeom prst="rect">
            <a:avLst/>
          </a:prstGeom>
        </p:spPr>
      </p:pic>
      <p:pic>
        <p:nvPicPr>
          <p:cNvPr id="2097154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63525" y="3063875"/>
            <a:ext cx="4290060" cy="2842260"/>
          </a:xfrm>
          <a:prstGeom prst="rect">
            <a:avLst/>
          </a:prstGeom>
        </p:spPr>
      </p:pic>
      <p:pic>
        <p:nvPicPr>
          <p:cNvPr id="2097155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348793" y="1134401"/>
            <a:ext cx="3151617" cy="29701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48625" name="矩形 2"/>
          <p:cNvSpPr/>
          <p:nvPr/>
        </p:nvSpPr>
        <p:spPr>
          <a:xfrm>
            <a:off x="839416" y="1049303"/>
            <a:ext cx="7272808" cy="197739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dirty="0"/>
              <a:t>1</a:t>
            </a:r>
            <a:r>
              <a:rPr lang="zh-CN" altLang="en-US" dirty="0" smtClean="0"/>
              <a:t>、右图电路</a:t>
            </a:r>
            <a:r>
              <a:rPr lang="zh-CN" altLang="en-US" dirty="0"/>
              <a:t>中</a:t>
            </a:r>
            <a:r>
              <a:rPr lang="zh-CN" altLang="en-US" dirty="0" smtClean="0"/>
              <a:t>，电流表</a:t>
            </a:r>
            <a:r>
              <a:rPr lang="en-US" altLang="zh-CN" dirty="0" smtClean="0"/>
              <a:t>A</a:t>
            </a:r>
            <a:r>
              <a:rPr lang="zh-CN" altLang="en-US" dirty="0" smtClean="0"/>
              <a:t>内阻可</a:t>
            </a:r>
            <a:r>
              <a:rPr lang="zh-CN" altLang="en-US" dirty="0"/>
              <a:t>忽略</a:t>
            </a:r>
            <a:r>
              <a:rPr lang="zh-CN" altLang="en-US" dirty="0" smtClean="0"/>
              <a:t>不计，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已知</a:t>
            </a:r>
            <a:r>
              <a:rPr lang="en-US" altLang="zh-CN" dirty="0" smtClean="0"/>
              <a:t>Us=20V</a:t>
            </a:r>
            <a:r>
              <a:rPr lang="zh-CN" altLang="en-US" dirty="0" smtClean="0"/>
              <a:t>，</a:t>
            </a:r>
            <a:r>
              <a:rPr lang="en-US" altLang="zh-CN" dirty="0" smtClean="0"/>
              <a:t>R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=R</a:t>
            </a:r>
            <a:r>
              <a:rPr lang="en-US" altLang="zh-CN" baseline="-25000" dirty="0" smtClean="0"/>
              <a:t>4</a:t>
            </a:r>
            <a:r>
              <a:rPr lang="en-US" altLang="zh-CN" dirty="0" smtClean="0"/>
              <a:t>=10</a:t>
            </a:r>
            <a:r>
              <a:rPr lang="el-GR" altLang="zh-CN" dirty="0" smtClean="0"/>
              <a:t>Ω</a:t>
            </a:r>
            <a:r>
              <a:rPr lang="zh-CN" altLang="en-US" dirty="0" smtClean="0"/>
              <a:t>，</a:t>
            </a:r>
            <a:r>
              <a:rPr lang="en-US" altLang="zh-CN" dirty="0" smtClean="0"/>
              <a:t>R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=R</a:t>
            </a:r>
            <a:r>
              <a:rPr lang="en-US" altLang="zh-CN" baseline="-25000" dirty="0" smtClean="0"/>
              <a:t>3</a:t>
            </a:r>
            <a:r>
              <a:rPr lang="en-US" altLang="zh-CN" dirty="0" smtClean="0"/>
              <a:t>=20</a:t>
            </a:r>
            <a:r>
              <a:rPr lang="el-GR" altLang="zh-CN" dirty="0" smtClean="0"/>
              <a:t>Ω</a:t>
            </a:r>
            <a:r>
              <a:rPr lang="zh-CN" altLang="en-US" dirty="0" smtClean="0"/>
              <a:t>，</a:t>
            </a:r>
            <a:r>
              <a:rPr lang="zh-CN" altLang="en-US" dirty="0"/>
              <a:t>则</a:t>
            </a:r>
            <a:r>
              <a:rPr lang="en-US" altLang="zh-CN" dirty="0"/>
              <a:t>A</a:t>
            </a:r>
            <a:r>
              <a:rPr lang="zh-CN" altLang="en-US" dirty="0"/>
              <a:t>表的读数为（ </a:t>
            </a:r>
            <a:r>
              <a:rPr lang="zh-CN" altLang="en-US" dirty="0" smtClean="0"/>
              <a:t>）</a:t>
            </a:r>
            <a:r>
              <a:rPr lang="zh-CN" altLang="en-US" dirty="0"/>
              <a:t>。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097156" name="墨迹 16"/>
              <p14:cNvContentPartPr/>
              <p14:nvPr/>
            </p14:nvContentPartPr>
            <p14:xfrm>
              <a:off x="2421255" y="3696970"/>
              <a:ext cx="148590" cy="185420"/>
            </p14:xfrm>
          </p:contentPart>
        </mc:Choice>
        <mc:Fallback xmlns="">
          <p:pic>
            <p:nvPicPr>
              <p:cNvPr id="2097156" name="墨迹 16"/>
            </p:nvPicPr>
            <p:blipFill>
              <a:blip r:embed="rId7"/>
            </p:blipFill>
            <p:spPr>
              <a:xfrm>
                <a:off x="2421255" y="3696970"/>
                <a:ext cx="148590" cy="1854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097157" name="墨迹 17"/>
              <p14:cNvContentPartPr/>
              <p14:nvPr/>
            </p14:nvContentPartPr>
            <p14:xfrm>
              <a:off x="2415540" y="4307205"/>
              <a:ext cx="129540" cy="179070"/>
            </p14:xfrm>
          </p:contentPart>
        </mc:Choice>
        <mc:Fallback xmlns="">
          <p:pic>
            <p:nvPicPr>
              <p:cNvPr id="2097157" name="墨迹 17"/>
            </p:nvPicPr>
            <p:blipFill>
              <a:blip r:embed="rId9"/>
            </p:blipFill>
            <p:spPr>
              <a:xfrm>
                <a:off x="2415540" y="4307205"/>
                <a:ext cx="129540" cy="1790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2097158" name="墨迹 19"/>
              <p14:cNvContentPartPr/>
              <p14:nvPr/>
            </p14:nvContentPartPr>
            <p14:xfrm>
              <a:off x="8996045" y="5077460"/>
              <a:ext cx="635" cy="635"/>
            </p14:xfrm>
          </p:contentPart>
        </mc:Choice>
        <mc:Fallback xmlns="">
          <p:pic>
            <p:nvPicPr>
              <p:cNvPr id="2097158" name="墨迹 19"/>
            </p:nvPicPr>
            <p:blipFill>
              <a:blip r:embed="rId11"/>
            </p:blipFill>
            <p:spPr>
              <a:xfrm>
                <a:off x="8996045" y="507746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2097159" name="墨迹 8"/>
              <p14:cNvContentPartPr/>
              <p14:nvPr/>
            </p14:nvContentPartPr>
            <p14:xfrm>
              <a:off x="2519680" y="4498340"/>
              <a:ext cx="2434590" cy="1102995"/>
            </p14:xfrm>
          </p:contentPart>
        </mc:Choice>
        <mc:Fallback xmlns="">
          <p:pic>
            <p:nvPicPr>
              <p:cNvPr id="2097159" name="墨迹 8"/>
            </p:nvPicPr>
            <p:blipFill>
              <a:blip r:embed="rId13"/>
            </p:blipFill>
            <p:spPr>
              <a:xfrm>
                <a:off x="2519680" y="4498340"/>
                <a:ext cx="2434590" cy="11029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2097160" name="墨迹 9"/>
              <p14:cNvContentPartPr/>
              <p14:nvPr/>
            </p14:nvContentPartPr>
            <p14:xfrm>
              <a:off x="4929505" y="5496560"/>
              <a:ext cx="99060" cy="166370"/>
            </p14:xfrm>
          </p:contentPart>
        </mc:Choice>
        <mc:Fallback xmlns="">
          <p:pic>
            <p:nvPicPr>
              <p:cNvPr id="2097160" name="墨迹 9"/>
            </p:nvPicPr>
            <p:blipFill>
              <a:blip r:embed="rId15"/>
            </p:blipFill>
            <p:spPr>
              <a:xfrm>
                <a:off x="4929505" y="5496560"/>
                <a:ext cx="99060" cy="1663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2097161" name="墨迹 10"/>
              <p14:cNvContentPartPr/>
              <p14:nvPr/>
            </p14:nvContentPartPr>
            <p14:xfrm>
              <a:off x="2470785" y="3173095"/>
              <a:ext cx="2514600" cy="1985010"/>
            </p14:xfrm>
          </p:contentPart>
        </mc:Choice>
        <mc:Fallback xmlns="">
          <p:pic>
            <p:nvPicPr>
              <p:cNvPr id="2097161" name="墨迹 10"/>
            </p:nvPicPr>
            <p:blipFill>
              <a:blip r:embed="rId17"/>
            </p:blipFill>
            <p:spPr>
              <a:xfrm>
                <a:off x="2470785" y="3173095"/>
                <a:ext cx="2514600" cy="19850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2097162" name="墨迹 11"/>
              <p14:cNvContentPartPr/>
              <p14:nvPr/>
            </p14:nvContentPartPr>
            <p14:xfrm>
              <a:off x="4904740" y="5071110"/>
              <a:ext cx="179070" cy="123825"/>
            </p14:xfrm>
          </p:contentPart>
        </mc:Choice>
        <mc:Fallback xmlns="">
          <p:pic>
            <p:nvPicPr>
              <p:cNvPr id="2097162" name="墨迹 11"/>
            </p:nvPicPr>
            <p:blipFill>
              <a:blip r:embed="rId19"/>
            </p:blipFill>
            <p:spPr>
              <a:xfrm>
                <a:off x="4904740" y="5071110"/>
                <a:ext cx="179070" cy="1238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2097163" name="墨迹 12"/>
              <p14:cNvContentPartPr/>
              <p14:nvPr/>
            </p14:nvContentPartPr>
            <p14:xfrm>
              <a:off x="6666865" y="3943350"/>
              <a:ext cx="635" cy="635"/>
            </p14:xfrm>
          </p:contentPart>
        </mc:Choice>
        <mc:Fallback xmlns="">
          <p:pic>
            <p:nvPicPr>
              <p:cNvPr id="2097163" name="墨迹 12"/>
            </p:nvPicPr>
            <p:blipFill>
              <a:blip r:embed="rId11"/>
            </p:blipFill>
            <p:spPr>
              <a:xfrm>
                <a:off x="6666865" y="3943350"/>
                <a:ext cx="635" cy="635"/>
              </a:xfrm>
              <a:prstGeom prst="rect"/>
            </p:spPr>
          </p:pic>
        </mc:Fallback>
      </mc:AlternateContent>
      <p:pic>
        <p:nvPicPr>
          <p:cNvPr id="2097164" name="图片 6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7799705" y="4365625"/>
            <a:ext cx="2125980" cy="24688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2097165" name="墨迹 21"/>
              <p14:cNvContentPartPr/>
              <p14:nvPr/>
            </p14:nvContentPartPr>
            <p14:xfrm>
              <a:off x="9199245" y="3974465"/>
              <a:ext cx="635" cy="635"/>
            </p14:xfrm>
          </p:contentPart>
        </mc:Choice>
        <mc:Fallback xmlns="">
          <p:pic>
            <p:nvPicPr>
              <p:cNvPr id="2097165" name="墨迹 21"/>
            </p:nvPicPr>
            <p:blipFill>
              <a:blip r:embed="rId11"/>
            </p:blipFill>
            <p:spPr>
              <a:xfrm>
                <a:off x="9199245" y="397446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2097166" name="墨迹 23"/>
              <p14:cNvContentPartPr/>
              <p14:nvPr/>
            </p14:nvContentPartPr>
            <p14:xfrm>
              <a:off x="1712595" y="3956050"/>
              <a:ext cx="247015" cy="259080"/>
            </p14:xfrm>
          </p:contentPart>
        </mc:Choice>
        <mc:Fallback xmlns="">
          <p:pic>
            <p:nvPicPr>
              <p:cNvPr id="2097166" name="墨迹 23"/>
            </p:nvPicPr>
            <p:blipFill>
              <a:blip r:embed="rId25"/>
            </p:blipFill>
            <p:spPr>
              <a:xfrm>
                <a:off x="1712595" y="3956050"/>
                <a:ext cx="247015" cy="259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2097167" name="墨迹 24"/>
              <p14:cNvContentPartPr/>
              <p14:nvPr/>
            </p14:nvContentPartPr>
            <p14:xfrm>
              <a:off x="1774190" y="4104005"/>
              <a:ext cx="204470" cy="129540"/>
            </p14:xfrm>
          </p:contentPart>
        </mc:Choice>
        <mc:Fallback xmlns="">
          <p:pic>
            <p:nvPicPr>
              <p:cNvPr id="2097167" name="墨迹 24"/>
            </p:nvPicPr>
            <p:blipFill>
              <a:blip r:embed="rId27"/>
            </p:blipFill>
            <p:spPr>
              <a:xfrm>
                <a:off x="1774190" y="4104005"/>
                <a:ext cx="204470" cy="1295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2097168" name="墨迹 30"/>
              <p14:cNvContentPartPr/>
              <p14:nvPr/>
            </p14:nvContentPartPr>
            <p14:xfrm>
              <a:off x="3376295" y="3999230"/>
              <a:ext cx="247015" cy="222250"/>
            </p14:xfrm>
          </p:contentPart>
        </mc:Choice>
        <mc:Fallback xmlns="">
          <p:pic>
            <p:nvPicPr>
              <p:cNvPr id="2097168" name="墨迹 30"/>
            </p:nvPicPr>
            <p:blipFill>
              <a:blip r:embed="rId29"/>
            </p:blipFill>
            <p:spPr>
              <a:xfrm>
                <a:off x="3376295" y="3999230"/>
                <a:ext cx="247015" cy="222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2097169" name="墨迹 31"/>
              <p14:cNvContentPartPr/>
              <p14:nvPr/>
            </p14:nvContentPartPr>
            <p14:xfrm>
              <a:off x="3376295" y="4122420"/>
              <a:ext cx="148590" cy="123825"/>
            </p14:xfrm>
          </p:contentPart>
        </mc:Choice>
        <mc:Fallback xmlns="">
          <p:pic>
            <p:nvPicPr>
              <p:cNvPr id="2097169" name="墨迹 31"/>
            </p:nvPicPr>
            <p:blipFill>
              <a:blip r:embed="rId31"/>
            </p:blipFill>
            <p:spPr>
              <a:xfrm>
                <a:off x="3376295" y="4122420"/>
                <a:ext cx="148590" cy="12382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图片 1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511675" y="1124585"/>
            <a:ext cx="5898515" cy="5090160"/>
          </a:xfrm>
          <a:prstGeom prst="rect">
            <a:avLst/>
          </a:prstGeom>
        </p:spPr>
      </p:pic>
      <p:pic>
        <p:nvPicPr>
          <p:cNvPr id="2097154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63525" y="3063875"/>
            <a:ext cx="4290060" cy="28422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097156" name="墨迹 16"/>
              <p14:cNvContentPartPr/>
              <p14:nvPr/>
            </p14:nvContentPartPr>
            <p14:xfrm>
              <a:off x="2421255" y="3696970"/>
              <a:ext cx="148590" cy="185420"/>
            </p14:xfrm>
          </p:contentPart>
        </mc:Choice>
        <mc:Fallback xmlns="">
          <p:pic>
            <p:nvPicPr>
              <p:cNvPr id="2097156" name="墨迹 16"/>
            </p:nvPicPr>
            <p:blipFill>
              <a:blip r:embed="rId6"/>
            </p:blipFill>
            <p:spPr>
              <a:xfrm>
                <a:off x="2421255" y="3696970"/>
                <a:ext cx="148590" cy="1854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097157" name="墨迹 17"/>
              <p14:cNvContentPartPr/>
              <p14:nvPr/>
            </p14:nvContentPartPr>
            <p14:xfrm>
              <a:off x="2415540" y="4307205"/>
              <a:ext cx="129540" cy="179070"/>
            </p14:xfrm>
          </p:contentPart>
        </mc:Choice>
        <mc:Fallback xmlns="">
          <p:pic>
            <p:nvPicPr>
              <p:cNvPr id="2097157" name="墨迹 17"/>
            </p:nvPicPr>
            <p:blipFill>
              <a:blip r:embed="rId8"/>
            </p:blipFill>
            <p:spPr>
              <a:xfrm>
                <a:off x="2415540" y="4307205"/>
                <a:ext cx="129540" cy="1790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2097158" name="墨迹 19"/>
              <p14:cNvContentPartPr/>
              <p14:nvPr/>
            </p14:nvContentPartPr>
            <p14:xfrm>
              <a:off x="8996045" y="5077460"/>
              <a:ext cx="635" cy="635"/>
            </p14:xfrm>
          </p:contentPart>
        </mc:Choice>
        <mc:Fallback xmlns="">
          <p:pic>
            <p:nvPicPr>
              <p:cNvPr id="2097158" name="墨迹 19"/>
            </p:nvPicPr>
            <p:blipFill>
              <a:blip r:embed="rId10"/>
            </p:blipFill>
            <p:spPr>
              <a:xfrm>
                <a:off x="8996045" y="507746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2097159" name="墨迹 8"/>
              <p14:cNvContentPartPr/>
              <p14:nvPr/>
            </p14:nvContentPartPr>
            <p14:xfrm>
              <a:off x="2519680" y="4498340"/>
              <a:ext cx="2434590" cy="1102995"/>
            </p14:xfrm>
          </p:contentPart>
        </mc:Choice>
        <mc:Fallback xmlns="">
          <p:pic>
            <p:nvPicPr>
              <p:cNvPr id="2097159" name="墨迹 8"/>
            </p:nvPicPr>
            <p:blipFill>
              <a:blip r:embed="rId12"/>
            </p:blipFill>
            <p:spPr>
              <a:xfrm>
                <a:off x="2519680" y="4498340"/>
                <a:ext cx="2434590" cy="11029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2097160" name="墨迹 9"/>
              <p14:cNvContentPartPr/>
              <p14:nvPr/>
            </p14:nvContentPartPr>
            <p14:xfrm>
              <a:off x="4929505" y="5496560"/>
              <a:ext cx="99060" cy="166370"/>
            </p14:xfrm>
          </p:contentPart>
        </mc:Choice>
        <mc:Fallback xmlns="">
          <p:pic>
            <p:nvPicPr>
              <p:cNvPr id="2097160" name="墨迹 9"/>
            </p:nvPicPr>
            <p:blipFill>
              <a:blip r:embed="rId14"/>
            </p:blipFill>
            <p:spPr>
              <a:xfrm>
                <a:off x="4929505" y="5496560"/>
                <a:ext cx="99060" cy="1663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2097161" name="墨迹 10"/>
              <p14:cNvContentPartPr/>
              <p14:nvPr/>
            </p14:nvContentPartPr>
            <p14:xfrm>
              <a:off x="2470785" y="3173095"/>
              <a:ext cx="2514600" cy="1985010"/>
            </p14:xfrm>
          </p:contentPart>
        </mc:Choice>
        <mc:Fallback xmlns="">
          <p:pic>
            <p:nvPicPr>
              <p:cNvPr id="2097161" name="墨迹 10"/>
            </p:nvPicPr>
            <p:blipFill>
              <a:blip r:embed="rId16"/>
            </p:blipFill>
            <p:spPr>
              <a:xfrm>
                <a:off x="2470785" y="3173095"/>
                <a:ext cx="2514600" cy="19850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2097162" name="墨迹 11"/>
              <p14:cNvContentPartPr/>
              <p14:nvPr/>
            </p14:nvContentPartPr>
            <p14:xfrm>
              <a:off x="4904740" y="5071110"/>
              <a:ext cx="179070" cy="123825"/>
            </p14:xfrm>
          </p:contentPart>
        </mc:Choice>
        <mc:Fallback xmlns="">
          <p:pic>
            <p:nvPicPr>
              <p:cNvPr id="2097162" name="墨迹 11"/>
            </p:nvPicPr>
            <p:blipFill>
              <a:blip r:embed="rId18"/>
            </p:blipFill>
            <p:spPr>
              <a:xfrm>
                <a:off x="4904740" y="5071110"/>
                <a:ext cx="179070" cy="1238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2097163" name="墨迹 12"/>
              <p14:cNvContentPartPr/>
              <p14:nvPr/>
            </p14:nvContentPartPr>
            <p14:xfrm>
              <a:off x="6666865" y="3943350"/>
              <a:ext cx="635" cy="635"/>
            </p14:xfrm>
          </p:contentPart>
        </mc:Choice>
        <mc:Fallback xmlns="">
          <p:pic>
            <p:nvPicPr>
              <p:cNvPr id="2097163" name="墨迹 12"/>
            </p:nvPicPr>
            <p:blipFill>
              <a:blip r:embed="rId10"/>
            </p:blipFill>
            <p:spPr>
              <a:xfrm>
                <a:off x="6666865" y="394335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2097165" name="墨迹 21"/>
              <p14:cNvContentPartPr/>
              <p14:nvPr/>
            </p14:nvContentPartPr>
            <p14:xfrm>
              <a:off x="9199245" y="3974465"/>
              <a:ext cx="635" cy="635"/>
            </p14:xfrm>
          </p:contentPart>
        </mc:Choice>
        <mc:Fallback xmlns="">
          <p:pic>
            <p:nvPicPr>
              <p:cNvPr id="2097165" name="墨迹 21"/>
            </p:nvPicPr>
            <p:blipFill>
              <a:blip r:embed="rId10"/>
            </p:blipFill>
            <p:spPr>
              <a:xfrm>
                <a:off x="9199245" y="397446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2097166" name="墨迹 23"/>
              <p14:cNvContentPartPr/>
              <p14:nvPr/>
            </p14:nvContentPartPr>
            <p14:xfrm>
              <a:off x="1712595" y="3956050"/>
              <a:ext cx="247015" cy="259080"/>
            </p14:xfrm>
          </p:contentPart>
        </mc:Choice>
        <mc:Fallback xmlns="">
          <p:pic>
            <p:nvPicPr>
              <p:cNvPr id="2097166" name="墨迹 23"/>
            </p:nvPicPr>
            <p:blipFill>
              <a:blip r:embed="rId22"/>
            </p:blipFill>
            <p:spPr>
              <a:xfrm>
                <a:off x="1712595" y="3956050"/>
                <a:ext cx="247015" cy="259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2097167" name="墨迹 24"/>
              <p14:cNvContentPartPr/>
              <p14:nvPr/>
            </p14:nvContentPartPr>
            <p14:xfrm>
              <a:off x="1774190" y="4104005"/>
              <a:ext cx="204470" cy="129540"/>
            </p14:xfrm>
          </p:contentPart>
        </mc:Choice>
        <mc:Fallback xmlns="">
          <p:pic>
            <p:nvPicPr>
              <p:cNvPr id="2097167" name="墨迹 24"/>
            </p:nvPicPr>
            <p:blipFill>
              <a:blip r:embed="rId24"/>
            </p:blipFill>
            <p:spPr>
              <a:xfrm>
                <a:off x="1774190" y="4104005"/>
                <a:ext cx="204470" cy="1295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2097168" name="墨迹 30"/>
              <p14:cNvContentPartPr/>
              <p14:nvPr/>
            </p14:nvContentPartPr>
            <p14:xfrm>
              <a:off x="3376295" y="3999230"/>
              <a:ext cx="247015" cy="222250"/>
            </p14:xfrm>
          </p:contentPart>
        </mc:Choice>
        <mc:Fallback xmlns="">
          <p:pic>
            <p:nvPicPr>
              <p:cNvPr id="2097168" name="墨迹 30"/>
            </p:nvPicPr>
            <p:blipFill>
              <a:blip r:embed="rId26"/>
            </p:blipFill>
            <p:spPr>
              <a:xfrm>
                <a:off x="3376295" y="3999230"/>
                <a:ext cx="247015" cy="222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2097169" name="墨迹 31"/>
              <p14:cNvContentPartPr/>
              <p14:nvPr/>
            </p14:nvContentPartPr>
            <p14:xfrm>
              <a:off x="3376295" y="4122420"/>
              <a:ext cx="148590" cy="123825"/>
            </p14:xfrm>
          </p:contentPart>
        </mc:Choice>
        <mc:Fallback xmlns="">
          <p:pic>
            <p:nvPicPr>
              <p:cNvPr id="2097169" name="墨迹 31"/>
            </p:nvPicPr>
            <p:blipFill>
              <a:blip r:embed="rId28"/>
            </p:blipFill>
            <p:spPr>
              <a:xfrm>
                <a:off x="3376295" y="4122420"/>
                <a:ext cx="148590" cy="12382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图片 1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28210" y="3080385"/>
            <a:ext cx="3223260" cy="2781300"/>
          </a:xfrm>
          <a:prstGeom prst="rect">
            <a:avLst/>
          </a:prstGeom>
        </p:spPr>
      </p:pic>
      <p:pic>
        <p:nvPicPr>
          <p:cNvPr id="2097154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63525" y="3063875"/>
            <a:ext cx="4290060" cy="28422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097156" name="墨迹 16"/>
              <p14:cNvContentPartPr/>
              <p14:nvPr/>
            </p14:nvContentPartPr>
            <p14:xfrm>
              <a:off x="2421255" y="3696970"/>
              <a:ext cx="148590" cy="185420"/>
            </p14:xfrm>
          </p:contentPart>
        </mc:Choice>
        <mc:Fallback xmlns="">
          <p:pic>
            <p:nvPicPr>
              <p:cNvPr id="2097156" name="墨迹 16"/>
            </p:nvPicPr>
            <p:blipFill>
              <a:blip r:embed="rId6"/>
            </p:blipFill>
            <p:spPr>
              <a:xfrm>
                <a:off x="2421255" y="3696970"/>
                <a:ext cx="148590" cy="1854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097157" name="墨迹 17"/>
              <p14:cNvContentPartPr/>
              <p14:nvPr/>
            </p14:nvContentPartPr>
            <p14:xfrm>
              <a:off x="2415540" y="4307205"/>
              <a:ext cx="129540" cy="179070"/>
            </p14:xfrm>
          </p:contentPart>
        </mc:Choice>
        <mc:Fallback xmlns="">
          <p:pic>
            <p:nvPicPr>
              <p:cNvPr id="2097157" name="墨迹 17"/>
            </p:nvPicPr>
            <p:blipFill>
              <a:blip r:embed="rId8"/>
            </p:blipFill>
            <p:spPr>
              <a:xfrm>
                <a:off x="2415540" y="4307205"/>
                <a:ext cx="129540" cy="1790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2097158" name="墨迹 19"/>
              <p14:cNvContentPartPr/>
              <p14:nvPr/>
            </p14:nvContentPartPr>
            <p14:xfrm>
              <a:off x="8996045" y="5077460"/>
              <a:ext cx="635" cy="635"/>
            </p14:xfrm>
          </p:contentPart>
        </mc:Choice>
        <mc:Fallback xmlns="">
          <p:pic>
            <p:nvPicPr>
              <p:cNvPr id="2097158" name="墨迹 19"/>
            </p:nvPicPr>
            <p:blipFill>
              <a:blip r:embed="rId10"/>
            </p:blipFill>
            <p:spPr>
              <a:xfrm>
                <a:off x="8996045" y="507746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2097159" name="墨迹 8"/>
              <p14:cNvContentPartPr/>
              <p14:nvPr/>
            </p14:nvContentPartPr>
            <p14:xfrm>
              <a:off x="2519680" y="4498340"/>
              <a:ext cx="2434590" cy="1102995"/>
            </p14:xfrm>
          </p:contentPart>
        </mc:Choice>
        <mc:Fallback xmlns="">
          <p:pic>
            <p:nvPicPr>
              <p:cNvPr id="2097159" name="墨迹 8"/>
            </p:nvPicPr>
            <p:blipFill>
              <a:blip r:embed="rId12"/>
            </p:blipFill>
            <p:spPr>
              <a:xfrm>
                <a:off x="2519680" y="4498340"/>
                <a:ext cx="2434590" cy="11029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2097160" name="墨迹 9"/>
              <p14:cNvContentPartPr/>
              <p14:nvPr/>
            </p14:nvContentPartPr>
            <p14:xfrm>
              <a:off x="4929505" y="5496560"/>
              <a:ext cx="99060" cy="166370"/>
            </p14:xfrm>
          </p:contentPart>
        </mc:Choice>
        <mc:Fallback xmlns="">
          <p:pic>
            <p:nvPicPr>
              <p:cNvPr id="2097160" name="墨迹 9"/>
            </p:nvPicPr>
            <p:blipFill>
              <a:blip r:embed="rId14"/>
            </p:blipFill>
            <p:spPr>
              <a:xfrm>
                <a:off x="4929505" y="5496560"/>
                <a:ext cx="99060" cy="1663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2097161" name="墨迹 10"/>
              <p14:cNvContentPartPr/>
              <p14:nvPr/>
            </p14:nvContentPartPr>
            <p14:xfrm>
              <a:off x="2470785" y="3173095"/>
              <a:ext cx="2514600" cy="1985010"/>
            </p14:xfrm>
          </p:contentPart>
        </mc:Choice>
        <mc:Fallback xmlns="">
          <p:pic>
            <p:nvPicPr>
              <p:cNvPr id="2097161" name="墨迹 10"/>
            </p:nvPicPr>
            <p:blipFill>
              <a:blip r:embed="rId16"/>
            </p:blipFill>
            <p:spPr>
              <a:xfrm>
                <a:off x="2470785" y="3173095"/>
                <a:ext cx="2514600" cy="19850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2097162" name="墨迹 11"/>
              <p14:cNvContentPartPr/>
              <p14:nvPr/>
            </p14:nvContentPartPr>
            <p14:xfrm>
              <a:off x="4904740" y="5071110"/>
              <a:ext cx="179070" cy="123825"/>
            </p14:xfrm>
          </p:contentPart>
        </mc:Choice>
        <mc:Fallback xmlns="">
          <p:pic>
            <p:nvPicPr>
              <p:cNvPr id="2097162" name="墨迹 11"/>
            </p:nvPicPr>
            <p:blipFill>
              <a:blip r:embed="rId18"/>
            </p:blipFill>
            <p:spPr>
              <a:xfrm>
                <a:off x="4904740" y="5071110"/>
                <a:ext cx="179070" cy="1238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2097163" name="墨迹 12"/>
              <p14:cNvContentPartPr/>
              <p14:nvPr/>
            </p14:nvContentPartPr>
            <p14:xfrm>
              <a:off x="6666865" y="3943350"/>
              <a:ext cx="635" cy="635"/>
            </p14:xfrm>
          </p:contentPart>
        </mc:Choice>
        <mc:Fallback xmlns="">
          <p:pic>
            <p:nvPicPr>
              <p:cNvPr id="2097163" name="墨迹 12"/>
            </p:nvPicPr>
            <p:blipFill>
              <a:blip r:embed="rId10"/>
            </p:blipFill>
            <p:spPr>
              <a:xfrm>
                <a:off x="6666865" y="3943350"/>
                <a:ext cx="635" cy="635"/>
              </a:xfrm>
              <a:prstGeom prst="rect"/>
            </p:spPr>
          </p:pic>
        </mc:Fallback>
      </mc:AlternateContent>
      <p:pic>
        <p:nvPicPr>
          <p:cNvPr id="2097164" name="图片 6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8183880" y="1459865"/>
            <a:ext cx="3790315" cy="440182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2097165" name="墨迹 21"/>
              <p14:cNvContentPartPr/>
              <p14:nvPr/>
            </p14:nvContentPartPr>
            <p14:xfrm>
              <a:off x="9199245" y="3974465"/>
              <a:ext cx="635" cy="635"/>
            </p14:xfrm>
          </p:contentPart>
        </mc:Choice>
        <mc:Fallback xmlns="">
          <p:pic>
            <p:nvPicPr>
              <p:cNvPr id="2097165" name="墨迹 21"/>
            </p:nvPicPr>
            <p:blipFill>
              <a:blip r:embed="rId10"/>
            </p:blipFill>
            <p:spPr>
              <a:xfrm>
                <a:off x="9199245" y="397446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2097166" name="墨迹 23"/>
              <p14:cNvContentPartPr/>
              <p14:nvPr/>
            </p14:nvContentPartPr>
            <p14:xfrm>
              <a:off x="1712595" y="3956050"/>
              <a:ext cx="247015" cy="259080"/>
            </p14:xfrm>
          </p:contentPart>
        </mc:Choice>
        <mc:Fallback xmlns="">
          <p:pic>
            <p:nvPicPr>
              <p:cNvPr id="2097166" name="墨迹 23"/>
            </p:nvPicPr>
            <p:blipFill>
              <a:blip r:embed="rId24"/>
            </p:blipFill>
            <p:spPr>
              <a:xfrm>
                <a:off x="1712595" y="3956050"/>
                <a:ext cx="247015" cy="259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2097167" name="墨迹 24"/>
              <p14:cNvContentPartPr/>
              <p14:nvPr/>
            </p14:nvContentPartPr>
            <p14:xfrm>
              <a:off x="1774190" y="4104005"/>
              <a:ext cx="204470" cy="129540"/>
            </p14:xfrm>
          </p:contentPart>
        </mc:Choice>
        <mc:Fallback xmlns="">
          <p:pic>
            <p:nvPicPr>
              <p:cNvPr id="2097167" name="墨迹 24"/>
            </p:nvPicPr>
            <p:blipFill>
              <a:blip r:embed="rId26"/>
            </p:blipFill>
            <p:spPr>
              <a:xfrm>
                <a:off x="1774190" y="4104005"/>
                <a:ext cx="204470" cy="1295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2097168" name="墨迹 30"/>
              <p14:cNvContentPartPr/>
              <p14:nvPr/>
            </p14:nvContentPartPr>
            <p14:xfrm>
              <a:off x="3376295" y="3999230"/>
              <a:ext cx="247015" cy="222250"/>
            </p14:xfrm>
          </p:contentPart>
        </mc:Choice>
        <mc:Fallback xmlns="">
          <p:pic>
            <p:nvPicPr>
              <p:cNvPr id="2097168" name="墨迹 30"/>
            </p:nvPicPr>
            <p:blipFill>
              <a:blip r:embed="rId28"/>
            </p:blipFill>
            <p:spPr>
              <a:xfrm>
                <a:off x="3376295" y="3999230"/>
                <a:ext cx="247015" cy="222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2097169" name="墨迹 31"/>
              <p14:cNvContentPartPr/>
              <p14:nvPr/>
            </p14:nvContentPartPr>
            <p14:xfrm>
              <a:off x="3376295" y="4122420"/>
              <a:ext cx="148590" cy="123825"/>
            </p14:xfrm>
          </p:contentPart>
        </mc:Choice>
        <mc:Fallback xmlns="">
          <p:pic>
            <p:nvPicPr>
              <p:cNvPr id="2097169" name="墨迹 31"/>
            </p:nvPicPr>
            <p:blipFill>
              <a:blip r:embed="rId30"/>
            </p:blipFill>
            <p:spPr>
              <a:xfrm>
                <a:off x="3376295" y="4122420"/>
                <a:ext cx="148590" cy="12382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5" name="Text Box 56" descr="斜纹布"/>
          <p:cNvSpPr txBox="1">
            <a:spLocks noChangeArrowheads="1"/>
          </p:cNvSpPr>
          <p:nvPr/>
        </p:nvSpPr>
        <p:spPr bwMode="auto">
          <a:xfrm>
            <a:off x="1631315" y="1412875"/>
            <a:ext cx="5682615" cy="143129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3D5C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4800" b="1">
                <a:solidFill>
                  <a:srgbClr val="FFFF00"/>
                </a:solidFill>
                <a:latin typeface="+mn-ea"/>
                <a:ea typeface="+mn-ea"/>
                <a:sym typeface="Symbol" panose="05050102010706020507" pitchFamily="18" charset="2"/>
              </a:rPr>
              <a:t>等效</a:t>
            </a:r>
            <a:endParaRPr kumimoji="1" lang="zh-CN" altLang="en-US" sz="4800" b="1">
              <a:solidFill>
                <a:srgbClr val="FFFF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518" name="Text Box 14"/>
          <p:cNvSpPr txBox="1"/>
          <p:nvPr/>
        </p:nvSpPr>
        <p:spPr>
          <a:xfrm>
            <a:off x="8183563" y="2709545"/>
            <a:ext cx="2303462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defTabSz="914400"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求</a:t>
            </a:r>
            <a:r>
              <a:rPr lang="zh-CN" altLang="en-US" b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r>
              <a:rPr lang="en-US" altLang="zh-CN" b="0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b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b="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b="0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,I</a:t>
            </a:r>
            <a:r>
              <a:rPr lang="en-US" altLang="zh-CN" b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en-US" altLang="zh-CN" b="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b="0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,U</a:t>
            </a:r>
            <a:r>
              <a:rPr lang="en-US" altLang="zh-CN" b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endParaRPr lang="en-US" altLang="zh-CN" b="0" baseline="-25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1584" name="Group 80"/>
          <p:cNvGrpSpPr/>
          <p:nvPr/>
        </p:nvGrpSpPr>
        <p:grpSpPr>
          <a:xfrm>
            <a:off x="998538" y="1613853"/>
            <a:ext cx="6054725" cy="2247900"/>
            <a:chOff x="2064" y="200"/>
            <a:chExt cx="3814" cy="1416"/>
          </a:xfrm>
        </p:grpSpPr>
        <p:sp>
          <p:nvSpPr>
            <p:cNvPr id="26643" name="Oval 81"/>
            <p:cNvSpPr/>
            <p:nvPr/>
          </p:nvSpPr>
          <p:spPr>
            <a:xfrm>
              <a:off x="2562" y="89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defTabSz="914400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1523" name="Text Box 82"/>
            <p:cNvSpPr txBox="1"/>
            <p:nvPr>
              <p:custDataLst>
                <p:tags r:id="rId1"/>
              </p:custDataLst>
            </p:nvPr>
          </p:nvSpPr>
          <p:spPr>
            <a:xfrm>
              <a:off x="2472" y="617"/>
              <a:ext cx="242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1524" name="Text Box 83"/>
            <p:cNvSpPr txBox="1"/>
            <p:nvPr>
              <p:custDataLst>
                <p:tags r:id="rId2"/>
              </p:custDataLst>
            </p:nvPr>
          </p:nvSpPr>
          <p:spPr>
            <a:xfrm>
              <a:off x="2472" y="1116"/>
              <a:ext cx="212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1525" name="Line 84"/>
            <p:cNvSpPr/>
            <p:nvPr>
              <p:custDataLst>
                <p:tags r:id="rId3"/>
              </p:custDataLst>
            </p:nvPr>
          </p:nvSpPr>
          <p:spPr>
            <a:xfrm>
              <a:off x="3424" y="572"/>
              <a:ext cx="0" cy="1044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1526" name="Line 85"/>
            <p:cNvSpPr/>
            <p:nvPr>
              <p:custDataLst>
                <p:tags r:id="rId4"/>
              </p:custDataLst>
            </p:nvPr>
          </p:nvSpPr>
          <p:spPr>
            <a:xfrm>
              <a:off x="4150" y="572"/>
              <a:ext cx="0" cy="1044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1527" name="Line 86"/>
            <p:cNvSpPr/>
            <p:nvPr>
              <p:custDataLst>
                <p:tags r:id="rId5"/>
              </p:custDataLst>
            </p:nvPr>
          </p:nvSpPr>
          <p:spPr>
            <a:xfrm>
              <a:off x="4830" y="572"/>
              <a:ext cx="0" cy="1044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1528" name="Text Box 87"/>
            <p:cNvSpPr txBox="1"/>
            <p:nvPr>
              <p:custDataLst>
                <p:tags r:id="rId6"/>
              </p:custDataLst>
            </p:nvPr>
          </p:nvSpPr>
          <p:spPr>
            <a:xfrm>
              <a:off x="5057" y="935"/>
              <a:ext cx="384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endParaRPr kumimoji="0" lang="en-US" altLang="zh-CN" sz="2800" b="0" i="1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29" name="Text Box 88"/>
            <p:cNvSpPr txBox="1"/>
            <p:nvPr>
              <p:custDataLst>
                <p:tags r:id="rId7"/>
              </p:custDataLst>
            </p:nvPr>
          </p:nvSpPr>
          <p:spPr>
            <a:xfrm>
              <a:off x="4422" y="935"/>
              <a:ext cx="432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endParaRPr kumimoji="0" lang="en-US" altLang="zh-CN" sz="2800" b="0" i="1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30" name="Text Box 89"/>
            <p:cNvSpPr txBox="1"/>
            <p:nvPr>
              <p:custDataLst>
                <p:tags r:id="rId8"/>
              </p:custDataLst>
            </p:nvPr>
          </p:nvSpPr>
          <p:spPr>
            <a:xfrm>
              <a:off x="3742" y="935"/>
              <a:ext cx="384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endParaRPr kumimoji="0" lang="en-US" altLang="zh-CN" sz="2800" b="0" i="1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31" name="Text Box 90"/>
            <p:cNvSpPr txBox="1"/>
            <p:nvPr>
              <p:custDataLst>
                <p:tags r:id="rId9"/>
              </p:custDataLst>
            </p:nvPr>
          </p:nvSpPr>
          <p:spPr>
            <a:xfrm>
              <a:off x="3016" y="935"/>
              <a:ext cx="384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endParaRPr kumimoji="0" lang="en-US" altLang="zh-CN" sz="2800" b="0" i="1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32" name="Text Box 91"/>
            <p:cNvSpPr txBox="1"/>
            <p:nvPr>
              <p:custDataLst>
                <p:tags r:id="rId10"/>
              </p:custDataLst>
            </p:nvPr>
          </p:nvSpPr>
          <p:spPr>
            <a:xfrm>
              <a:off x="3696" y="200"/>
              <a:ext cx="240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33" name="Text Box 92"/>
            <p:cNvSpPr txBox="1"/>
            <p:nvPr>
              <p:custDataLst>
                <p:tags r:id="rId11"/>
              </p:custDataLst>
            </p:nvPr>
          </p:nvSpPr>
          <p:spPr>
            <a:xfrm>
              <a:off x="4422" y="210"/>
              <a:ext cx="192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endParaRPr kumimoji="0" lang="en-US" altLang="zh-CN" sz="2800" b="0" i="1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34" name="Line 93"/>
            <p:cNvSpPr/>
            <p:nvPr>
              <p:custDataLst>
                <p:tags r:id="rId12"/>
              </p:custDataLst>
            </p:nvPr>
          </p:nvSpPr>
          <p:spPr>
            <a:xfrm>
              <a:off x="2880" y="663"/>
              <a:ext cx="336" cy="0"/>
            </a:xfrm>
            <a:prstGeom prst="line">
              <a:avLst/>
            </a:prstGeom>
            <a:ln w="28575" cap="flat" cmpd="sng">
              <a:solidFill>
                <a:schemeClr val="accent5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1535" name="Line 94"/>
            <p:cNvSpPr/>
            <p:nvPr>
              <p:custDataLst>
                <p:tags r:id="rId13"/>
              </p:custDataLst>
            </p:nvPr>
          </p:nvSpPr>
          <p:spPr>
            <a:xfrm>
              <a:off x="3470" y="663"/>
              <a:ext cx="272" cy="0"/>
            </a:xfrm>
            <a:prstGeom prst="line">
              <a:avLst/>
            </a:prstGeom>
            <a:ln w="28575" cap="flat" cmpd="sng">
              <a:solidFill>
                <a:schemeClr val="accent5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1536" name="Line 95"/>
            <p:cNvSpPr/>
            <p:nvPr>
              <p:custDataLst>
                <p:tags r:id="rId14"/>
              </p:custDataLst>
            </p:nvPr>
          </p:nvSpPr>
          <p:spPr>
            <a:xfrm>
              <a:off x="4195" y="663"/>
              <a:ext cx="257" cy="0"/>
            </a:xfrm>
            <a:prstGeom prst="line">
              <a:avLst/>
            </a:prstGeom>
            <a:ln w="28575" cap="flat" cmpd="sng">
              <a:solidFill>
                <a:schemeClr val="accent5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1537" name="Line 96"/>
            <p:cNvSpPr/>
            <p:nvPr>
              <p:custDataLst>
                <p:tags r:id="rId15"/>
              </p:custDataLst>
            </p:nvPr>
          </p:nvSpPr>
          <p:spPr>
            <a:xfrm>
              <a:off x="4876" y="663"/>
              <a:ext cx="0" cy="240"/>
            </a:xfrm>
            <a:prstGeom prst="line">
              <a:avLst/>
            </a:prstGeom>
            <a:ln w="28575" cap="flat" cmpd="sng">
              <a:solidFill>
                <a:schemeClr val="accent5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1538" name="Line 97"/>
            <p:cNvSpPr/>
            <p:nvPr>
              <p:custDataLst>
                <p:tags r:id="rId16"/>
              </p:custDataLst>
            </p:nvPr>
          </p:nvSpPr>
          <p:spPr>
            <a:xfrm flipH="1">
              <a:off x="5012" y="618"/>
              <a:ext cx="288" cy="0"/>
            </a:xfrm>
            <a:prstGeom prst="line">
              <a:avLst/>
            </a:prstGeom>
            <a:ln w="28575" cap="flat" cmpd="sng">
              <a:solidFill>
                <a:schemeClr val="accent5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1539" name="Text Box 98"/>
            <p:cNvSpPr txBox="1"/>
            <p:nvPr>
              <p:custDataLst>
                <p:tags r:id="rId17"/>
              </p:custDataLst>
            </p:nvPr>
          </p:nvSpPr>
          <p:spPr>
            <a:xfrm>
              <a:off x="2880" y="255"/>
              <a:ext cx="288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</a:t>
              </a:r>
              <a:endParaRPr kumimoji="0" lang="en-US" altLang="zh-CN" sz="2800" b="0" i="1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40" name="Text Box 99"/>
            <p:cNvSpPr txBox="1"/>
            <p:nvPr>
              <p:custDataLst>
                <p:tags r:id="rId18"/>
              </p:custDataLst>
            </p:nvPr>
          </p:nvSpPr>
          <p:spPr>
            <a:xfrm>
              <a:off x="3408" y="245"/>
              <a:ext cx="288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  <a:endParaRPr kumimoji="0" lang="en-US" altLang="zh-CN" sz="2800" b="0" i="1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41" name="Text Box 100"/>
            <p:cNvSpPr txBox="1"/>
            <p:nvPr>
              <p:custDataLst>
                <p:tags r:id="rId19"/>
              </p:custDataLst>
            </p:nvPr>
          </p:nvSpPr>
          <p:spPr>
            <a:xfrm>
              <a:off x="4134" y="245"/>
              <a:ext cx="288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3</a:t>
              </a:r>
              <a:endParaRPr kumimoji="0" lang="en-US" altLang="zh-CN" sz="2800" b="0" i="1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42" name="Text Box 101"/>
            <p:cNvSpPr txBox="1"/>
            <p:nvPr>
              <p:custDataLst>
                <p:tags r:id="rId20"/>
              </p:custDataLst>
            </p:nvPr>
          </p:nvSpPr>
          <p:spPr>
            <a:xfrm>
              <a:off x="5012" y="255"/>
              <a:ext cx="288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4</a:t>
              </a:r>
              <a:endParaRPr kumimoji="0" lang="en-US" altLang="zh-CN" sz="2800" b="0" i="1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43" name="Text Box 102"/>
            <p:cNvSpPr txBox="1"/>
            <p:nvPr>
              <p:custDataLst>
                <p:tags r:id="rId21"/>
              </p:custDataLst>
            </p:nvPr>
          </p:nvSpPr>
          <p:spPr>
            <a:xfrm>
              <a:off x="2064" y="935"/>
              <a:ext cx="504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12V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44" name="Text Box 103"/>
            <p:cNvSpPr txBox="1"/>
            <p:nvPr>
              <p:custDataLst>
                <p:tags r:id="rId22"/>
              </p:custDataLst>
            </p:nvPr>
          </p:nvSpPr>
          <p:spPr>
            <a:xfrm>
              <a:off x="5465" y="1116"/>
              <a:ext cx="295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1545" name="Text Box 104"/>
            <p:cNvSpPr txBox="1"/>
            <p:nvPr>
              <p:custDataLst>
                <p:tags r:id="rId23"/>
              </p:custDataLst>
            </p:nvPr>
          </p:nvSpPr>
          <p:spPr>
            <a:xfrm>
              <a:off x="5375" y="934"/>
              <a:ext cx="503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U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4</a:t>
              </a:r>
              <a:endParaRPr kumimoji="0" lang="en-US" altLang="zh-CN" sz="2800" b="0" i="0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grpSp>
          <p:nvGrpSpPr>
            <p:cNvPr id="26667" name="Group 105"/>
            <p:cNvGrpSpPr/>
            <p:nvPr/>
          </p:nvGrpSpPr>
          <p:grpSpPr>
            <a:xfrm>
              <a:off x="4150" y="753"/>
              <a:ext cx="369" cy="653"/>
              <a:chOff x="276" y="2620"/>
              <a:chExt cx="324" cy="556"/>
            </a:xfrm>
          </p:grpSpPr>
          <p:sp>
            <p:nvSpPr>
              <p:cNvPr id="21559" name="Text Box 106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370" y="2620"/>
                <a:ext cx="116" cy="28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800" b="0" i="0" u="none" strike="noStrike" kern="1200" cap="none" spc="0" normalizeH="0" baseline="0" noProof="1" dirty="0">
                    <a:solidFill>
                      <a:schemeClr val="lt1">
                        <a:lumMod val="50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+</a:t>
                </a:r>
                <a:endPara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21560" name="Text Box 107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360" y="2896"/>
                <a:ext cx="144" cy="28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800" b="0" i="0" u="none" strike="noStrike" kern="1200" cap="none" spc="0" normalizeH="0" baseline="0" noProof="1" dirty="0">
                    <a:solidFill>
                      <a:schemeClr val="lt1">
                        <a:lumMod val="50000"/>
                      </a:schemeClr>
                    </a:solidFill>
                    <a:latin typeface="Times New Roman" panose="02020603050405020304" pitchFamily="18" charset="0"/>
                    <a:ea typeface="+mn-ea"/>
                    <a:cs typeface="+mn-cs"/>
                    <a:sym typeface="Symbol" panose="05050102010706020507" pitchFamily="18" charset="2"/>
                  </a:rPr>
                  <a:t>_</a:t>
                </a:r>
                <a:endPara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21561" name="Text Box 108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276" y="2787"/>
                <a:ext cx="324" cy="28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800" b="0" i="1" u="none" strike="noStrike" kern="1200" cap="none" spc="0" normalizeH="0" baseline="0" noProof="1" dirty="0">
                    <a:solidFill>
                      <a:schemeClr val="lt1">
                        <a:lumMod val="50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U</a:t>
                </a:r>
                <a:r>
                  <a:rPr kumimoji="0" lang="en-US" altLang="zh-CN" sz="2800" b="0" i="0" u="none" strike="noStrike" kern="1200" cap="none" spc="0" normalizeH="0" baseline="-25000" noProof="1" dirty="0">
                    <a:solidFill>
                      <a:schemeClr val="lt1">
                        <a:lumMod val="50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2</a:t>
                </a:r>
                <a:endParaRPr kumimoji="0" lang="en-US" altLang="zh-CN" sz="2800" b="0" i="1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26671" name="Group 109"/>
            <p:cNvGrpSpPr/>
            <p:nvPr/>
          </p:nvGrpSpPr>
          <p:grpSpPr>
            <a:xfrm>
              <a:off x="3424" y="754"/>
              <a:ext cx="415" cy="644"/>
              <a:chOff x="276" y="2617"/>
              <a:chExt cx="324" cy="564"/>
            </a:xfrm>
          </p:grpSpPr>
          <p:sp>
            <p:nvSpPr>
              <p:cNvPr id="21556" name="Text Box 110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370" y="2617"/>
                <a:ext cx="116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800" b="0" i="0" u="none" strike="noStrike" kern="1200" cap="none" spc="0" normalizeH="0" baseline="0" noProof="1" dirty="0">
                    <a:solidFill>
                      <a:schemeClr val="lt1">
                        <a:lumMod val="50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+</a:t>
                </a:r>
                <a:endPara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21557" name="Text Box 111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360" y="2893"/>
                <a:ext cx="144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800" b="0" i="0" u="none" strike="noStrike" kern="1200" cap="none" spc="0" normalizeH="0" baseline="0" noProof="1" dirty="0">
                    <a:solidFill>
                      <a:schemeClr val="lt1">
                        <a:lumMod val="50000"/>
                      </a:schemeClr>
                    </a:solidFill>
                    <a:latin typeface="Times New Roman" panose="02020603050405020304" pitchFamily="18" charset="0"/>
                    <a:ea typeface="+mn-ea"/>
                    <a:cs typeface="+mn-cs"/>
                    <a:sym typeface="Symbol" panose="05050102010706020507" pitchFamily="18" charset="2"/>
                  </a:rPr>
                  <a:t>_</a:t>
                </a:r>
                <a:endPara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21558" name="Text Box 112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276" y="2784"/>
                <a:ext cx="324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800" b="0" i="1" u="none" strike="noStrike" kern="1200" cap="none" spc="0" normalizeH="0" baseline="0" noProof="1" dirty="0">
                    <a:solidFill>
                      <a:schemeClr val="lt1">
                        <a:lumMod val="50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U</a:t>
                </a:r>
                <a:r>
                  <a:rPr kumimoji="0" lang="en-US" altLang="zh-CN" sz="2800" b="0" i="0" u="none" strike="noStrike" kern="1200" cap="none" spc="0" normalizeH="0" baseline="-25000" noProof="1" dirty="0">
                    <a:solidFill>
                      <a:schemeClr val="lt1">
                        <a:lumMod val="50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1</a:t>
                </a:r>
                <a:endPara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endParaRPr>
              </a:p>
            </p:txBody>
          </p:sp>
        </p:grpSp>
        <p:sp>
          <p:nvSpPr>
            <p:cNvPr id="21548" name="Text Box 113"/>
            <p:cNvSpPr txBox="1"/>
            <p:nvPr>
              <p:custDataLst>
                <p:tags r:id="rId30"/>
              </p:custDataLst>
            </p:nvPr>
          </p:nvSpPr>
          <p:spPr>
            <a:xfrm>
              <a:off x="5352" y="662"/>
              <a:ext cx="408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49" name="Rectangle 114"/>
            <p:cNvSpPr/>
            <p:nvPr>
              <p:custDataLst>
                <p:tags r:id="rId31"/>
              </p:custDataLst>
            </p:nvPr>
          </p:nvSpPr>
          <p:spPr>
            <a:xfrm>
              <a:off x="2744" y="572"/>
              <a:ext cx="2721" cy="1044"/>
            </a:xfrm>
            <a:prstGeom prst="rect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77" name="Rectangle 115"/>
            <p:cNvSpPr/>
            <p:nvPr/>
          </p:nvSpPr>
          <p:spPr>
            <a:xfrm>
              <a:off x="5384" y="93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78" name="Rectangle 116"/>
            <p:cNvSpPr/>
            <p:nvPr/>
          </p:nvSpPr>
          <p:spPr>
            <a:xfrm>
              <a:off x="4749" y="93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79" name="Rectangle 117"/>
            <p:cNvSpPr/>
            <p:nvPr/>
          </p:nvSpPr>
          <p:spPr>
            <a:xfrm>
              <a:off x="4068" y="93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80" name="Rectangle 118"/>
            <p:cNvSpPr/>
            <p:nvPr/>
          </p:nvSpPr>
          <p:spPr>
            <a:xfrm>
              <a:off x="3343" y="93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81" name="Rectangle 119"/>
            <p:cNvSpPr/>
            <p:nvPr/>
          </p:nvSpPr>
          <p:spPr>
            <a:xfrm>
              <a:off x="4377" y="48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82" name="Rectangle 120"/>
            <p:cNvSpPr/>
            <p:nvPr/>
          </p:nvSpPr>
          <p:spPr>
            <a:xfrm>
              <a:off x="3651" y="48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4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510" name="Text Box 6"/>
          <p:cNvSpPr txBox="1"/>
          <p:nvPr>
            <p:custDataLst>
              <p:tags r:id="rId1"/>
            </p:custDataLst>
          </p:nvPr>
        </p:nvSpPr>
        <p:spPr>
          <a:xfrm>
            <a:off x="1992313" y="2852738"/>
            <a:ext cx="595313" cy="52197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l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解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lt1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1511" name="Text Box 7"/>
          <p:cNvSpPr txBox="1"/>
          <p:nvPr/>
        </p:nvSpPr>
        <p:spPr>
          <a:xfrm>
            <a:off x="2855913" y="2781300"/>
            <a:ext cx="3073400" cy="52197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defTabSz="914400">
              <a:spcBef>
                <a:spcPct val="5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①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用分流方法做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1512" name="Text Box 8"/>
          <p:cNvSpPr txBox="1"/>
          <p:nvPr/>
        </p:nvSpPr>
        <p:spPr>
          <a:xfrm>
            <a:off x="2782888" y="4797425"/>
            <a:ext cx="3024187" cy="52197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defTabSz="914400">
              <a:spcBef>
                <a:spcPct val="5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②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用分压方法做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1513" name="Object 9"/>
          <p:cNvGraphicFramePr>
            <a:graphicFrameLocks noChangeAspect="1"/>
          </p:cNvGraphicFramePr>
          <p:nvPr/>
        </p:nvGraphicFramePr>
        <p:xfrm>
          <a:off x="2927350" y="3284538"/>
          <a:ext cx="6624638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2" imgW="2308860" imgH="245745" progId="Equation.3">
                  <p:embed/>
                </p:oleObj>
              </mc:Choice>
              <mc:Fallback>
                <p:oleObj name="" r:id="rId2" imgW="2308860" imgH="245745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27350" y="3284538"/>
                        <a:ext cx="6624638" cy="7985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4" name="Object 10"/>
          <p:cNvGraphicFramePr>
            <a:graphicFrameLocks noChangeAspect="1"/>
          </p:cNvGraphicFramePr>
          <p:nvPr/>
        </p:nvGraphicFramePr>
        <p:xfrm>
          <a:off x="2782888" y="5300663"/>
          <a:ext cx="360045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4" imgW="1129665" imgH="283210" progId="Equation.3">
                  <p:embed/>
                </p:oleObj>
              </mc:Choice>
              <mc:Fallback>
                <p:oleObj name="" r:id="rId4" imgW="1129665" imgH="28321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82888" y="5300663"/>
                        <a:ext cx="3600450" cy="101282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5" name="Object 11"/>
          <p:cNvGraphicFramePr>
            <a:graphicFrameLocks noChangeAspect="1"/>
          </p:cNvGraphicFramePr>
          <p:nvPr/>
        </p:nvGraphicFramePr>
        <p:xfrm>
          <a:off x="7175500" y="4149725"/>
          <a:ext cx="115252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6" imgW="366395" imgH="245745" progId="Equation.3">
                  <p:embed/>
                </p:oleObj>
              </mc:Choice>
              <mc:Fallback>
                <p:oleObj name="" r:id="rId6" imgW="366395" imgH="245745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175500" y="4149725"/>
                        <a:ext cx="1152525" cy="811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6" name="Object 12"/>
          <p:cNvGraphicFramePr>
            <a:graphicFrameLocks noChangeAspect="1"/>
          </p:cNvGraphicFramePr>
          <p:nvPr/>
        </p:nvGraphicFramePr>
        <p:xfrm>
          <a:off x="2855913" y="4221163"/>
          <a:ext cx="3252787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8" imgW="1061720" imgH="139700" progId="Equation.3">
                  <p:embed/>
                </p:oleObj>
              </mc:Choice>
              <mc:Fallback>
                <p:oleObj name="" r:id="rId8" imgW="1061720" imgH="1397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55913" y="4221163"/>
                        <a:ext cx="3252787" cy="557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7" name="Object 13"/>
          <p:cNvGraphicFramePr>
            <a:graphicFrameLocks noChangeAspect="1"/>
          </p:cNvGraphicFramePr>
          <p:nvPr/>
        </p:nvGraphicFramePr>
        <p:xfrm>
          <a:off x="7104063" y="5300663"/>
          <a:ext cx="1800225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0" imgW="517525" imgH="245745" progId="Equation.3">
                  <p:embed/>
                </p:oleObj>
              </mc:Choice>
              <mc:Fallback>
                <p:oleObj name="" r:id="rId10" imgW="517525" imgH="245745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104063" y="5300663"/>
                        <a:ext cx="1800225" cy="928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8" name="Text Box 14"/>
          <p:cNvSpPr txBox="1"/>
          <p:nvPr/>
        </p:nvSpPr>
        <p:spPr>
          <a:xfrm>
            <a:off x="8040688" y="692150"/>
            <a:ext cx="2303462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defTabSz="914400"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求</a:t>
            </a:r>
            <a:r>
              <a:rPr lang="zh-CN" altLang="en-US" b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r>
              <a:rPr lang="en-US" altLang="zh-CN" b="0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b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b="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b="0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,I</a:t>
            </a:r>
            <a:r>
              <a:rPr lang="en-US" altLang="zh-CN" b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en-US" altLang="zh-CN" b="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b="0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,U</a:t>
            </a:r>
            <a:r>
              <a:rPr lang="en-US" altLang="zh-CN" b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endParaRPr lang="en-US" altLang="zh-CN" b="0" baseline="-25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1584" name="Group 80"/>
          <p:cNvGrpSpPr/>
          <p:nvPr/>
        </p:nvGrpSpPr>
        <p:grpSpPr>
          <a:xfrm>
            <a:off x="2351088" y="404813"/>
            <a:ext cx="6054725" cy="2247900"/>
            <a:chOff x="2064" y="200"/>
            <a:chExt cx="3814" cy="1416"/>
          </a:xfrm>
        </p:grpSpPr>
        <p:sp>
          <p:nvSpPr>
            <p:cNvPr id="26643" name="Oval 81"/>
            <p:cNvSpPr/>
            <p:nvPr/>
          </p:nvSpPr>
          <p:spPr>
            <a:xfrm>
              <a:off x="2562" y="89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defTabSz="914400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1523" name="Text Box 82"/>
            <p:cNvSpPr txBox="1"/>
            <p:nvPr>
              <p:custDataLst>
                <p:tags r:id="rId12"/>
              </p:custDataLst>
            </p:nvPr>
          </p:nvSpPr>
          <p:spPr>
            <a:xfrm>
              <a:off x="2472" y="617"/>
              <a:ext cx="242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1524" name="Text Box 83"/>
            <p:cNvSpPr txBox="1"/>
            <p:nvPr>
              <p:custDataLst>
                <p:tags r:id="rId13"/>
              </p:custDataLst>
            </p:nvPr>
          </p:nvSpPr>
          <p:spPr>
            <a:xfrm>
              <a:off x="2472" y="1116"/>
              <a:ext cx="212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1525" name="Line 84"/>
            <p:cNvSpPr/>
            <p:nvPr>
              <p:custDataLst>
                <p:tags r:id="rId14"/>
              </p:custDataLst>
            </p:nvPr>
          </p:nvSpPr>
          <p:spPr>
            <a:xfrm>
              <a:off x="3424" y="572"/>
              <a:ext cx="0" cy="1044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1526" name="Line 85"/>
            <p:cNvSpPr/>
            <p:nvPr>
              <p:custDataLst>
                <p:tags r:id="rId15"/>
              </p:custDataLst>
            </p:nvPr>
          </p:nvSpPr>
          <p:spPr>
            <a:xfrm>
              <a:off x="4150" y="572"/>
              <a:ext cx="0" cy="1044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1527" name="Line 86"/>
            <p:cNvSpPr/>
            <p:nvPr>
              <p:custDataLst>
                <p:tags r:id="rId16"/>
              </p:custDataLst>
            </p:nvPr>
          </p:nvSpPr>
          <p:spPr>
            <a:xfrm>
              <a:off x="4830" y="572"/>
              <a:ext cx="0" cy="1044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1528" name="Text Box 87"/>
            <p:cNvSpPr txBox="1"/>
            <p:nvPr>
              <p:custDataLst>
                <p:tags r:id="rId17"/>
              </p:custDataLst>
            </p:nvPr>
          </p:nvSpPr>
          <p:spPr>
            <a:xfrm>
              <a:off x="5057" y="935"/>
              <a:ext cx="384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endParaRPr kumimoji="0" lang="en-US" altLang="zh-CN" sz="2800" b="0" i="1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29" name="Text Box 88"/>
            <p:cNvSpPr txBox="1"/>
            <p:nvPr>
              <p:custDataLst>
                <p:tags r:id="rId18"/>
              </p:custDataLst>
            </p:nvPr>
          </p:nvSpPr>
          <p:spPr>
            <a:xfrm>
              <a:off x="4422" y="935"/>
              <a:ext cx="432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endParaRPr kumimoji="0" lang="en-US" altLang="zh-CN" sz="2800" b="0" i="1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30" name="Text Box 89"/>
            <p:cNvSpPr txBox="1"/>
            <p:nvPr>
              <p:custDataLst>
                <p:tags r:id="rId19"/>
              </p:custDataLst>
            </p:nvPr>
          </p:nvSpPr>
          <p:spPr>
            <a:xfrm>
              <a:off x="3742" y="935"/>
              <a:ext cx="384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endParaRPr kumimoji="0" lang="en-US" altLang="zh-CN" sz="2800" b="0" i="1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31" name="Text Box 90"/>
            <p:cNvSpPr txBox="1"/>
            <p:nvPr>
              <p:custDataLst>
                <p:tags r:id="rId20"/>
              </p:custDataLst>
            </p:nvPr>
          </p:nvSpPr>
          <p:spPr>
            <a:xfrm>
              <a:off x="3016" y="935"/>
              <a:ext cx="384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endParaRPr kumimoji="0" lang="en-US" altLang="zh-CN" sz="2800" b="0" i="1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32" name="Text Box 91"/>
            <p:cNvSpPr txBox="1"/>
            <p:nvPr>
              <p:custDataLst>
                <p:tags r:id="rId21"/>
              </p:custDataLst>
            </p:nvPr>
          </p:nvSpPr>
          <p:spPr>
            <a:xfrm>
              <a:off x="3696" y="200"/>
              <a:ext cx="240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33" name="Text Box 92"/>
            <p:cNvSpPr txBox="1"/>
            <p:nvPr>
              <p:custDataLst>
                <p:tags r:id="rId22"/>
              </p:custDataLst>
            </p:nvPr>
          </p:nvSpPr>
          <p:spPr>
            <a:xfrm>
              <a:off x="4422" y="210"/>
              <a:ext cx="192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endParaRPr kumimoji="0" lang="en-US" altLang="zh-CN" sz="2800" b="0" i="1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34" name="Line 93"/>
            <p:cNvSpPr/>
            <p:nvPr>
              <p:custDataLst>
                <p:tags r:id="rId23"/>
              </p:custDataLst>
            </p:nvPr>
          </p:nvSpPr>
          <p:spPr>
            <a:xfrm>
              <a:off x="2880" y="663"/>
              <a:ext cx="336" cy="0"/>
            </a:xfrm>
            <a:prstGeom prst="line">
              <a:avLst/>
            </a:prstGeom>
            <a:ln w="28575" cap="flat" cmpd="sng">
              <a:solidFill>
                <a:schemeClr val="accent5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1535" name="Line 94"/>
            <p:cNvSpPr/>
            <p:nvPr>
              <p:custDataLst>
                <p:tags r:id="rId24"/>
              </p:custDataLst>
            </p:nvPr>
          </p:nvSpPr>
          <p:spPr>
            <a:xfrm>
              <a:off x="3470" y="663"/>
              <a:ext cx="272" cy="0"/>
            </a:xfrm>
            <a:prstGeom prst="line">
              <a:avLst/>
            </a:prstGeom>
            <a:ln w="28575" cap="flat" cmpd="sng">
              <a:solidFill>
                <a:schemeClr val="accent5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1536" name="Line 95"/>
            <p:cNvSpPr/>
            <p:nvPr>
              <p:custDataLst>
                <p:tags r:id="rId25"/>
              </p:custDataLst>
            </p:nvPr>
          </p:nvSpPr>
          <p:spPr>
            <a:xfrm>
              <a:off x="4195" y="663"/>
              <a:ext cx="257" cy="0"/>
            </a:xfrm>
            <a:prstGeom prst="line">
              <a:avLst/>
            </a:prstGeom>
            <a:ln w="28575" cap="flat" cmpd="sng">
              <a:solidFill>
                <a:schemeClr val="accent5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1537" name="Line 96"/>
            <p:cNvSpPr/>
            <p:nvPr>
              <p:custDataLst>
                <p:tags r:id="rId26"/>
              </p:custDataLst>
            </p:nvPr>
          </p:nvSpPr>
          <p:spPr>
            <a:xfrm>
              <a:off x="4876" y="663"/>
              <a:ext cx="0" cy="240"/>
            </a:xfrm>
            <a:prstGeom prst="line">
              <a:avLst/>
            </a:prstGeom>
            <a:ln w="28575" cap="flat" cmpd="sng">
              <a:solidFill>
                <a:schemeClr val="accent5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1538" name="Line 97"/>
            <p:cNvSpPr/>
            <p:nvPr>
              <p:custDataLst>
                <p:tags r:id="rId27"/>
              </p:custDataLst>
            </p:nvPr>
          </p:nvSpPr>
          <p:spPr>
            <a:xfrm flipH="1">
              <a:off x="5012" y="618"/>
              <a:ext cx="288" cy="0"/>
            </a:xfrm>
            <a:prstGeom prst="line">
              <a:avLst/>
            </a:prstGeom>
            <a:ln w="28575" cap="flat" cmpd="sng">
              <a:solidFill>
                <a:schemeClr val="accent5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1539" name="Text Box 98"/>
            <p:cNvSpPr txBox="1"/>
            <p:nvPr>
              <p:custDataLst>
                <p:tags r:id="rId28"/>
              </p:custDataLst>
            </p:nvPr>
          </p:nvSpPr>
          <p:spPr>
            <a:xfrm>
              <a:off x="2880" y="255"/>
              <a:ext cx="288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</a:t>
              </a:r>
              <a:endParaRPr kumimoji="0" lang="en-US" altLang="zh-CN" sz="2800" b="0" i="1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40" name="Text Box 99"/>
            <p:cNvSpPr txBox="1"/>
            <p:nvPr>
              <p:custDataLst>
                <p:tags r:id="rId29"/>
              </p:custDataLst>
            </p:nvPr>
          </p:nvSpPr>
          <p:spPr>
            <a:xfrm>
              <a:off x="3408" y="245"/>
              <a:ext cx="288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  <a:endParaRPr kumimoji="0" lang="en-US" altLang="zh-CN" sz="2800" b="0" i="1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41" name="Text Box 100"/>
            <p:cNvSpPr txBox="1"/>
            <p:nvPr>
              <p:custDataLst>
                <p:tags r:id="rId30"/>
              </p:custDataLst>
            </p:nvPr>
          </p:nvSpPr>
          <p:spPr>
            <a:xfrm>
              <a:off x="4134" y="245"/>
              <a:ext cx="288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3</a:t>
              </a:r>
              <a:endParaRPr kumimoji="0" lang="en-US" altLang="zh-CN" sz="2800" b="0" i="1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42" name="Text Box 101"/>
            <p:cNvSpPr txBox="1"/>
            <p:nvPr>
              <p:custDataLst>
                <p:tags r:id="rId31"/>
              </p:custDataLst>
            </p:nvPr>
          </p:nvSpPr>
          <p:spPr>
            <a:xfrm>
              <a:off x="5012" y="255"/>
              <a:ext cx="288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4</a:t>
              </a:r>
              <a:endParaRPr kumimoji="0" lang="en-US" altLang="zh-CN" sz="2800" b="0" i="1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43" name="Text Box 102"/>
            <p:cNvSpPr txBox="1"/>
            <p:nvPr>
              <p:custDataLst>
                <p:tags r:id="rId32"/>
              </p:custDataLst>
            </p:nvPr>
          </p:nvSpPr>
          <p:spPr>
            <a:xfrm>
              <a:off x="2064" y="935"/>
              <a:ext cx="504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12V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44" name="Text Box 103"/>
            <p:cNvSpPr txBox="1"/>
            <p:nvPr>
              <p:custDataLst>
                <p:tags r:id="rId33"/>
              </p:custDataLst>
            </p:nvPr>
          </p:nvSpPr>
          <p:spPr>
            <a:xfrm>
              <a:off x="5465" y="1116"/>
              <a:ext cx="295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1545" name="Text Box 104"/>
            <p:cNvSpPr txBox="1"/>
            <p:nvPr>
              <p:custDataLst>
                <p:tags r:id="rId34"/>
              </p:custDataLst>
            </p:nvPr>
          </p:nvSpPr>
          <p:spPr>
            <a:xfrm>
              <a:off x="5375" y="934"/>
              <a:ext cx="503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U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4</a:t>
              </a:r>
              <a:endParaRPr kumimoji="0" lang="en-US" altLang="zh-CN" sz="2800" b="0" i="0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grpSp>
          <p:nvGrpSpPr>
            <p:cNvPr id="26667" name="Group 105"/>
            <p:cNvGrpSpPr/>
            <p:nvPr/>
          </p:nvGrpSpPr>
          <p:grpSpPr>
            <a:xfrm>
              <a:off x="4150" y="753"/>
              <a:ext cx="369" cy="653"/>
              <a:chOff x="276" y="2620"/>
              <a:chExt cx="324" cy="556"/>
            </a:xfrm>
          </p:grpSpPr>
          <p:sp>
            <p:nvSpPr>
              <p:cNvPr id="21559" name="Text Box 106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370" y="2620"/>
                <a:ext cx="116" cy="28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800" b="0" i="0" u="none" strike="noStrike" kern="1200" cap="none" spc="0" normalizeH="0" baseline="0" noProof="1" dirty="0">
                    <a:solidFill>
                      <a:schemeClr val="lt1">
                        <a:lumMod val="50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+</a:t>
                </a:r>
                <a:endPara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21560" name="Text Box 107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360" y="2896"/>
                <a:ext cx="144" cy="28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800" b="0" i="0" u="none" strike="noStrike" kern="1200" cap="none" spc="0" normalizeH="0" baseline="0" noProof="1" dirty="0">
                    <a:solidFill>
                      <a:schemeClr val="lt1">
                        <a:lumMod val="50000"/>
                      </a:schemeClr>
                    </a:solidFill>
                    <a:latin typeface="Times New Roman" panose="02020603050405020304" pitchFamily="18" charset="0"/>
                    <a:ea typeface="+mn-ea"/>
                    <a:cs typeface="+mn-cs"/>
                    <a:sym typeface="Symbol" panose="05050102010706020507" pitchFamily="18" charset="2"/>
                  </a:rPr>
                  <a:t>_</a:t>
                </a:r>
                <a:endPara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21561" name="Text Box 108"/>
              <p:cNvSpPr txBox="1"/>
              <p:nvPr>
                <p:custDataLst>
                  <p:tags r:id="rId37"/>
                </p:custDataLst>
              </p:nvPr>
            </p:nvSpPr>
            <p:spPr>
              <a:xfrm>
                <a:off x="276" y="2787"/>
                <a:ext cx="324" cy="28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800" b="0" i="1" u="none" strike="noStrike" kern="1200" cap="none" spc="0" normalizeH="0" baseline="0" noProof="1" dirty="0">
                    <a:solidFill>
                      <a:schemeClr val="lt1">
                        <a:lumMod val="50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U</a:t>
                </a:r>
                <a:r>
                  <a:rPr kumimoji="0" lang="en-US" altLang="zh-CN" sz="2800" b="0" i="0" u="none" strike="noStrike" kern="1200" cap="none" spc="0" normalizeH="0" baseline="-25000" noProof="1" dirty="0">
                    <a:solidFill>
                      <a:schemeClr val="lt1">
                        <a:lumMod val="50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2</a:t>
                </a:r>
                <a:endParaRPr kumimoji="0" lang="en-US" altLang="zh-CN" sz="2800" b="0" i="1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26671" name="Group 109"/>
            <p:cNvGrpSpPr/>
            <p:nvPr/>
          </p:nvGrpSpPr>
          <p:grpSpPr>
            <a:xfrm>
              <a:off x="3424" y="754"/>
              <a:ext cx="415" cy="644"/>
              <a:chOff x="276" y="2617"/>
              <a:chExt cx="324" cy="564"/>
            </a:xfrm>
          </p:grpSpPr>
          <p:sp>
            <p:nvSpPr>
              <p:cNvPr id="21556" name="Text Box 110"/>
              <p:cNvSpPr txBox="1"/>
              <p:nvPr>
                <p:custDataLst>
                  <p:tags r:id="rId38"/>
                </p:custDataLst>
              </p:nvPr>
            </p:nvSpPr>
            <p:spPr>
              <a:xfrm>
                <a:off x="370" y="2617"/>
                <a:ext cx="116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800" b="0" i="0" u="none" strike="noStrike" kern="1200" cap="none" spc="0" normalizeH="0" baseline="0" noProof="1" dirty="0">
                    <a:solidFill>
                      <a:schemeClr val="lt1">
                        <a:lumMod val="50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+</a:t>
                </a:r>
                <a:endPara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21557" name="Text Box 111"/>
              <p:cNvSpPr txBox="1"/>
              <p:nvPr>
                <p:custDataLst>
                  <p:tags r:id="rId39"/>
                </p:custDataLst>
              </p:nvPr>
            </p:nvSpPr>
            <p:spPr>
              <a:xfrm>
                <a:off x="360" y="2893"/>
                <a:ext cx="144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800" b="0" i="0" u="none" strike="noStrike" kern="1200" cap="none" spc="0" normalizeH="0" baseline="0" noProof="1" dirty="0">
                    <a:solidFill>
                      <a:schemeClr val="lt1">
                        <a:lumMod val="50000"/>
                      </a:schemeClr>
                    </a:solidFill>
                    <a:latin typeface="Times New Roman" panose="02020603050405020304" pitchFamily="18" charset="0"/>
                    <a:ea typeface="+mn-ea"/>
                    <a:cs typeface="+mn-cs"/>
                    <a:sym typeface="Symbol" panose="05050102010706020507" pitchFamily="18" charset="2"/>
                  </a:rPr>
                  <a:t>_</a:t>
                </a:r>
                <a:endPara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21558" name="Text Box 112"/>
              <p:cNvSpPr txBox="1"/>
              <p:nvPr>
                <p:custDataLst>
                  <p:tags r:id="rId40"/>
                </p:custDataLst>
              </p:nvPr>
            </p:nvSpPr>
            <p:spPr>
              <a:xfrm>
                <a:off x="276" y="2784"/>
                <a:ext cx="324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800" b="0" i="1" u="none" strike="noStrike" kern="1200" cap="none" spc="0" normalizeH="0" baseline="0" noProof="1" dirty="0">
                    <a:solidFill>
                      <a:schemeClr val="lt1">
                        <a:lumMod val="50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U</a:t>
                </a:r>
                <a:r>
                  <a:rPr kumimoji="0" lang="en-US" altLang="zh-CN" sz="2800" b="0" i="0" u="none" strike="noStrike" kern="1200" cap="none" spc="0" normalizeH="0" baseline="-25000" noProof="1" dirty="0">
                    <a:solidFill>
                      <a:schemeClr val="lt1">
                        <a:lumMod val="50000"/>
                      </a:schemeClr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1</a:t>
                </a:r>
                <a:endPara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endParaRPr>
              </a:p>
            </p:txBody>
          </p:sp>
        </p:grpSp>
        <p:sp>
          <p:nvSpPr>
            <p:cNvPr id="21548" name="Text Box 113"/>
            <p:cNvSpPr txBox="1"/>
            <p:nvPr>
              <p:custDataLst>
                <p:tags r:id="rId41"/>
              </p:custDataLst>
            </p:nvPr>
          </p:nvSpPr>
          <p:spPr>
            <a:xfrm>
              <a:off x="5352" y="662"/>
              <a:ext cx="408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549" name="Rectangle 114"/>
            <p:cNvSpPr/>
            <p:nvPr>
              <p:custDataLst>
                <p:tags r:id="rId42"/>
              </p:custDataLst>
            </p:nvPr>
          </p:nvSpPr>
          <p:spPr>
            <a:xfrm>
              <a:off x="2744" y="572"/>
              <a:ext cx="2721" cy="1044"/>
            </a:xfrm>
            <a:prstGeom prst="rect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77" name="Rectangle 115"/>
            <p:cNvSpPr/>
            <p:nvPr/>
          </p:nvSpPr>
          <p:spPr>
            <a:xfrm>
              <a:off x="5384" y="93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78" name="Rectangle 116"/>
            <p:cNvSpPr/>
            <p:nvPr/>
          </p:nvSpPr>
          <p:spPr>
            <a:xfrm>
              <a:off x="4749" y="93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79" name="Rectangle 117"/>
            <p:cNvSpPr/>
            <p:nvPr/>
          </p:nvSpPr>
          <p:spPr>
            <a:xfrm>
              <a:off x="4068" y="93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80" name="Rectangle 118"/>
            <p:cNvSpPr/>
            <p:nvPr/>
          </p:nvSpPr>
          <p:spPr>
            <a:xfrm>
              <a:off x="3343" y="93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81" name="Rectangle 119"/>
            <p:cNvSpPr/>
            <p:nvPr/>
          </p:nvSpPr>
          <p:spPr>
            <a:xfrm>
              <a:off x="4377" y="48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6682" name="Rectangle 120"/>
            <p:cNvSpPr/>
            <p:nvPr/>
          </p:nvSpPr>
          <p:spPr>
            <a:xfrm>
              <a:off x="3651" y="48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0" grpId="0" bldLvl="0" animBg="1"/>
      <p:bldP spid="21511" grpId="0"/>
      <p:bldP spid="21512" grpId="0"/>
      <p:bldP spid="215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98" name="Text Box 66"/>
          <p:cNvSpPr txBox="1"/>
          <p:nvPr/>
        </p:nvSpPr>
        <p:spPr>
          <a:xfrm>
            <a:off x="1991043" y="1484313"/>
            <a:ext cx="1512887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defTabSz="914400"/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求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en-US" altLang="zh-CN" b="0" i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b="0" baseline="-250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ab</a:t>
            </a:r>
            <a:endParaRPr lang="en-US" altLang="zh-CN" b="0" baseline="-25000" dirty="0">
              <a:solidFill>
                <a:schemeClr val="accent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18602" name="Group 170"/>
          <p:cNvGrpSpPr/>
          <p:nvPr/>
        </p:nvGrpSpPr>
        <p:grpSpPr>
          <a:xfrm>
            <a:off x="3935730" y="1340168"/>
            <a:ext cx="3382963" cy="3168650"/>
            <a:chOff x="839" y="1706"/>
            <a:chExt cx="2131" cy="1996"/>
          </a:xfrm>
        </p:grpSpPr>
        <p:sp>
          <p:nvSpPr>
            <p:cNvPr id="24657" name="Oval 171"/>
            <p:cNvSpPr/>
            <p:nvPr>
              <p:custDataLst>
                <p:tags r:id="rId1"/>
              </p:custDataLst>
            </p:nvPr>
          </p:nvSpPr>
          <p:spPr>
            <a:xfrm>
              <a:off x="1655" y="2024"/>
              <a:ext cx="90" cy="91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4658" name="Oval 172"/>
            <p:cNvSpPr/>
            <p:nvPr>
              <p:custDataLst>
                <p:tags r:id="rId2"/>
              </p:custDataLst>
            </p:nvPr>
          </p:nvSpPr>
          <p:spPr>
            <a:xfrm>
              <a:off x="1655" y="2205"/>
              <a:ext cx="90" cy="91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4659" name="Text Box 173"/>
            <p:cNvSpPr txBox="1"/>
            <p:nvPr>
              <p:custDataLst>
                <p:tags r:id="rId3"/>
              </p:custDataLst>
            </p:nvPr>
          </p:nvSpPr>
          <p:spPr>
            <a:xfrm>
              <a:off x="1066" y="2523"/>
              <a:ext cx="54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15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4660" name="Text Box 174"/>
            <p:cNvSpPr txBox="1"/>
            <p:nvPr>
              <p:custDataLst>
                <p:tags r:id="rId4"/>
              </p:custDataLst>
            </p:nvPr>
          </p:nvSpPr>
          <p:spPr>
            <a:xfrm>
              <a:off x="2154" y="1842"/>
              <a:ext cx="81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20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4661" name="Text Box 175"/>
            <p:cNvSpPr txBox="1"/>
            <p:nvPr>
              <p:custDataLst>
                <p:tags r:id="rId5"/>
              </p:custDataLst>
            </p:nvPr>
          </p:nvSpPr>
          <p:spPr>
            <a:xfrm>
              <a:off x="1701" y="2115"/>
              <a:ext cx="22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b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4662" name="Text Box 176"/>
            <p:cNvSpPr txBox="1"/>
            <p:nvPr>
              <p:custDataLst>
                <p:tags r:id="rId6"/>
              </p:custDataLst>
            </p:nvPr>
          </p:nvSpPr>
          <p:spPr>
            <a:xfrm>
              <a:off x="1701" y="1888"/>
              <a:ext cx="22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a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4663" name="Text Box 177"/>
            <p:cNvSpPr txBox="1"/>
            <p:nvPr>
              <p:custDataLst>
                <p:tags r:id="rId7"/>
              </p:custDataLst>
            </p:nvPr>
          </p:nvSpPr>
          <p:spPr>
            <a:xfrm>
              <a:off x="930" y="1752"/>
              <a:ext cx="56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5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4664" name="Rectangle 178"/>
            <p:cNvSpPr/>
            <p:nvPr>
              <p:custDataLst>
                <p:tags r:id="rId8"/>
              </p:custDataLst>
            </p:nvPr>
          </p:nvSpPr>
          <p:spPr>
            <a:xfrm rot="2739846">
              <a:off x="1088" y="1948"/>
              <a:ext cx="1225" cy="1202"/>
            </a:xfrm>
            <a:prstGeom prst="rect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4665" name="Line 179"/>
            <p:cNvSpPr/>
            <p:nvPr>
              <p:custDataLst>
                <p:tags r:id="rId9"/>
              </p:custDataLst>
            </p:nvPr>
          </p:nvSpPr>
          <p:spPr>
            <a:xfrm>
              <a:off x="1701" y="1706"/>
              <a:ext cx="0" cy="345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4666" name="Line 180"/>
            <p:cNvSpPr/>
            <p:nvPr>
              <p:custDataLst>
                <p:tags r:id="rId10"/>
              </p:custDataLst>
            </p:nvPr>
          </p:nvSpPr>
          <p:spPr>
            <a:xfrm>
              <a:off x="1701" y="2296"/>
              <a:ext cx="0" cy="1089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24667" name="Line 181"/>
            <p:cNvSpPr/>
            <p:nvPr>
              <p:custDataLst>
                <p:tags r:id="rId11"/>
              </p:custDataLst>
            </p:nvPr>
          </p:nvSpPr>
          <p:spPr>
            <a:xfrm>
              <a:off x="839" y="2523"/>
              <a:ext cx="862" cy="0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4668" name="Line 182"/>
            <p:cNvSpPr/>
            <p:nvPr>
              <p:custDataLst>
                <p:tags r:id="rId12"/>
              </p:custDataLst>
            </p:nvPr>
          </p:nvSpPr>
          <p:spPr>
            <a:xfrm>
              <a:off x="839" y="2523"/>
              <a:ext cx="0" cy="1179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69" name="Line 183"/>
            <p:cNvSpPr/>
            <p:nvPr>
              <p:custDataLst>
                <p:tags r:id="rId13"/>
              </p:custDataLst>
            </p:nvPr>
          </p:nvSpPr>
          <p:spPr>
            <a:xfrm>
              <a:off x="839" y="3702"/>
              <a:ext cx="1723" cy="0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70" name="Line 184"/>
            <p:cNvSpPr/>
            <p:nvPr>
              <p:custDataLst>
                <p:tags r:id="rId14"/>
              </p:custDataLst>
            </p:nvPr>
          </p:nvSpPr>
          <p:spPr>
            <a:xfrm>
              <a:off x="2562" y="2568"/>
              <a:ext cx="0" cy="1134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4671" name="Text Box 185"/>
            <p:cNvSpPr txBox="1"/>
            <p:nvPr>
              <p:custDataLst>
                <p:tags r:id="rId15"/>
              </p:custDataLst>
            </p:nvPr>
          </p:nvSpPr>
          <p:spPr>
            <a:xfrm>
              <a:off x="884" y="3022"/>
              <a:ext cx="45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6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4672" name="Text Box 186"/>
            <p:cNvSpPr txBox="1"/>
            <p:nvPr>
              <p:custDataLst>
                <p:tags r:id="rId16"/>
              </p:custDataLst>
            </p:nvPr>
          </p:nvSpPr>
          <p:spPr>
            <a:xfrm>
              <a:off x="2109" y="2976"/>
              <a:ext cx="40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6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4673" name="Text Box 187"/>
            <p:cNvSpPr txBox="1"/>
            <p:nvPr>
              <p:custDataLst>
                <p:tags r:id="rId17"/>
              </p:custDataLst>
            </p:nvPr>
          </p:nvSpPr>
          <p:spPr>
            <a:xfrm>
              <a:off x="1701" y="2659"/>
              <a:ext cx="54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7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9728" name="Rectangle 188"/>
            <p:cNvSpPr/>
            <p:nvPr/>
          </p:nvSpPr>
          <p:spPr>
            <a:xfrm rot="2535971">
              <a:off x="1066" y="288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29" name="Rectangle 189"/>
            <p:cNvSpPr/>
            <p:nvPr/>
          </p:nvSpPr>
          <p:spPr>
            <a:xfrm rot="-2472402">
              <a:off x="1156" y="202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30" name="Rectangle 190"/>
            <p:cNvSpPr/>
            <p:nvPr/>
          </p:nvSpPr>
          <p:spPr>
            <a:xfrm rot="-2292636">
              <a:off x="2018" y="288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31" name="Rectangle 191"/>
            <p:cNvSpPr/>
            <p:nvPr/>
          </p:nvSpPr>
          <p:spPr>
            <a:xfrm rot="2535971">
              <a:off x="2018" y="211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32" name="Rectangle 192"/>
            <p:cNvSpPr/>
            <p:nvPr/>
          </p:nvSpPr>
          <p:spPr>
            <a:xfrm>
              <a:off x="1619" y="27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33" name="Rectangle 193"/>
            <p:cNvSpPr/>
            <p:nvPr/>
          </p:nvSpPr>
          <p:spPr>
            <a:xfrm>
              <a:off x="1156" y="243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5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9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Text Box 2"/>
          <p:cNvSpPr txBox="1"/>
          <p:nvPr>
            <p:custDataLst>
              <p:tags r:id="rId1"/>
            </p:custDataLst>
          </p:nvPr>
        </p:nvSpPr>
        <p:spPr>
          <a:xfrm>
            <a:off x="1992313" y="549275"/>
            <a:ext cx="935038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例</a:t>
            </a:r>
            <a:r>
              <a:rPr kumimoji="0" lang="en-US" altLang="zh-CN" sz="32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5</a:t>
            </a:r>
            <a:endParaRPr kumimoji="0" lang="en-US" altLang="zh-CN" sz="3200" b="0" i="0" u="none" strike="noStrike" kern="1200" cap="none" spc="0" normalizeH="0" baseline="0" noProof="1" dirty="0">
              <a:solidFill>
                <a:schemeClr val="lt1">
                  <a:lumMod val="5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8498" name="Text Box 66"/>
          <p:cNvSpPr txBox="1"/>
          <p:nvPr/>
        </p:nvSpPr>
        <p:spPr>
          <a:xfrm>
            <a:off x="2855913" y="620713"/>
            <a:ext cx="1512887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defTabSz="914400"/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求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en-US" altLang="zh-CN" b="0" i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b="0" baseline="-250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ab</a:t>
            </a:r>
            <a:endParaRPr lang="en-US" altLang="zh-CN" b="0" baseline="-25000" dirty="0">
              <a:solidFill>
                <a:schemeClr val="accent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8499" name="AutoShape 67"/>
          <p:cNvSpPr/>
          <p:nvPr>
            <p:custDataLst>
              <p:tags r:id="rId2"/>
            </p:custDataLst>
          </p:nvPr>
        </p:nvSpPr>
        <p:spPr>
          <a:xfrm>
            <a:off x="5232400" y="2852738"/>
            <a:ext cx="1727200" cy="215900"/>
          </a:xfrm>
          <a:prstGeom prst="rightArrow">
            <a:avLst>
              <a:gd name="adj1" fmla="val 50000"/>
              <a:gd name="adj2" fmla="val 20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defTabSz="914400"/>
            <a:endParaRPr lang="en-US" altLang="zh-CN" b="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8587" name="AutoShape 155"/>
          <p:cNvSpPr/>
          <p:nvPr>
            <p:custDataLst>
              <p:tags r:id="rId3"/>
            </p:custDataLst>
          </p:nvPr>
        </p:nvSpPr>
        <p:spPr>
          <a:xfrm rot="10800000">
            <a:off x="6527800" y="4365625"/>
            <a:ext cx="865188" cy="215900"/>
          </a:xfrm>
          <a:prstGeom prst="rightArrow">
            <a:avLst>
              <a:gd name="adj1" fmla="val 50000"/>
              <a:gd name="adj2" fmla="val 100165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defTabSz="914400"/>
            <a:endParaRPr lang="en-US" altLang="zh-CN" b="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8588" name="Text Box 156"/>
          <p:cNvSpPr txBox="1"/>
          <p:nvPr>
            <p:custDataLst>
              <p:tags r:id="rId4"/>
            </p:custDataLst>
          </p:nvPr>
        </p:nvSpPr>
        <p:spPr>
          <a:xfrm>
            <a:off x="2279650" y="4941888"/>
            <a:ext cx="2016125" cy="583565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3200" b="0" i="1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R</a:t>
            </a:r>
            <a:r>
              <a:rPr kumimoji="0" lang="en-US" altLang="zh-CN" sz="3200" b="0" i="0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ab</a:t>
            </a:r>
            <a:r>
              <a:rPr kumimoji="0" lang="zh-CN" altLang="en-US" sz="32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＝</a:t>
            </a:r>
            <a:r>
              <a:rPr kumimoji="0" lang="en-US" altLang="zh-CN" sz="32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10</a:t>
            </a:r>
            <a:r>
              <a:rPr kumimoji="0" lang="en-US" altLang="zh-CN" sz="32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</a:t>
            </a:r>
            <a:endParaRPr kumimoji="0" lang="en-US" altLang="zh-CN" sz="3200" b="0" i="0" u="none" strike="noStrike" kern="1200" cap="none" spc="0" normalizeH="0" baseline="0" noProof="1" dirty="0">
              <a:solidFill>
                <a:schemeClr val="lt1">
                  <a:lumMod val="5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8589" name="Text Box 157"/>
          <p:cNvSpPr txBox="1"/>
          <p:nvPr/>
        </p:nvSpPr>
        <p:spPr>
          <a:xfrm>
            <a:off x="5159375" y="1916113"/>
            <a:ext cx="1657350" cy="95313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defTabSz="914400"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缩短无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ctr" defTabSz="914400"/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电阻支路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18602" name="Group 170"/>
          <p:cNvGrpSpPr/>
          <p:nvPr/>
        </p:nvGrpSpPr>
        <p:grpSpPr>
          <a:xfrm>
            <a:off x="2279650" y="1268413"/>
            <a:ext cx="3382963" cy="3168650"/>
            <a:chOff x="839" y="1706"/>
            <a:chExt cx="2131" cy="1996"/>
          </a:xfrm>
        </p:grpSpPr>
        <p:sp>
          <p:nvSpPr>
            <p:cNvPr id="24657" name="Oval 171"/>
            <p:cNvSpPr/>
            <p:nvPr>
              <p:custDataLst>
                <p:tags r:id="rId5"/>
              </p:custDataLst>
            </p:nvPr>
          </p:nvSpPr>
          <p:spPr>
            <a:xfrm>
              <a:off x="1655" y="2024"/>
              <a:ext cx="90" cy="91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4658" name="Oval 172"/>
            <p:cNvSpPr/>
            <p:nvPr>
              <p:custDataLst>
                <p:tags r:id="rId6"/>
              </p:custDataLst>
            </p:nvPr>
          </p:nvSpPr>
          <p:spPr>
            <a:xfrm>
              <a:off x="1655" y="2205"/>
              <a:ext cx="90" cy="91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4659" name="Text Box 173"/>
            <p:cNvSpPr txBox="1"/>
            <p:nvPr>
              <p:custDataLst>
                <p:tags r:id="rId7"/>
              </p:custDataLst>
            </p:nvPr>
          </p:nvSpPr>
          <p:spPr>
            <a:xfrm>
              <a:off x="1066" y="2523"/>
              <a:ext cx="54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15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4660" name="Text Box 174"/>
            <p:cNvSpPr txBox="1"/>
            <p:nvPr>
              <p:custDataLst>
                <p:tags r:id="rId8"/>
              </p:custDataLst>
            </p:nvPr>
          </p:nvSpPr>
          <p:spPr>
            <a:xfrm>
              <a:off x="2154" y="1842"/>
              <a:ext cx="81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20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4661" name="Text Box 175"/>
            <p:cNvSpPr txBox="1"/>
            <p:nvPr>
              <p:custDataLst>
                <p:tags r:id="rId9"/>
              </p:custDataLst>
            </p:nvPr>
          </p:nvSpPr>
          <p:spPr>
            <a:xfrm>
              <a:off x="1701" y="2115"/>
              <a:ext cx="22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b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4662" name="Text Box 176"/>
            <p:cNvSpPr txBox="1"/>
            <p:nvPr>
              <p:custDataLst>
                <p:tags r:id="rId10"/>
              </p:custDataLst>
            </p:nvPr>
          </p:nvSpPr>
          <p:spPr>
            <a:xfrm>
              <a:off x="1701" y="1888"/>
              <a:ext cx="22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a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4663" name="Text Box 177"/>
            <p:cNvSpPr txBox="1"/>
            <p:nvPr>
              <p:custDataLst>
                <p:tags r:id="rId11"/>
              </p:custDataLst>
            </p:nvPr>
          </p:nvSpPr>
          <p:spPr>
            <a:xfrm>
              <a:off x="930" y="1752"/>
              <a:ext cx="56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5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4664" name="Rectangle 178"/>
            <p:cNvSpPr/>
            <p:nvPr>
              <p:custDataLst>
                <p:tags r:id="rId12"/>
              </p:custDataLst>
            </p:nvPr>
          </p:nvSpPr>
          <p:spPr>
            <a:xfrm rot="2739846">
              <a:off x="1088" y="1948"/>
              <a:ext cx="1225" cy="1202"/>
            </a:xfrm>
            <a:prstGeom prst="rect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4665" name="Line 179"/>
            <p:cNvSpPr/>
            <p:nvPr>
              <p:custDataLst>
                <p:tags r:id="rId13"/>
              </p:custDataLst>
            </p:nvPr>
          </p:nvSpPr>
          <p:spPr>
            <a:xfrm>
              <a:off x="1701" y="1706"/>
              <a:ext cx="0" cy="345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4666" name="Line 180"/>
            <p:cNvSpPr/>
            <p:nvPr>
              <p:custDataLst>
                <p:tags r:id="rId14"/>
              </p:custDataLst>
            </p:nvPr>
          </p:nvSpPr>
          <p:spPr>
            <a:xfrm>
              <a:off x="1701" y="2296"/>
              <a:ext cx="0" cy="1089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24667" name="Line 181"/>
            <p:cNvSpPr/>
            <p:nvPr>
              <p:custDataLst>
                <p:tags r:id="rId15"/>
              </p:custDataLst>
            </p:nvPr>
          </p:nvSpPr>
          <p:spPr>
            <a:xfrm>
              <a:off x="839" y="2523"/>
              <a:ext cx="862" cy="0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4668" name="Line 182"/>
            <p:cNvSpPr/>
            <p:nvPr>
              <p:custDataLst>
                <p:tags r:id="rId16"/>
              </p:custDataLst>
            </p:nvPr>
          </p:nvSpPr>
          <p:spPr>
            <a:xfrm>
              <a:off x="839" y="2523"/>
              <a:ext cx="0" cy="1179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69" name="Line 183"/>
            <p:cNvSpPr/>
            <p:nvPr>
              <p:custDataLst>
                <p:tags r:id="rId17"/>
              </p:custDataLst>
            </p:nvPr>
          </p:nvSpPr>
          <p:spPr>
            <a:xfrm>
              <a:off x="839" y="3702"/>
              <a:ext cx="1723" cy="0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70" name="Line 184"/>
            <p:cNvSpPr/>
            <p:nvPr>
              <p:custDataLst>
                <p:tags r:id="rId18"/>
              </p:custDataLst>
            </p:nvPr>
          </p:nvSpPr>
          <p:spPr>
            <a:xfrm>
              <a:off x="2562" y="2568"/>
              <a:ext cx="0" cy="1134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4671" name="Text Box 185"/>
            <p:cNvSpPr txBox="1"/>
            <p:nvPr>
              <p:custDataLst>
                <p:tags r:id="rId19"/>
              </p:custDataLst>
            </p:nvPr>
          </p:nvSpPr>
          <p:spPr>
            <a:xfrm>
              <a:off x="884" y="3022"/>
              <a:ext cx="45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6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4672" name="Text Box 186"/>
            <p:cNvSpPr txBox="1"/>
            <p:nvPr>
              <p:custDataLst>
                <p:tags r:id="rId20"/>
              </p:custDataLst>
            </p:nvPr>
          </p:nvSpPr>
          <p:spPr>
            <a:xfrm>
              <a:off x="2109" y="2976"/>
              <a:ext cx="40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6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4673" name="Text Box 187"/>
            <p:cNvSpPr txBox="1"/>
            <p:nvPr>
              <p:custDataLst>
                <p:tags r:id="rId21"/>
              </p:custDataLst>
            </p:nvPr>
          </p:nvSpPr>
          <p:spPr>
            <a:xfrm>
              <a:off x="1701" y="2659"/>
              <a:ext cx="54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7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9728" name="Rectangle 188"/>
            <p:cNvSpPr/>
            <p:nvPr/>
          </p:nvSpPr>
          <p:spPr>
            <a:xfrm rot="2535971">
              <a:off x="1066" y="288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29" name="Rectangle 189"/>
            <p:cNvSpPr/>
            <p:nvPr/>
          </p:nvSpPr>
          <p:spPr>
            <a:xfrm rot="-2472402">
              <a:off x="1156" y="202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30" name="Rectangle 190"/>
            <p:cNvSpPr/>
            <p:nvPr/>
          </p:nvSpPr>
          <p:spPr>
            <a:xfrm rot="-2292636">
              <a:off x="2018" y="288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31" name="Rectangle 191"/>
            <p:cNvSpPr/>
            <p:nvPr/>
          </p:nvSpPr>
          <p:spPr>
            <a:xfrm rot="2535971">
              <a:off x="2018" y="211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32" name="Rectangle 192"/>
            <p:cNvSpPr/>
            <p:nvPr/>
          </p:nvSpPr>
          <p:spPr>
            <a:xfrm>
              <a:off x="1619" y="27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33" name="Rectangle 193"/>
            <p:cNvSpPr/>
            <p:nvPr/>
          </p:nvSpPr>
          <p:spPr>
            <a:xfrm>
              <a:off x="1156" y="243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18626" name="Group 194"/>
          <p:cNvGrpSpPr/>
          <p:nvPr/>
        </p:nvGrpSpPr>
        <p:grpSpPr>
          <a:xfrm>
            <a:off x="6959600" y="476250"/>
            <a:ext cx="2881313" cy="3403600"/>
            <a:chOff x="3379" y="935"/>
            <a:chExt cx="1815" cy="2144"/>
          </a:xfrm>
        </p:grpSpPr>
        <p:sp>
          <p:nvSpPr>
            <p:cNvPr id="24630" name="Line 195"/>
            <p:cNvSpPr/>
            <p:nvPr>
              <p:custDataLst>
                <p:tags r:id="rId22"/>
              </p:custDataLst>
            </p:nvPr>
          </p:nvSpPr>
          <p:spPr>
            <a:xfrm>
              <a:off x="3560" y="2432"/>
              <a:ext cx="590" cy="635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31" name="Line 196"/>
            <p:cNvSpPr/>
            <p:nvPr>
              <p:custDataLst>
                <p:tags r:id="rId23"/>
              </p:custDataLst>
            </p:nvPr>
          </p:nvSpPr>
          <p:spPr>
            <a:xfrm>
              <a:off x="3742" y="1979"/>
              <a:ext cx="862" cy="907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32" name="Line 197"/>
            <p:cNvSpPr/>
            <p:nvPr>
              <p:custDataLst>
                <p:tags r:id="rId24"/>
              </p:custDataLst>
            </p:nvPr>
          </p:nvSpPr>
          <p:spPr>
            <a:xfrm flipV="1">
              <a:off x="3787" y="1208"/>
              <a:ext cx="816" cy="771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33" name="Oval 198"/>
            <p:cNvSpPr/>
            <p:nvPr>
              <p:custDataLst>
                <p:tags r:id="rId25"/>
              </p:custDataLst>
            </p:nvPr>
          </p:nvSpPr>
          <p:spPr>
            <a:xfrm>
              <a:off x="4603" y="1553"/>
              <a:ext cx="90" cy="91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4634" name="Oval 199"/>
            <p:cNvSpPr/>
            <p:nvPr>
              <p:custDataLst>
                <p:tags r:id="rId26"/>
              </p:custDataLst>
            </p:nvPr>
          </p:nvSpPr>
          <p:spPr>
            <a:xfrm>
              <a:off x="4603" y="1689"/>
              <a:ext cx="90" cy="91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4635" name="Text Box 200"/>
            <p:cNvSpPr txBox="1"/>
            <p:nvPr>
              <p:custDataLst>
                <p:tags r:id="rId27"/>
              </p:custDataLst>
            </p:nvPr>
          </p:nvSpPr>
          <p:spPr>
            <a:xfrm>
              <a:off x="4059" y="1661"/>
              <a:ext cx="54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15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4636" name="Text Box 201"/>
            <p:cNvSpPr txBox="1"/>
            <p:nvPr>
              <p:custDataLst>
                <p:tags r:id="rId28"/>
              </p:custDataLst>
            </p:nvPr>
          </p:nvSpPr>
          <p:spPr>
            <a:xfrm>
              <a:off x="3379" y="935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20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4637" name="Text Box 202"/>
            <p:cNvSpPr txBox="1"/>
            <p:nvPr>
              <p:custDataLst>
                <p:tags r:id="rId29"/>
              </p:custDataLst>
            </p:nvPr>
          </p:nvSpPr>
          <p:spPr>
            <a:xfrm>
              <a:off x="4694" y="1553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b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4638" name="Text Box 203"/>
            <p:cNvSpPr txBox="1"/>
            <p:nvPr>
              <p:custDataLst>
                <p:tags r:id="rId30"/>
              </p:custDataLst>
            </p:nvPr>
          </p:nvSpPr>
          <p:spPr>
            <a:xfrm>
              <a:off x="4694" y="1327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a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4639" name="Text Box 204"/>
            <p:cNvSpPr txBox="1"/>
            <p:nvPr>
              <p:custDataLst>
                <p:tags r:id="rId31"/>
              </p:custDataLst>
            </p:nvPr>
          </p:nvSpPr>
          <p:spPr>
            <a:xfrm>
              <a:off x="3833" y="1298"/>
              <a:ext cx="56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5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4640" name="Line 205"/>
            <p:cNvSpPr/>
            <p:nvPr>
              <p:custDataLst>
                <p:tags r:id="rId32"/>
              </p:custDataLst>
            </p:nvPr>
          </p:nvSpPr>
          <p:spPr>
            <a:xfrm>
              <a:off x="4649" y="1208"/>
              <a:ext cx="0" cy="345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4641" name="Line 206"/>
            <p:cNvSpPr/>
            <p:nvPr>
              <p:custDataLst>
                <p:tags r:id="rId33"/>
              </p:custDataLst>
            </p:nvPr>
          </p:nvSpPr>
          <p:spPr>
            <a:xfrm>
              <a:off x="4649" y="1780"/>
              <a:ext cx="0" cy="1089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24642" name="Line 207"/>
            <p:cNvSpPr/>
            <p:nvPr>
              <p:custDataLst>
                <p:tags r:id="rId34"/>
              </p:custDataLst>
            </p:nvPr>
          </p:nvSpPr>
          <p:spPr>
            <a:xfrm>
              <a:off x="3787" y="2007"/>
              <a:ext cx="862" cy="0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4643" name="Text Box 208"/>
            <p:cNvSpPr txBox="1"/>
            <p:nvPr>
              <p:custDataLst>
                <p:tags r:id="rId35"/>
              </p:custDataLst>
            </p:nvPr>
          </p:nvSpPr>
          <p:spPr>
            <a:xfrm>
              <a:off x="3787" y="2432"/>
              <a:ext cx="45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6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4644" name="Text Box 209"/>
            <p:cNvSpPr txBox="1"/>
            <p:nvPr>
              <p:custDataLst>
                <p:tags r:id="rId36"/>
              </p:custDataLst>
            </p:nvPr>
          </p:nvSpPr>
          <p:spPr>
            <a:xfrm>
              <a:off x="3469" y="2750"/>
              <a:ext cx="40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6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4645" name="Text Box 210"/>
            <p:cNvSpPr txBox="1"/>
            <p:nvPr>
              <p:custDataLst>
                <p:tags r:id="rId37"/>
              </p:custDataLst>
            </p:nvPr>
          </p:nvSpPr>
          <p:spPr>
            <a:xfrm>
              <a:off x="4649" y="2205"/>
              <a:ext cx="54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7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4646" name="Line 211"/>
            <p:cNvSpPr/>
            <p:nvPr>
              <p:custDataLst>
                <p:tags r:id="rId38"/>
              </p:custDataLst>
            </p:nvPr>
          </p:nvSpPr>
          <p:spPr>
            <a:xfrm flipH="1">
              <a:off x="3560" y="1979"/>
              <a:ext cx="227" cy="453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47" name="Line 212"/>
            <p:cNvSpPr/>
            <p:nvPr>
              <p:custDataLst>
                <p:tags r:id="rId39"/>
              </p:custDataLst>
            </p:nvPr>
          </p:nvSpPr>
          <p:spPr>
            <a:xfrm flipH="1">
              <a:off x="4150" y="2841"/>
              <a:ext cx="499" cy="226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48" name="Line 213"/>
            <p:cNvSpPr/>
            <p:nvPr>
              <p:custDataLst>
                <p:tags r:id="rId40"/>
              </p:custDataLst>
            </p:nvPr>
          </p:nvSpPr>
          <p:spPr>
            <a:xfrm flipV="1">
              <a:off x="3651" y="1072"/>
              <a:ext cx="499" cy="408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49" name="Line 214"/>
            <p:cNvSpPr/>
            <p:nvPr>
              <p:custDataLst>
                <p:tags r:id="rId41"/>
              </p:custDataLst>
            </p:nvPr>
          </p:nvSpPr>
          <p:spPr>
            <a:xfrm>
              <a:off x="3651" y="1480"/>
              <a:ext cx="136" cy="499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50" name="Line 215"/>
            <p:cNvSpPr/>
            <p:nvPr>
              <p:custDataLst>
                <p:tags r:id="rId42"/>
              </p:custDataLst>
            </p:nvPr>
          </p:nvSpPr>
          <p:spPr>
            <a:xfrm>
              <a:off x="4150" y="1072"/>
              <a:ext cx="499" cy="136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56" name="Rectangle 216"/>
            <p:cNvSpPr/>
            <p:nvPr/>
          </p:nvSpPr>
          <p:spPr>
            <a:xfrm>
              <a:off x="4105" y="193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57" name="Rectangle 217"/>
            <p:cNvSpPr/>
            <p:nvPr/>
          </p:nvSpPr>
          <p:spPr>
            <a:xfrm>
              <a:off x="4567" y="220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58" name="Rectangle 218"/>
            <p:cNvSpPr/>
            <p:nvPr/>
          </p:nvSpPr>
          <p:spPr>
            <a:xfrm rot="-2261259">
              <a:off x="3742" y="120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59" name="Rectangle 219"/>
            <p:cNvSpPr/>
            <p:nvPr/>
          </p:nvSpPr>
          <p:spPr>
            <a:xfrm rot="-2614009">
              <a:off x="4059" y="152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60" name="Rectangle 220"/>
            <p:cNvSpPr/>
            <p:nvPr/>
          </p:nvSpPr>
          <p:spPr>
            <a:xfrm rot="2678942">
              <a:off x="3651" y="265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61" name="Rectangle 221"/>
            <p:cNvSpPr/>
            <p:nvPr/>
          </p:nvSpPr>
          <p:spPr>
            <a:xfrm rot="2607395">
              <a:off x="4014" y="238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18654" name="Group 222"/>
          <p:cNvGrpSpPr/>
          <p:nvPr/>
        </p:nvGrpSpPr>
        <p:grpSpPr>
          <a:xfrm>
            <a:off x="7391400" y="3789363"/>
            <a:ext cx="2232025" cy="2665412"/>
            <a:chOff x="839" y="1706"/>
            <a:chExt cx="1406" cy="1679"/>
          </a:xfrm>
        </p:grpSpPr>
        <p:sp>
          <p:nvSpPr>
            <p:cNvPr id="24613" name="Line 223"/>
            <p:cNvSpPr/>
            <p:nvPr>
              <p:custDataLst>
                <p:tags r:id="rId43"/>
              </p:custDataLst>
            </p:nvPr>
          </p:nvSpPr>
          <p:spPr>
            <a:xfrm flipV="1">
              <a:off x="839" y="1706"/>
              <a:ext cx="862" cy="817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14" name="Oval 224"/>
            <p:cNvSpPr/>
            <p:nvPr>
              <p:custDataLst>
                <p:tags r:id="rId44"/>
              </p:custDataLst>
            </p:nvPr>
          </p:nvSpPr>
          <p:spPr>
            <a:xfrm>
              <a:off x="1655" y="2024"/>
              <a:ext cx="90" cy="91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4615" name="Oval 225"/>
            <p:cNvSpPr/>
            <p:nvPr>
              <p:custDataLst>
                <p:tags r:id="rId45"/>
              </p:custDataLst>
            </p:nvPr>
          </p:nvSpPr>
          <p:spPr>
            <a:xfrm>
              <a:off x="1655" y="2205"/>
              <a:ext cx="90" cy="91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4616" name="Text Box 226"/>
            <p:cNvSpPr txBox="1"/>
            <p:nvPr>
              <p:custDataLst>
                <p:tags r:id="rId46"/>
              </p:custDataLst>
            </p:nvPr>
          </p:nvSpPr>
          <p:spPr>
            <a:xfrm>
              <a:off x="1066" y="2523"/>
              <a:ext cx="54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15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4617" name="Text Box 227"/>
            <p:cNvSpPr txBox="1"/>
            <p:nvPr>
              <p:custDataLst>
                <p:tags r:id="rId47"/>
              </p:custDataLst>
            </p:nvPr>
          </p:nvSpPr>
          <p:spPr>
            <a:xfrm>
              <a:off x="1701" y="2115"/>
              <a:ext cx="22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b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4618" name="Text Box 228"/>
            <p:cNvSpPr txBox="1"/>
            <p:nvPr>
              <p:custDataLst>
                <p:tags r:id="rId48"/>
              </p:custDataLst>
            </p:nvPr>
          </p:nvSpPr>
          <p:spPr>
            <a:xfrm>
              <a:off x="1701" y="1888"/>
              <a:ext cx="22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a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4619" name="Text Box 229"/>
            <p:cNvSpPr txBox="1"/>
            <p:nvPr>
              <p:custDataLst>
                <p:tags r:id="rId49"/>
              </p:custDataLst>
            </p:nvPr>
          </p:nvSpPr>
          <p:spPr>
            <a:xfrm>
              <a:off x="930" y="1752"/>
              <a:ext cx="56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4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4620" name="Line 230"/>
            <p:cNvSpPr/>
            <p:nvPr>
              <p:custDataLst>
                <p:tags r:id="rId50"/>
              </p:custDataLst>
            </p:nvPr>
          </p:nvSpPr>
          <p:spPr>
            <a:xfrm>
              <a:off x="1701" y="1706"/>
              <a:ext cx="0" cy="345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4621" name="Line 231"/>
            <p:cNvSpPr/>
            <p:nvPr>
              <p:custDataLst>
                <p:tags r:id="rId51"/>
              </p:custDataLst>
            </p:nvPr>
          </p:nvSpPr>
          <p:spPr>
            <a:xfrm>
              <a:off x="1701" y="2296"/>
              <a:ext cx="0" cy="1089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24622" name="Line 232"/>
            <p:cNvSpPr/>
            <p:nvPr>
              <p:custDataLst>
                <p:tags r:id="rId52"/>
              </p:custDataLst>
            </p:nvPr>
          </p:nvSpPr>
          <p:spPr>
            <a:xfrm>
              <a:off x="839" y="2523"/>
              <a:ext cx="862" cy="0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4623" name="Line 233"/>
            <p:cNvSpPr/>
            <p:nvPr>
              <p:custDataLst>
                <p:tags r:id="rId53"/>
              </p:custDataLst>
            </p:nvPr>
          </p:nvSpPr>
          <p:spPr>
            <a:xfrm>
              <a:off x="839" y="2523"/>
              <a:ext cx="862" cy="862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24" name="Text Box 234"/>
            <p:cNvSpPr txBox="1"/>
            <p:nvPr>
              <p:custDataLst>
                <p:tags r:id="rId54"/>
              </p:custDataLst>
            </p:nvPr>
          </p:nvSpPr>
          <p:spPr>
            <a:xfrm>
              <a:off x="884" y="3022"/>
              <a:ext cx="45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3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4625" name="Text Box 235"/>
            <p:cNvSpPr txBox="1"/>
            <p:nvPr>
              <p:custDataLst>
                <p:tags r:id="rId55"/>
              </p:custDataLst>
            </p:nvPr>
          </p:nvSpPr>
          <p:spPr>
            <a:xfrm>
              <a:off x="1701" y="2659"/>
              <a:ext cx="54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7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9776" name="Rectangle 236"/>
            <p:cNvSpPr/>
            <p:nvPr/>
          </p:nvSpPr>
          <p:spPr>
            <a:xfrm rot="2535971">
              <a:off x="1066" y="288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77" name="Rectangle 237"/>
            <p:cNvSpPr/>
            <p:nvPr/>
          </p:nvSpPr>
          <p:spPr>
            <a:xfrm rot="-2472402">
              <a:off x="1156" y="202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78" name="Rectangle 238"/>
            <p:cNvSpPr/>
            <p:nvPr/>
          </p:nvSpPr>
          <p:spPr>
            <a:xfrm>
              <a:off x="1619" y="27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79" name="Rectangle 239"/>
            <p:cNvSpPr/>
            <p:nvPr/>
          </p:nvSpPr>
          <p:spPr>
            <a:xfrm>
              <a:off x="1156" y="243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18673" name="Group 241"/>
          <p:cNvGrpSpPr/>
          <p:nvPr/>
        </p:nvGrpSpPr>
        <p:grpSpPr>
          <a:xfrm>
            <a:off x="4872038" y="4278313"/>
            <a:ext cx="1728787" cy="2538412"/>
            <a:chOff x="3107" y="799"/>
            <a:chExt cx="1089" cy="1599"/>
          </a:xfrm>
        </p:grpSpPr>
        <p:sp>
          <p:nvSpPr>
            <p:cNvPr id="24597" name="Line 242"/>
            <p:cNvSpPr/>
            <p:nvPr>
              <p:custDataLst>
                <p:tags r:id="rId56"/>
              </p:custDataLst>
            </p:nvPr>
          </p:nvSpPr>
          <p:spPr>
            <a:xfrm flipH="1">
              <a:off x="3107" y="2069"/>
              <a:ext cx="862" cy="0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8" name="Line 243"/>
            <p:cNvSpPr/>
            <p:nvPr>
              <p:custDataLst>
                <p:tags r:id="rId57"/>
              </p:custDataLst>
            </p:nvPr>
          </p:nvSpPr>
          <p:spPr>
            <a:xfrm flipV="1">
              <a:off x="3107" y="799"/>
              <a:ext cx="862" cy="817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9" name="Oval 244"/>
            <p:cNvSpPr/>
            <p:nvPr>
              <p:custDataLst>
                <p:tags r:id="rId58"/>
              </p:custDataLst>
            </p:nvPr>
          </p:nvSpPr>
          <p:spPr>
            <a:xfrm>
              <a:off x="3923" y="1117"/>
              <a:ext cx="90" cy="91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4600" name="Oval 245"/>
            <p:cNvSpPr/>
            <p:nvPr>
              <p:custDataLst>
                <p:tags r:id="rId59"/>
              </p:custDataLst>
            </p:nvPr>
          </p:nvSpPr>
          <p:spPr>
            <a:xfrm>
              <a:off x="3923" y="1298"/>
              <a:ext cx="90" cy="91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4601" name="Text Box 246"/>
            <p:cNvSpPr txBox="1"/>
            <p:nvPr>
              <p:custDataLst>
                <p:tags r:id="rId60"/>
              </p:custDataLst>
            </p:nvPr>
          </p:nvSpPr>
          <p:spPr>
            <a:xfrm>
              <a:off x="3334" y="1616"/>
              <a:ext cx="54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15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4602" name="Text Box 247"/>
            <p:cNvSpPr txBox="1"/>
            <p:nvPr>
              <p:custDataLst>
                <p:tags r:id="rId61"/>
              </p:custDataLst>
            </p:nvPr>
          </p:nvSpPr>
          <p:spPr>
            <a:xfrm>
              <a:off x="3969" y="1208"/>
              <a:ext cx="22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b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4603" name="Text Box 248"/>
            <p:cNvSpPr txBox="1"/>
            <p:nvPr>
              <p:custDataLst>
                <p:tags r:id="rId62"/>
              </p:custDataLst>
            </p:nvPr>
          </p:nvSpPr>
          <p:spPr>
            <a:xfrm>
              <a:off x="3969" y="981"/>
              <a:ext cx="22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a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4604" name="Text Box 249"/>
            <p:cNvSpPr txBox="1"/>
            <p:nvPr>
              <p:custDataLst>
                <p:tags r:id="rId63"/>
              </p:custDataLst>
            </p:nvPr>
          </p:nvSpPr>
          <p:spPr>
            <a:xfrm>
              <a:off x="3198" y="845"/>
              <a:ext cx="56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4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4605" name="Line 250"/>
            <p:cNvSpPr/>
            <p:nvPr>
              <p:custDataLst>
                <p:tags r:id="rId64"/>
              </p:custDataLst>
            </p:nvPr>
          </p:nvSpPr>
          <p:spPr>
            <a:xfrm>
              <a:off x="3969" y="799"/>
              <a:ext cx="0" cy="345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4606" name="Line 251"/>
            <p:cNvSpPr/>
            <p:nvPr>
              <p:custDataLst>
                <p:tags r:id="rId65"/>
              </p:custDataLst>
            </p:nvPr>
          </p:nvSpPr>
          <p:spPr>
            <a:xfrm>
              <a:off x="3969" y="1389"/>
              <a:ext cx="0" cy="680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7" name="Line 252"/>
            <p:cNvSpPr/>
            <p:nvPr>
              <p:custDataLst>
                <p:tags r:id="rId66"/>
              </p:custDataLst>
            </p:nvPr>
          </p:nvSpPr>
          <p:spPr>
            <a:xfrm>
              <a:off x="3107" y="1616"/>
              <a:ext cx="862" cy="0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4608" name="Line 253"/>
            <p:cNvSpPr/>
            <p:nvPr>
              <p:custDataLst>
                <p:tags r:id="rId67"/>
              </p:custDataLst>
            </p:nvPr>
          </p:nvSpPr>
          <p:spPr>
            <a:xfrm>
              <a:off x="3107" y="1616"/>
              <a:ext cx="0" cy="453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9" name="Text Box 254"/>
            <p:cNvSpPr txBox="1"/>
            <p:nvPr>
              <p:custDataLst>
                <p:tags r:id="rId68"/>
              </p:custDataLst>
            </p:nvPr>
          </p:nvSpPr>
          <p:spPr>
            <a:xfrm>
              <a:off x="3288" y="2069"/>
              <a:ext cx="68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10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29794" name="Rectangle 255"/>
            <p:cNvSpPr/>
            <p:nvPr/>
          </p:nvSpPr>
          <p:spPr>
            <a:xfrm>
              <a:off x="3425" y="197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95" name="Rectangle 256"/>
            <p:cNvSpPr/>
            <p:nvPr/>
          </p:nvSpPr>
          <p:spPr>
            <a:xfrm rot="-2472402">
              <a:off x="3424" y="111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96" name="Rectangle 257"/>
            <p:cNvSpPr/>
            <p:nvPr/>
          </p:nvSpPr>
          <p:spPr>
            <a:xfrm>
              <a:off x="3424" y="152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18694" name="Group 262"/>
          <p:cNvGrpSpPr/>
          <p:nvPr/>
        </p:nvGrpSpPr>
        <p:grpSpPr>
          <a:xfrm>
            <a:off x="9264650" y="2133600"/>
            <a:ext cx="792163" cy="2520950"/>
            <a:chOff x="4966" y="1298"/>
            <a:chExt cx="499" cy="1769"/>
          </a:xfrm>
        </p:grpSpPr>
        <p:sp>
          <p:nvSpPr>
            <p:cNvPr id="24594" name="AutoShape 240"/>
            <p:cNvSpPr/>
            <p:nvPr>
              <p:custDataLst>
                <p:tags r:id="rId69"/>
              </p:custDataLst>
            </p:nvPr>
          </p:nvSpPr>
          <p:spPr>
            <a:xfrm rot="-5400000" flipH="1">
              <a:off x="5011" y="2613"/>
              <a:ext cx="499" cy="408"/>
            </a:xfrm>
            <a:custGeom>
              <a:avLst/>
              <a:gdLst>
                <a:gd name="txL" fmla="*/ 0 w 21600"/>
                <a:gd name="txT" fmla="*/ 16941 h 21600"/>
                <a:gd name="txR" fmla="*/ 17055 w 21600"/>
                <a:gd name="txB" fmla="*/ 21600 h 21600"/>
              </a:gdLst>
              <a:ahLst/>
              <a:cxnLst>
                <a:cxn ang="17694720">
                  <a:pos x="0" y="0"/>
                </a:cxn>
                <a:cxn ang="11796480">
                  <a:pos x="0" y="0"/>
                </a:cxn>
                <a:cxn ang="11796480">
                  <a:pos x="0" y="0"/>
                </a:cxn>
                <a:cxn ang="589824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>
                  <a:moveTo>
                    <a:pt x="15218" y="0"/>
                  </a:moveTo>
                  <a:lnTo>
                    <a:pt x="8835" y="6352"/>
                  </a:lnTo>
                  <a:lnTo>
                    <a:pt x="13381" y="6352"/>
                  </a:lnTo>
                  <a:lnTo>
                    <a:pt x="13381" y="16948"/>
                  </a:lnTo>
                  <a:lnTo>
                    <a:pt x="0" y="16948"/>
                  </a:lnTo>
                  <a:lnTo>
                    <a:pt x="0" y="21600"/>
                  </a:lnTo>
                  <a:lnTo>
                    <a:pt x="17054" y="21600"/>
                  </a:lnTo>
                  <a:lnTo>
                    <a:pt x="17054" y="6352"/>
                  </a:lnTo>
                  <a:lnTo>
                    <a:pt x="21600" y="6352"/>
                  </a:lnTo>
                  <a:lnTo>
                    <a:pt x="15218" y="0"/>
                  </a:lnTo>
                  <a:close/>
                </a:path>
              </a:pathLst>
            </a:custGeom>
            <a:solidFill>
              <a:schemeClr val="accent2">
                <a:alpha val="100000"/>
              </a:schemeClr>
            </a:solidFill>
            <a:ln w="9525" cap="flat" cmpd="sng">
              <a:solidFill>
                <a:schemeClr val="accent2">
                  <a:alpha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p>
              <a:pPr defTabSz="914400" fontAlgn="base"/>
              <a:endParaRPr lang="zh-CN" altLang="en-US" sz="2800" b="0" strike="noStrike" noProof="1">
                <a:solidFill>
                  <a:schemeClr val="dk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799" name="Rectangle 260"/>
            <p:cNvSpPr/>
            <p:nvPr>
              <p:custDataLst>
                <p:tags r:id="rId70"/>
              </p:custDataLst>
            </p:nvPr>
          </p:nvSpPr>
          <p:spPr>
            <a:xfrm>
              <a:off x="4966" y="1298"/>
              <a:ext cx="499" cy="91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9800" name="Rectangle 261"/>
            <p:cNvSpPr/>
            <p:nvPr>
              <p:custDataLst>
                <p:tags r:id="rId71"/>
              </p:custDataLst>
            </p:nvPr>
          </p:nvSpPr>
          <p:spPr>
            <a:xfrm>
              <a:off x="5375" y="1389"/>
              <a:ext cx="90" cy="1225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8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70" decel="100000"/>
                                        <p:tgtEl>
                                          <p:spTgt spid="185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770" decel="100000"/>
                                        <p:tgtEl>
                                          <p:spTgt spid="1858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858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6" dur="770" fill="hold"/>
                                        <p:tgtEl>
                                          <p:spTgt spid="18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8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8" dur="770" fill="hold"/>
                                        <p:tgtEl>
                                          <p:spTgt spid="18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8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18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8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3" dur="500"/>
                                        <p:tgtEl>
                                          <p:spTgt spid="18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8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  <p:bldP spid="18498" grpId="0"/>
      <p:bldP spid="18499" grpId="0" bldLvl="0" animBg="1"/>
      <p:bldP spid="18587" grpId="0" bldLvl="0" animBg="1"/>
      <p:bldP spid="18588" grpId="0" bldLvl="0" animBg="1"/>
      <p:bldP spid="1858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7106" name="Text Box 2"/>
          <p:cNvSpPr txBox="1"/>
          <p:nvPr/>
        </p:nvSpPr>
        <p:spPr>
          <a:xfrm>
            <a:off x="388938" y="746760"/>
            <a:ext cx="5491162" cy="52197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defTabSz="914400">
              <a:spcBef>
                <a:spcPct val="50000"/>
              </a:spcBef>
            </a:pP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利用电源转换简化电路计算</a:t>
            </a:r>
            <a:endParaRPr lang="zh-CN" altLang="en-US" b="1" dirty="0">
              <a:solidFill>
                <a:schemeClr val="accent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47334" name="Group 230"/>
          <p:cNvGrpSpPr/>
          <p:nvPr/>
        </p:nvGrpSpPr>
        <p:grpSpPr>
          <a:xfrm>
            <a:off x="1162685" y="2709863"/>
            <a:ext cx="3817938" cy="2320925"/>
            <a:chOff x="204" y="709"/>
            <a:chExt cx="2405" cy="1462"/>
          </a:xfrm>
        </p:grpSpPr>
        <p:sp>
          <p:nvSpPr>
            <p:cNvPr id="48184" name="Line 123"/>
            <p:cNvSpPr/>
            <p:nvPr>
              <p:custDataLst>
                <p:tags r:id="rId1"/>
              </p:custDataLst>
            </p:nvPr>
          </p:nvSpPr>
          <p:spPr>
            <a:xfrm>
              <a:off x="1792" y="799"/>
              <a:ext cx="0" cy="1361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8185" name="Line 124"/>
            <p:cNvSpPr/>
            <p:nvPr>
              <p:custDataLst>
                <p:tags r:id="rId2"/>
              </p:custDataLst>
            </p:nvPr>
          </p:nvSpPr>
          <p:spPr>
            <a:xfrm>
              <a:off x="2518" y="799"/>
              <a:ext cx="0" cy="1361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86" name="Line 125"/>
            <p:cNvSpPr/>
            <p:nvPr>
              <p:custDataLst>
                <p:tags r:id="rId3"/>
              </p:custDataLst>
            </p:nvPr>
          </p:nvSpPr>
          <p:spPr>
            <a:xfrm>
              <a:off x="976" y="799"/>
              <a:ext cx="1542" cy="0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87" name="Line 126"/>
            <p:cNvSpPr/>
            <p:nvPr>
              <p:custDataLst>
                <p:tags r:id="rId4"/>
              </p:custDataLst>
            </p:nvPr>
          </p:nvSpPr>
          <p:spPr>
            <a:xfrm>
              <a:off x="976" y="1480"/>
              <a:ext cx="816" cy="1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3284" name="Line 127"/>
            <p:cNvSpPr/>
            <p:nvPr/>
          </p:nvSpPr>
          <p:spPr>
            <a:xfrm>
              <a:off x="2427" y="845"/>
              <a:ext cx="0" cy="317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8189" name="Text Box 128"/>
            <p:cNvSpPr txBox="1"/>
            <p:nvPr>
              <p:custDataLst>
                <p:tags r:id="rId5"/>
              </p:custDataLst>
            </p:nvPr>
          </p:nvSpPr>
          <p:spPr>
            <a:xfrm>
              <a:off x="567" y="754"/>
              <a:ext cx="44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5A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8190" name="Line 129"/>
            <p:cNvSpPr/>
            <p:nvPr>
              <p:custDataLst>
                <p:tags r:id="rId6"/>
              </p:custDataLst>
            </p:nvPr>
          </p:nvSpPr>
          <p:spPr>
            <a:xfrm>
              <a:off x="976" y="2160"/>
              <a:ext cx="1542" cy="0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91" name="Text Box 130"/>
            <p:cNvSpPr txBox="1"/>
            <p:nvPr>
              <p:custDataLst>
                <p:tags r:id="rId7"/>
              </p:custDataLst>
            </p:nvPr>
          </p:nvSpPr>
          <p:spPr>
            <a:xfrm>
              <a:off x="1338" y="981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3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92" name="Text Box 131"/>
            <p:cNvSpPr txBox="1"/>
            <p:nvPr>
              <p:custDataLst>
                <p:tags r:id="rId8"/>
              </p:custDataLst>
            </p:nvPr>
          </p:nvSpPr>
          <p:spPr>
            <a:xfrm>
              <a:off x="1339" y="1616"/>
              <a:ext cx="57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4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93" name="Text Box 132"/>
            <p:cNvSpPr txBox="1"/>
            <p:nvPr>
              <p:custDataLst>
                <p:tags r:id="rId9"/>
              </p:custDataLst>
            </p:nvPr>
          </p:nvSpPr>
          <p:spPr>
            <a:xfrm>
              <a:off x="2064" y="1343"/>
              <a:ext cx="4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7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94" name="Text Box 133"/>
            <p:cNvSpPr txBox="1"/>
            <p:nvPr>
              <p:custDataLst>
                <p:tags r:id="rId10"/>
              </p:custDataLst>
            </p:nvPr>
          </p:nvSpPr>
          <p:spPr>
            <a:xfrm>
              <a:off x="567" y="1842"/>
              <a:ext cx="44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2A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8195" name="Text Box 134"/>
            <p:cNvSpPr txBox="1"/>
            <p:nvPr>
              <p:custDataLst>
                <p:tags r:id="rId11"/>
              </p:custDataLst>
            </p:nvPr>
          </p:nvSpPr>
          <p:spPr>
            <a:xfrm>
              <a:off x="1928" y="845"/>
              <a:ext cx="681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0" lang="zh-CN" altLang="en-US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＝？</a:t>
              </a:r>
              <a:endParaRPr kumimoji="0" lang="zh-CN" altLang="en-US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8196" name="Line 135"/>
            <p:cNvSpPr/>
            <p:nvPr>
              <p:custDataLst>
                <p:tags r:id="rId12"/>
              </p:custDataLst>
            </p:nvPr>
          </p:nvSpPr>
          <p:spPr>
            <a:xfrm flipH="1" flipV="1">
              <a:off x="976" y="799"/>
              <a:ext cx="0" cy="1361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93" name="Rectangle 142"/>
            <p:cNvSpPr/>
            <p:nvPr/>
          </p:nvSpPr>
          <p:spPr>
            <a:xfrm>
              <a:off x="1710" y="161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294" name="Rectangle 143"/>
            <p:cNvSpPr/>
            <p:nvPr/>
          </p:nvSpPr>
          <p:spPr>
            <a:xfrm>
              <a:off x="1710" y="98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295" name="Rectangle 144"/>
            <p:cNvSpPr/>
            <p:nvPr/>
          </p:nvSpPr>
          <p:spPr>
            <a:xfrm>
              <a:off x="2436" y="134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296" name="Line 145"/>
            <p:cNvSpPr/>
            <p:nvPr/>
          </p:nvSpPr>
          <p:spPr>
            <a:xfrm flipV="1">
              <a:off x="975" y="1933"/>
              <a:ext cx="0" cy="18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53297" name="Line 146"/>
            <p:cNvSpPr/>
            <p:nvPr/>
          </p:nvSpPr>
          <p:spPr>
            <a:xfrm flipV="1">
              <a:off x="975" y="844"/>
              <a:ext cx="0" cy="18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3298" name="Text Box 161"/>
            <p:cNvSpPr txBox="1"/>
            <p:nvPr/>
          </p:nvSpPr>
          <p:spPr>
            <a:xfrm>
              <a:off x="204" y="709"/>
              <a:ext cx="40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defTabSz="914400">
                <a:spcBef>
                  <a:spcPct val="50000"/>
                </a:spcBef>
              </a:pPr>
              <a:r>
                <a:rPr lang="en-US" altLang="zh-CN" b="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1.</a:t>
              </a:r>
              <a:endPara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53299" name="Group 136"/>
            <p:cNvGrpSpPr/>
            <p:nvPr/>
          </p:nvGrpSpPr>
          <p:grpSpPr>
            <a:xfrm>
              <a:off x="794" y="1570"/>
              <a:ext cx="363" cy="363"/>
              <a:chOff x="4785" y="709"/>
              <a:chExt cx="363" cy="363"/>
            </a:xfrm>
          </p:grpSpPr>
          <p:sp>
            <p:nvSpPr>
              <p:cNvPr id="53300" name="Oval 137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53301" name="Line 138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53302" name="Group 139"/>
            <p:cNvGrpSpPr/>
            <p:nvPr/>
          </p:nvGrpSpPr>
          <p:grpSpPr>
            <a:xfrm>
              <a:off x="794" y="1026"/>
              <a:ext cx="363" cy="363"/>
              <a:chOff x="4785" y="709"/>
              <a:chExt cx="363" cy="363"/>
            </a:xfrm>
          </p:grpSpPr>
          <p:sp>
            <p:nvSpPr>
              <p:cNvPr id="53303" name="Oval 140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53304" name="Line 141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47335" name="Group 231"/>
          <p:cNvGrpSpPr/>
          <p:nvPr/>
        </p:nvGrpSpPr>
        <p:grpSpPr>
          <a:xfrm>
            <a:off x="6455728" y="2781300"/>
            <a:ext cx="4752975" cy="2305050"/>
            <a:chOff x="249" y="2296"/>
            <a:chExt cx="2994" cy="1452"/>
          </a:xfrm>
        </p:grpSpPr>
        <p:sp>
          <p:nvSpPr>
            <p:cNvPr id="53306" name="Oval 164"/>
            <p:cNvSpPr/>
            <p:nvPr/>
          </p:nvSpPr>
          <p:spPr>
            <a:xfrm>
              <a:off x="1700" y="261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defTabSz="914400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3307" name="Oval 165"/>
            <p:cNvSpPr/>
            <p:nvPr/>
          </p:nvSpPr>
          <p:spPr>
            <a:xfrm>
              <a:off x="748" y="315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defTabSz="914400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8163" name="Line 166"/>
            <p:cNvSpPr/>
            <p:nvPr>
              <p:custDataLst>
                <p:tags r:id="rId13"/>
              </p:custDataLst>
            </p:nvPr>
          </p:nvSpPr>
          <p:spPr>
            <a:xfrm>
              <a:off x="1882" y="2478"/>
              <a:ext cx="0" cy="1270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8164" name="Text Box 167"/>
            <p:cNvSpPr txBox="1"/>
            <p:nvPr>
              <p:custDataLst>
                <p:tags r:id="rId14"/>
              </p:custDataLst>
            </p:nvPr>
          </p:nvSpPr>
          <p:spPr>
            <a:xfrm>
              <a:off x="1884" y="3022"/>
              <a:ext cx="45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6A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3310" name="Line 168"/>
            <p:cNvSpPr/>
            <p:nvPr/>
          </p:nvSpPr>
          <p:spPr>
            <a:xfrm flipV="1">
              <a:off x="1882" y="3067"/>
              <a:ext cx="0" cy="22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8166" name="Text Box 169"/>
            <p:cNvSpPr txBox="1"/>
            <p:nvPr>
              <p:custDataLst>
                <p:tags r:id="rId15"/>
              </p:custDataLst>
            </p:nvPr>
          </p:nvSpPr>
          <p:spPr>
            <a:xfrm>
              <a:off x="2608" y="2613"/>
              <a:ext cx="23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67" name="Text Box 170"/>
            <p:cNvSpPr txBox="1"/>
            <p:nvPr>
              <p:custDataLst>
                <p:tags r:id="rId16"/>
              </p:custDataLst>
            </p:nvPr>
          </p:nvSpPr>
          <p:spPr>
            <a:xfrm>
              <a:off x="652" y="3384"/>
              <a:ext cx="27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68" name="Text Box 171"/>
            <p:cNvSpPr txBox="1"/>
            <p:nvPr>
              <p:custDataLst>
                <p:tags r:id="rId17"/>
              </p:custDataLst>
            </p:nvPr>
          </p:nvSpPr>
          <p:spPr>
            <a:xfrm>
              <a:off x="2562" y="2930"/>
              <a:ext cx="681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U=</a:t>
              </a:r>
              <a:r>
                <a:rPr kumimoji="0" lang="zh-CN" altLang="en-US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？</a:t>
              </a:r>
              <a:endParaRPr kumimoji="0" lang="zh-CN" altLang="en-US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69" name="Text Box 172"/>
            <p:cNvSpPr txBox="1"/>
            <p:nvPr>
              <p:custDataLst>
                <p:tags r:id="rId18"/>
              </p:custDataLst>
            </p:nvPr>
          </p:nvSpPr>
          <p:spPr>
            <a:xfrm>
              <a:off x="435" y="2659"/>
              <a:ext cx="58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5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70" name="Text Box 173"/>
            <p:cNvSpPr txBox="1"/>
            <p:nvPr>
              <p:custDataLst>
                <p:tags r:id="rId19"/>
              </p:custDataLst>
            </p:nvPr>
          </p:nvSpPr>
          <p:spPr>
            <a:xfrm>
              <a:off x="2109" y="2704"/>
              <a:ext cx="55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5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71" name="Text Box 174"/>
            <p:cNvSpPr txBox="1"/>
            <p:nvPr>
              <p:custDataLst>
                <p:tags r:id="rId20"/>
              </p:custDataLst>
            </p:nvPr>
          </p:nvSpPr>
          <p:spPr>
            <a:xfrm>
              <a:off x="294" y="3204"/>
              <a:ext cx="63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10V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8172" name="Text Box 175"/>
            <p:cNvSpPr txBox="1"/>
            <p:nvPr>
              <p:custDataLst>
                <p:tags r:id="rId21"/>
              </p:custDataLst>
            </p:nvPr>
          </p:nvSpPr>
          <p:spPr>
            <a:xfrm>
              <a:off x="1201" y="2659"/>
              <a:ext cx="70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10V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8173" name="Rectangle 176"/>
            <p:cNvSpPr/>
            <p:nvPr>
              <p:custDataLst>
                <p:tags r:id="rId22"/>
              </p:custDataLst>
            </p:nvPr>
          </p:nvSpPr>
          <p:spPr>
            <a:xfrm>
              <a:off x="929" y="2478"/>
              <a:ext cx="1633" cy="1270"/>
            </a:xfrm>
            <a:prstGeom prst="rect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319" name="Rectangle 177"/>
            <p:cNvSpPr/>
            <p:nvPr/>
          </p:nvSpPr>
          <p:spPr>
            <a:xfrm>
              <a:off x="2481" y="293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320" name="Rectangle 178"/>
            <p:cNvSpPr/>
            <p:nvPr/>
          </p:nvSpPr>
          <p:spPr>
            <a:xfrm>
              <a:off x="848" y="265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8176" name="Text Box 182"/>
            <p:cNvSpPr txBox="1"/>
            <p:nvPr>
              <p:custDataLst>
                <p:tags r:id="rId23"/>
              </p:custDataLst>
            </p:nvPr>
          </p:nvSpPr>
          <p:spPr>
            <a:xfrm>
              <a:off x="657" y="2930"/>
              <a:ext cx="23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77" name="Text Box 183"/>
            <p:cNvSpPr txBox="1"/>
            <p:nvPr>
              <p:custDataLst>
                <p:tags r:id="rId24"/>
              </p:custDataLst>
            </p:nvPr>
          </p:nvSpPr>
          <p:spPr>
            <a:xfrm>
              <a:off x="1519" y="2431"/>
              <a:ext cx="23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78" name="Text Box 184"/>
            <p:cNvSpPr txBox="1"/>
            <p:nvPr>
              <p:custDataLst>
                <p:tags r:id="rId25"/>
              </p:custDataLst>
            </p:nvPr>
          </p:nvSpPr>
          <p:spPr>
            <a:xfrm>
              <a:off x="1474" y="2794"/>
              <a:ext cx="27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79" name="Text Box 185"/>
            <p:cNvSpPr txBox="1"/>
            <p:nvPr>
              <p:custDataLst>
                <p:tags r:id="rId26"/>
              </p:custDataLst>
            </p:nvPr>
          </p:nvSpPr>
          <p:spPr>
            <a:xfrm>
              <a:off x="2562" y="3157"/>
              <a:ext cx="27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3325" name="Text Box 186"/>
            <p:cNvSpPr txBox="1"/>
            <p:nvPr/>
          </p:nvSpPr>
          <p:spPr>
            <a:xfrm>
              <a:off x="249" y="2296"/>
              <a:ext cx="58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defTabSz="914400">
                <a:spcBef>
                  <a:spcPct val="50000"/>
                </a:spcBef>
              </a:pPr>
              <a:r>
                <a:rPr lang="en-US" altLang="zh-CN" b="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2.</a:t>
              </a:r>
              <a:endPara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grpSp>
          <p:nvGrpSpPr>
            <p:cNvPr id="53326" name="Group 179"/>
            <p:cNvGrpSpPr/>
            <p:nvPr/>
          </p:nvGrpSpPr>
          <p:grpSpPr>
            <a:xfrm>
              <a:off x="1700" y="3294"/>
              <a:ext cx="363" cy="363"/>
              <a:chOff x="4785" y="709"/>
              <a:chExt cx="363" cy="363"/>
            </a:xfrm>
          </p:grpSpPr>
          <p:sp>
            <p:nvSpPr>
              <p:cNvPr id="53327" name="Oval 180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53328" name="Line 181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3" name="矩形 2"/>
          <p:cNvSpPr/>
          <p:nvPr/>
        </p:nvSpPr>
        <p:spPr>
          <a:xfrm>
            <a:off x="0" y="4508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6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7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7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7106" name="Text Box 2"/>
          <p:cNvSpPr txBox="1"/>
          <p:nvPr/>
        </p:nvSpPr>
        <p:spPr>
          <a:xfrm>
            <a:off x="2909888" y="476250"/>
            <a:ext cx="5491162" cy="52197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defTabSz="914400">
              <a:spcBef>
                <a:spcPct val="50000"/>
              </a:spcBef>
            </a:pP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利用电源转换简化电路计算</a:t>
            </a:r>
            <a:endParaRPr lang="zh-CN" altLang="en-US" b="1" dirty="0">
              <a:solidFill>
                <a:schemeClr val="accent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7107" name="Text Box 3"/>
          <p:cNvSpPr txBox="1"/>
          <p:nvPr>
            <p:custDataLst>
              <p:tags r:id="rId1"/>
            </p:custDataLst>
          </p:nvPr>
        </p:nvSpPr>
        <p:spPr>
          <a:xfrm>
            <a:off x="2063750" y="476250"/>
            <a:ext cx="838200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例</a:t>
            </a:r>
            <a:r>
              <a:rPr kumimoji="0" lang="en-US" altLang="zh-CN" sz="32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</a:t>
            </a:r>
            <a:endParaRPr kumimoji="0" lang="en-US" altLang="zh-CN" sz="3200" b="0" i="0" u="none" strike="noStrike" kern="1200" cap="none" spc="0" normalizeH="0" baseline="0" noProof="1" dirty="0">
              <a:solidFill>
                <a:schemeClr val="lt1">
                  <a:lumMod val="5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7108" name="AutoShape 4"/>
          <p:cNvSpPr/>
          <p:nvPr/>
        </p:nvSpPr>
        <p:spPr>
          <a:xfrm>
            <a:off x="5880100" y="2205038"/>
            <a:ext cx="720725" cy="215900"/>
          </a:xfrm>
          <a:prstGeom prst="rightArrow">
            <a:avLst>
              <a:gd name="adj1" fmla="val 50000"/>
              <a:gd name="adj2" fmla="val 83440"/>
            </a:avLst>
          </a:prstGeom>
          <a:solidFill>
            <a:srgbClr val="0099FF"/>
          </a:solidFill>
          <a:ln w="12700">
            <a:noFill/>
          </a:ln>
        </p:spPr>
        <p:txBody>
          <a:bodyPr wrap="none" anchor="ctr" anchorCtr="0"/>
          <a:p>
            <a:pPr defTabSz="914400"/>
            <a:endParaRPr lang="en-US" altLang="zh-CN" b="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47109" name="Text Box 5"/>
          <p:cNvSpPr txBox="1"/>
          <p:nvPr>
            <p:custDataLst>
              <p:tags r:id="rId2"/>
            </p:custDataLst>
          </p:nvPr>
        </p:nvSpPr>
        <p:spPr>
          <a:xfrm>
            <a:off x="9048750" y="1484313"/>
            <a:ext cx="127635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0" i="1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I</a:t>
            </a:r>
            <a:r>
              <a: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=0.5A</a:t>
            </a:r>
            <a:endParaRPr kumimoji="0" lang="en-US" altLang="zh-CN" sz="2800" b="0" i="0" u="none" strike="noStrike" kern="1200" cap="none" spc="0" normalizeH="0" baseline="0" noProof="1" dirty="0">
              <a:solidFill>
                <a:schemeClr val="lt1">
                  <a:lumMod val="5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7140" name="AutoShape 36"/>
          <p:cNvSpPr/>
          <p:nvPr/>
        </p:nvSpPr>
        <p:spPr>
          <a:xfrm>
            <a:off x="5951538" y="4005263"/>
            <a:ext cx="649287" cy="215900"/>
          </a:xfrm>
          <a:prstGeom prst="rightArrow">
            <a:avLst>
              <a:gd name="adj1" fmla="val 50000"/>
              <a:gd name="adj2" fmla="val 75169"/>
            </a:avLst>
          </a:prstGeom>
          <a:solidFill>
            <a:srgbClr val="0099FF"/>
          </a:solidFill>
          <a:ln w="12700">
            <a:noFill/>
          </a:ln>
        </p:spPr>
        <p:txBody>
          <a:bodyPr wrap="none" anchor="ctr" anchorCtr="0"/>
          <a:p>
            <a:pPr defTabSz="914400"/>
            <a:endParaRPr lang="en-US" altLang="zh-CN" b="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47163" name="Text Box 59"/>
          <p:cNvSpPr txBox="1"/>
          <p:nvPr>
            <p:custDataLst>
              <p:tags r:id="rId3"/>
            </p:custDataLst>
          </p:nvPr>
        </p:nvSpPr>
        <p:spPr>
          <a:xfrm>
            <a:off x="7175500" y="5734050"/>
            <a:ext cx="1871663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0" i="1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U</a:t>
            </a:r>
            <a:r>
              <a:rPr kumimoji="0" lang="en-US" altLang="zh-CN" sz="32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=20V</a:t>
            </a:r>
            <a:endParaRPr kumimoji="0" lang="en-US" altLang="zh-CN" sz="3200" b="0" i="0" u="none" strike="noStrike" kern="1200" cap="none" spc="0" normalizeH="0" baseline="0" noProof="1" dirty="0">
              <a:solidFill>
                <a:schemeClr val="lt1">
                  <a:lumMod val="5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47251" name="Group 147"/>
          <p:cNvGrpSpPr/>
          <p:nvPr/>
        </p:nvGrpSpPr>
        <p:grpSpPr>
          <a:xfrm>
            <a:off x="6456363" y="1123950"/>
            <a:ext cx="2724150" cy="2322513"/>
            <a:chOff x="929" y="2023"/>
            <a:chExt cx="1716" cy="1463"/>
          </a:xfrm>
        </p:grpSpPr>
        <p:sp>
          <p:nvSpPr>
            <p:cNvPr id="53263" name="Oval 148"/>
            <p:cNvSpPr/>
            <p:nvPr/>
          </p:nvSpPr>
          <p:spPr>
            <a:xfrm>
              <a:off x="1383" y="229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defTabSz="914400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3264" name="Oval 149"/>
            <p:cNvSpPr/>
            <p:nvPr/>
          </p:nvSpPr>
          <p:spPr>
            <a:xfrm>
              <a:off x="1383" y="284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defTabSz="914400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3265" name="Line 150"/>
            <p:cNvSpPr/>
            <p:nvPr/>
          </p:nvSpPr>
          <p:spPr>
            <a:xfrm>
              <a:off x="2426" y="2296"/>
              <a:ext cx="0" cy="22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8214" name="Text Box 151"/>
            <p:cNvSpPr txBox="1"/>
            <p:nvPr>
              <p:custDataLst>
                <p:tags r:id="rId4"/>
              </p:custDataLst>
            </p:nvPr>
          </p:nvSpPr>
          <p:spPr>
            <a:xfrm>
              <a:off x="1247" y="2023"/>
              <a:ext cx="242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215" name="Text Box 152"/>
            <p:cNvSpPr txBox="1"/>
            <p:nvPr>
              <p:custDataLst>
                <p:tags r:id="rId5"/>
              </p:custDataLst>
            </p:nvPr>
          </p:nvSpPr>
          <p:spPr>
            <a:xfrm>
              <a:off x="929" y="2296"/>
              <a:ext cx="726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15V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8216" name="Text Box 153"/>
            <p:cNvSpPr txBox="1"/>
            <p:nvPr>
              <p:custDataLst>
                <p:tags r:id="rId6"/>
              </p:custDataLst>
            </p:nvPr>
          </p:nvSpPr>
          <p:spPr>
            <a:xfrm>
              <a:off x="1202" y="2431"/>
              <a:ext cx="227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217" name="Text Box 154"/>
            <p:cNvSpPr txBox="1"/>
            <p:nvPr>
              <p:custDataLst>
                <p:tags r:id="rId7"/>
              </p:custDataLst>
            </p:nvPr>
          </p:nvSpPr>
          <p:spPr>
            <a:xfrm>
              <a:off x="1202" y="3157"/>
              <a:ext cx="212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218" name="Text Box 155"/>
            <p:cNvSpPr txBox="1"/>
            <p:nvPr>
              <p:custDataLst>
                <p:tags r:id="rId8"/>
              </p:custDataLst>
            </p:nvPr>
          </p:nvSpPr>
          <p:spPr>
            <a:xfrm>
              <a:off x="1021" y="2840"/>
              <a:ext cx="544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8V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8219" name="Text Box 156"/>
            <p:cNvSpPr txBox="1"/>
            <p:nvPr>
              <p:custDataLst>
                <p:tags r:id="rId9"/>
              </p:custDataLst>
            </p:nvPr>
          </p:nvSpPr>
          <p:spPr>
            <a:xfrm>
              <a:off x="2064" y="2614"/>
              <a:ext cx="581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7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220" name="Text Box 157"/>
            <p:cNvSpPr txBox="1"/>
            <p:nvPr>
              <p:custDataLst>
                <p:tags r:id="rId10"/>
              </p:custDataLst>
            </p:nvPr>
          </p:nvSpPr>
          <p:spPr>
            <a:xfrm>
              <a:off x="1837" y="2205"/>
              <a:ext cx="534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7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221" name="Rectangle 158"/>
            <p:cNvSpPr/>
            <p:nvPr>
              <p:custDataLst>
                <p:tags r:id="rId11"/>
              </p:custDataLst>
            </p:nvPr>
          </p:nvSpPr>
          <p:spPr>
            <a:xfrm>
              <a:off x="1565" y="2160"/>
              <a:ext cx="952" cy="1270"/>
            </a:xfrm>
            <a:prstGeom prst="rect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274" name="Rectangle 159"/>
            <p:cNvSpPr/>
            <p:nvPr/>
          </p:nvSpPr>
          <p:spPr>
            <a:xfrm>
              <a:off x="1882" y="211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275" name="Rectangle 160"/>
            <p:cNvSpPr/>
            <p:nvPr/>
          </p:nvSpPr>
          <p:spPr>
            <a:xfrm>
              <a:off x="2435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47334" name="Group 230"/>
          <p:cNvGrpSpPr/>
          <p:nvPr/>
        </p:nvGrpSpPr>
        <p:grpSpPr>
          <a:xfrm>
            <a:off x="1847850" y="1125538"/>
            <a:ext cx="3817938" cy="2320925"/>
            <a:chOff x="204" y="709"/>
            <a:chExt cx="2405" cy="1462"/>
          </a:xfrm>
        </p:grpSpPr>
        <p:sp>
          <p:nvSpPr>
            <p:cNvPr id="48184" name="Line 123"/>
            <p:cNvSpPr/>
            <p:nvPr>
              <p:custDataLst>
                <p:tags r:id="rId12"/>
              </p:custDataLst>
            </p:nvPr>
          </p:nvSpPr>
          <p:spPr>
            <a:xfrm>
              <a:off x="1792" y="799"/>
              <a:ext cx="0" cy="1361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8185" name="Line 124"/>
            <p:cNvSpPr/>
            <p:nvPr>
              <p:custDataLst>
                <p:tags r:id="rId13"/>
              </p:custDataLst>
            </p:nvPr>
          </p:nvSpPr>
          <p:spPr>
            <a:xfrm>
              <a:off x="2518" y="799"/>
              <a:ext cx="0" cy="1361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86" name="Line 125"/>
            <p:cNvSpPr/>
            <p:nvPr>
              <p:custDataLst>
                <p:tags r:id="rId14"/>
              </p:custDataLst>
            </p:nvPr>
          </p:nvSpPr>
          <p:spPr>
            <a:xfrm>
              <a:off x="976" y="799"/>
              <a:ext cx="1542" cy="0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87" name="Line 126"/>
            <p:cNvSpPr/>
            <p:nvPr>
              <p:custDataLst>
                <p:tags r:id="rId15"/>
              </p:custDataLst>
            </p:nvPr>
          </p:nvSpPr>
          <p:spPr>
            <a:xfrm>
              <a:off x="976" y="1480"/>
              <a:ext cx="816" cy="1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3284" name="Line 127"/>
            <p:cNvSpPr/>
            <p:nvPr/>
          </p:nvSpPr>
          <p:spPr>
            <a:xfrm>
              <a:off x="2427" y="845"/>
              <a:ext cx="0" cy="317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8189" name="Text Box 128"/>
            <p:cNvSpPr txBox="1"/>
            <p:nvPr>
              <p:custDataLst>
                <p:tags r:id="rId16"/>
              </p:custDataLst>
            </p:nvPr>
          </p:nvSpPr>
          <p:spPr>
            <a:xfrm>
              <a:off x="567" y="754"/>
              <a:ext cx="44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5A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8190" name="Line 129"/>
            <p:cNvSpPr/>
            <p:nvPr>
              <p:custDataLst>
                <p:tags r:id="rId17"/>
              </p:custDataLst>
            </p:nvPr>
          </p:nvSpPr>
          <p:spPr>
            <a:xfrm>
              <a:off x="976" y="2160"/>
              <a:ext cx="1542" cy="0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91" name="Text Box 130"/>
            <p:cNvSpPr txBox="1"/>
            <p:nvPr>
              <p:custDataLst>
                <p:tags r:id="rId18"/>
              </p:custDataLst>
            </p:nvPr>
          </p:nvSpPr>
          <p:spPr>
            <a:xfrm>
              <a:off x="1338" y="981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3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92" name="Text Box 131"/>
            <p:cNvSpPr txBox="1"/>
            <p:nvPr>
              <p:custDataLst>
                <p:tags r:id="rId19"/>
              </p:custDataLst>
            </p:nvPr>
          </p:nvSpPr>
          <p:spPr>
            <a:xfrm>
              <a:off x="1339" y="1616"/>
              <a:ext cx="57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4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93" name="Text Box 132"/>
            <p:cNvSpPr txBox="1"/>
            <p:nvPr>
              <p:custDataLst>
                <p:tags r:id="rId20"/>
              </p:custDataLst>
            </p:nvPr>
          </p:nvSpPr>
          <p:spPr>
            <a:xfrm>
              <a:off x="2064" y="1343"/>
              <a:ext cx="4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7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94" name="Text Box 133"/>
            <p:cNvSpPr txBox="1"/>
            <p:nvPr>
              <p:custDataLst>
                <p:tags r:id="rId21"/>
              </p:custDataLst>
            </p:nvPr>
          </p:nvSpPr>
          <p:spPr>
            <a:xfrm>
              <a:off x="567" y="1842"/>
              <a:ext cx="44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2A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8195" name="Text Box 134"/>
            <p:cNvSpPr txBox="1"/>
            <p:nvPr>
              <p:custDataLst>
                <p:tags r:id="rId22"/>
              </p:custDataLst>
            </p:nvPr>
          </p:nvSpPr>
          <p:spPr>
            <a:xfrm>
              <a:off x="1928" y="845"/>
              <a:ext cx="681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0" lang="zh-CN" altLang="en-US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＝？</a:t>
              </a:r>
              <a:endParaRPr kumimoji="0" lang="zh-CN" altLang="en-US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8196" name="Line 135"/>
            <p:cNvSpPr/>
            <p:nvPr>
              <p:custDataLst>
                <p:tags r:id="rId23"/>
              </p:custDataLst>
            </p:nvPr>
          </p:nvSpPr>
          <p:spPr>
            <a:xfrm flipH="1" flipV="1">
              <a:off x="976" y="799"/>
              <a:ext cx="0" cy="1361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93" name="Rectangle 142"/>
            <p:cNvSpPr/>
            <p:nvPr/>
          </p:nvSpPr>
          <p:spPr>
            <a:xfrm>
              <a:off x="1710" y="161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294" name="Rectangle 143"/>
            <p:cNvSpPr/>
            <p:nvPr/>
          </p:nvSpPr>
          <p:spPr>
            <a:xfrm>
              <a:off x="1710" y="98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295" name="Rectangle 144"/>
            <p:cNvSpPr/>
            <p:nvPr/>
          </p:nvSpPr>
          <p:spPr>
            <a:xfrm>
              <a:off x="2436" y="134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296" name="Line 145"/>
            <p:cNvSpPr/>
            <p:nvPr/>
          </p:nvSpPr>
          <p:spPr>
            <a:xfrm flipV="1">
              <a:off x="975" y="1933"/>
              <a:ext cx="0" cy="18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53297" name="Line 146"/>
            <p:cNvSpPr/>
            <p:nvPr/>
          </p:nvSpPr>
          <p:spPr>
            <a:xfrm flipV="1">
              <a:off x="975" y="844"/>
              <a:ext cx="0" cy="18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3298" name="Text Box 161"/>
            <p:cNvSpPr txBox="1"/>
            <p:nvPr/>
          </p:nvSpPr>
          <p:spPr>
            <a:xfrm>
              <a:off x="204" y="709"/>
              <a:ext cx="40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defTabSz="914400">
                <a:spcBef>
                  <a:spcPct val="50000"/>
                </a:spcBef>
              </a:pPr>
              <a:r>
                <a:rPr lang="en-US" altLang="zh-CN" b="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1.</a:t>
              </a:r>
              <a:endPara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53299" name="Group 136"/>
            <p:cNvGrpSpPr/>
            <p:nvPr/>
          </p:nvGrpSpPr>
          <p:grpSpPr>
            <a:xfrm>
              <a:off x="794" y="1570"/>
              <a:ext cx="363" cy="363"/>
              <a:chOff x="4785" y="709"/>
              <a:chExt cx="363" cy="363"/>
            </a:xfrm>
          </p:grpSpPr>
          <p:sp>
            <p:nvSpPr>
              <p:cNvPr id="53300" name="Oval 137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53301" name="Line 138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53302" name="Group 139"/>
            <p:cNvGrpSpPr/>
            <p:nvPr/>
          </p:nvGrpSpPr>
          <p:grpSpPr>
            <a:xfrm>
              <a:off x="794" y="1026"/>
              <a:ext cx="363" cy="363"/>
              <a:chOff x="4785" y="709"/>
              <a:chExt cx="363" cy="363"/>
            </a:xfrm>
          </p:grpSpPr>
          <p:sp>
            <p:nvSpPr>
              <p:cNvPr id="53303" name="Oval 140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53304" name="Line 141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47335" name="Group 231"/>
          <p:cNvGrpSpPr/>
          <p:nvPr/>
        </p:nvGrpSpPr>
        <p:grpSpPr>
          <a:xfrm>
            <a:off x="1919288" y="3644900"/>
            <a:ext cx="4752975" cy="2305050"/>
            <a:chOff x="249" y="2296"/>
            <a:chExt cx="2994" cy="1452"/>
          </a:xfrm>
        </p:grpSpPr>
        <p:sp>
          <p:nvSpPr>
            <p:cNvPr id="53306" name="Oval 164"/>
            <p:cNvSpPr/>
            <p:nvPr/>
          </p:nvSpPr>
          <p:spPr>
            <a:xfrm>
              <a:off x="1700" y="261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defTabSz="914400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3307" name="Oval 165"/>
            <p:cNvSpPr/>
            <p:nvPr/>
          </p:nvSpPr>
          <p:spPr>
            <a:xfrm>
              <a:off x="748" y="315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defTabSz="914400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8163" name="Line 166"/>
            <p:cNvSpPr/>
            <p:nvPr>
              <p:custDataLst>
                <p:tags r:id="rId24"/>
              </p:custDataLst>
            </p:nvPr>
          </p:nvSpPr>
          <p:spPr>
            <a:xfrm>
              <a:off x="1882" y="2478"/>
              <a:ext cx="0" cy="1270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8164" name="Text Box 167"/>
            <p:cNvSpPr txBox="1"/>
            <p:nvPr>
              <p:custDataLst>
                <p:tags r:id="rId25"/>
              </p:custDataLst>
            </p:nvPr>
          </p:nvSpPr>
          <p:spPr>
            <a:xfrm>
              <a:off x="1884" y="3022"/>
              <a:ext cx="45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6A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3310" name="Line 168"/>
            <p:cNvSpPr/>
            <p:nvPr/>
          </p:nvSpPr>
          <p:spPr>
            <a:xfrm flipV="1">
              <a:off x="1882" y="3067"/>
              <a:ext cx="0" cy="22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8166" name="Text Box 169"/>
            <p:cNvSpPr txBox="1"/>
            <p:nvPr>
              <p:custDataLst>
                <p:tags r:id="rId26"/>
              </p:custDataLst>
            </p:nvPr>
          </p:nvSpPr>
          <p:spPr>
            <a:xfrm>
              <a:off x="2608" y="2613"/>
              <a:ext cx="23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67" name="Text Box 170"/>
            <p:cNvSpPr txBox="1"/>
            <p:nvPr>
              <p:custDataLst>
                <p:tags r:id="rId27"/>
              </p:custDataLst>
            </p:nvPr>
          </p:nvSpPr>
          <p:spPr>
            <a:xfrm>
              <a:off x="652" y="3384"/>
              <a:ext cx="27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68" name="Text Box 171"/>
            <p:cNvSpPr txBox="1"/>
            <p:nvPr>
              <p:custDataLst>
                <p:tags r:id="rId28"/>
              </p:custDataLst>
            </p:nvPr>
          </p:nvSpPr>
          <p:spPr>
            <a:xfrm>
              <a:off x="2562" y="2930"/>
              <a:ext cx="681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U=</a:t>
              </a:r>
              <a:r>
                <a:rPr kumimoji="0" lang="zh-CN" altLang="en-US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？</a:t>
              </a:r>
              <a:endParaRPr kumimoji="0" lang="zh-CN" altLang="en-US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69" name="Text Box 172"/>
            <p:cNvSpPr txBox="1"/>
            <p:nvPr>
              <p:custDataLst>
                <p:tags r:id="rId29"/>
              </p:custDataLst>
            </p:nvPr>
          </p:nvSpPr>
          <p:spPr>
            <a:xfrm>
              <a:off x="435" y="2659"/>
              <a:ext cx="58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5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70" name="Text Box 173"/>
            <p:cNvSpPr txBox="1"/>
            <p:nvPr>
              <p:custDataLst>
                <p:tags r:id="rId30"/>
              </p:custDataLst>
            </p:nvPr>
          </p:nvSpPr>
          <p:spPr>
            <a:xfrm>
              <a:off x="2109" y="2704"/>
              <a:ext cx="55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5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71" name="Text Box 174"/>
            <p:cNvSpPr txBox="1"/>
            <p:nvPr>
              <p:custDataLst>
                <p:tags r:id="rId31"/>
              </p:custDataLst>
            </p:nvPr>
          </p:nvSpPr>
          <p:spPr>
            <a:xfrm>
              <a:off x="294" y="3204"/>
              <a:ext cx="63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10V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8172" name="Text Box 175"/>
            <p:cNvSpPr txBox="1"/>
            <p:nvPr>
              <p:custDataLst>
                <p:tags r:id="rId32"/>
              </p:custDataLst>
            </p:nvPr>
          </p:nvSpPr>
          <p:spPr>
            <a:xfrm>
              <a:off x="1201" y="2659"/>
              <a:ext cx="70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10V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8173" name="Rectangle 176"/>
            <p:cNvSpPr/>
            <p:nvPr>
              <p:custDataLst>
                <p:tags r:id="rId33"/>
              </p:custDataLst>
            </p:nvPr>
          </p:nvSpPr>
          <p:spPr>
            <a:xfrm>
              <a:off x="929" y="2478"/>
              <a:ext cx="1633" cy="1270"/>
            </a:xfrm>
            <a:prstGeom prst="rect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319" name="Rectangle 177"/>
            <p:cNvSpPr/>
            <p:nvPr/>
          </p:nvSpPr>
          <p:spPr>
            <a:xfrm>
              <a:off x="2481" y="293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320" name="Rectangle 178"/>
            <p:cNvSpPr/>
            <p:nvPr/>
          </p:nvSpPr>
          <p:spPr>
            <a:xfrm>
              <a:off x="848" y="265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8176" name="Text Box 182"/>
            <p:cNvSpPr txBox="1"/>
            <p:nvPr>
              <p:custDataLst>
                <p:tags r:id="rId34"/>
              </p:custDataLst>
            </p:nvPr>
          </p:nvSpPr>
          <p:spPr>
            <a:xfrm>
              <a:off x="657" y="2930"/>
              <a:ext cx="23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77" name="Text Box 183"/>
            <p:cNvSpPr txBox="1"/>
            <p:nvPr>
              <p:custDataLst>
                <p:tags r:id="rId35"/>
              </p:custDataLst>
            </p:nvPr>
          </p:nvSpPr>
          <p:spPr>
            <a:xfrm>
              <a:off x="1519" y="2431"/>
              <a:ext cx="23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78" name="Text Box 184"/>
            <p:cNvSpPr txBox="1"/>
            <p:nvPr>
              <p:custDataLst>
                <p:tags r:id="rId36"/>
              </p:custDataLst>
            </p:nvPr>
          </p:nvSpPr>
          <p:spPr>
            <a:xfrm>
              <a:off x="1474" y="2794"/>
              <a:ext cx="27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79" name="Text Box 185"/>
            <p:cNvSpPr txBox="1"/>
            <p:nvPr>
              <p:custDataLst>
                <p:tags r:id="rId37"/>
              </p:custDataLst>
            </p:nvPr>
          </p:nvSpPr>
          <p:spPr>
            <a:xfrm>
              <a:off x="2562" y="3157"/>
              <a:ext cx="27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3325" name="Text Box 186"/>
            <p:cNvSpPr txBox="1"/>
            <p:nvPr/>
          </p:nvSpPr>
          <p:spPr>
            <a:xfrm>
              <a:off x="249" y="2296"/>
              <a:ext cx="58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defTabSz="914400">
                <a:spcBef>
                  <a:spcPct val="50000"/>
                </a:spcBef>
              </a:pPr>
              <a:r>
                <a:rPr lang="en-US" altLang="zh-CN" b="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2.</a:t>
              </a:r>
              <a:endPara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grpSp>
          <p:nvGrpSpPr>
            <p:cNvPr id="53326" name="Group 179"/>
            <p:cNvGrpSpPr/>
            <p:nvPr/>
          </p:nvGrpSpPr>
          <p:grpSpPr>
            <a:xfrm>
              <a:off x="1700" y="3294"/>
              <a:ext cx="363" cy="363"/>
              <a:chOff x="4785" y="709"/>
              <a:chExt cx="363" cy="363"/>
            </a:xfrm>
          </p:grpSpPr>
          <p:sp>
            <p:nvSpPr>
              <p:cNvPr id="53327" name="Oval 180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53328" name="Line 181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47336" name="Group 232"/>
          <p:cNvGrpSpPr/>
          <p:nvPr/>
        </p:nvGrpSpPr>
        <p:grpSpPr>
          <a:xfrm>
            <a:off x="6672263" y="3789363"/>
            <a:ext cx="3455987" cy="1727200"/>
            <a:chOff x="3243" y="2387"/>
            <a:chExt cx="2177" cy="1088"/>
          </a:xfrm>
        </p:grpSpPr>
        <p:sp>
          <p:nvSpPr>
            <p:cNvPr id="53330" name="Line 119"/>
            <p:cNvSpPr/>
            <p:nvPr/>
          </p:nvSpPr>
          <p:spPr>
            <a:xfrm flipV="1">
              <a:off x="3243" y="2840"/>
              <a:ext cx="0" cy="182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48144" name="Line 207"/>
            <p:cNvSpPr/>
            <p:nvPr>
              <p:custDataLst>
                <p:tags r:id="rId38"/>
              </p:custDataLst>
            </p:nvPr>
          </p:nvSpPr>
          <p:spPr>
            <a:xfrm>
              <a:off x="4104" y="2387"/>
              <a:ext cx="0" cy="1088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3332" name="Line 208"/>
            <p:cNvSpPr/>
            <p:nvPr/>
          </p:nvSpPr>
          <p:spPr>
            <a:xfrm flipV="1">
              <a:off x="4105" y="2523"/>
              <a:ext cx="0" cy="363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8146" name="Text Box 209"/>
            <p:cNvSpPr txBox="1"/>
            <p:nvPr>
              <p:custDataLst>
                <p:tags r:id="rId39"/>
              </p:custDataLst>
            </p:nvPr>
          </p:nvSpPr>
          <p:spPr>
            <a:xfrm>
              <a:off x="5057" y="2476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47" name="Text Box 210"/>
            <p:cNvSpPr txBox="1"/>
            <p:nvPr>
              <p:custDataLst>
                <p:tags r:id="rId40"/>
              </p:custDataLst>
            </p:nvPr>
          </p:nvSpPr>
          <p:spPr>
            <a:xfrm>
              <a:off x="5057" y="3021"/>
              <a:ext cx="27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  <a:sym typeface="Symbol" panose="05050102010706020507" pitchFamily="18" charset="2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48" name="Text Box 211"/>
            <p:cNvSpPr txBox="1"/>
            <p:nvPr>
              <p:custDataLst>
                <p:tags r:id="rId41"/>
              </p:custDataLst>
            </p:nvPr>
          </p:nvSpPr>
          <p:spPr>
            <a:xfrm>
              <a:off x="5057" y="2749"/>
              <a:ext cx="36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U</a:t>
              </a:r>
              <a:endParaRPr kumimoji="0" lang="en-US" altLang="zh-CN" sz="2800" b="0" i="1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49" name="Text Box 212"/>
            <p:cNvSpPr txBox="1"/>
            <p:nvPr>
              <p:custDataLst>
                <p:tags r:id="rId42"/>
              </p:custDataLst>
            </p:nvPr>
          </p:nvSpPr>
          <p:spPr>
            <a:xfrm>
              <a:off x="4422" y="2786"/>
              <a:ext cx="681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2.5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150" name="Text Box 213"/>
            <p:cNvSpPr txBox="1"/>
            <p:nvPr>
              <p:custDataLst>
                <p:tags r:id="rId43"/>
              </p:custDataLst>
            </p:nvPr>
          </p:nvSpPr>
          <p:spPr>
            <a:xfrm>
              <a:off x="3424" y="2568"/>
              <a:ext cx="43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2A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8151" name="Text Box 214"/>
            <p:cNvSpPr txBox="1"/>
            <p:nvPr>
              <p:custDataLst>
                <p:tags r:id="rId44"/>
              </p:custDataLst>
            </p:nvPr>
          </p:nvSpPr>
          <p:spPr>
            <a:xfrm>
              <a:off x="4116" y="2559"/>
              <a:ext cx="44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6A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8152" name="Rectangle 215"/>
            <p:cNvSpPr/>
            <p:nvPr>
              <p:custDataLst>
                <p:tags r:id="rId45"/>
              </p:custDataLst>
            </p:nvPr>
          </p:nvSpPr>
          <p:spPr>
            <a:xfrm>
              <a:off x="3424" y="2387"/>
              <a:ext cx="1588" cy="1088"/>
            </a:xfrm>
            <a:prstGeom prst="rect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3340" name="Line 222"/>
            <p:cNvSpPr/>
            <p:nvPr/>
          </p:nvSpPr>
          <p:spPr>
            <a:xfrm flipV="1">
              <a:off x="3424" y="2523"/>
              <a:ext cx="0" cy="363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3341" name="Rectangle 223"/>
            <p:cNvSpPr/>
            <p:nvPr/>
          </p:nvSpPr>
          <p:spPr>
            <a:xfrm>
              <a:off x="4930" y="275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grpSp>
          <p:nvGrpSpPr>
            <p:cNvPr id="53342" name="Group 219"/>
            <p:cNvGrpSpPr/>
            <p:nvPr/>
          </p:nvGrpSpPr>
          <p:grpSpPr>
            <a:xfrm>
              <a:off x="3243" y="2886"/>
              <a:ext cx="363" cy="363"/>
              <a:chOff x="4785" y="709"/>
              <a:chExt cx="363" cy="363"/>
            </a:xfrm>
          </p:grpSpPr>
          <p:sp>
            <p:nvSpPr>
              <p:cNvPr id="53343" name="Oval 220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53344" name="Line 221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53345" name="Group 216"/>
            <p:cNvGrpSpPr/>
            <p:nvPr/>
          </p:nvGrpSpPr>
          <p:grpSpPr>
            <a:xfrm>
              <a:off x="3923" y="2886"/>
              <a:ext cx="363" cy="363"/>
              <a:chOff x="4785" y="709"/>
              <a:chExt cx="363" cy="363"/>
            </a:xfrm>
          </p:grpSpPr>
          <p:sp>
            <p:nvSpPr>
              <p:cNvPr id="53346" name="Oval 217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53347" name="Line 218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7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7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7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7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7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47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7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4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/>
      <p:bldP spid="47107" grpId="0"/>
      <p:bldP spid="47108" grpId="0" bldLvl="0" animBg="1"/>
      <p:bldP spid="47109" grpId="0"/>
      <p:bldP spid="47140" grpId="0" bldLvl="0" animBg="1"/>
      <p:bldP spid="4716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30828" name="Object 108"/>
          <p:cNvGraphicFramePr>
            <a:graphicFrameLocks noChangeAspect="1"/>
          </p:cNvGraphicFramePr>
          <p:nvPr/>
        </p:nvGraphicFramePr>
        <p:xfrm>
          <a:off x="2351088" y="4221163"/>
          <a:ext cx="2860675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" imgW="1122045" imgH="313690" progId="Equation.3">
                  <p:embed/>
                </p:oleObj>
              </mc:Choice>
              <mc:Fallback>
                <p:oleObj name="" r:id="rId1" imgW="1122045" imgH="31369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51088" y="4221163"/>
                        <a:ext cx="2860675" cy="989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75" name="Text Box 155"/>
          <p:cNvSpPr txBox="1"/>
          <p:nvPr/>
        </p:nvSpPr>
        <p:spPr>
          <a:xfrm>
            <a:off x="1559243" y="1180465"/>
            <a:ext cx="6553200" cy="52197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defTabSz="914400"/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求电路中的电流</a:t>
            </a:r>
            <a:r>
              <a:rPr lang="en-US" altLang="zh-CN" b="0" i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endParaRPr lang="en-US" altLang="zh-CN" b="0" i="1" dirty="0">
              <a:solidFill>
                <a:schemeClr val="accent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30927" name="Group 207"/>
          <p:cNvGrpSpPr/>
          <p:nvPr/>
        </p:nvGrpSpPr>
        <p:grpSpPr>
          <a:xfrm>
            <a:off x="3399473" y="2565718"/>
            <a:ext cx="4608512" cy="2303462"/>
            <a:chOff x="113" y="799"/>
            <a:chExt cx="2903" cy="1451"/>
          </a:xfrm>
        </p:grpSpPr>
        <p:sp>
          <p:nvSpPr>
            <p:cNvPr id="57403" name="Oval 123"/>
            <p:cNvSpPr/>
            <p:nvPr/>
          </p:nvSpPr>
          <p:spPr>
            <a:xfrm>
              <a:off x="2653" y="157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defTabSz="914400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7404" name="Oval 124"/>
            <p:cNvSpPr/>
            <p:nvPr/>
          </p:nvSpPr>
          <p:spPr>
            <a:xfrm>
              <a:off x="1337" y="161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defTabSz="914400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2239" name="Line 125"/>
            <p:cNvSpPr/>
            <p:nvPr>
              <p:custDataLst>
                <p:tags r:id="rId3"/>
              </p:custDataLst>
            </p:nvPr>
          </p:nvSpPr>
          <p:spPr>
            <a:xfrm>
              <a:off x="1519" y="844"/>
              <a:ext cx="0" cy="1406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2240" name="Line 126"/>
            <p:cNvSpPr/>
            <p:nvPr>
              <p:custDataLst>
                <p:tags r:id="rId4"/>
              </p:custDataLst>
            </p:nvPr>
          </p:nvSpPr>
          <p:spPr>
            <a:xfrm>
              <a:off x="1519" y="1479"/>
              <a:ext cx="635" cy="0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2241" name="Line 127"/>
            <p:cNvSpPr/>
            <p:nvPr>
              <p:custDataLst>
                <p:tags r:id="rId5"/>
              </p:custDataLst>
            </p:nvPr>
          </p:nvSpPr>
          <p:spPr>
            <a:xfrm>
              <a:off x="2154" y="1479"/>
              <a:ext cx="0" cy="771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2242" name="Text Box 128"/>
            <p:cNvSpPr txBox="1"/>
            <p:nvPr>
              <p:custDataLst>
                <p:tags r:id="rId6"/>
              </p:custDataLst>
            </p:nvPr>
          </p:nvSpPr>
          <p:spPr>
            <a:xfrm>
              <a:off x="817" y="1661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40V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43" name="Text Box 129"/>
            <p:cNvSpPr txBox="1"/>
            <p:nvPr>
              <p:custDataLst>
                <p:tags r:id="rId7"/>
              </p:custDataLst>
            </p:nvPr>
          </p:nvSpPr>
          <p:spPr>
            <a:xfrm>
              <a:off x="113" y="1661"/>
              <a:ext cx="5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10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2244" name="Text Box 130"/>
            <p:cNvSpPr txBox="1"/>
            <p:nvPr>
              <p:custDataLst>
                <p:tags r:id="rId8"/>
              </p:custDataLst>
            </p:nvPr>
          </p:nvSpPr>
          <p:spPr>
            <a:xfrm>
              <a:off x="2358" y="1026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4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2245" name="Text Box 131"/>
            <p:cNvSpPr txBox="1"/>
            <p:nvPr>
              <p:custDataLst>
                <p:tags r:id="rId9"/>
              </p:custDataLst>
            </p:nvPr>
          </p:nvSpPr>
          <p:spPr>
            <a:xfrm>
              <a:off x="953" y="1026"/>
              <a:ext cx="54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10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2246" name="Text Box 132"/>
            <p:cNvSpPr txBox="1"/>
            <p:nvPr>
              <p:custDataLst>
                <p:tags r:id="rId10"/>
              </p:custDataLst>
            </p:nvPr>
          </p:nvSpPr>
          <p:spPr>
            <a:xfrm>
              <a:off x="203" y="845"/>
              <a:ext cx="44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2A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47" name="Text Box 133"/>
            <p:cNvSpPr txBox="1"/>
            <p:nvPr>
              <p:custDataLst>
                <p:tags r:id="rId11"/>
              </p:custDataLst>
            </p:nvPr>
          </p:nvSpPr>
          <p:spPr>
            <a:xfrm>
              <a:off x="2132" y="799"/>
              <a:ext cx="54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endParaRPr kumimoji="0" lang="en-US" altLang="zh-CN" sz="2800" b="0" i="1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48" name="Text Box 134"/>
            <p:cNvSpPr txBox="1"/>
            <p:nvPr>
              <p:custDataLst>
                <p:tags r:id="rId12"/>
              </p:custDataLst>
            </p:nvPr>
          </p:nvSpPr>
          <p:spPr>
            <a:xfrm>
              <a:off x="1791" y="1515"/>
              <a:ext cx="44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2A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49" name="Text Box 135"/>
            <p:cNvSpPr txBox="1"/>
            <p:nvPr>
              <p:custDataLst>
                <p:tags r:id="rId13"/>
              </p:custDataLst>
            </p:nvPr>
          </p:nvSpPr>
          <p:spPr>
            <a:xfrm>
              <a:off x="1678" y="890"/>
              <a:ext cx="4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6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2250" name="Text Box 136"/>
            <p:cNvSpPr txBox="1"/>
            <p:nvPr>
              <p:custDataLst>
                <p:tags r:id="rId14"/>
              </p:custDataLst>
            </p:nvPr>
          </p:nvSpPr>
          <p:spPr>
            <a:xfrm>
              <a:off x="2199" y="1515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30V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51" name="Text Box 137"/>
            <p:cNvSpPr txBox="1"/>
            <p:nvPr>
              <p:custDataLst>
                <p:tags r:id="rId15"/>
              </p:custDataLst>
            </p:nvPr>
          </p:nvSpPr>
          <p:spPr>
            <a:xfrm>
              <a:off x="2471" y="1752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52252" name="Text Box 138"/>
            <p:cNvSpPr txBox="1"/>
            <p:nvPr>
              <p:custDataLst>
                <p:tags r:id="rId16"/>
              </p:custDataLst>
            </p:nvPr>
          </p:nvSpPr>
          <p:spPr>
            <a:xfrm>
              <a:off x="2471" y="1253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53" name="Text Box 139"/>
            <p:cNvSpPr txBox="1"/>
            <p:nvPr>
              <p:custDataLst>
                <p:tags r:id="rId17"/>
              </p:custDataLst>
            </p:nvPr>
          </p:nvSpPr>
          <p:spPr>
            <a:xfrm>
              <a:off x="1179" y="1389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54" name="Text Box 140"/>
            <p:cNvSpPr txBox="1"/>
            <p:nvPr>
              <p:custDataLst>
                <p:tags r:id="rId18"/>
              </p:custDataLst>
            </p:nvPr>
          </p:nvSpPr>
          <p:spPr>
            <a:xfrm>
              <a:off x="1179" y="1842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52255" name="Rectangle 141"/>
            <p:cNvSpPr/>
            <p:nvPr>
              <p:custDataLst>
                <p:tags r:id="rId19"/>
              </p:custDataLst>
            </p:nvPr>
          </p:nvSpPr>
          <p:spPr>
            <a:xfrm>
              <a:off x="612" y="844"/>
              <a:ext cx="2223" cy="1406"/>
            </a:xfrm>
            <a:prstGeom prst="rect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22" name="Rectangle 148"/>
            <p:cNvSpPr/>
            <p:nvPr/>
          </p:nvSpPr>
          <p:spPr>
            <a:xfrm>
              <a:off x="2776" y="102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23" name="Rectangle 149"/>
            <p:cNvSpPr/>
            <p:nvPr/>
          </p:nvSpPr>
          <p:spPr>
            <a:xfrm>
              <a:off x="1474" y="102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24" name="Rectangle 150"/>
            <p:cNvSpPr/>
            <p:nvPr/>
          </p:nvSpPr>
          <p:spPr>
            <a:xfrm>
              <a:off x="553" y="170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25" name="Line 151"/>
            <p:cNvSpPr/>
            <p:nvPr/>
          </p:nvSpPr>
          <p:spPr>
            <a:xfrm flipV="1">
              <a:off x="612" y="890"/>
              <a:ext cx="0" cy="31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7426" name="Line 152"/>
            <p:cNvSpPr/>
            <p:nvPr/>
          </p:nvSpPr>
          <p:spPr>
            <a:xfrm flipV="1">
              <a:off x="2154" y="1525"/>
              <a:ext cx="0" cy="27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7427" name="Rectangle 153"/>
            <p:cNvSpPr/>
            <p:nvPr/>
          </p:nvSpPr>
          <p:spPr>
            <a:xfrm>
              <a:off x="1769" y="79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28" name="Line 154"/>
            <p:cNvSpPr/>
            <p:nvPr/>
          </p:nvSpPr>
          <p:spPr>
            <a:xfrm flipV="1">
              <a:off x="2223" y="799"/>
              <a:ext cx="363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grpSp>
          <p:nvGrpSpPr>
            <p:cNvPr id="57429" name="Group 142"/>
            <p:cNvGrpSpPr/>
            <p:nvPr/>
          </p:nvGrpSpPr>
          <p:grpSpPr>
            <a:xfrm>
              <a:off x="1972" y="1797"/>
              <a:ext cx="363" cy="363"/>
              <a:chOff x="4785" y="709"/>
              <a:chExt cx="363" cy="363"/>
            </a:xfrm>
          </p:grpSpPr>
          <p:sp>
            <p:nvSpPr>
              <p:cNvPr id="57430" name="Oval 143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57431" name="Line 144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57432" name="Group 145"/>
            <p:cNvGrpSpPr/>
            <p:nvPr/>
          </p:nvGrpSpPr>
          <p:grpSpPr>
            <a:xfrm>
              <a:off x="430" y="1162"/>
              <a:ext cx="363" cy="363"/>
              <a:chOff x="4785" y="709"/>
              <a:chExt cx="363" cy="363"/>
            </a:xfrm>
          </p:grpSpPr>
          <p:sp>
            <p:nvSpPr>
              <p:cNvPr id="57433" name="Oval 146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57434" name="Line 147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7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0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7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60" name="AutoShape 40"/>
          <p:cNvSpPr/>
          <p:nvPr/>
        </p:nvSpPr>
        <p:spPr>
          <a:xfrm>
            <a:off x="6311900" y="1700213"/>
            <a:ext cx="647700" cy="144462"/>
          </a:xfrm>
          <a:prstGeom prst="rightArrow">
            <a:avLst>
              <a:gd name="adj1" fmla="val 50000"/>
              <a:gd name="adj2" fmla="val 112067"/>
            </a:avLst>
          </a:prstGeom>
          <a:solidFill>
            <a:srgbClr val="0099FF"/>
          </a:solidFill>
          <a:ln w="9525" cap="flat" cmpd="sng">
            <a:solidFill>
              <a:srgbClr val="00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defTabSz="914400"/>
            <a:endParaRPr lang="en-US" altLang="zh-CN" b="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aphicFrame>
        <p:nvGraphicFramePr>
          <p:cNvPr id="30828" name="Object 108"/>
          <p:cNvGraphicFramePr>
            <a:graphicFrameLocks noChangeAspect="1"/>
          </p:cNvGraphicFramePr>
          <p:nvPr/>
        </p:nvGraphicFramePr>
        <p:xfrm>
          <a:off x="2351088" y="4221163"/>
          <a:ext cx="2860675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" imgW="1122045" imgH="313690" progId="Equation.3">
                  <p:embed/>
                </p:oleObj>
              </mc:Choice>
              <mc:Fallback>
                <p:oleObj name="" r:id="rId1" imgW="1122045" imgH="31369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51088" y="4221163"/>
                        <a:ext cx="2860675" cy="989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75" name="Text Box 155"/>
          <p:cNvSpPr txBox="1"/>
          <p:nvPr/>
        </p:nvSpPr>
        <p:spPr>
          <a:xfrm>
            <a:off x="2855913" y="549275"/>
            <a:ext cx="6553200" cy="52197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defTabSz="914400"/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求电路中的电流</a:t>
            </a:r>
            <a:r>
              <a:rPr lang="en-US" altLang="zh-CN" b="0" i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endParaRPr lang="en-US" altLang="zh-CN" b="0" i="1" dirty="0">
              <a:solidFill>
                <a:schemeClr val="accent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0900" name="AutoShape 180"/>
          <p:cNvSpPr/>
          <p:nvPr>
            <p:custDataLst>
              <p:tags r:id="rId3"/>
            </p:custDataLst>
          </p:nvPr>
        </p:nvSpPr>
        <p:spPr>
          <a:xfrm rot="10800000">
            <a:off x="8401050" y="3860800"/>
            <a:ext cx="719138" cy="792163"/>
          </a:xfrm>
          <a:custGeom>
            <a:avLst/>
            <a:gdLst>
              <a:gd name="txL" fmla="*/ 12427 w 21600"/>
              <a:gd name="txT" fmla="*/ 4068 h 21600"/>
              <a:gd name="txR" fmla="*/ 18565 w 21600"/>
              <a:gd name="txB" fmla="*/ 8090 h 21600"/>
            </a:gdLst>
            <a:ahLst/>
            <a:cxnLst>
              <a:cxn ang="17694720">
                <a:pos x="2147483646" y="0"/>
              </a:cxn>
              <a:cxn ang="5898240">
                <a:pos x="2147483646" y="2147483646"/>
              </a:cxn>
              <a:cxn ang="589824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21600" y="6079"/>
                </a:moveTo>
                <a:lnTo>
                  <a:pt x="12427" y="0"/>
                </a:lnTo>
                <a:lnTo>
                  <a:pt x="12427" y="4068"/>
                </a:lnTo>
                <a:cubicBezTo>
                  <a:pt x="5564" y="4068"/>
                  <a:pt x="0" y="7690"/>
                  <a:pt x="0" y="12158"/>
                </a:cubicBezTo>
                <a:lnTo>
                  <a:pt x="0" y="21600"/>
                </a:lnTo>
                <a:lnTo>
                  <a:pt x="4111" y="21600"/>
                </a:lnTo>
                <a:lnTo>
                  <a:pt x="4111" y="12158"/>
                </a:lnTo>
                <a:cubicBezTo>
                  <a:pt x="4111" y="9911"/>
                  <a:pt x="7834" y="8090"/>
                  <a:pt x="12427" y="8090"/>
                </a:cubicBezTo>
                <a:lnTo>
                  <a:pt x="12427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0099FF">
              <a:alpha val="100000"/>
            </a:srgbClr>
          </a:solidFill>
          <a:ln w="9525">
            <a:noFill/>
          </a:ln>
        </p:spPr>
        <p:txBody>
          <a:bodyPr/>
          <a:p>
            <a:pPr defTabSz="914400" fontAlgn="base"/>
            <a:endParaRPr lang="zh-CN" altLang="en-US" sz="2800" b="0" strike="noStrike" noProof="1">
              <a:solidFill>
                <a:schemeClr val="dk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0901" name="Group 181"/>
          <p:cNvGrpSpPr/>
          <p:nvPr/>
        </p:nvGrpSpPr>
        <p:grpSpPr>
          <a:xfrm>
            <a:off x="5303838" y="3500438"/>
            <a:ext cx="2951162" cy="2808287"/>
            <a:chOff x="748" y="2069"/>
            <a:chExt cx="1859" cy="1769"/>
          </a:xfrm>
        </p:grpSpPr>
        <p:sp>
          <p:nvSpPr>
            <p:cNvPr id="57358" name="Oval 182"/>
            <p:cNvSpPr/>
            <p:nvPr/>
          </p:nvSpPr>
          <p:spPr>
            <a:xfrm>
              <a:off x="748" y="315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defTabSz="914400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7359" name="Oval 183"/>
            <p:cNvSpPr/>
            <p:nvPr/>
          </p:nvSpPr>
          <p:spPr>
            <a:xfrm>
              <a:off x="2244" y="315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defTabSz="914400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2296" name="Text Box 184"/>
            <p:cNvSpPr txBox="1"/>
            <p:nvPr>
              <p:custDataLst>
                <p:tags r:id="rId4"/>
              </p:custDataLst>
            </p:nvPr>
          </p:nvSpPr>
          <p:spPr>
            <a:xfrm>
              <a:off x="1112" y="3249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60V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97" name="Text Box 185"/>
            <p:cNvSpPr txBox="1"/>
            <p:nvPr>
              <p:custDataLst>
                <p:tags r:id="rId5"/>
              </p:custDataLst>
            </p:nvPr>
          </p:nvSpPr>
          <p:spPr>
            <a:xfrm>
              <a:off x="1927" y="2659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4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2298" name="Text Box 186"/>
            <p:cNvSpPr txBox="1"/>
            <p:nvPr>
              <p:custDataLst>
                <p:tags r:id="rId6"/>
              </p:custDataLst>
            </p:nvPr>
          </p:nvSpPr>
          <p:spPr>
            <a:xfrm>
              <a:off x="975" y="2523"/>
              <a:ext cx="54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10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2299" name="Text Box 187"/>
            <p:cNvSpPr txBox="1"/>
            <p:nvPr>
              <p:custDataLst>
                <p:tags r:id="rId7"/>
              </p:custDataLst>
            </p:nvPr>
          </p:nvSpPr>
          <p:spPr>
            <a:xfrm>
              <a:off x="1927" y="2069"/>
              <a:ext cx="54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endParaRPr kumimoji="0" lang="en-US" altLang="zh-CN" sz="2800" b="0" i="1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300" name="Text Box 188"/>
            <p:cNvSpPr txBox="1"/>
            <p:nvPr>
              <p:custDataLst>
                <p:tags r:id="rId8"/>
              </p:custDataLst>
            </p:nvPr>
          </p:nvSpPr>
          <p:spPr>
            <a:xfrm>
              <a:off x="1383" y="2069"/>
              <a:ext cx="4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6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2301" name="Text Box 189"/>
            <p:cNvSpPr txBox="1"/>
            <p:nvPr>
              <p:custDataLst>
                <p:tags r:id="rId9"/>
              </p:custDataLst>
            </p:nvPr>
          </p:nvSpPr>
          <p:spPr>
            <a:xfrm>
              <a:off x="1791" y="3203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30V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302" name="Text Box 190"/>
            <p:cNvSpPr txBox="1"/>
            <p:nvPr>
              <p:custDataLst>
                <p:tags r:id="rId10"/>
              </p:custDataLst>
            </p:nvPr>
          </p:nvSpPr>
          <p:spPr>
            <a:xfrm>
              <a:off x="2154" y="3430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52303" name="Text Box 191"/>
            <p:cNvSpPr txBox="1"/>
            <p:nvPr>
              <p:custDataLst>
                <p:tags r:id="rId11"/>
              </p:custDataLst>
            </p:nvPr>
          </p:nvSpPr>
          <p:spPr>
            <a:xfrm>
              <a:off x="2154" y="2931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304" name="Text Box 192"/>
            <p:cNvSpPr txBox="1"/>
            <p:nvPr>
              <p:custDataLst>
                <p:tags r:id="rId12"/>
              </p:custDataLst>
            </p:nvPr>
          </p:nvSpPr>
          <p:spPr>
            <a:xfrm>
              <a:off x="1066" y="2931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305" name="Text Box 193"/>
            <p:cNvSpPr txBox="1"/>
            <p:nvPr>
              <p:custDataLst>
                <p:tags r:id="rId13"/>
              </p:custDataLst>
            </p:nvPr>
          </p:nvSpPr>
          <p:spPr>
            <a:xfrm>
              <a:off x="1066" y="3430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52306" name="Rectangle 194"/>
            <p:cNvSpPr/>
            <p:nvPr>
              <p:custDataLst>
                <p:tags r:id="rId14"/>
              </p:custDataLst>
            </p:nvPr>
          </p:nvSpPr>
          <p:spPr>
            <a:xfrm>
              <a:off x="930" y="2432"/>
              <a:ext cx="1496" cy="1406"/>
            </a:xfrm>
            <a:prstGeom prst="rect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371" name="Rectangle 195"/>
            <p:cNvSpPr/>
            <p:nvPr/>
          </p:nvSpPr>
          <p:spPr>
            <a:xfrm>
              <a:off x="2344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372" name="Rectangle 196"/>
            <p:cNvSpPr/>
            <p:nvPr/>
          </p:nvSpPr>
          <p:spPr>
            <a:xfrm>
              <a:off x="884" y="256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373" name="Rectangle 197"/>
            <p:cNvSpPr/>
            <p:nvPr/>
          </p:nvSpPr>
          <p:spPr>
            <a:xfrm>
              <a:off x="1474" y="238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374" name="Line 198"/>
            <p:cNvSpPr/>
            <p:nvPr/>
          </p:nvSpPr>
          <p:spPr>
            <a:xfrm flipV="1">
              <a:off x="1973" y="2387"/>
              <a:ext cx="272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</p:grpSp>
      <p:grpSp>
        <p:nvGrpSpPr>
          <p:cNvPr id="30926" name="Group 206"/>
          <p:cNvGrpSpPr/>
          <p:nvPr/>
        </p:nvGrpSpPr>
        <p:grpSpPr>
          <a:xfrm>
            <a:off x="6961188" y="692150"/>
            <a:ext cx="3527425" cy="2808288"/>
            <a:chOff x="3424" y="436"/>
            <a:chExt cx="2222" cy="1769"/>
          </a:xfrm>
        </p:grpSpPr>
        <p:sp>
          <p:nvSpPr>
            <p:cNvPr id="57379" name="Oval 157"/>
            <p:cNvSpPr/>
            <p:nvPr/>
          </p:nvSpPr>
          <p:spPr>
            <a:xfrm>
              <a:off x="5238" y="152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defTabSz="914400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7380" name="Oval 158"/>
            <p:cNvSpPr/>
            <p:nvPr/>
          </p:nvSpPr>
          <p:spPr>
            <a:xfrm>
              <a:off x="4286" y="157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defTabSz="914400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2271" name="Line 159"/>
            <p:cNvSpPr/>
            <p:nvPr>
              <p:custDataLst>
                <p:tags r:id="rId15"/>
              </p:custDataLst>
            </p:nvPr>
          </p:nvSpPr>
          <p:spPr>
            <a:xfrm>
              <a:off x="4468" y="799"/>
              <a:ext cx="0" cy="1406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2272" name="Text Box 160"/>
            <p:cNvSpPr txBox="1"/>
            <p:nvPr>
              <p:custDataLst>
                <p:tags r:id="rId16"/>
              </p:custDataLst>
            </p:nvPr>
          </p:nvSpPr>
          <p:spPr>
            <a:xfrm>
              <a:off x="3788" y="1616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40V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73" name="Text Box 161"/>
            <p:cNvSpPr txBox="1"/>
            <p:nvPr>
              <p:custDataLst>
                <p:tags r:id="rId17"/>
              </p:custDataLst>
            </p:nvPr>
          </p:nvSpPr>
          <p:spPr>
            <a:xfrm>
              <a:off x="4921" y="1026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4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2274" name="Text Box 162"/>
            <p:cNvSpPr txBox="1"/>
            <p:nvPr>
              <p:custDataLst>
                <p:tags r:id="rId18"/>
              </p:custDataLst>
            </p:nvPr>
          </p:nvSpPr>
          <p:spPr>
            <a:xfrm>
              <a:off x="3924" y="981"/>
              <a:ext cx="54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10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2275" name="Text Box 163"/>
            <p:cNvSpPr txBox="1"/>
            <p:nvPr>
              <p:custDataLst>
                <p:tags r:id="rId19"/>
              </p:custDataLst>
            </p:nvPr>
          </p:nvSpPr>
          <p:spPr>
            <a:xfrm>
              <a:off x="3606" y="926"/>
              <a:ext cx="44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2A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76" name="Text Box 164"/>
            <p:cNvSpPr txBox="1"/>
            <p:nvPr>
              <p:custDataLst>
                <p:tags r:id="rId20"/>
              </p:custDataLst>
            </p:nvPr>
          </p:nvSpPr>
          <p:spPr>
            <a:xfrm>
              <a:off x="5102" y="436"/>
              <a:ext cx="54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endParaRPr kumimoji="0" lang="en-US" altLang="zh-CN" sz="2800" b="0" i="1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77" name="Text Box 165"/>
            <p:cNvSpPr txBox="1"/>
            <p:nvPr>
              <p:custDataLst>
                <p:tags r:id="rId21"/>
              </p:custDataLst>
            </p:nvPr>
          </p:nvSpPr>
          <p:spPr>
            <a:xfrm>
              <a:off x="4649" y="436"/>
              <a:ext cx="4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6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2278" name="Text Box 166"/>
            <p:cNvSpPr txBox="1"/>
            <p:nvPr>
              <p:custDataLst>
                <p:tags r:id="rId22"/>
              </p:custDataLst>
            </p:nvPr>
          </p:nvSpPr>
          <p:spPr>
            <a:xfrm>
              <a:off x="4785" y="1570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30V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79" name="Text Box 167"/>
            <p:cNvSpPr txBox="1"/>
            <p:nvPr>
              <p:custDataLst>
                <p:tags r:id="rId23"/>
              </p:custDataLst>
            </p:nvPr>
          </p:nvSpPr>
          <p:spPr>
            <a:xfrm>
              <a:off x="5148" y="1797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52280" name="Text Box 168"/>
            <p:cNvSpPr txBox="1"/>
            <p:nvPr>
              <p:custDataLst>
                <p:tags r:id="rId24"/>
              </p:custDataLst>
            </p:nvPr>
          </p:nvSpPr>
          <p:spPr>
            <a:xfrm>
              <a:off x="5148" y="1298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81" name="Text Box 169"/>
            <p:cNvSpPr txBox="1"/>
            <p:nvPr>
              <p:custDataLst>
                <p:tags r:id="rId25"/>
              </p:custDataLst>
            </p:nvPr>
          </p:nvSpPr>
          <p:spPr>
            <a:xfrm>
              <a:off x="4150" y="1344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82" name="Text Box 170"/>
            <p:cNvSpPr txBox="1"/>
            <p:nvPr>
              <p:custDataLst>
                <p:tags r:id="rId26"/>
              </p:custDataLst>
            </p:nvPr>
          </p:nvSpPr>
          <p:spPr>
            <a:xfrm>
              <a:off x="4150" y="1797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52283" name="Rectangle 171"/>
            <p:cNvSpPr/>
            <p:nvPr>
              <p:custDataLst>
                <p:tags r:id="rId27"/>
              </p:custDataLst>
            </p:nvPr>
          </p:nvSpPr>
          <p:spPr>
            <a:xfrm>
              <a:off x="3606" y="799"/>
              <a:ext cx="1814" cy="1406"/>
            </a:xfrm>
            <a:prstGeom prst="rect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394" name="Rectangle 175"/>
            <p:cNvSpPr/>
            <p:nvPr/>
          </p:nvSpPr>
          <p:spPr>
            <a:xfrm>
              <a:off x="5338" y="98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395" name="Rectangle 176"/>
            <p:cNvSpPr/>
            <p:nvPr/>
          </p:nvSpPr>
          <p:spPr>
            <a:xfrm>
              <a:off x="4423" y="98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396" name="Line 177"/>
            <p:cNvSpPr/>
            <p:nvPr/>
          </p:nvSpPr>
          <p:spPr>
            <a:xfrm flipV="1">
              <a:off x="3606" y="935"/>
              <a:ext cx="0" cy="363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7397" name="Rectangle 178"/>
            <p:cNvSpPr/>
            <p:nvPr/>
          </p:nvSpPr>
          <p:spPr>
            <a:xfrm>
              <a:off x="4740" y="75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398" name="Line 179"/>
            <p:cNvSpPr/>
            <p:nvPr/>
          </p:nvSpPr>
          <p:spPr>
            <a:xfrm flipV="1">
              <a:off x="5102" y="754"/>
              <a:ext cx="272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grpSp>
          <p:nvGrpSpPr>
            <p:cNvPr id="57399" name="Group 172"/>
            <p:cNvGrpSpPr/>
            <p:nvPr/>
          </p:nvGrpSpPr>
          <p:grpSpPr>
            <a:xfrm>
              <a:off x="3424" y="1253"/>
              <a:ext cx="363" cy="363"/>
              <a:chOff x="4785" y="709"/>
              <a:chExt cx="363" cy="363"/>
            </a:xfrm>
          </p:grpSpPr>
          <p:sp>
            <p:nvSpPr>
              <p:cNvPr id="57400" name="Oval 173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57401" name="Line 174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30927" name="Group 207"/>
          <p:cNvGrpSpPr/>
          <p:nvPr/>
        </p:nvGrpSpPr>
        <p:grpSpPr>
          <a:xfrm>
            <a:off x="1703388" y="1268413"/>
            <a:ext cx="4608512" cy="2303462"/>
            <a:chOff x="113" y="799"/>
            <a:chExt cx="2903" cy="1451"/>
          </a:xfrm>
        </p:grpSpPr>
        <p:sp>
          <p:nvSpPr>
            <p:cNvPr id="57403" name="Oval 123"/>
            <p:cNvSpPr/>
            <p:nvPr/>
          </p:nvSpPr>
          <p:spPr>
            <a:xfrm>
              <a:off x="2653" y="157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defTabSz="914400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7404" name="Oval 124"/>
            <p:cNvSpPr/>
            <p:nvPr/>
          </p:nvSpPr>
          <p:spPr>
            <a:xfrm>
              <a:off x="1337" y="161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defTabSz="914400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2239" name="Line 125"/>
            <p:cNvSpPr/>
            <p:nvPr>
              <p:custDataLst>
                <p:tags r:id="rId28"/>
              </p:custDataLst>
            </p:nvPr>
          </p:nvSpPr>
          <p:spPr>
            <a:xfrm>
              <a:off x="1519" y="844"/>
              <a:ext cx="0" cy="1406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2240" name="Line 126"/>
            <p:cNvSpPr/>
            <p:nvPr>
              <p:custDataLst>
                <p:tags r:id="rId29"/>
              </p:custDataLst>
            </p:nvPr>
          </p:nvSpPr>
          <p:spPr>
            <a:xfrm>
              <a:off x="1519" y="1479"/>
              <a:ext cx="635" cy="0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2241" name="Line 127"/>
            <p:cNvSpPr/>
            <p:nvPr>
              <p:custDataLst>
                <p:tags r:id="rId30"/>
              </p:custDataLst>
            </p:nvPr>
          </p:nvSpPr>
          <p:spPr>
            <a:xfrm>
              <a:off x="2154" y="1479"/>
              <a:ext cx="0" cy="771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2242" name="Text Box 128"/>
            <p:cNvSpPr txBox="1"/>
            <p:nvPr>
              <p:custDataLst>
                <p:tags r:id="rId31"/>
              </p:custDataLst>
            </p:nvPr>
          </p:nvSpPr>
          <p:spPr>
            <a:xfrm>
              <a:off x="817" y="1661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40V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43" name="Text Box 129"/>
            <p:cNvSpPr txBox="1"/>
            <p:nvPr>
              <p:custDataLst>
                <p:tags r:id="rId32"/>
              </p:custDataLst>
            </p:nvPr>
          </p:nvSpPr>
          <p:spPr>
            <a:xfrm>
              <a:off x="113" y="1661"/>
              <a:ext cx="5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10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2244" name="Text Box 130"/>
            <p:cNvSpPr txBox="1"/>
            <p:nvPr>
              <p:custDataLst>
                <p:tags r:id="rId33"/>
              </p:custDataLst>
            </p:nvPr>
          </p:nvSpPr>
          <p:spPr>
            <a:xfrm>
              <a:off x="2358" y="1026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4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2245" name="Text Box 131"/>
            <p:cNvSpPr txBox="1"/>
            <p:nvPr>
              <p:custDataLst>
                <p:tags r:id="rId34"/>
              </p:custDataLst>
            </p:nvPr>
          </p:nvSpPr>
          <p:spPr>
            <a:xfrm>
              <a:off x="953" y="1026"/>
              <a:ext cx="54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10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2246" name="Text Box 132"/>
            <p:cNvSpPr txBox="1"/>
            <p:nvPr>
              <p:custDataLst>
                <p:tags r:id="rId35"/>
              </p:custDataLst>
            </p:nvPr>
          </p:nvSpPr>
          <p:spPr>
            <a:xfrm>
              <a:off x="203" y="845"/>
              <a:ext cx="44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2A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47" name="Text Box 133"/>
            <p:cNvSpPr txBox="1"/>
            <p:nvPr>
              <p:custDataLst>
                <p:tags r:id="rId36"/>
              </p:custDataLst>
            </p:nvPr>
          </p:nvSpPr>
          <p:spPr>
            <a:xfrm>
              <a:off x="2132" y="799"/>
              <a:ext cx="54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endParaRPr kumimoji="0" lang="en-US" altLang="zh-CN" sz="2800" b="0" i="1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48" name="Text Box 134"/>
            <p:cNvSpPr txBox="1"/>
            <p:nvPr>
              <p:custDataLst>
                <p:tags r:id="rId37"/>
              </p:custDataLst>
            </p:nvPr>
          </p:nvSpPr>
          <p:spPr>
            <a:xfrm>
              <a:off x="1791" y="1515"/>
              <a:ext cx="44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2A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49" name="Text Box 135"/>
            <p:cNvSpPr txBox="1"/>
            <p:nvPr>
              <p:custDataLst>
                <p:tags r:id="rId38"/>
              </p:custDataLst>
            </p:nvPr>
          </p:nvSpPr>
          <p:spPr>
            <a:xfrm>
              <a:off x="1678" y="890"/>
              <a:ext cx="4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6</a:t>
              </a: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2250" name="Text Box 136"/>
            <p:cNvSpPr txBox="1"/>
            <p:nvPr>
              <p:custDataLst>
                <p:tags r:id="rId39"/>
              </p:custDataLst>
            </p:nvPr>
          </p:nvSpPr>
          <p:spPr>
            <a:xfrm>
              <a:off x="2199" y="1515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30V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51" name="Text Box 137"/>
            <p:cNvSpPr txBox="1"/>
            <p:nvPr>
              <p:custDataLst>
                <p:tags r:id="rId40"/>
              </p:custDataLst>
            </p:nvPr>
          </p:nvSpPr>
          <p:spPr>
            <a:xfrm>
              <a:off x="2471" y="1752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52252" name="Text Box 138"/>
            <p:cNvSpPr txBox="1"/>
            <p:nvPr>
              <p:custDataLst>
                <p:tags r:id="rId41"/>
              </p:custDataLst>
            </p:nvPr>
          </p:nvSpPr>
          <p:spPr>
            <a:xfrm>
              <a:off x="2471" y="1253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53" name="Text Box 139"/>
            <p:cNvSpPr txBox="1"/>
            <p:nvPr>
              <p:custDataLst>
                <p:tags r:id="rId42"/>
              </p:custDataLst>
            </p:nvPr>
          </p:nvSpPr>
          <p:spPr>
            <a:xfrm>
              <a:off x="1179" y="1389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54" name="Text Box 140"/>
            <p:cNvSpPr txBox="1"/>
            <p:nvPr>
              <p:custDataLst>
                <p:tags r:id="rId43"/>
              </p:custDataLst>
            </p:nvPr>
          </p:nvSpPr>
          <p:spPr>
            <a:xfrm>
              <a:off x="1179" y="1842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52255" name="Rectangle 141"/>
            <p:cNvSpPr/>
            <p:nvPr>
              <p:custDataLst>
                <p:tags r:id="rId44"/>
              </p:custDataLst>
            </p:nvPr>
          </p:nvSpPr>
          <p:spPr>
            <a:xfrm>
              <a:off x="612" y="844"/>
              <a:ext cx="2223" cy="1406"/>
            </a:xfrm>
            <a:prstGeom prst="rect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22" name="Rectangle 148"/>
            <p:cNvSpPr/>
            <p:nvPr/>
          </p:nvSpPr>
          <p:spPr>
            <a:xfrm>
              <a:off x="2776" y="102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23" name="Rectangle 149"/>
            <p:cNvSpPr/>
            <p:nvPr/>
          </p:nvSpPr>
          <p:spPr>
            <a:xfrm>
              <a:off x="1474" y="102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24" name="Rectangle 150"/>
            <p:cNvSpPr/>
            <p:nvPr/>
          </p:nvSpPr>
          <p:spPr>
            <a:xfrm>
              <a:off x="553" y="170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25" name="Line 151"/>
            <p:cNvSpPr/>
            <p:nvPr/>
          </p:nvSpPr>
          <p:spPr>
            <a:xfrm flipV="1">
              <a:off x="612" y="890"/>
              <a:ext cx="0" cy="31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7426" name="Line 152"/>
            <p:cNvSpPr/>
            <p:nvPr/>
          </p:nvSpPr>
          <p:spPr>
            <a:xfrm flipV="1">
              <a:off x="2154" y="1525"/>
              <a:ext cx="0" cy="27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7427" name="Rectangle 153"/>
            <p:cNvSpPr/>
            <p:nvPr/>
          </p:nvSpPr>
          <p:spPr>
            <a:xfrm>
              <a:off x="1769" y="79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7428" name="Line 154"/>
            <p:cNvSpPr/>
            <p:nvPr/>
          </p:nvSpPr>
          <p:spPr>
            <a:xfrm flipV="1">
              <a:off x="2223" y="799"/>
              <a:ext cx="363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grpSp>
          <p:nvGrpSpPr>
            <p:cNvPr id="57429" name="Group 142"/>
            <p:cNvGrpSpPr/>
            <p:nvPr/>
          </p:nvGrpSpPr>
          <p:grpSpPr>
            <a:xfrm>
              <a:off x="1972" y="1797"/>
              <a:ext cx="363" cy="363"/>
              <a:chOff x="4785" y="709"/>
              <a:chExt cx="363" cy="363"/>
            </a:xfrm>
          </p:grpSpPr>
          <p:sp>
            <p:nvSpPr>
              <p:cNvPr id="57430" name="Oval 143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57431" name="Line 144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57432" name="Group 145"/>
            <p:cNvGrpSpPr/>
            <p:nvPr/>
          </p:nvGrpSpPr>
          <p:grpSpPr>
            <a:xfrm>
              <a:off x="430" y="1162"/>
              <a:ext cx="363" cy="363"/>
              <a:chOff x="4785" y="709"/>
              <a:chExt cx="363" cy="363"/>
            </a:xfrm>
          </p:grpSpPr>
          <p:sp>
            <p:nvSpPr>
              <p:cNvPr id="57433" name="Oval 146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57434" name="Line 147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0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30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0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0" grpId="0" bldLvl="0" animBg="1"/>
      <p:bldP spid="3087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5" name="Text Box 56" descr="斜纹布"/>
          <p:cNvSpPr txBox="1">
            <a:spLocks noChangeArrowheads="1"/>
          </p:cNvSpPr>
          <p:nvPr/>
        </p:nvSpPr>
        <p:spPr bwMode="auto">
          <a:xfrm>
            <a:off x="1631315" y="1412875"/>
            <a:ext cx="5682615" cy="143129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3D5C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4800" b="1">
                <a:solidFill>
                  <a:srgbClr val="FFFF00"/>
                </a:solidFill>
                <a:latin typeface="+mn-ea"/>
                <a:ea typeface="+mn-ea"/>
                <a:sym typeface="Symbol" panose="05050102010706020507" pitchFamily="18" charset="2"/>
              </a:rPr>
              <a:t>输入电阻</a:t>
            </a:r>
            <a:endParaRPr kumimoji="1" lang="zh-CN" altLang="en-US" sz="4800" b="1">
              <a:solidFill>
                <a:srgbClr val="FFFF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693" name="Text Box 45"/>
          <p:cNvSpPr txBox="1"/>
          <p:nvPr/>
        </p:nvSpPr>
        <p:spPr>
          <a:xfrm>
            <a:off x="270510" y="765175"/>
            <a:ext cx="5832475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defTabSz="914400"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计算下例一端口电路的输入电阻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7724" name="Object 76"/>
          <p:cNvGraphicFramePr>
            <a:graphicFrameLocks noChangeAspect="1"/>
          </p:cNvGraphicFramePr>
          <p:nvPr/>
        </p:nvGraphicFramePr>
        <p:xfrm>
          <a:off x="3503613" y="5013325"/>
          <a:ext cx="3502025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" imgW="1009015" imgH="139700" progId="Equation.3">
                  <p:embed/>
                </p:oleObj>
              </mc:Choice>
              <mc:Fallback>
                <p:oleObj name="" r:id="rId1" imgW="1009015" imgH="1397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03613" y="5013325"/>
                        <a:ext cx="3502025" cy="633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794" name="Group 146"/>
          <p:cNvGrpSpPr/>
          <p:nvPr/>
        </p:nvGrpSpPr>
        <p:grpSpPr>
          <a:xfrm>
            <a:off x="1271905" y="2058988"/>
            <a:ext cx="4462463" cy="2447925"/>
            <a:chOff x="204" y="709"/>
            <a:chExt cx="2811" cy="1542"/>
          </a:xfrm>
        </p:grpSpPr>
        <p:grpSp>
          <p:nvGrpSpPr>
            <p:cNvPr id="61469" name="Group 93"/>
            <p:cNvGrpSpPr/>
            <p:nvPr/>
          </p:nvGrpSpPr>
          <p:grpSpPr>
            <a:xfrm>
              <a:off x="657" y="891"/>
              <a:ext cx="2268" cy="1316"/>
              <a:chOff x="748" y="1207"/>
              <a:chExt cx="1769" cy="772"/>
            </a:xfrm>
          </p:grpSpPr>
          <p:sp>
            <p:nvSpPr>
              <p:cNvPr id="56362" name="Line 94"/>
              <p:cNvSpPr/>
              <p:nvPr>
                <p:custDataLst>
                  <p:tags r:id="rId3"/>
                </p:custDataLst>
              </p:nvPr>
            </p:nvSpPr>
            <p:spPr>
              <a:xfrm>
                <a:off x="748" y="1207"/>
                <a:ext cx="1769" cy="0"/>
              </a:xfrm>
              <a:prstGeom prst="line">
                <a:avLst/>
              </a:prstGeom>
              <a:ln w="28575" cap="flat" cmpd="sng">
                <a:solidFill>
                  <a:schemeClr val="accent3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63" name="Line 95"/>
              <p:cNvSpPr/>
              <p:nvPr>
                <p:custDataLst>
                  <p:tags r:id="rId4"/>
                </p:custDataLst>
              </p:nvPr>
            </p:nvSpPr>
            <p:spPr>
              <a:xfrm>
                <a:off x="748" y="1979"/>
                <a:ext cx="1769" cy="0"/>
              </a:xfrm>
              <a:prstGeom prst="line">
                <a:avLst/>
              </a:prstGeom>
              <a:ln w="28575" cap="flat" cmpd="sng">
                <a:solidFill>
                  <a:schemeClr val="accent3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64" name="Line 96"/>
              <p:cNvSpPr/>
              <p:nvPr>
                <p:custDataLst>
                  <p:tags r:id="rId5"/>
                </p:custDataLst>
              </p:nvPr>
            </p:nvSpPr>
            <p:spPr>
              <a:xfrm>
                <a:off x="748" y="1207"/>
                <a:ext cx="0" cy="772"/>
              </a:xfrm>
              <a:prstGeom prst="line">
                <a:avLst/>
              </a:prstGeom>
              <a:ln w="28575" cap="flat" cmpd="sng">
                <a:solidFill>
                  <a:schemeClr val="accent3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65" name="Line 97"/>
              <p:cNvSpPr/>
              <p:nvPr>
                <p:custDataLst>
                  <p:tags r:id="rId6"/>
                </p:custDataLst>
              </p:nvPr>
            </p:nvSpPr>
            <p:spPr>
              <a:xfrm>
                <a:off x="2200" y="1207"/>
                <a:ext cx="0" cy="772"/>
              </a:xfrm>
              <a:prstGeom prst="line">
                <a:avLst/>
              </a:prstGeom>
              <a:ln w="28575" cap="flat" cmpd="sng">
                <a:solidFill>
                  <a:schemeClr val="accent3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56366" name="Line 98"/>
              <p:cNvSpPr/>
              <p:nvPr>
                <p:custDataLst>
                  <p:tags r:id="rId7"/>
                </p:custDataLst>
              </p:nvPr>
            </p:nvSpPr>
            <p:spPr>
              <a:xfrm>
                <a:off x="1202" y="1207"/>
                <a:ext cx="0" cy="772"/>
              </a:xfrm>
              <a:prstGeom prst="line">
                <a:avLst/>
              </a:prstGeom>
              <a:ln w="28575" cap="flat" cmpd="sng">
                <a:solidFill>
                  <a:schemeClr val="accent3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56367" name="Line 99"/>
              <p:cNvSpPr/>
              <p:nvPr>
                <p:custDataLst>
                  <p:tags r:id="rId8"/>
                </p:custDataLst>
              </p:nvPr>
            </p:nvSpPr>
            <p:spPr>
              <a:xfrm>
                <a:off x="1701" y="1207"/>
                <a:ext cx="0" cy="772"/>
              </a:xfrm>
              <a:prstGeom prst="line">
                <a:avLst/>
              </a:prstGeom>
              <a:ln w="28575" cap="flat" cmpd="sng">
                <a:solidFill>
                  <a:schemeClr val="accent3"/>
                </a:solidFill>
                <a:prstDash val="solid"/>
                <a:headEnd type="oval" w="med" len="med"/>
                <a:tailEnd type="oval" w="med" len="med"/>
              </a:ln>
            </p:spPr>
          </p:sp>
        </p:grpSp>
        <p:sp>
          <p:nvSpPr>
            <p:cNvPr id="56337" name="Text Box 100"/>
            <p:cNvSpPr txBox="1"/>
            <p:nvPr>
              <p:custDataLst>
                <p:tags r:id="rId9"/>
              </p:custDataLst>
            </p:nvPr>
          </p:nvSpPr>
          <p:spPr>
            <a:xfrm>
              <a:off x="1292" y="1661"/>
              <a:ext cx="54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u</a:t>
              </a:r>
              <a:r>
                <a:rPr kumimoji="0" lang="en-US" altLang="zh-CN" sz="2800" b="0" i="1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S</a:t>
              </a:r>
              <a:endParaRPr kumimoji="0" lang="en-US" altLang="zh-CN" sz="2800" b="0" i="1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6338" name="Text Box 101"/>
            <p:cNvSpPr txBox="1"/>
            <p:nvPr>
              <p:custDataLst>
                <p:tags r:id="rId10"/>
              </p:custDataLst>
            </p:nvPr>
          </p:nvSpPr>
          <p:spPr>
            <a:xfrm>
              <a:off x="1519" y="1369"/>
              <a:ext cx="40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39" name="Text Box 102"/>
            <p:cNvSpPr txBox="1"/>
            <p:nvPr>
              <p:custDataLst>
                <p:tags r:id="rId11"/>
              </p:custDataLst>
            </p:nvPr>
          </p:nvSpPr>
          <p:spPr>
            <a:xfrm>
              <a:off x="1609" y="1823"/>
              <a:ext cx="226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56340" name="Text Box 103"/>
            <p:cNvSpPr txBox="1"/>
            <p:nvPr>
              <p:custDataLst>
                <p:tags r:id="rId12"/>
              </p:custDataLst>
            </p:nvPr>
          </p:nvSpPr>
          <p:spPr>
            <a:xfrm>
              <a:off x="1927" y="1142"/>
              <a:ext cx="33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3</a:t>
              </a:r>
              <a:endParaRPr kumimoji="0" lang="en-US" altLang="zh-CN" sz="2800" b="0" i="0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41" name="Text Box 104"/>
            <p:cNvSpPr txBox="1"/>
            <p:nvPr>
              <p:custDataLst>
                <p:tags r:id="rId13"/>
              </p:custDataLst>
            </p:nvPr>
          </p:nvSpPr>
          <p:spPr>
            <a:xfrm>
              <a:off x="1428" y="935"/>
              <a:ext cx="33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  <a:endParaRPr kumimoji="0" lang="en-US" altLang="zh-CN" sz="2800" b="0" i="0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42" name="Text Box 105"/>
            <p:cNvSpPr txBox="1"/>
            <p:nvPr>
              <p:custDataLst>
                <p:tags r:id="rId14"/>
              </p:custDataLst>
            </p:nvPr>
          </p:nvSpPr>
          <p:spPr>
            <a:xfrm>
              <a:off x="884" y="1323"/>
              <a:ext cx="33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</a:t>
              </a:r>
              <a:endParaRPr kumimoji="0" lang="en-US" altLang="zh-CN" sz="2800" b="0" i="0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43" name="Text Box 106"/>
            <p:cNvSpPr txBox="1"/>
            <p:nvPr>
              <p:custDataLst>
                <p:tags r:id="rId15"/>
              </p:custDataLst>
            </p:nvPr>
          </p:nvSpPr>
          <p:spPr>
            <a:xfrm>
              <a:off x="385" y="980"/>
              <a:ext cx="33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</a:t>
              </a:r>
              <a:endParaRPr kumimoji="0" lang="en-US" altLang="zh-CN" sz="2800" b="0" i="0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44" name="Text Box 107"/>
            <p:cNvSpPr txBox="1"/>
            <p:nvPr>
              <p:custDataLst>
                <p:tags r:id="rId16"/>
              </p:custDataLst>
            </p:nvPr>
          </p:nvSpPr>
          <p:spPr>
            <a:xfrm rot="10689007" flipV="1">
              <a:off x="2517" y="1026"/>
              <a:ext cx="36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  <a:endParaRPr kumimoji="0" lang="en-US" altLang="zh-CN" sz="2800" b="0" i="0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1484" name="Line 108"/>
            <p:cNvSpPr/>
            <p:nvPr/>
          </p:nvSpPr>
          <p:spPr>
            <a:xfrm>
              <a:off x="657" y="1026"/>
              <a:ext cx="0" cy="40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61485" name="Line 109"/>
            <p:cNvSpPr/>
            <p:nvPr/>
          </p:nvSpPr>
          <p:spPr>
            <a:xfrm>
              <a:off x="2517" y="1026"/>
              <a:ext cx="0" cy="363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56347" name="Oval 110"/>
            <p:cNvSpPr/>
            <p:nvPr>
              <p:custDataLst>
                <p:tags r:id="rId17"/>
              </p:custDataLst>
            </p:nvPr>
          </p:nvSpPr>
          <p:spPr>
            <a:xfrm>
              <a:off x="2925" y="2161"/>
              <a:ext cx="90" cy="9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6348" name="Oval 111"/>
            <p:cNvSpPr/>
            <p:nvPr>
              <p:custDataLst>
                <p:tags r:id="rId18"/>
              </p:custDataLst>
            </p:nvPr>
          </p:nvSpPr>
          <p:spPr>
            <a:xfrm>
              <a:off x="2925" y="845"/>
              <a:ext cx="90" cy="9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61488" name="Rectangle 112"/>
            <p:cNvSpPr/>
            <p:nvPr/>
          </p:nvSpPr>
          <p:spPr>
            <a:xfrm>
              <a:off x="1836" y="116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61489" name="Rectangle 113"/>
            <p:cNvSpPr/>
            <p:nvPr/>
          </p:nvSpPr>
          <p:spPr>
            <a:xfrm>
              <a:off x="1201" y="134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61490" name="Rectangle 114"/>
            <p:cNvSpPr/>
            <p:nvPr/>
          </p:nvSpPr>
          <p:spPr>
            <a:xfrm>
              <a:off x="1428" y="84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grpSp>
          <p:nvGrpSpPr>
            <p:cNvPr id="61491" name="Group 115"/>
            <p:cNvGrpSpPr/>
            <p:nvPr/>
          </p:nvGrpSpPr>
          <p:grpSpPr>
            <a:xfrm>
              <a:off x="2335" y="1345"/>
              <a:ext cx="363" cy="363"/>
              <a:chOff x="4785" y="709"/>
              <a:chExt cx="363" cy="363"/>
            </a:xfrm>
          </p:grpSpPr>
          <p:sp>
            <p:nvSpPr>
              <p:cNvPr id="61492" name="Oval 116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61493" name="Line 117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1494" name="Group 118"/>
            <p:cNvGrpSpPr/>
            <p:nvPr/>
          </p:nvGrpSpPr>
          <p:grpSpPr>
            <a:xfrm rot="5400000">
              <a:off x="1699" y="1616"/>
              <a:ext cx="363" cy="363"/>
              <a:chOff x="4785" y="709"/>
              <a:chExt cx="363" cy="363"/>
            </a:xfrm>
          </p:grpSpPr>
          <p:sp>
            <p:nvSpPr>
              <p:cNvPr id="61495" name="Oval 119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rot="10800000" vert="eaVert"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61496" name="Line 120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1497" name="Group 121"/>
            <p:cNvGrpSpPr/>
            <p:nvPr/>
          </p:nvGrpSpPr>
          <p:grpSpPr>
            <a:xfrm>
              <a:off x="476" y="1344"/>
              <a:ext cx="363" cy="363"/>
              <a:chOff x="4785" y="709"/>
              <a:chExt cx="363" cy="363"/>
            </a:xfrm>
          </p:grpSpPr>
          <p:sp>
            <p:nvSpPr>
              <p:cNvPr id="61498" name="Oval 122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61499" name="Line 123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61500" name="Text Box 139"/>
            <p:cNvSpPr txBox="1"/>
            <p:nvPr/>
          </p:nvSpPr>
          <p:spPr>
            <a:xfrm>
              <a:off x="204" y="709"/>
              <a:ext cx="528" cy="36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 defTabSz="914400"/>
              <a:endParaRPr lang="en-US" altLang="zh-CN" sz="3200" b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8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27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9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650" name="Text Box 2"/>
          <p:cNvSpPr txBox="1"/>
          <p:nvPr>
            <p:custDataLst>
              <p:tags r:id="rId1"/>
            </p:custDataLst>
          </p:nvPr>
        </p:nvSpPr>
        <p:spPr>
          <a:xfrm>
            <a:off x="2063750" y="476250"/>
            <a:ext cx="838200" cy="5835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例</a:t>
            </a:r>
            <a:endParaRPr kumimoji="0" lang="zh-CN" altLang="en-US" sz="3200" b="1" i="0" u="none" strike="noStrike" kern="1200" cap="none" spc="0" normalizeH="0" baseline="0" noProof="1" dirty="0">
              <a:solidFill>
                <a:schemeClr val="lt1">
                  <a:lumMod val="5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7693" name="Text Box 45"/>
          <p:cNvSpPr txBox="1"/>
          <p:nvPr/>
        </p:nvSpPr>
        <p:spPr>
          <a:xfrm>
            <a:off x="2711450" y="549275"/>
            <a:ext cx="5832475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defTabSz="914400"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计算下例一端口电路的输入电阻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7723" name="AutoShape 75"/>
          <p:cNvSpPr/>
          <p:nvPr/>
        </p:nvSpPr>
        <p:spPr>
          <a:xfrm>
            <a:off x="6456363" y="2276475"/>
            <a:ext cx="647700" cy="2159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0099FF"/>
          </a:solidFill>
          <a:ln w="9525" cap="flat" cmpd="sng">
            <a:solidFill>
              <a:srgbClr val="00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defTabSz="914400"/>
            <a:endParaRPr lang="en-US" altLang="zh-CN" b="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aphicFrame>
        <p:nvGraphicFramePr>
          <p:cNvPr id="27724" name="Object 76"/>
          <p:cNvGraphicFramePr>
            <a:graphicFrameLocks noChangeAspect="1"/>
          </p:cNvGraphicFramePr>
          <p:nvPr/>
        </p:nvGraphicFramePr>
        <p:xfrm>
          <a:off x="3503613" y="5013325"/>
          <a:ext cx="3502025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2" imgW="1009015" imgH="139700" progId="Equation.3">
                  <p:embed/>
                </p:oleObj>
              </mc:Choice>
              <mc:Fallback>
                <p:oleObj name="" r:id="rId2" imgW="1009015" imgH="1397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03613" y="5013325"/>
                        <a:ext cx="3502025" cy="633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26" name="AutoShape 78" descr="羊皮纸"/>
          <p:cNvSpPr/>
          <p:nvPr>
            <p:custDataLst>
              <p:tags r:id="rId4"/>
            </p:custDataLst>
          </p:nvPr>
        </p:nvSpPr>
        <p:spPr>
          <a:xfrm>
            <a:off x="9264650" y="1700213"/>
            <a:ext cx="1295400" cy="865188"/>
          </a:xfrm>
          <a:prstGeom prst="wedgeRoundRectCallout">
            <a:avLst>
              <a:gd name="adj1" fmla="val -103431"/>
              <a:gd name="adj2" fmla="val 38074"/>
              <a:gd name="adj3" fmla="val 16667"/>
            </a:avLst>
          </a:prstGeom>
          <a:blipFill rotWithShape="1">
            <a:blip r:embed="rId5"/>
          </a:blip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无源电阻网络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7772" name="Group 124"/>
          <p:cNvGrpSpPr/>
          <p:nvPr/>
        </p:nvGrpSpPr>
        <p:grpSpPr>
          <a:xfrm>
            <a:off x="7104063" y="1341438"/>
            <a:ext cx="2014537" cy="2232025"/>
            <a:chOff x="3742" y="799"/>
            <a:chExt cx="1269" cy="1406"/>
          </a:xfrm>
        </p:grpSpPr>
        <p:sp>
          <p:nvSpPr>
            <p:cNvPr id="56368" name="Text Box 125"/>
            <p:cNvSpPr txBox="1"/>
            <p:nvPr>
              <p:custDataLst>
                <p:tags r:id="rId6"/>
              </p:custDataLst>
            </p:nvPr>
          </p:nvSpPr>
          <p:spPr>
            <a:xfrm>
              <a:off x="4060" y="915"/>
              <a:ext cx="33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  <a:endParaRPr kumimoji="0" lang="en-US" altLang="zh-CN" sz="2800" b="0" i="0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69" name="Line 126"/>
            <p:cNvSpPr/>
            <p:nvPr>
              <p:custDataLst>
                <p:tags r:id="rId7"/>
              </p:custDataLst>
            </p:nvPr>
          </p:nvSpPr>
          <p:spPr>
            <a:xfrm flipV="1">
              <a:off x="3742" y="845"/>
              <a:ext cx="1179" cy="0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70" name="Line 127"/>
            <p:cNvSpPr/>
            <p:nvPr>
              <p:custDataLst>
                <p:tags r:id="rId8"/>
              </p:custDataLst>
            </p:nvPr>
          </p:nvSpPr>
          <p:spPr>
            <a:xfrm>
              <a:off x="3787" y="2160"/>
              <a:ext cx="1134" cy="0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71" name="Line 128"/>
            <p:cNvSpPr/>
            <p:nvPr>
              <p:custDataLst>
                <p:tags r:id="rId9"/>
              </p:custDataLst>
            </p:nvPr>
          </p:nvSpPr>
          <p:spPr>
            <a:xfrm>
              <a:off x="3859" y="844"/>
              <a:ext cx="0" cy="1316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6372" name="Line 129"/>
            <p:cNvSpPr/>
            <p:nvPr>
              <p:custDataLst>
                <p:tags r:id="rId10"/>
              </p:custDataLst>
            </p:nvPr>
          </p:nvSpPr>
          <p:spPr>
            <a:xfrm>
              <a:off x="4486" y="844"/>
              <a:ext cx="0" cy="1316"/>
            </a:xfrm>
            <a:prstGeom prst="line">
              <a:avLst/>
            </a:prstGeom>
            <a:ln w="28575" cap="flat" cmpd="sng">
              <a:solidFill>
                <a:schemeClr val="accent3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6373" name="Text Box 130"/>
            <p:cNvSpPr txBox="1"/>
            <p:nvPr>
              <p:custDataLst>
                <p:tags r:id="rId11"/>
              </p:custDataLst>
            </p:nvPr>
          </p:nvSpPr>
          <p:spPr>
            <a:xfrm>
              <a:off x="4513" y="1097"/>
              <a:ext cx="33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3</a:t>
              </a:r>
              <a:endParaRPr kumimoji="0" lang="en-US" altLang="zh-CN" sz="2800" b="0" i="0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74" name="Text Box 131"/>
            <p:cNvSpPr txBox="1"/>
            <p:nvPr>
              <p:custDataLst>
                <p:tags r:id="rId12"/>
              </p:custDataLst>
            </p:nvPr>
          </p:nvSpPr>
          <p:spPr>
            <a:xfrm>
              <a:off x="3923" y="1278"/>
              <a:ext cx="33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</a:t>
              </a:r>
              <a:endParaRPr kumimoji="0" lang="en-US" altLang="zh-CN" sz="2800" b="0" i="0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75" name="Oval 132"/>
            <p:cNvSpPr/>
            <p:nvPr>
              <p:custDataLst>
                <p:tags r:id="rId13"/>
              </p:custDataLst>
            </p:nvPr>
          </p:nvSpPr>
          <p:spPr>
            <a:xfrm>
              <a:off x="4921" y="2115"/>
              <a:ext cx="90" cy="9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6376" name="Oval 133"/>
            <p:cNvSpPr/>
            <p:nvPr>
              <p:custDataLst>
                <p:tags r:id="rId14"/>
              </p:custDataLst>
            </p:nvPr>
          </p:nvSpPr>
          <p:spPr>
            <a:xfrm>
              <a:off x="4921" y="799"/>
              <a:ext cx="90" cy="9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61463" name="Rectangle 134"/>
            <p:cNvSpPr/>
            <p:nvPr/>
          </p:nvSpPr>
          <p:spPr>
            <a:xfrm>
              <a:off x="4422" y="134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61464" name="Rectangle 135"/>
            <p:cNvSpPr/>
            <p:nvPr/>
          </p:nvSpPr>
          <p:spPr>
            <a:xfrm>
              <a:off x="3787" y="134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61465" name="Rectangle 136"/>
            <p:cNvSpPr/>
            <p:nvPr/>
          </p:nvSpPr>
          <p:spPr>
            <a:xfrm>
              <a:off x="4014" y="79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sp>
        <p:nvSpPr>
          <p:cNvPr id="27785" name="Text Box 137"/>
          <p:cNvSpPr txBox="1"/>
          <p:nvPr>
            <p:custDataLst>
              <p:tags r:id="rId15"/>
            </p:custDataLst>
          </p:nvPr>
        </p:nvSpPr>
        <p:spPr>
          <a:xfrm>
            <a:off x="2063750" y="3716338"/>
            <a:ext cx="647700" cy="583565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kern="1200" cap="none" spc="0" normalizeH="0" baseline="0" noProof="1" dirty="0">
                <a:solidFill>
                  <a:schemeClr val="l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解</a:t>
            </a:r>
            <a:endParaRPr kumimoji="0" lang="zh-CN" altLang="en-US" sz="3200" b="1" i="0" u="none" strike="noStrike" kern="1200" cap="none" spc="0" normalizeH="0" baseline="0" noProof="1" dirty="0">
              <a:solidFill>
                <a:schemeClr val="lt1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7786" name="Rectangle 138"/>
          <p:cNvSpPr/>
          <p:nvPr/>
        </p:nvSpPr>
        <p:spPr>
          <a:xfrm>
            <a:off x="2495550" y="3751263"/>
            <a:ext cx="7777163" cy="11245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defTabSz="914400">
              <a:lnSpc>
                <a:spcPct val="1200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先把有源网络的独立源置零：电压源短路；电流源开路，再求输入电阻。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7794" name="Group 146"/>
          <p:cNvGrpSpPr/>
          <p:nvPr/>
        </p:nvGrpSpPr>
        <p:grpSpPr>
          <a:xfrm>
            <a:off x="1847850" y="1125538"/>
            <a:ext cx="4462463" cy="2447925"/>
            <a:chOff x="204" y="709"/>
            <a:chExt cx="2811" cy="1542"/>
          </a:xfrm>
        </p:grpSpPr>
        <p:grpSp>
          <p:nvGrpSpPr>
            <p:cNvPr id="61469" name="Group 93"/>
            <p:cNvGrpSpPr/>
            <p:nvPr/>
          </p:nvGrpSpPr>
          <p:grpSpPr>
            <a:xfrm>
              <a:off x="657" y="891"/>
              <a:ext cx="2268" cy="1316"/>
              <a:chOff x="748" y="1207"/>
              <a:chExt cx="1769" cy="772"/>
            </a:xfrm>
          </p:grpSpPr>
          <p:sp>
            <p:nvSpPr>
              <p:cNvPr id="56362" name="Line 94"/>
              <p:cNvSpPr/>
              <p:nvPr>
                <p:custDataLst>
                  <p:tags r:id="rId16"/>
                </p:custDataLst>
              </p:nvPr>
            </p:nvSpPr>
            <p:spPr>
              <a:xfrm>
                <a:off x="748" y="1207"/>
                <a:ext cx="1769" cy="0"/>
              </a:xfrm>
              <a:prstGeom prst="line">
                <a:avLst/>
              </a:prstGeom>
              <a:ln w="28575" cap="flat" cmpd="sng">
                <a:solidFill>
                  <a:schemeClr val="accent3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63" name="Line 95"/>
              <p:cNvSpPr/>
              <p:nvPr>
                <p:custDataLst>
                  <p:tags r:id="rId17"/>
                </p:custDataLst>
              </p:nvPr>
            </p:nvSpPr>
            <p:spPr>
              <a:xfrm>
                <a:off x="748" y="1979"/>
                <a:ext cx="1769" cy="0"/>
              </a:xfrm>
              <a:prstGeom prst="line">
                <a:avLst/>
              </a:prstGeom>
              <a:ln w="28575" cap="flat" cmpd="sng">
                <a:solidFill>
                  <a:schemeClr val="accent3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64" name="Line 96"/>
              <p:cNvSpPr/>
              <p:nvPr>
                <p:custDataLst>
                  <p:tags r:id="rId18"/>
                </p:custDataLst>
              </p:nvPr>
            </p:nvSpPr>
            <p:spPr>
              <a:xfrm>
                <a:off x="748" y="1207"/>
                <a:ext cx="0" cy="772"/>
              </a:xfrm>
              <a:prstGeom prst="line">
                <a:avLst/>
              </a:prstGeom>
              <a:ln w="28575" cap="flat" cmpd="sng">
                <a:solidFill>
                  <a:schemeClr val="accent3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65" name="Line 97"/>
              <p:cNvSpPr/>
              <p:nvPr>
                <p:custDataLst>
                  <p:tags r:id="rId19"/>
                </p:custDataLst>
              </p:nvPr>
            </p:nvSpPr>
            <p:spPr>
              <a:xfrm>
                <a:off x="2200" y="1207"/>
                <a:ext cx="0" cy="772"/>
              </a:xfrm>
              <a:prstGeom prst="line">
                <a:avLst/>
              </a:prstGeom>
              <a:ln w="28575" cap="flat" cmpd="sng">
                <a:solidFill>
                  <a:schemeClr val="accent3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56366" name="Line 98"/>
              <p:cNvSpPr/>
              <p:nvPr>
                <p:custDataLst>
                  <p:tags r:id="rId20"/>
                </p:custDataLst>
              </p:nvPr>
            </p:nvSpPr>
            <p:spPr>
              <a:xfrm>
                <a:off x="1202" y="1207"/>
                <a:ext cx="0" cy="772"/>
              </a:xfrm>
              <a:prstGeom prst="line">
                <a:avLst/>
              </a:prstGeom>
              <a:ln w="28575" cap="flat" cmpd="sng">
                <a:solidFill>
                  <a:schemeClr val="accent3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56367" name="Line 99"/>
              <p:cNvSpPr/>
              <p:nvPr>
                <p:custDataLst>
                  <p:tags r:id="rId21"/>
                </p:custDataLst>
              </p:nvPr>
            </p:nvSpPr>
            <p:spPr>
              <a:xfrm>
                <a:off x="1701" y="1207"/>
                <a:ext cx="0" cy="772"/>
              </a:xfrm>
              <a:prstGeom prst="line">
                <a:avLst/>
              </a:prstGeom>
              <a:ln w="28575" cap="flat" cmpd="sng">
                <a:solidFill>
                  <a:schemeClr val="accent3"/>
                </a:solidFill>
                <a:prstDash val="solid"/>
                <a:headEnd type="oval" w="med" len="med"/>
                <a:tailEnd type="oval" w="med" len="med"/>
              </a:ln>
            </p:spPr>
          </p:sp>
        </p:grpSp>
        <p:sp>
          <p:nvSpPr>
            <p:cNvPr id="56337" name="Text Box 100"/>
            <p:cNvSpPr txBox="1"/>
            <p:nvPr>
              <p:custDataLst>
                <p:tags r:id="rId22"/>
              </p:custDataLst>
            </p:nvPr>
          </p:nvSpPr>
          <p:spPr>
            <a:xfrm>
              <a:off x="1292" y="1661"/>
              <a:ext cx="54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u</a:t>
              </a:r>
              <a:r>
                <a:rPr kumimoji="0" lang="en-US" altLang="zh-CN" sz="2800" b="0" i="1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S</a:t>
              </a:r>
              <a:endParaRPr kumimoji="0" lang="en-US" altLang="zh-CN" sz="2800" b="0" i="1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6338" name="Text Box 101"/>
            <p:cNvSpPr txBox="1"/>
            <p:nvPr>
              <p:custDataLst>
                <p:tags r:id="rId23"/>
              </p:custDataLst>
            </p:nvPr>
          </p:nvSpPr>
          <p:spPr>
            <a:xfrm>
              <a:off x="1519" y="1369"/>
              <a:ext cx="40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+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39" name="Text Box 102"/>
            <p:cNvSpPr txBox="1"/>
            <p:nvPr>
              <p:custDataLst>
                <p:tags r:id="rId24"/>
              </p:custDataLst>
            </p:nvPr>
          </p:nvSpPr>
          <p:spPr>
            <a:xfrm>
              <a:off x="1609" y="1823"/>
              <a:ext cx="226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</a:rPr>
                <a:t>_</a:t>
              </a:r>
              <a:endParaRPr kumimoji="0" lang="en-US" altLang="zh-CN" sz="2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56340" name="Text Box 103"/>
            <p:cNvSpPr txBox="1"/>
            <p:nvPr>
              <p:custDataLst>
                <p:tags r:id="rId25"/>
              </p:custDataLst>
            </p:nvPr>
          </p:nvSpPr>
          <p:spPr>
            <a:xfrm>
              <a:off x="1927" y="1142"/>
              <a:ext cx="33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3</a:t>
              </a:r>
              <a:endParaRPr kumimoji="0" lang="en-US" altLang="zh-CN" sz="2800" b="0" i="0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41" name="Text Box 104"/>
            <p:cNvSpPr txBox="1"/>
            <p:nvPr>
              <p:custDataLst>
                <p:tags r:id="rId26"/>
              </p:custDataLst>
            </p:nvPr>
          </p:nvSpPr>
          <p:spPr>
            <a:xfrm>
              <a:off x="1428" y="935"/>
              <a:ext cx="33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  <a:endParaRPr kumimoji="0" lang="en-US" altLang="zh-CN" sz="2800" b="0" i="0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42" name="Text Box 105"/>
            <p:cNvSpPr txBox="1"/>
            <p:nvPr>
              <p:custDataLst>
                <p:tags r:id="rId27"/>
              </p:custDataLst>
            </p:nvPr>
          </p:nvSpPr>
          <p:spPr>
            <a:xfrm>
              <a:off x="884" y="1323"/>
              <a:ext cx="33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R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</a:t>
              </a:r>
              <a:endParaRPr kumimoji="0" lang="en-US" altLang="zh-CN" sz="2800" b="0" i="0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43" name="Text Box 106"/>
            <p:cNvSpPr txBox="1"/>
            <p:nvPr>
              <p:custDataLst>
                <p:tags r:id="rId28"/>
              </p:custDataLst>
            </p:nvPr>
          </p:nvSpPr>
          <p:spPr>
            <a:xfrm>
              <a:off x="385" y="980"/>
              <a:ext cx="33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</a:t>
              </a:r>
              <a:endParaRPr kumimoji="0" lang="en-US" altLang="zh-CN" sz="2800" b="0" i="0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44" name="Text Box 107"/>
            <p:cNvSpPr txBox="1"/>
            <p:nvPr>
              <p:custDataLst>
                <p:tags r:id="rId29"/>
              </p:custDataLst>
            </p:nvPr>
          </p:nvSpPr>
          <p:spPr>
            <a:xfrm rot="10689007" flipV="1">
              <a:off x="2517" y="1026"/>
              <a:ext cx="36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kern="1200" cap="none" spc="0" normalizeH="0" baseline="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i</a:t>
              </a:r>
              <a:r>
                <a:rPr kumimoji="0" lang="en-US" altLang="zh-CN" sz="2800" b="0" i="0" u="none" strike="noStrike" kern="1200" cap="none" spc="0" normalizeH="0" baseline="-25000" noProof="1" dirty="0">
                  <a:solidFill>
                    <a:schemeClr val="l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  <a:endParaRPr kumimoji="0" lang="en-US" altLang="zh-CN" sz="2800" b="0" i="0" u="none" strike="noStrike" kern="1200" cap="none" spc="0" normalizeH="0" baseline="-25000" noProof="1" dirty="0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1484" name="Line 108"/>
            <p:cNvSpPr/>
            <p:nvPr/>
          </p:nvSpPr>
          <p:spPr>
            <a:xfrm>
              <a:off x="657" y="1026"/>
              <a:ext cx="0" cy="40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61485" name="Line 109"/>
            <p:cNvSpPr/>
            <p:nvPr/>
          </p:nvSpPr>
          <p:spPr>
            <a:xfrm>
              <a:off x="2517" y="1026"/>
              <a:ext cx="0" cy="363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56347" name="Oval 110"/>
            <p:cNvSpPr/>
            <p:nvPr>
              <p:custDataLst>
                <p:tags r:id="rId30"/>
              </p:custDataLst>
            </p:nvPr>
          </p:nvSpPr>
          <p:spPr>
            <a:xfrm>
              <a:off x="2925" y="2161"/>
              <a:ext cx="90" cy="9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6348" name="Oval 111"/>
            <p:cNvSpPr/>
            <p:nvPr>
              <p:custDataLst>
                <p:tags r:id="rId31"/>
              </p:custDataLst>
            </p:nvPr>
          </p:nvSpPr>
          <p:spPr>
            <a:xfrm>
              <a:off x="2925" y="845"/>
              <a:ext cx="90" cy="90"/>
            </a:xfrm>
            <a:prstGeom prst="ellipse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defTabSz="914400" eaLnBrk="1" fontAlgn="base" hangingPunct="1">
                <a:spcBef>
                  <a:spcPct val="0"/>
                </a:spcBef>
                <a:buNone/>
              </a:pPr>
              <a:endParaRPr lang="en-US" altLang="zh-CN" sz="2800" b="0" strike="noStrike" noProof="1" dirty="0">
                <a:solidFill>
                  <a:srgbClr val="FF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61488" name="Rectangle 112"/>
            <p:cNvSpPr/>
            <p:nvPr/>
          </p:nvSpPr>
          <p:spPr>
            <a:xfrm>
              <a:off x="1836" y="116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61489" name="Rectangle 113"/>
            <p:cNvSpPr/>
            <p:nvPr/>
          </p:nvSpPr>
          <p:spPr>
            <a:xfrm>
              <a:off x="1201" y="134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61490" name="Rectangle 114"/>
            <p:cNvSpPr/>
            <p:nvPr/>
          </p:nvSpPr>
          <p:spPr>
            <a:xfrm>
              <a:off x="1428" y="84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defTabSz="914400"/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grpSp>
          <p:nvGrpSpPr>
            <p:cNvPr id="61491" name="Group 115"/>
            <p:cNvGrpSpPr/>
            <p:nvPr/>
          </p:nvGrpSpPr>
          <p:grpSpPr>
            <a:xfrm>
              <a:off x="2335" y="1345"/>
              <a:ext cx="363" cy="363"/>
              <a:chOff x="4785" y="709"/>
              <a:chExt cx="363" cy="363"/>
            </a:xfrm>
          </p:grpSpPr>
          <p:sp>
            <p:nvSpPr>
              <p:cNvPr id="61492" name="Oval 116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61493" name="Line 117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1494" name="Group 118"/>
            <p:cNvGrpSpPr/>
            <p:nvPr/>
          </p:nvGrpSpPr>
          <p:grpSpPr>
            <a:xfrm rot="5400000">
              <a:off x="1699" y="1616"/>
              <a:ext cx="363" cy="363"/>
              <a:chOff x="4785" y="709"/>
              <a:chExt cx="363" cy="363"/>
            </a:xfrm>
          </p:grpSpPr>
          <p:sp>
            <p:nvSpPr>
              <p:cNvPr id="61495" name="Oval 119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rot="10800000" vert="eaVert"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61496" name="Line 120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61497" name="Group 121"/>
            <p:cNvGrpSpPr/>
            <p:nvPr/>
          </p:nvGrpSpPr>
          <p:grpSpPr>
            <a:xfrm>
              <a:off x="476" y="1344"/>
              <a:ext cx="363" cy="363"/>
              <a:chOff x="4785" y="709"/>
              <a:chExt cx="363" cy="363"/>
            </a:xfrm>
          </p:grpSpPr>
          <p:sp>
            <p:nvSpPr>
              <p:cNvPr id="61498" name="Oval 122"/>
              <p:cNvSpPr/>
              <p:nvPr/>
            </p:nvSpPr>
            <p:spPr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defTabSz="914400"/>
                <a:endParaRPr lang="en-US" altLang="en-US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61499" name="Line 123"/>
              <p:cNvSpPr/>
              <p:nvPr/>
            </p:nvSpPr>
            <p:spPr>
              <a:xfrm>
                <a:off x="4785" y="89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61500" name="Text Box 139"/>
            <p:cNvSpPr txBox="1"/>
            <p:nvPr/>
          </p:nvSpPr>
          <p:spPr>
            <a:xfrm>
              <a:off x="204" y="709"/>
              <a:ext cx="528" cy="36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 defTabSz="914400"/>
              <a:r>
                <a:rPr lang="en-US" altLang="zh-CN" sz="3200" b="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1.</a:t>
              </a:r>
              <a:endParaRPr lang="en-US" altLang="zh-CN" sz="3200" b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7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7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27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7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5" dur="2000"/>
                                        <p:tgtEl>
                                          <p:spTgt spid="27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2000"/>
                                        <p:tgtEl>
                                          <p:spTgt spid="27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/>
      <p:bldP spid="27693" grpId="0"/>
      <p:bldP spid="27723" grpId="0" bldLvl="0" animBg="1"/>
      <p:bldP spid="27726" grpId="0" bldLvl="0" animBg="1"/>
      <p:bldP spid="27785" grpId="0" bldLvl="0" animBg="1"/>
      <p:bldP spid="2778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5" name="Text Box 56" descr="斜纹布"/>
          <p:cNvSpPr txBox="1">
            <a:spLocks noChangeArrowheads="1"/>
          </p:cNvSpPr>
          <p:nvPr/>
        </p:nvSpPr>
        <p:spPr bwMode="auto">
          <a:xfrm>
            <a:off x="1631315" y="1412875"/>
            <a:ext cx="5682615" cy="143129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3D5C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1" lang="zh-CN" altLang="en-US" sz="4800" b="1">
                <a:solidFill>
                  <a:srgbClr val="FFFF00"/>
                </a:solidFill>
                <a:latin typeface="+mn-ea"/>
                <a:ea typeface="+mn-ea"/>
                <a:sym typeface="Symbol" panose="05050102010706020507" pitchFamily="18" charset="2"/>
              </a:rPr>
              <a:t>一般</a:t>
            </a:r>
            <a:r>
              <a:rPr kumimoji="1" lang="zh-CN" altLang="en-US" sz="4800" b="1">
                <a:solidFill>
                  <a:srgbClr val="FFFF00"/>
                </a:solidFill>
                <a:latin typeface="+mn-ea"/>
                <a:ea typeface="+mn-ea"/>
                <a:sym typeface="Symbol" panose="05050102010706020507" pitchFamily="18" charset="2"/>
              </a:rPr>
              <a:t>电路</a:t>
            </a:r>
            <a:endParaRPr kumimoji="1" lang="zh-CN" altLang="en-US" sz="4800" b="1">
              <a:solidFill>
                <a:srgbClr val="FFFF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 bwMode="auto">
          <a:xfrm>
            <a:off x="4028440" y="1713230"/>
            <a:ext cx="3492500" cy="2463800"/>
            <a:chOff x="0" y="255"/>
            <a:chExt cx="2200" cy="1552"/>
          </a:xfrm>
        </p:grpSpPr>
        <p:sp>
          <p:nvSpPr>
            <p:cNvPr id="71721" name="Text Box 7" descr="斜纹布"/>
            <p:cNvSpPr txBox="1">
              <a:spLocks noChangeArrowheads="1"/>
            </p:cNvSpPr>
            <p:nvPr/>
          </p:nvSpPr>
          <p:spPr bwMode="auto">
            <a:xfrm>
              <a:off x="0" y="1207"/>
              <a:ext cx="544" cy="290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2700000">
                <a:srgbClr val="3D5C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10V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grpSp>
          <p:nvGrpSpPr>
            <p:cNvPr id="71722" name="Group 8"/>
            <p:cNvGrpSpPr/>
            <p:nvPr/>
          </p:nvGrpSpPr>
          <p:grpSpPr bwMode="auto">
            <a:xfrm>
              <a:off x="295" y="255"/>
              <a:ext cx="1905" cy="1552"/>
              <a:chOff x="249" y="164"/>
              <a:chExt cx="1905" cy="1552"/>
            </a:xfrm>
          </p:grpSpPr>
          <p:sp>
            <p:nvSpPr>
              <p:cNvPr id="71723" name="Oval 9"/>
              <p:cNvSpPr>
                <a:spLocks noChangeArrowheads="1"/>
              </p:cNvSpPr>
              <p:nvPr/>
            </p:nvSpPr>
            <p:spPr bwMode="auto">
              <a:xfrm rot="5400000">
                <a:off x="475" y="1118"/>
                <a:ext cx="363" cy="362"/>
              </a:xfrm>
              <a:prstGeom prst="ellipse">
                <a:avLst/>
              </a:prstGeom>
              <a:solidFill>
                <a:srgbClr val="00CCFF"/>
              </a:solidFill>
              <a:ln w="38100" cap="sq" algn="ctr">
                <a:solidFill>
                  <a:srgbClr val="FF9900"/>
                </a:solidFill>
                <a:round/>
              </a:ln>
              <a:effectLst>
                <a:prstShdw prst="shdw17" dist="17961" dir="2700000">
                  <a:srgbClr val="995C00"/>
                </a:prstShdw>
              </a:effec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1724" name="Rectangle 10"/>
              <p:cNvSpPr>
                <a:spLocks noChangeArrowheads="1"/>
              </p:cNvSpPr>
              <p:nvPr/>
            </p:nvSpPr>
            <p:spPr bwMode="auto">
              <a:xfrm>
                <a:off x="657" y="527"/>
                <a:ext cx="635" cy="1179"/>
              </a:xfrm>
              <a:prstGeom prst="rect">
                <a:avLst/>
              </a:prstGeom>
              <a:noFill/>
              <a:ln w="28575" cap="sq" algn="ctr">
                <a:solidFill>
                  <a:srgbClr val="CC0000"/>
                </a:solidFill>
                <a:miter lim="800000"/>
              </a:ln>
              <a:effectLst>
                <a:prstShdw prst="shdw17" dist="17961" dir="2700000">
                  <a:srgbClr val="7A0000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grpSp>
            <p:nvGrpSpPr>
              <p:cNvPr id="71725" name="Group 11"/>
              <p:cNvGrpSpPr/>
              <p:nvPr/>
            </p:nvGrpSpPr>
            <p:grpSpPr bwMode="auto">
              <a:xfrm>
                <a:off x="1111" y="980"/>
                <a:ext cx="363" cy="318"/>
                <a:chOff x="1156" y="2614"/>
                <a:chExt cx="409" cy="408"/>
              </a:xfrm>
            </p:grpSpPr>
            <p:sp>
              <p:nvSpPr>
                <p:cNvPr id="71741" name="Oval 12"/>
                <p:cNvSpPr>
                  <a:spLocks noChangeArrowheads="1"/>
                </p:cNvSpPr>
                <p:nvPr/>
              </p:nvSpPr>
              <p:spPr bwMode="auto">
                <a:xfrm>
                  <a:off x="1156" y="2614"/>
                  <a:ext cx="409" cy="408"/>
                </a:xfrm>
                <a:prstGeom prst="ellipse">
                  <a:avLst/>
                </a:prstGeom>
                <a:solidFill>
                  <a:srgbClr val="00CCFF"/>
                </a:solidFill>
                <a:ln w="38100" cap="sq" algn="ctr">
                  <a:solidFill>
                    <a:srgbClr val="FF9900"/>
                  </a:solidFill>
                  <a:round/>
                </a:ln>
                <a:effectLst>
                  <a:prstShdw prst="shdw17" dist="17961" dir="2700000">
                    <a:srgbClr val="995C00"/>
                  </a:prstShdw>
                </a:effec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1742" name="Line 13"/>
                <p:cNvSpPr>
                  <a:spLocks noChangeShapeType="1"/>
                </p:cNvSpPr>
                <p:nvPr/>
              </p:nvSpPr>
              <p:spPr bwMode="auto">
                <a:xfrm>
                  <a:off x="1156" y="2840"/>
                  <a:ext cx="409" cy="0"/>
                </a:xfrm>
                <a:prstGeom prst="line">
                  <a:avLst/>
                </a:prstGeom>
                <a:noFill/>
                <a:ln w="38100" cap="sq">
                  <a:solidFill>
                    <a:srgbClr val="FF9900"/>
                  </a:solidFill>
                  <a:round/>
                </a:ln>
                <a:effectLst>
                  <a:prstShdw prst="shdw17" dist="17961" dir="2700000">
                    <a:srgbClr val="995C00"/>
                  </a:prst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71726" name="Line 14"/>
              <p:cNvSpPr>
                <a:spLocks noChangeShapeType="1"/>
              </p:cNvSpPr>
              <p:nvPr/>
            </p:nvSpPr>
            <p:spPr bwMode="auto">
              <a:xfrm>
                <a:off x="657" y="1117"/>
                <a:ext cx="0" cy="363"/>
              </a:xfrm>
              <a:prstGeom prst="line">
                <a:avLst/>
              </a:prstGeom>
              <a:noFill/>
              <a:ln w="38100" cap="sq">
                <a:solidFill>
                  <a:srgbClr val="FF9900"/>
                </a:solidFill>
                <a:round/>
              </a:ln>
              <a:effectLst>
                <a:prstShdw prst="shdw17" dist="17961" dir="2700000">
                  <a:srgbClr val="995C00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27" name="Rectangle 15"/>
              <p:cNvSpPr>
                <a:spLocks noChangeArrowheads="1"/>
              </p:cNvSpPr>
              <p:nvPr/>
            </p:nvSpPr>
            <p:spPr bwMode="auto">
              <a:xfrm>
                <a:off x="567" y="709"/>
                <a:ext cx="181" cy="272"/>
              </a:xfrm>
              <a:prstGeom prst="rect">
                <a:avLst/>
              </a:prstGeom>
              <a:solidFill>
                <a:srgbClr val="46ACAE"/>
              </a:solidFill>
              <a:ln>
                <a:noFill/>
              </a:ln>
              <a:effectLst>
                <a:prstShdw prst="shdw17" dist="17961" dir="2700000">
                  <a:srgbClr val="2A6768"/>
                </a:prstShdw>
              </a:effectLst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1728" name="Line 16"/>
              <p:cNvSpPr>
                <a:spLocks noChangeShapeType="1"/>
              </p:cNvSpPr>
              <p:nvPr/>
            </p:nvSpPr>
            <p:spPr bwMode="auto">
              <a:xfrm>
                <a:off x="1292" y="527"/>
                <a:ext cx="499" cy="0"/>
              </a:xfrm>
              <a:prstGeom prst="line">
                <a:avLst/>
              </a:prstGeom>
              <a:noFill/>
              <a:ln w="28575" cap="sq">
                <a:solidFill>
                  <a:srgbClr val="CC0000"/>
                </a:solidFill>
                <a:round/>
                <a:headEnd type="oval" w="med" len="med"/>
                <a:tailEnd type="oval" w="med" len="med"/>
              </a:ln>
              <a:effectLst>
                <a:prstShdw prst="shdw17" dist="17961" dir="2700000">
                  <a:srgbClr val="7A0000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29" name="Line 17"/>
              <p:cNvSpPr>
                <a:spLocks noChangeShapeType="1"/>
              </p:cNvSpPr>
              <p:nvPr/>
            </p:nvSpPr>
            <p:spPr bwMode="auto">
              <a:xfrm>
                <a:off x="1292" y="1706"/>
                <a:ext cx="499" cy="0"/>
              </a:xfrm>
              <a:prstGeom prst="line">
                <a:avLst/>
              </a:prstGeom>
              <a:noFill/>
              <a:ln w="28575" cap="sq">
                <a:solidFill>
                  <a:srgbClr val="CC0000"/>
                </a:solidFill>
                <a:round/>
                <a:headEnd type="oval" w="med" len="med"/>
                <a:tailEnd type="oval" w="med" len="med"/>
              </a:ln>
              <a:effectLst>
                <a:prstShdw prst="shdw17" dist="17961" dir="2700000">
                  <a:srgbClr val="7A0000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30" name="Text Box 18" descr="斜纹布"/>
              <p:cNvSpPr txBox="1">
                <a:spLocks noChangeArrowheads="1"/>
              </p:cNvSpPr>
              <p:nvPr/>
            </p:nvSpPr>
            <p:spPr bwMode="auto">
              <a:xfrm>
                <a:off x="1655" y="482"/>
                <a:ext cx="317" cy="329"/>
              </a:xfrm>
              <a:prstGeom prst="rect">
                <a:avLst/>
              </a:prstGeom>
              <a:noFill/>
              <a:ln>
                <a:noFill/>
              </a:ln>
              <a:effectLst>
                <a:prstShdw prst="shdw17" dist="17961" dir="2700000">
                  <a:srgbClr val="3D5C99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28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+</a:t>
                </a:r>
                <a:endPara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1731" name="Text Box 19" descr="斜纹布"/>
              <p:cNvSpPr txBox="1">
                <a:spLocks noChangeArrowheads="1"/>
              </p:cNvSpPr>
              <p:nvPr/>
            </p:nvSpPr>
            <p:spPr bwMode="auto">
              <a:xfrm flipV="1">
                <a:off x="249" y="935"/>
                <a:ext cx="317" cy="329"/>
              </a:xfrm>
              <a:prstGeom prst="rect">
                <a:avLst/>
              </a:prstGeom>
              <a:noFill/>
              <a:ln>
                <a:noFill/>
              </a:ln>
              <a:effectLst>
                <a:prstShdw prst="shdw17" dist="17961" dir="2700000">
                  <a:srgbClr val="3D5C99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28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+</a:t>
                </a:r>
                <a:endPara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1732" name="Text Box 20" descr="斜纹布"/>
              <p:cNvSpPr txBox="1">
                <a:spLocks noChangeArrowheads="1"/>
              </p:cNvSpPr>
              <p:nvPr/>
            </p:nvSpPr>
            <p:spPr bwMode="auto">
              <a:xfrm>
                <a:off x="295" y="1253"/>
                <a:ext cx="227" cy="327"/>
              </a:xfrm>
              <a:prstGeom prst="rect">
                <a:avLst/>
              </a:prstGeom>
              <a:noFill/>
              <a:ln>
                <a:noFill/>
              </a:ln>
              <a:effectLst>
                <a:prstShdw prst="shdw17" dist="17961" dir="2700000">
                  <a:srgbClr val="3D5C99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28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仿宋_GB2312" pitchFamily="49" charset="-122"/>
                    <a:sym typeface="Symbol" panose="05050102010706020507" pitchFamily="18" charset="2"/>
                  </a:rPr>
                  <a:t>-</a:t>
                </a:r>
                <a:endPara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1733" name="Text Box 21" descr="斜纹布"/>
              <p:cNvSpPr txBox="1">
                <a:spLocks noChangeArrowheads="1"/>
              </p:cNvSpPr>
              <p:nvPr/>
            </p:nvSpPr>
            <p:spPr bwMode="auto">
              <a:xfrm>
                <a:off x="1701" y="1389"/>
                <a:ext cx="227" cy="327"/>
              </a:xfrm>
              <a:prstGeom prst="rect">
                <a:avLst/>
              </a:prstGeom>
              <a:noFill/>
              <a:ln>
                <a:noFill/>
              </a:ln>
              <a:effectLst>
                <a:prstShdw prst="shdw17" dist="17961" dir="2700000">
                  <a:srgbClr val="3D5C99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28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仿宋_GB2312" pitchFamily="49" charset="-122"/>
                    <a:sym typeface="Symbol" panose="05050102010706020507" pitchFamily="18" charset="2"/>
                  </a:rPr>
                  <a:t>-</a:t>
                </a:r>
                <a:endPara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2726" name="Line 22"/>
              <p:cNvSpPr>
                <a:spLocks noChangeShapeType="1"/>
              </p:cNvSpPr>
              <p:nvPr/>
            </p:nvSpPr>
            <p:spPr bwMode="auto">
              <a:xfrm flipV="1">
                <a:off x="1383" y="572"/>
                <a:ext cx="0" cy="31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tailEnd type="triangle" w="med" len="med"/>
              </a:ln>
              <a:effectLst>
                <a:prstShdw prst="shdw17" dist="17961" dir="2700000">
                  <a:schemeClr val="tx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71735" name="Text Box 23" descr="斜纹布"/>
              <p:cNvSpPr txBox="1">
                <a:spLocks noChangeArrowheads="1"/>
              </p:cNvSpPr>
              <p:nvPr/>
            </p:nvSpPr>
            <p:spPr bwMode="auto">
              <a:xfrm>
                <a:off x="1383" y="663"/>
                <a:ext cx="408" cy="290"/>
              </a:xfrm>
              <a:prstGeom prst="rect">
                <a:avLst/>
              </a:prstGeom>
              <a:noFill/>
              <a:ln>
                <a:noFill/>
              </a:ln>
              <a:effectLst>
                <a:prstShdw prst="shdw17" dist="17961" dir="2700000">
                  <a:srgbClr val="3D5C99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1A</a:t>
                </a:r>
                <a:endPara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1736" name="Text Box 24" descr="斜纹布"/>
              <p:cNvSpPr txBox="1">
                <a:spLocks noChangeArrowheads="1"/>
              </p:cNvSpPr>
              <p:nvPr/>
            </p:nvSpPr>
            <p:spPr bwMode="auto">
              <a:xfrm>
                <a:off x="1610" y="1071"/>
                <a:ext cx="544" cy="329"/>
              </a:xfrm>
              <a:prstGeom prst="rect">
                <a:avLst/>
              </a:prstGeom>
              <a:noFill/>
              <a:ln>
                <a:noFill/>
              </a:ln>
              <a:effectLst>
                <a:prstShdw prst="shdw17" dist="17961" dir="2700000">
                  <a:srgbClr val="3D5C99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2800" b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-</a:t>
                </a: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10V</a:t>
                </a:r>
                <a:endPara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2729" name="Line 25"/>
              <p:cNvSpPr>
                <a:spLocks noChangeShapeType="1"/>
              </p:cNvSpPr>
              <p:nvPr/>
            </p:nvSpPr>
            <p:spPr bwMode="auto">
              <a:xfrm>
                <a:off x="1429" y="436"/>
                <a:ext cx="317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triangle" w="med" len="med"/>
              </a:ln>
              <a:effectLst>
                <a:prstShdw prst="shdw17" dist="17961" dir="2700000">
                  <a:schemeClr val="tx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71738" name="Text Box 26" descr="斜纹布"/>
              <p:cNvSpPr txBox="1">
                <a:spLocks noChangeArrowheads="1"/>
              </p:cNvSpPr>
              <p:nvPr/>
            </p:nvSpPr>
            <p:spPr bwMode="auto">
              <a:xfrm>
                <a:off x="1338" y="164"/>
                <a:ext cx="544" cy="290"/>
              </a:xfrm>
              <a:prstGeom prst="rect">
                <a:avLst/>
              </a:prstGeom>
              <a:noFill/>
              <a:ln>
                <a:noFill/>
              </a:ln>
              <a:effectLst>
                <a:prstShdw prst="shdw17" dist="17961" dir="2700000">
                  <a:srgbClr val="3D5C99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I =?</a:t>
                </a:r>
                <a:endPara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1739" name="Text Box 27" descr="斜纹布"/>
              <p:cNvSpPr txBox="1">
                <a:spLocks noChangeArrowheads="1"/>
              </p:cNvSpPr>
              <p:nvPr/>
            </p:nvSpPr>
            <p:spPr bwMode="auto">
              <a:xfrm>
                <a:off x="657" y="709"/>
                <a:ext cx="589" cy="290"/>
              </a:xfrm>
              <a:prstGeom prst="rect">
                <a:avLst/>
              </a:prstGeom>
              <a:noFill/>
              <a:ln>
                <a:noFill/>
              </a:ln>
              <a:effectLst>
                <a:prstShdw prst="shdw17" dist="17961" dir="2700000">
                  <a:srgbClr val="3D5C99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10</a:t>
                </a:r>
                <a:endPara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</p:grpSp>
      </p:grpSp>
      <p:grpSp>
        <p:nvGrpSpPr>
          <p:cNvPr id="9" name="Group 60"/>
          <p:cNvGrpSpPr/>
          <p:nvPr/>
        </p:nvGrpSpPr>
        <p:grpSpPr bwMode="auto">
          <a:xfrm>
            <a:off x="5325429" y="1640205"/>
            <a:ext cx="503237" cy="503238"/>
            <a:chOff x="884" y="210"/>
            <a:chExt cx="317" cy="317"/>
          </a:xfrm>
        </p:grpSpPr>
        <p:sp>
          <p:nvSpPr>
            <p:cNvPr id="72765" name="Line 61"/>
            <p:cNvSpPr>
              <a:spLocks noChangeShapeType="1"/>
            </p:cNvSpPr>
            <p:nvPr/>
          </p:nvSpPr>
          <p:spPr bwMode="auto">
            <a:xfrm>
              <a:off x="884" y="527"/>
              <a:ext cx="31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triangle" w="med" len="med"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71695" name="Text Box 62" descr="斜纹布"/>
            <p:cNvSpPr txBox="1">
              <a:spLocks noChangeArrowheads="1"/>
            </p:cNvSpPr>
            <p:nvPr/>
          </p:nvSpPr>
          <p:spPr bwMode="auto">
            <a:xfrm>
              <a:off x="884" y="210"/>
              <a:ext cx="273" cy="290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2700000">
                <a:srgbClr val="3D5C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I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  <a:endPara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9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" name="Text Box 26" descr="斜纹布"/>
          <p:cNvSpPr txBox="1">
            <a:spLocks noChangeArrowheads="1"/>
          </p:cNvSpPr>
          <p:nvPr/>
        </p:nvSpPr>
        <p:spPr bwMode="auto">
          <a:xfrm>
            <a:off x="9119870" y="3141345"/>
            <a:ext cx="863600" cy="4603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3D5C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 =?</a:t>
            </a:r>
            <a:endParaRPr kumimoji="1" lang="en-US" altLang="zh-CN" sz="24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706" name="Object 2"/>
          <p:cNvGraphicFramePr>
            <a:graphicFrameLocks noChangeAspect="1"/>
          </p:cNvGraphicFramePr>
          <p:nvPr/>
        </p:nvGraphicFramePr>
        <p:xfrm>
          <a:off x="6600825" y="1990091"/>
          <a:ext cx="3024188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74" name="Equation" r:id="rId1" imgW="1101090" imgH="167640" progId="Equation.3">
                  <p:embed/>
                </p:oleObj>
              </mc:Choice>
              <mc:Fallback>
                <p:oleObj name="Equation" r:id="rId1" imgW="1101090" imgH="167640" progId="Equation.3">
                  <p:embed/>
                  <p:pic>
                    <p:nvPicPr>
                      <p:cNvPr id="0" name="图片 412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5" y="1990091"/>
                        <a:ext cx="3024188" cy="4937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7" name="Text Box 3"/>
          <p:cNvSpPr txBox="1">
            <a:spLocks noChangeArrowheads="1"/>
          </p:cNvSpPr>
          <p:nvPr/>
        </p:nvSpPr>
        <p:spPr bwMode="auto">
          <a:xfrm>
            <a:off x="5519738" y="1917066"/>
            <a:ext cx="647700" cy="52197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5C001F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解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72708" name="Object 4"/>
          <p:cNvGraphicFramePr>
            <a:graphicFrameLocks noChangeAspect="1"/>
          </p:cNvGraphicFramePr>
          <p:nvPr/>
        </p:nvGraphicFramePr>
        <p:xfrm>
          <a:off x="6672264" y="2637791"/>
          <a:ext cx="13811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75" name="Equation" r:id="rId3" imgW="495935" imgH="167640" progId="Equation.3">
                  <p:embed/>
                </p:oleObj>
              </mc:Choice>
              <mc:Fallback>
                <p:oleObj name="Equation" r:id="rId3" imgW="495935" imgH="167640" progId="Equation.3">
                  <p:embed/>
                  <p:pic>
                    <p:nvPicPr>
                      <p:cNvPr id="0" name="图片 412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4" y="2637791"/>
                        <a:ext cx="1381125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9" name="Object 5"/>
          <p:cNvGraphicFramePr>
            <a:graphicFrameLocks noChangeAspect="1"/>
          </p:cNvGraphicFramePr>
          <p:nvPr/>
        </p:nvGraphicFramePr>
        <p:xfrm>
          <a:off x="6600825" y="3285173"/>
          <a:ext cx="3570288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76" name="Equation" r:id="rId5" imgW="1300480" imgH="167640" progId="Equation.3">
                  <p:embed/>
                </p:oleObj>
              </mc:Choice>
              <mc:Fallback>
                <p:oleObj name="Equation" r:id="rId5" imgW="1300480" imgH="167640" progId="Equation.3">
                  <p:embed/>
                  <p:pic>
                    <p:nvPicPr>
                      <p:cNvPr id="0" name="图片 412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5" y="3285173"/>
                        <a:ext cx="3570288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19455" y="1452245"/>
            <a:ext cx="4800600" cy="39528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0377805" y="4356100"/>
            <a:ext cx="1600835" cy="216027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  <p:bldLst>
      <p:bldP spid="72707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1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31220" y="2204462"/>
            <a:ext cx="5404715" cy="2664296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48675" name="矩形 1"/>
          <p:cNvSpPr/>
          <p:nvPr/>
        </p:nvSpPr>
        <p:spPr>
          <a:xfrm>
            <a:off x="911553" y="1124972"/>
            <a:ext cx="7488832" cy="646331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dirty="0"/>
              <a:t>2</a:t>
            </a:r>
            <a:r>
              <a:rPr lang="zh-CN" altLang="en-US" dirty="0" smtClean="0"/>
              <a:t>、下图电路中，</a:t>
            </a:r>
            <a:r>
              <a:rPr lang="zh-CN" altLang="en-US" dirty="0"/>
              <a:t>求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 </a:t>
            </a:r>
            <a:r>
              <a:rPr lang="zh-CN" altLang="en-US" dirty="0"/>
              <a:t>两点的</a:t>
            </a:r>
            <a:r>
              <a:rPr lang="zh-CN" altLang="en-US" dirty="0" smtClean="0"/>
              <a:t>电位</a:t>
            </a:r>
            <a:r>
              <a:rPr lang="en-US" altLang="zh-CN" sz="3600" dirty="0" err="1"/>
              <a:t>u</a:t>
            </a:r>
            <a:r>
              <a:rPr lang="en-US" altLang="zh-CN" baseline="-25000" dirty="0" err="1" smtClean="0"/>
              <a:t>A</a:t>
            </a:r>
            <a:r>
              <a:rPr lang="en-US" altLang="zh-CN" dirty="0" smtClean="0"/>
              <a:t> </a:t>
            </a:r>
            <a:r>
              <a:rPr lang="zh-CN" altLang="en-US" dirty="0" smtClean="0"/>
              <a:t>、</a:t>
            </a:r>
            <a:r>
              <a:rPr lang="en-US" altLang="zh-CN" sz="3600" dirty="0" err="1" smtClean="0"/>
              <a:t>u</a:t>
            </a:r>
            <a:r>
              <a:rPr lang="en-US" altLang="zh-CN" baseline="-25000" dirty="0" err="1" smtClean="0"/>
              <a:t>B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1048676" name="文本框 25"/>
          <p:cNvSpPr txBox="1"/>
          <p:nvPr>
            <p:custDataLst>
              <p:tags r:id="rId2"/>
            </p:custDataLst>
          </p:nvPr>
        </p:nvSpPr>
        <p:spPr>
          <a:xfrm>
            <a:off x="1487805" y="3501390"/>
            <a:ext cx="601980" cy="521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olidFill>
                  <a:srgbClr val="FF0000"/>
                </a:solidFill>
                <a:latin typeface="PMingLiU-ExtB" panose="02020500000000000000" charset="-120"/>
                <a:ea typeface="PMingLiU-ExtB" panose="02020500000000000000" charset="-120"/>
              </a:rPr>
              <a:t>I</a:t>
            </a:r>
            <a:r>
              <a:rPr lang="en-US" altLang="zh-CN" sz="1000">
                <a:solidFill>
                  <a:srgbClr val="FF0000"/>
                </a:solidFill>
                <a:latin typeface="PMingLiU-ExtB" panose="02020500000000000000" charset="-120"/>
                <a:ea typeface="PMingLiU-ExtB" panose="02020500000000000000" charset="-120"/>
              </a:rPr>
              <a:t>B</a:t>
            </a:r>
            <a:endParaRPr lang="en-US" altLang="zh-CN" sz="1000">
              <a:solidFill>
                <a:srgbClr val="FF0000"/>
              </a:solidFill>
              <a:latin typeface="PMingLiU-ExtB" panose="02020500000000000000" charset="-120"/>
              <a:ea typeface="PMingLiU-ExtB" panose="02020500000000000000" charset="-120"/>
            </a:endParaRPr>
          </a:p>
        </p:txBody>
      </p:sp>
      <p:sp>
        <p:nvSpPr>
          <p:cNvPr id="1048677" name="文本框 17"/>
          <p:cNvSpPr txBox="1"/>
          <p:nvPr>
            <p:custDataLst>
              <p:tags r:id="rId3"/>
            </p:custDataLst>
          </p:nvPr>
        </p:nvSpPr>
        <p:spPr>
          <a:xfrm>
            <a:off x="4944110" y="3785235"/>
            <a:ext cx="4076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rgbClr val="FF0000"/>
                </a:solidFill>
                <a:latin typeface="PMingLiU-ExtB" panose="02020500000000000000" charset="-120"/>
                <a:ea typeface="PMingLiU-ExtB" panose="02020500000000000000" charset="-120"/>
              </a:rPr>
              <a:t>I</a:t>
            </a:r>
            <a:r>
              <a:rPr lang="en-US" altLang="zh-CN" sz="1000">
                <a:solidFill>
                  <a:srgbClr val="FF0000"/>
                </a:solidFill>
                <a:latin typeface="PMingLiU-ExtB" panose="02020500000000000000" charset="-120"/>
                <a:ea typeface="PMingLiU-ExtB" panose="02020500000000000000" charset="-120"/>
              </a:rPr>
              <a:t>A</a:t>
            </a:r>
            <a:endParaRPr lang="en-US" altLang="zh-CN" sz="1000">
              <a:solidFill>
                <a:srgbClr val="FF0000"/>
              </a:solidFill>
              <a:latin typeface="PMingLiU-ExtB" panose="02020500000000000000" charset="-120"/>
              <a:ea typeface="PMingLiU-ExtB" panose="02020500000000000000" charset="-12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097173" name="墨迹 22"/>
              <p14:cNvContentPartPr/>
              <p14:nvPr/>
            </p14:nvContentPartPr>
            <p14:xfrm>
              <a:off x="1835785" y="3124200"/>
              <a:ext cx="524510" cy="505460"/>
            </p14:xfrm>
          </p:contentPart>
        </mc:Choice>
        <mc:Fallback xmlns="">
          <p:pic>
            <p:nvPicPr>
              <p:cNvPr id="2097173" name="墨迹 22"/>
            </p:nvPicPr>
            <p:blipFill>
              <a:blip r:embed="rId5"/>
            </p:blipFill>
            <p:spPr>
              <a:xfrm>
                <a:off x="1835785" y="3124200"/>
                <a:ext cx="524510" cy="505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097174" name="墨迹 23"/>
              <p14:cNvContentPartPr/>
              <p14:nvPr/>
            </p14:nvContentPartPr>
            <p14:xfrm>
              <a:off x="1786890" y="3204210"/>
              <a:ext cx="142240" cy="197485"/>
            </p14:xfrm>
          </p:contentPart>
        </mc:Choice>
        <mc:Fallback xmlns="">
          <p:pic>
            <p:nvPicPr>
              <p:cNvPr id="2097174" name="墨迹 23"/>
            </p:nvPicPr>
            <p:blipFill>
              <a:blip r:embed="rId7"/>
            </p:blipFill>
            <p:spPr>
              <a:xfrm>
                <a:off x="1786890" y="3204210"/>
                <a:ext cx="142240" cy="1974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097175" name="墨迹 28"/>
              <p14:cNvContentPartPr/>
              <p14:nvPr/>
            </p14:nvContentPartPr>
            <p14:xfrm>
              <a:off x="4873625" y="3290570"/>
              <a:ext cx="296545" cy="425450"/>
            </p14:xfrm>
          </p:contentPart>
        </mc:Choice>
        <mc:Fallback xmlns="">
          <p:pic>
            <p:nvPicPr>
              <p:cNvPr id="2097175" name="墨迹 28"/>
            </p:nvPicPr>
            <p:blipFill>
              <a:blip r:embed="rId9"/>
            </p:blipFill>
            <p:spPr>
              <a:xfrm>
                <a:off x="4873625" y="3290570"/>
                <a:ext cx="296545" cy="425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2097176" name="墨迹 29"/>
              <p14:cNvContentPartPr/>
              <p14:nvPr/>
            </p14:nvContentPartPr>
            <p14:xfrm>
              <a:off x="4855210" y="3333750"/>
              <a:ext cx="105410" cy="203835"/>
            </p14:xfrm>
          </p:contentPart>
        </mc:Choice>
        <mc:Fallback xmlns="">
          <p:pic>
            <p:nvPicPr>
              <p:cNvPr id="2097176" name="墨迹 29"/>
            </p:nvPicPr>
            <p:blipFill>
              <a:blip r:embed="rId11"/>
            </p:blipFill>
            <p:spPr>
              <a:xfrm>
                <a:off x="4855210" y="3333750"/>
                <a:ext cx="105410" cy="2038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2097177" name="墨迹 30"/>
              <p14:cNvContentPartPr/>
              <p14:nvPr/>
            </p14:nvContentPartPr>
            <p14:xfrm>
              <a:off x="2310765" y="2612390"/>
              <a:ext cx="147955" cy="6985"/>
            </p14:xfrm>
          </p:contentPart>
        </mc:Choice>
        <mc:Fallback xmlns="">
          <p:pic>
            <p:nvPicPr>
              <p:cNvPr id="2097177" name="墨迹 30"/>
            </p:nvPicPr>
            <p:blipFill>
              <a:blip r:embed="rId13"/>
            </p:blipFill>
            <p:spPr>
              <a:xfrm>
                <a:off x="2310765" y="2612390"/>
                <a:ext cx="147955" cy="69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2097178" name="墨迹 32"/>
              <p14:cNvContentPartPr/>
              <p14:nvPr/>
            </p14:nvContentPartPr>
            <p14:xfrm>
              <a:off x="2384425" y="2569210"/>
              <a:ext cx="12700" cy="148590"/>
            </p14:xfrm>
          </p:contentPart>
        </mc:Choice>
        <mc:Fallback xmlns="">
          <p:pic>
            <p:nvPicPr>
              <p:cNvPr id="2097178" name="墨迹 32"/>
            </p:nvPicPr>
            <p:blipFill>
              <a:blip r:embed="rId15"/>
            </p:blipFill>
            <p:spPr>
              <a:xfrm>
                <a:off x="2384425" y="2569210"/>
                <a:ext cx="12700" cy="1485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2097179" name="墨迹 33"/>
              <p14:cNvContentPartPr/>
              <p14:nvPr/>
            </p14:nvContentPartPr>
            <p14:xfrm>
              <a:off x="1404620" y="2649220"/>
              <a:ext cx="130175" cy="13335"/>
            </p14:xfrm>
          </p:contentPart>
        </mc:Choice>
        <mc:Fallback xmlns="">
          <p:pic>
            <p:nvPicPr>
              <p:cNvPr id="2097179" name="墨迹 33"/>
            </p:nvPicPr>
            <p:blipFill>
              <a:blip r:embed="rId17"/>
            </p:blipFill>
            <p:spPr>
              <a:xfrm>
                <a:off x="1404620" y="2649220"/>
                <a:ext cx="130175" cy="133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2097180" name="墨迹 34"/>
              <p14:cNvContentPartPr/>
              <p14:nvPr/>
            </p14:nvContentPartPr>
            <p14:xfrm>
              <a:off x="1564640" y="4719955"/>
              <a:ext cx="179705" cy="635"/>
            </p14:xfrm>
          </p:contentPart>
        </mc:Choice>
        <mc:Fallback xmlns="">
          <p:pic>
            <p:nvPicPr>
              <p:cNvPr id="2097180" name="墨迹 34"/>
            </p:nvPicPr>
            <p:blipFill>
              <a:blip r:embed="rId19"/>
            </p:blipFill>
            <p:spPr>
              <a:xfrm>
                <a:off x="1564640" y="4719955"/>
                <a:ext cx="17970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2097181" name="墨迹 35"/>
              <p14:cNvContentPartPr/>
              <p14:nvPr/>
            </p14:nvContentPartPr>
            <p14:xfrm>
              <a:off x="1657350" y="4645660"/>
              <a:ext cx="635" cy="123825"/>
            </p14:xfrm>
          </p:contentPart>
        </mc:Choice>
        <mc:Fallback xmlns="">
          <p:pic>
            <p:nvPicPr>
              <p:cNvPr id="2097181" name="墨迹 35"/>
            </p:nvPicPr>
            <p:blipFill>
              <a:blip r:embed="rId21"/>
            </p:blipFill>
            <p:spPr>
              <a:xfrm>
                <a:off x="1657350" y="4645660"/>
                <a:ext cx="635" cy="1238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2097182" name="墨迹 36"/>
              <p14:cNvContentPartPr/>
              <p14:nvPr/>
            </p14:nvContentPartPr>
            <p14:xfrm>
              <a:off x="2415540" y="4738370"/>
              <a:ext cx="179070" cy="635"/>
            </p14:xfrm>
          </p:contentPart>
        </mc:Choice>
        <mc:Fallback xmlns="">
          <p:pic>
            <p:nvPicPr>
              <p:cNvPr id="2097182" name="墨迹 36"/>
            </p:nvPicPr>
            <p:blipFill>
              <a:blip r:embed="rId23"/>
            </p:blipFill>
            <p:spPr>
              <a:xfrm>
                <a:off x="2415540" y="4738370"/>
                <a:ext cx="179070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2097183" name="墨迹 37"/>
              <p14:cNvContentPartPr/>
              <p14:nvPr/>
            </p14:nvContentPartPr>
            <p14:xfrm>
              <a:off x="5693410" y="4159250"/>
              <a:ext cx="117475" cy="635"/>
            </p14:xfrm>
          </p:contentPart>
        </mc:Choice>
        <mc:Fallback xmlns="">
          <p:pic>
            <p:nvPicPr>
              <p:cNvPr id="2097183" name="墨迹 37"/>
            </p:nvPicPr>
            <p:blipFill>
              <a:blip r:embed="rId25"/>
            </p:blipFill>
            <p:spPr>
              <a:xfrm>
                <a:off x="5693410" y="4159250"/>
                <a:ext cx="11747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2097184" name="墨迹 38"/>
              <p14:cNvContentPartPr/>
              <p14:nvPr/>
            </p14:nvContentPartPr>
            <p14:xfrm>
              <a:off x="5755005" y="4122420"/>
              <a:ext cx="635" cy="117475"/>
            </p14:xfrm>
          </p:contentPart>
        </mc:Choice>
        <mc:Fallback xmlns="">
          <p:pic>
            <p:nvPicPr>
              <p:cNvPr id="2097184" name="墨迹 38"/>
            </p:nvPicPr>
            <p:blipFill>
              <a:blip r:embed="rId27"/>
            </p:blipFill>
            <p:spPr>
              <a:xfrm>
                <a:off x="5755005" y="4122420"/>
                <a:ext cx="635" cy="1174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2097185" name="墨迹 40"/>
              <p14:cNvContentPartPr/>
              <p14:nvPr/>
            </p14:nvContentPartPr>
            <p14:xfrm>
              <a:off x="5730240" y="3197860"/>
              <a:ext cx="105410" cy="13335"/>
            </p14:xfrm>
          </p:contentPart>
        </mc:Choice>
        <mc:Fallback xmlns="">
          <p:pic>
            <p:nvPicPr>
              <p:cNvPr id="2097185" name="墨迹 40"/>
            </p:nvPicPr>
            <p:blipFill>
              <a:blip r:embed="rId29"/>
            </p:blipFill>
            <p:spPr>
              <a:xfrm>
                <a:off x="5730240" y="3197860"/>
                <a:ext cx="105410" cy="13335"/>
              </a:xfrm>
              <a:prstGeom prst="rect"/>
            </p:spPr>
          </p:pic>
        </mc:Fallback>
      </mc:AlternateContent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10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1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31220" y="2204462"/>
            <a:ext cx="5404715" cy="2664296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48675" name="矩形 1"/>
          <p:cNvSpPr/>
          <p:nvPr/>
        </p:nvSpPr>
        <p:spPr>
          <a:xfrm>
            <a:off x="911553" y="1124972"/>
            <a:ext cx="7488832" cy="646331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dirty="0"/>
              <a:t>2</a:t>
            </a:r>
            <a:r>
              <a:rPr lang="zh-CN" altLang="en-US" dirty="0" smtClean="0"/>
              <a:t>、下图电路中，</a:t>
            </a:r>
            <a:r>
              <a:rPr lang="zh-CN" altLang="en-US" dirty="0"/>
              <a:t>求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 </a:t>
            </a:r>
            <a:r>
              <a:rPr lang="zh-CN" altLang="en-US" dirty="0"/>
              <a:t>两点的</a:t>
            </a:r>
            <a:r>
              <a:rPr lang="zh-CN" altLang="en-US" dirty="0" smtClean="0"/>
              <a:t>电位</a:t>
            </a:r>
            <a:r>
              <a:rPr lang="en-US" altLang="zh-CN" sz="3600" dirty="0" err="1"/>
              <a:t>u</a:t>
            </a:r>
            <a:r>
              <a:rPr lang="en-US" altLang="zh-CN" baseline="-25000" dirty="0" err="1" smtClean="0"/>
              <a:t>A</a:t>
            </a:r>
            <a:r>
              <a:rPr lang="en-US" altLang="zh-CN" dirty="0" smtClean="0"/>
              <a:t> </a:t>
            </a:r>
            <a:r>
              <a:rPr lang="zh-CN" altLang="en-US" dirty="0" smtClean="0"/>
              <a:t>、</a:t>
            </a:r>
            <a:r>
              <a:rPr lang="en-US" altLang="zh-CN" sz="3600" dirty="0" err="1" smtClean="0"/>
              <a:t>u</a:t>
            </a:r>
            <a:r>
              <a:rPr lang="en-US" altLang="zh-CN" baseline="-25000" dirty="0" err="1" smtClean="0"/>
              <a:t>B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1048676" name="文本框 25"/>
          <p:cNvSpPr txBox="1"/>
          <p:nvPr>
            <p:custDataLst>
              <p:tags r:id="rId2"/>
            </p:custDataLst>
          </p:nvPr>
        </p:nvSpPr>
        <p:spPr>
          <a:xfrm>
            <a:off x="1487805" y="3501390"/>
            <a:ext cx="601980" cy="521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olidFill>
                  <a:srgbClr val="FF0000"/>
                </a:solidFill>
                <a:latin typeface="PMingLiU-ExtB" panose="02020500000000000000" charset="-120"/>
                <a:ea typeface="PMingLiU-ExtB" panose="02020500000000000000" charset="-120"/>
              </a:rPr>
              <a:t>I</a:t>
            </a:r>
            <a:r>
              <a:rPr lang="en-US" altLang="zh-CN" sz="1000">
                <a:solidFill>
                  <a:srgbClr val="FF0000"/>
                </a:solidFill>
                <a:latin typeface="PMingLiU-ExtB" panose="02020500000000000000" charset="-120"/>
                <a:ea typeface="PMingLiU-ExtB" panose="02020500000000000000" charset="-120"/>
              </a:rPr>
              <a:t>B</a:t>
            </a:r>
            <a:endParaRPr lang="en-US" altLang="zh-CN" sz="1000">
              <a:solidFill>
                <a:srgbClr val="FF0000"/>
              </a:solidFill>
              <a:latin typeface="PMingLiU-ExtB" panose="02020500000000000000" charset="-120"/>
              <a:ea typeface="PMingLiU-ExtB" panose="02020500000000000000" charset="-120"/>
            </a:endParaRPr>
          </a:p>
        </p:txBody>
      </p:sp>
      <p:sp>
        <p:nvSpPr>
          <p:cNvPr id="1048677" name="文本框 17"/>
          <p:cNvSpPr txBox="1"/>
          <p:nvPr>
            <p:custDataLst>
              <p:tags r:id="rId3"/>
            </p:custDataLst>
          </p:nvPr>
        </p:nvSpPr>
        <p:spPr>
          <a:xfrm>
            <a:off x="4944110" y="3785235"/>
            <a:ext cx="4076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rgbClr val="FF0000"/>
                </a:solidFill>
                <a:latin typeface="PMingLiU-ExtB" panose="02020500000000000000" charset="-120"/>
                <a:ea typeface="PMingLiU-ExtB" panose="02020500000000000000" charset="-120"/>
              </a:rPr>
              <a:t>I</a:t>
            </a:r>
            <a:r>
              <a:rPr lang="en-US" altLang="zh-CN" sz="1000">
                <a:solidFill>
                  <a:srgbClr val="FF0000"/>
                </a:solidFill>
                <a:latin typeface="PMingLiU-ExtB" panose="02020500000000000000" charset="-120"/>
                <a:ea typeface="PMingLiU-ExtB" panose="02020500000000000000" charset="-120"/>
              </a:rPr>
              <a:t>A</a:t>
            </a:r>
            <a:endParaRPr lang="en-US" altLang="zh-CN" sz="1000">
              <a:solidFill>
                <a:srgbClr val="FF0000"/>
              </a:solidFill>
              <a:latin typeface="PMingLiU-ExtB" panose="02020500000000000000" charset="-120"/>
              <a:ea typeface="PMingLiU-ExtB" panose="02020500000000000000" charset="-120"/>
            </a:endParaRPr>
          </a:p>
        </p:txBody>
      </p:sp>
      <p:pic>
        <p:nvPicPr>
          <p:cNvPr id="2097172" name="图片 2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23610" y="1972945"/>
            <a:ext cx="5746750" cy="31140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2097173" name="墨迹 22"/>
              <p14:cNvContentPartPr/>
              <p14:nvPr/>
            </p14:nvContentPartPr>
            <p14:xfrm>
              <a:off x="1835785" y="3124200"/>
              <a:ext cx="524510" cy="505460"/>
            </p14:xfrm>
          </p:contentPart>
        </mc:Choice>
        <mc:Fallback xmlns="">
          <p:pic>
            <p:nvPicPr>
              <p:cNvPr id="2097173" name="墨迹 22"/>
            </p:nvPicPr>
            <p:blipFill>
              <a:blip r:embed="rId7"/>
            </p:blipFill>
            <p:spPr>
              <a:xfrm>
                <a:off x="1835785" y="3124200"/>
                <a:ext cx="524510" cy="505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097174" name="墨迹 23"/>
              <p14:cNvContentPartPr/>
              <p14:nvPr/>
            </p14:nvContentPartPr>
            <p14:xfrm>
              <a:off x="1786890" y="3204210"/>
              <a:ext cx="142240" cy="197485"/>
            </p14:xfrm>
          </p:contentPart>
        </mc:Choice>
        <mc:Fallback xmlns="">
          <p:pic>
            <p:nvPicPr>
              <p:cNvPr id="2097174" name="墨迹 23"/>
            </p:nvPicPr>
            <p:blipFill>
              <a:blip r:embed="rId9"/>
            </p:blipFill>
            <p:spPr>
              <a:xfrm>
                <a:off x="1786890" y="3204210"/>
                <a:ext cx="142240" cy="1974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2097175" name="墨迹 28"/>
              <p14:cNvContentPartPr/>
              <p14:nvPr/>
            </p14:nvContentPartPr>
            <p14:xfrm>
              <a:off x="4873625" y="3290570"/>
              <a:ext cx="296545" cy="425450"/>
            </p14:xfrm>
          </p:contentPart>
        </mc:Choice>
        <mc:Fallback xmlns="">
          <p:pic>
            <p:nvPicPr>
              <p:cNvPr id="2097175" name="墨迹 28"/>
            </p:nvPicPr>
            <p:blipFill>
              <a:blip r:embed="rId11"/>
            </p:blipFill>
            <p:spPr>
              <a:xfrm>
                <a:off x="4873625" y="3290570"/>
                <a:ext cx="296545" cy="425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2097176" name="墨迹 29"/>
              <p14:cNvContentPartPr/>
              <p14:nvPr/>
            </p14:nvContentPartPr>
            <p14:xfrm>
              <a:off x="4855210" y="3333750"/>
              <a:ext cx="105410" cy="203835"/>
            </p14:xfrm>
          </p:contentPart>
        </mc:Choice>
        <mc:Fallback xmlns="">
          <p:pic>
            <p:nvPicPr>
              <p:cNvPr id="2097176" name="墨迹 29"/>
            </p:nvPicPr>
            <p:blipFill>
              <a:blip r:embed="rId13"/>
            </p:blipFill>
            <p:spPr>
              <a:xfrm>
                <a:off x="4855210" y="3333750"/>
                <a:ext cx="105410" cy="2038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2097177" name="墨迹 30"/>
              <p14:cNvContentPartPr/>
              <p14:nvPr/>
            </p14:nvContentPartPr>
            <p14:xfrm>
              <a:off x="2310765" y="2612390"/>
              <a:ext cx="147955" cy="6985"/>
            </p14:xfrm>
          </p:contentPart>
        </mc:Choice>
        <mc:Fallback xmlns="">
          <p:pic>
            <p:nvPicPr>
              <p:cNvPr id="2097177" name="墨迹 30"/>
            </p:nvPicPr>
            <p:blipFill>
              <a:blip r:embed="rId15"/>
            </p:blipFill>
            <p:spPr>
              <a:xfrm>
                <a:off x="2310765" y="2612390"/>
                <a:ext cx="147955" cy="69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2097178" name="墨迹 32"/>
              <p14:cNvContentPartPr/>
              <p14:nvPr/>
            </p14:nvContentPartPr>
            <p14:xfrm>
              <a:off x="2384425" y="2569210"/>
              <a:ext cx="12700" cy="148590"/>
            </p14:xfrm>
          </p:contentPart>
        </mc:Choice>
        <mc:Fallback xmlns="">
          <p:pic>
            <p:nvPicPr>
              <p:cNvPr id="2097178" name="墨迹 32"/>
            </p:nvPicPr>
            <p:blipFill>
              <a:blip r:embed="rId17"/>
            </p:blipFill>
            <p:spPr>
              <a:xfrm>
                <a:off x="2384425" y="2569210"/>
                <a:ext cx="12700" cy="1485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2097179" name="墨迹 33"/>
              <p14:cNvContentPartPr/>
              <p14:nvPr/>
            </p14:nvContentPartPr>
            <p14:xfrm>
              <a:off x="1404620" y="2649220"/>
              <a:ext cx="130175" cy="13335"/>
            </p14:xfrm>
          </p:contentPart>
        </mc:Choice>
        <mc:Fallback xmlns="">
          <p:pic>
            <p:nvPicPr>
              <p:cNvPr id="2097179" name="墨迹 33"/>
            </p:nvPicPr>
            <p:blipFill>
              <a:blip r:embed="rId19"/>
            </p:blipFill>
            <p:spPr>
              <a:xfrm>
                <a:off x="1404620" y="2649220"/>
                <a:ext cx="130175" cy="133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2097180" name="墨迹 34"/>
              <p14:cNvContentPartPr/>
              <p14:nvPr/>
            </p14:nvContentPartPr>
            <p14:xfrm>
              <a:off x="1564640" y="4719955"/>
              <a:ext cx="179705" cy="635"/>
            </p14:xfrm>
          </p:contentPart>
        </mc:Choice>
        <mc:Fallback xmlns="">
          <p:pic>
            <p:nvPicPr>
              <p:cNvPr id="2097180" name="墨迹 34"/>
            </p:nvPicPr>
            <p:blipFill>
              <a:blip r:embed="rId21"/>
            </p:blipFill>
            <p:spPr>
              <a:xfrm>
                <a:off x="1564640" y="4719955"/>
                <a:ext cx="17970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2097181" name="墨迹 35"/>
              <p14:cNvContentPartPr/>
              <p14:nvPr/>
            </p14:nvContentPartPr>
            <p14:xfrm>
              <a:off x="1657350" y="4645660"/>
              <a:ext cx="635" cy="123825"/>
            </p14:xfrm>
          </p:contentPart>
        </mc:Choice>
        <mc:Fallback xmlns="">
          <p:pic>
            <p:nvPicPr>
              <p:cNvPr id="2097181" name="墨迹 35"/>
            </p:nvPicPr>
            <p:blipFill>
              <a:blip r:embed="rId23"/>
            </p:blipFill>
            <p:spPr>
              <a:xfrm>
                <a:off x="1657350" y="4645660"/>
                <a:ext cx="635" cy="1238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2097182" name="墨迹 36"/>
              <p14:cNvContentPartPr/>
              <p14:nvPr/>
            </p14:nvContentPartPr>
            <p14:xfrm>
              <a:off x="2415540" y="4738370"/>
              <a:ext cx="179070" cy="635"/>
            </p14:xfrm>
          </p:contentPart>
        </mc:Choice>
        <mc:Fallback xmlns="">
          <p:pic>
            <p:nvPicPr>
              <p:cNvPr id="2097182" name="墨迹 36"/>
            </p:nvPicPr>
            <p:blipFill>
              <a:blip r:embed="rId25"/>
            </p:blipFill>
            <p:spPr>
              <a:xfrm>
                <a:off x="2415540" y="4738370"/>
                <a:ext cx="179070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2097183" name="墨迹 37"/>
              <p14:cNvContentPartPr/>
              <p14:nvPr/>
            </p14:nvContentPartPr>
            <p14:xfrm>
              <a:off x="5693410" y="4159250"/>
              <a:ext cx="117475" cy="635"/>
            </p14:xfrm>
          </p:contentPart>
        </mc:Choice>
        <mc:Fallback xmlns="">
          <p:pic>
            <p:nvPicPr>
              <p:cNvPr id="2097183" name="墨迹 37"/>
            </p:nvPicPr>
            <p:blipFill>
              <a:blip r:embed="rId27"/>
            </p:blipFill>
            <p:spPr>
              <a:xfrm>
                <a:off x="5693410" y="4159250"/>
                <a:ext cx="11747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2097184" name="墨迹 38"/>
              <p14:cNvContentPartPr/>
              <p14:nvPr/>
            </p14:nvContentPartPr>
            <p14:xfrm>
              <a:off x="5755005" y="4122420"/>
              <a:ext cx="635" cy="117475"/>
            </p14:xfrm>
          </p:contentPart>
        </mc:Choice>
        <mc:Fallback xmlns="">
          <p:pic>
            <p:nvPicPr>
              <p:cNvPr id="2097184" name="墨迹 38"/>
            </p:nvPicPr>
            <p:blipFill>
              <a:blip r:embed="rId29"/>
            </p:blipFill>
            <p:spPr>
              <a:xfrm>
                <a:off x="5755005" y="4122420"/>
                <a:ext cx="635" cy="1174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2097185" name="墨迹 40"/>
              <p14:cNvContentPartPr/>
              <p14:nvPr/>
            </p14:nvContentPartPr>
            <p14:xfrm>
              <a:off x="5730240" y="3197860"/>
              <a:ext cx="105410" cy="13335"/>
            </p14:xfrm>
          </p:contentPart>
        </mc:Choice>
        <mc:Fallback xmlns="">
          <p:pic>
            <p:nvPicPr>
              <p:cNvPr id="2097185" name="墨迹 40"/>
            </p:nvPicPr>
            <p:blipFill>
              <a:blip r:embed="rId31"/>
            </p:blipFill>
            <p:spPr>
              <a:xfrm>
                <a:off x="5730240" y="3197860"/>
                <a:ext cx="105410" cy="133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2" name="图片 2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27760" y="692785"/>
            <a:ext cx="10163175" cy="550735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19392" t="41333" r="12333" b="31600"/>
          <a:stretch>
            <a:fillRect/>
          </a:stretch>
        </p:blipFill>
        <p:spPr>
          <a:xfrm>
            <a:off x="1055369" y="2061029"/>
            <a:ext cx="5058158" cy="3577720"/>
          </a:xfrm>
          <a:prstGeom prst="rect">
            <a:avLst/>
          </a:prstGeom>
        </p:spPr>
      </p:pic>
      <p:sp>
        <p:nvSpPr>
          <p:cNvPr id="1048584" name="文本框 2"/>
          <p:cNvSpPr txBox="1"/>
          <p:nvPr>
            <p:custDataLst>
              <p:tags r:id="rId3"/>
            </p:custDataLst>
          </p:nvPr>
        </p:nvSpPr>
        <p:spPr>
          <a:xfrm>
            <a:off x="911479" y="975487"/>
            <a:ext cx="5439156" cy="802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dirty="0"/>
              <a:t>1</a:t>
            </a:r>
            <a:r>
              <a:rPr lang="zh-CN" altLang="en-US" sz="2400" dirty="0"/>
              <a:t>、写出该电路图的回路电流方程，回路的选择及回路电流的方向与编号如图。</a:t>
            </a:r>
            <a:endParaRPr lang="zh-CN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11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13940" t="46667" r="11403" b="25866"/>
          <a:stretch>
            <a:fillRect/>
          </a:stretch>
        </p:blipFill>
        <p:spPr>
          <a:xfrm>
            <a:off x="1991359" y="2204514"/>
            <a:ext cx="5254603" cy="3447288"/>
          </a:xfrm>
          <a:prstGeom prst="rect">
            <a:avLst/>
          </a:prstGeom>
        </p:spPr>
      </p:pic>
      <p:sp>
        <p:nvSpPr>
          <p:cNvPr id="1048585" name="文本框 3"/>
          <p:cNvSpPr txBox="1"/>
          <p:nvPr>
            <p:custDataLst>
              <p:tags r:id="rId3"/>
            </p:custDataLst>
          </p:nvPr>
        </p:nvSpPr>
        <p:spPr>
          <a:xfrm>
            <a:off x="1372743" y="981239"/>
            <a:ext cx="5439156" cy="802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dirty="0"/>
              <a:t>2</a:t>
            </a:r>
            <a:r>
              <a:rPr lang="zh-CN" altLang="en-US" sz="2400" dirty="0"/>
              <a:t>、写出该电路图的节点电压方程，节点编号如图所示，以节点</a:t>
            </a:r>
            <a:r>
              <a:rPr lang="en-US" altLang="zh-CN" sz="2400" dirty="0"/>
              <a:t>3</a:t>
            </a:r>
            <a:r>
              <a:rPr lang="zh-CN" altLang="en-US" sz="2400" dirty="0"/>
              <a:t>为参考节点。</a:t>
            </a:r>
            <a:endParaRPr lang="zh-CN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46990" y="-27305"/>
            <a:ext cx="12148185" cy="720090"/>
          </a:xfrm>
          <a:prstGeom prst="rect">
            <a:avLst/>
          </a:prstGeom>
          <a:solidFill>
            <a:schemeClr val="tx1"/>
          </a:solidFill>
          <a:ln w="28575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题目：</a:t>
            </a:r>
            <a:r>
              <a:rPr kumimoji="0" lang="en-US" altLang="zh-CN" sz="2800" b="1" i="0" u="none" strike="noStrike" cap="none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楷体_GB2312" pitchFamily="49" charset="-122"/>
              </a:rPr>
              <a:t>12</a:t>
            </a:r>
            <a:endParaRPr kumimoji="0" lang="en-US" altLang="zh-CN" sz="2800" b="1" i="0" u="none" strike="noStrike" cap="none" normalizeH="0" baseline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文本框 1"/>
          <p:cNvSpPr txBox="1"/>
          <p:nvPr/>
        </p:nvSpPr>
        <p:spPr>
          <a:xfrm>
            <a:off x="1069848" y="493776"/>
            <a:ext cx="9685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dirty="0"/>
              <a:t>1</a:t>
            </a:r>
            <a:r>
              <a:rPr lang="zh-CN" altLang="en-US" sz="4000" dirty="0"/>
              <a:t>、</a:t>
            </a:r>
            <a:endParaRPr lang="zh-CN" altLang="en-US" sz="4000" dirty="0"/>
          </a:p>
        </p:txBody>
      </p:sp>
      <p:graphicFrame>
        <p:nvGraphicFramePr>
          <p:cNvPr id="4194304" name="Object 35"/>
          <p:cNvGraphicFramePr>
            <a:graphicFrameLocks noChangeAspect="1"/>
          </p:cNvGraphicFramePr>
          <p:nvPr/>
        </p:nvGraphicFramePr>
        <p:xfrm>
          <a:off x="1177862" y="1423416"/>
          <a:ext cx="9601176" cy="3368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1" imgW="50292000" imgH="16459200" progId="Equation.DSMT4">
                  <p:embed/>
                </p:oleObj>
              </mc:Choice>
              <mc:Fallback>
                <p:oleObj name="Equation" r:id="rId1" imgW="50292000" imgH="164592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7862" y="1423416"/>
                        <a:ext cx="9601176" cy="3368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文本框 1"/>
          <p:cNvSpPr txBox="1"/>
          <p:nvPr/>
        </p:nvSpPr>
        <p:spPr>
          <a:xfrm>
            <a:off x="1069848" y="493776"/>
            <a:ext cx="9685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/>
              <a:t>2</a:t>
            </a:r>
            <a:r>
              <a:rPr lang="zh-CN" altLang="en-US" sz="4000"/>
              <a:t>、</a:t>
            </a:r>
            <a:endParaRPr lang="zh-CN" altLang="en-US" sz="4000" dirty="0"/>
          </a:p>
        </p:txBody>
      </p:sp>
      <p:graphicFrame>
        <p:nvGraphicFramePr>
          <p:cNvPr id="4194305" name="Object 35"/>
          <p:cNvGraphicFramePr>
            <a:graphicFrameLocks noChangeAspect="1"/>
          </p:cNvGraphicFramePr>
          <p:nvPr/>
        </p:nvGraphicFramePr>
        <p:xfrm>
          <a:off x="2038383" y="1688910"/>
          <a:ext cx="8414766" cy="3278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1" imgW="53644800" imgH="19507200" progId="Equation.DSMT4">
                  <p:embed/>
                </p:oleObj>
              </mc:Choice>
              <mc:Fallback>
                <p:oleObj name="Equation" r:id="rId1" imgW="53644800" imgH="195072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8383" y="1688910"/>
                        <a:ext cx="8414766" cy="32787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  <p:tag name="KSO_WM_UNIT_PLACING_PICTURE_USER_VIEWPORT" val="{&quot;height&quot;:8985,&quot;width&quot;:9990}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  <p:tag name="KSO_WM_UNIT_PLACING_PICTURE_USER_VIEWPORT" val="{&quot;height&quot;:8985,&quot;width&quot;:9990}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  <p:tag name="KSO_WM_UNIT_PLACING_PICTURE_USER_VIEWPORT" val="{&quot;height&quot;:8985,&quot;width&quot;:9990}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  <p:tag name="KSO_WM_UNIT_PLACING_PICTURE_USER_VIEWPORT" val="{&quot;height&quot;:8985,&quot;width&quot;:9990}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4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25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26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2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3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34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35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36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37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3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4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5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5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52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53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5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5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56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57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58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5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5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66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67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68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69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7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8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8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8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8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84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85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86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8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8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8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9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9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92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93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94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95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96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97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98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9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0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0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0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0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6"/>
  <p:tag name="KSO_WM_UNIT_LINE_FILL_TYPE" val="2"/>
</p:tagLst>
</file>

<file path=ppt/tags/tag10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6"/>
  <p:tag name="KSO_WM_UNIT_LINE_FILL_TYPE" val="2"/>
</p:tagLst>
</file>

<file path=ppt/tags/tag10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06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07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0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0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1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1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1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13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14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15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16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17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18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19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2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2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2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23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24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25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26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27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2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2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3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3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3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33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34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35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3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3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3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39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40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41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42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43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44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45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46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4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4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4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5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51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52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53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54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5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5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57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58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59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60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6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6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6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6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65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66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67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68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6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7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6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7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17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173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74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75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76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7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78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7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8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8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8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8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84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85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8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8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8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8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9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9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9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9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94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19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9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9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9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9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0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0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0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0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0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0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0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0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0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09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210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211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212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213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21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15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21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1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1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1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2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21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222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22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2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2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2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2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2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2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3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31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23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3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3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3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36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23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3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3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4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4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4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43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244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245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246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24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4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4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5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5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5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5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5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5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5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5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5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5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60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2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6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6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6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6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6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6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6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6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7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7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72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273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27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7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7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7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7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7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8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8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8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8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8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85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286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287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288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28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9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9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9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9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9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9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9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9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9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9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0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0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02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03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04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05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06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07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08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0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1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1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1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1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1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1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1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17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18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1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22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23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24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25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2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2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28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29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30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331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32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33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34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35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36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3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3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3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4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4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4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4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4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45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46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DIAGRAM_VIRTUALLY_FRAME" val="{&quot;height&quot;:503.438031496063,&quot;left&quot;:75.59992125984252,&quot;top&quot;:27.535748031496063,&quot;width&quot;:874.5482677165355}"/>
</p:tagLst>
</file>

<file path=ppt/tags/tag356.xml><?xml version="1.0" encoding="utf-8"?>
<p:tagLst xmlns:p="http://schemas.openxmlformats.org/presentationml/2006/main">
  <p:tag name="KSO_WM_DIAGRAM_VIRTUALLY_FRAME" val="{&quot;height&quot;:503.438031496063,&quot;left&quot;:75.59992125984252,&quot;top&quot;:27.535748031496063,&quot;width&quot;:874.5482677165355}"/>
</p:tagLst>
</file>

<file path=ppt/tags/tag357.xml><?xml version="1.0" encoding="utf-8"?>
<p:tagLst xmlns:p="http://schemas.openxmlformats.org/presentationml/2006/main">
  <p:tag name="KSO_WM_DIAGRAM_VIRTUALLY_FRAME" val="{&quot;height&quot;:503.438031496063,&quot;left&quot;:75.59992125984252,&quot;top&quot;:27.535748031496063,&quot;width&quot;:874.5482677165355}"/>
</p:tagLst>
</file>

<file path=ppt/tags/tag358.xml><?xml version="1.0" encoding="utf-8"?>
<p:tagLst xmlns:p="http://schemas.openxmlformats.org/presentationml/2006/main">
  <p:tag name="KSO_WM_DIAGRAM_VIRTUALLY_FRAME" val="{&quot;height&quot;:503.438031496063,&quot;left&quot;:75.59992125984252,&quot;top&quot;:27.535748031496063,&quot;width&quot;:874.5482677165355}"/>
</p:tagLst>
</file>

<file path=ppt/tags/tag359.xml><?xml version="1.0" encoding="utf-8"?>
<p:tagLst xmlns:p="http://schemas.openxmlformats.org/presentationml/2006/main">
  <p:tag name="KSO_WPP_MARK_KEY" val="262464ef-a37a-4fe6-b54d-0b8752e49583"/>
  <p:tag name="COMMONDATA" val="eyJoZGlkIjoiM2E5MjQxOTg1YTQxNWEzMDIwNDA5MzdiNjRkODFjYmEifQ=="/>
</p:tagLst>
</file>

<file path=ppt/theme/theme1.xml><?xml version="1.0" encoding="utf-8"?>
<a:theme xmlns:a="http://schemas.openxmlformats.org/drawingml/2006/main" name="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4_默认设计模板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C30000"/>
      </a:accent1>
      <a:accent2>
        <a:srgbClr val="3B3E4D"/>
      </a:accent2>
      <a:accent3>
        <a:srgbClr val="C30000"/>
      </a:accent3>
      <a:accent4>
        <a:srgbClr val="3B3E4D"/>
      </a:accent4>
      <a:accent5>
        <a:srgbClr val="C30000"/>
      </a:accent5>
      <a:accent6>
        <a:srgbClr val="3B3E4D"/>
      </a:accent6>
      <a:hlink>
        <a:srgbClr val="5FCBFB"/>
      </a:hlink>
      <a:folHlink>
        <a:srgbClr val="B759BC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C30000"/>
      </a:accent1>
      <a:accent2>
        <a:srgbClr val="3B3E4D"/>
      </a:accent2>
      <a:accent3>
        <a:srgbClr val="C30000"/>
      </a:accent3>
      <a:accent4>
        <a:srgbClr val="3B3E4D"/>
      </a:accent4>
      <a:accent5>
        <a:srgbClr val="C30000"/>
      </a:accent5>
      <a:accent6>
        <a:srgbClr val="3B3E4D"/>
      </a:accent6>
      <a:hlink>
        <a:srgbClr val="5FCBFB"/>
      </a:hlink>
      <a:folHlink>
        <a:srgbClr val="B759BC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0_默认设计模板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C30000"/>
      </a:accent1>
      <a:accent2>
        <a:srgbClr val="3B3E4D"/>
      </a:accent2>
      <a:accent3>
        <a:srgbClr val="C30000"/>
      </a:accent3>
      <a:accent4>
        <a:srgbClr val="3B3E4D"/>
      </a:accent4>
      <a:accent5>
        <a:srgbClr val="C30000"/>
      </a:accent5>
      <a:accent6>
        <a:srgbClr val="3B3E4D"/>
      </a:accent6>
      <a:hlink>
        <a:srgbClr val="5FCBFB"/>
      </a:hlink>
      <a:folHlink>
        <a:srgbClr val="B759BC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6_默认设计模板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C30000"/>
      </a:accent1>
      <a:accent2>
        <a:srgbClr val="3B3E4D"/>
      </a:accent2>
      <a:accent3>
        <a:srgbClr val="C30000"/>
      </a:accent3>
      <a:accent4>
        <a:srgbClr val="3B3E4D"/>
      </a:accent4>
      <a:accent5>
        <a:srgbClr val="C30000"/>
      </a:accent5>
      <a:accent6>
        <a:srgbClr val="3B3E4D"/>
      </a:accent6>
      <a:hlink>
        <a:srgbClr val="5FCBFB"/>
      </a:hlink>
      <a:folHlink>
        <a:srgbClr val="B759BC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7_默认设计模板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C30000"/>
      </a:accent1>
      <a:accent2>
        <a:srgbClr val="3B3E4D"/>
      </a:accent2>
      <a:accent3>
        <a:srgbClr val="C30000"/>
      </a:accent3>
      <a:accent4>
        <a:srgbClr val="3B3E4D"/>
      </a:accent4>
      <a:accent5>
        <a:srgbClr val="C30000"/>
      </a:accent5>
      <a:accent6>
        <a:srgbClr val="3B3E4D"/>
      </a:accent6>
      <a:hlink>
        <a:srgbClr val="5FCBFB"/>
      </a:hlink>
      <a:folHlink>
        <a:srgbClr val="B759BC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1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2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7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1036</Words>
  <Application>WPS 演示</Application>
  <PresentationFormat/>
  <Paragraphs>570</Paragraphs>
  <Slides>33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18</vt:i4>
      </vt:variant>
      <vt:variant>
        <vt:lpstr>嵌入 OLE 服务器</vt:lpstr>
      </vt:variant>
      <vt:variant>
        <vt:i4>14</vt:i4>
      </vt:variant>
      <vt:variant>
        <vt:lpstr>幻灯片标题</vt:lpstr>
      </vt:variant>
      <vt:variant>
        <vt:i4>33</vt:i4>
      </vt:variant>
    </vt:vector>
  </HeadingPairs>
  <TitlesOfParts>
    <vt:vector size="84" baseType="lpstr">
      <vt:lpstr>Arial</vt:lpstr>
      <vt:lpstr>宋体</vt:lpstr>
      <vt:lpstr>Wingdings</vt:lpstr>
      <vt:lpstr>楷体_GB2312</vt:lpstr>
      <vt:lpstr>新宋体</vt:lpstr>
      <vt:lpstr>华文行楷</vt:lpstr>
      <vt:lpstr>微软雅黑</vt:lpstr>
      <vt:lpstr>PMingLiU-ExtB</vt:lpstr>
      <vt:lpstr>Arial Unicode MS</vt:lpstr>
      <vt:lpstr>Times New Roman</vt:lpstr>
      <vt:lpstr>黑体</vt:lpstr>
      <vt:lpstr>Symbol</vt:lpstr>
      <vt:lpstr>仿宋_GB2312</vt:lpstr>
      <vt:lpstr>仿宋</vt:lpstr>
      <vt:lpstr>Symbol</vt:lpstr>
      <vt:lpstr>仿宋_GB2312</vt:lpstr>
      <vt:lpstr>楷体_GB2312</vt:lpstr>
      <vt:lpstr>Wingdings 3</vt:lpstr>
      <vt:lpstr>隶书</vt:lpstr>
      <vt:lpstr>Beam</vt:lpstr>
      <vt:lpstr>2_Beam</vt:lpstr>
      <vt:lpstr>3_Beam</vt:lpstr>
      <vt:lpstr>1_Beam</vt:lpstr>
      <vt:lpstr>4_Beam</vt:lpstr>
      <vt:lpstr>5_Beam</vt:lpstr>
      <vt:lpstr>6_Beam</vt:lpstr>
      <vt:lpstr>8_Beam</vt:lpstr>
      <vt:lpstr>9_Beam</vt:lpstr>
      <vt:lpstr>10_Beam</vt:lpstr>
      <vt:lpstr>4_默认设计模板</vt:lpstr>
      <vt:lpstr>1_默认设计模板</vt:lpstr>
      <vt:lpstr>10_默认设计模板</vt:lpstr>
      <vt:lpstr>6_默认设计模板</vt:lpstr>
      <vt:lpstr>7_默认设计模板</vt:lpstr>
      <vt:lpstr>11_Beam</vt:lpstr>
      <vt:lpstr>12_Beam</vt:lpstr>
      <vt:lpstr>7_Beam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第1章小测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第1章小测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第1章小测</dc:title>
  <dc:creator>zyz</dc:creator>
  <cp:lastModifiedBy>苏为</cp:lastModifiedBy>
  <cp:revision>18</cp:revision>
  <dcterms:created xsi:type="dcterms:W3CDTF">2023-03-14T00:54:00Z</dcterms:created>
  <dcterms:modified xsi:type="dcterms:W3CDTF">2026-03-25T11:09:52Z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01AFA1509DA24380B330A9906888B42C_13</vt:lpwstr>
  </property>
  <property fmtid="{D5CDD505-2E9C-101B-9397-08002B2CF9AE}" pid="3" name="KSOProductBuildVer">
    <vt:lpwstr>2052-12.1.0.25225</vt:lpwstr>
  </property>
</Properties>
</file>