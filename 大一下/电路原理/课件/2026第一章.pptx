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gif" ContentType="image/gi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00.xml" ContentType="application/vnd.openxmlformats-officedocument.presentationml.slideLayout+xml"/>
  <Override PartName="/ppt/slideLayouts/slideLayout1001.xml" ContentType="application/vnd.openxmlformats-officedocument.presentationml.slideLayout+xml"/>
  <Override PartName="/ppt/slideLayouts/slideLayout1002.xml" ContentType="application/vnd.openxmlformats-officedocument.presentationml.slideLayout+xml"/>
  <Override PartName="/ppt/slideLayouts/slideLayout1003.xml" ContentType="application/vnd.openxmlformats-officedocument.presentationml.slideLayout+xml"/>
  <Override PartName="/ppt/slideLayouts/slideLayout1004.xml" ContentType="application/vnd.openxmlformats-officedocument.presentationml.slideLayout+xml"/>
  <Override PartName="/ppt/slideLayouts/slideLayout1005.xml" ContentType="application/vnd.openxmlformats-officedocument.presentationml.slideLayout+xml"/>
  <Override PartName="/ppt/slideLayouts/slideLayout1006.xml" ContentType="application/vnd.openxmlformats-officedocument.presentationml.slideLayout+xml"/>
  <Override PartName="/ppt/slideLayouts/slideLayout1007.xml" ContentType="application/vnd.openxmlformats-officedocument.presentationml.slideLayout+xml"/>
  <Override PartName="/ppt/slideLayouts/slideLayout1008.xml" ContentType="application/vnd.openxmlformats-officedocument.presentationml.slideLayout+xml"/>
  <Override PartName="/ppt/slideLayouts/slideLayout1009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10.xml" ContentType="application/vnd.openxmlformats-officedocument.presentationml.slideLayout+xml"/>
  <Override PartName="/ppt/slideLayouts/slideLayout1011.xml" ContentType="application/vnd.openxmlformats-officedocument.presentationml.slideLayout+xml"/>
  <Override PartName="/ppt/slideLayouts/slideLayout1012.xml" ContentType="application/vnd.openxmlformats-officedocument.presentationml.slideLayout+xml"/>
  <Override PartName="/ppt/slideLayouts/slideLayout1013.xml" ContentType="application/vnd.openxmlformats-officedocument.presentationml.slideLayout+xml"/>
  <Override PartName="/ppt/slideLayouts/slideLayout1014.xml" ContentType="application/vnd.openxmlformats-officedocument.presentationml.slideLayout+xml"/>
  <Override PartName="/ppt/slideLayouts/slideLayout1015.xml" ContentType="application/vnd.openxmlformats-officedocument.presentationml.slideLayout+xml"/>
  <Override PartName="/ppt/slideLayouts/slideLayout1016.xml" ContentType="application/vnd.openxmlformats-officedocument.presentationml.slideLayout+xml"/>
  <Override PartName="/ppt/slideLayouts/slideLayout1017.xml" ContentType="application/vnd.openxmlformats-officedocument.presentationml.slideLayout+xml"/>
  <Override PartName="/ppt/slideLayouts/slideLayout1018.xml" ContentType="application/vnd.openxmlformats-officedocument.presentationml.slideLayout+xml"/>
  <Override PartName="/ppt/slideLayouts/slideLayout1019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20.xml" ContentType="application/vnd.openxmlformats-officedocument.presentationml.slideLayout+xml"/>
  <Override PartName="/ppt/slideLayouts/slideLayout1021.xml" ContentType="application/vnd.openxmlformats-officedocument.presentationml.slideLayout+xml"/>
  <Override PartName="/ppt/slideLayouts/slideLayout1022.xml" ContentType="application/vnd.openxmlformats-officedocument.presentationml.slideLayout+xml"/>
  <Override PartName="/ppt/slideLayouts/slideLayout1023.xml" ContentType="application/vnd.openxmlformats-officedocument.presentationml.slideLayout+xml"/>
  <Override PartName="/ppt/slideLayouts/slideLayout1024.xml" ContentType="application/vnd.openxmlformats-officedocument.presentationml.slideLayout+xml"/>
  <Override PartName="/ppt/slideLayouts/slideLayout1025.xml" ContentType="application/vnd.openxmlformats-officedocument.presentationml.slideLayout+xml"/>
  <Override PartName="/ppt/slideLayouts/slideLayout1026.xml" ContentType="application/vnd.openxmlformats-officedocument.presentationml.slideLayout+xml"/>
  <Override PartName="/ppt/slideLayouts/slideLayout1027.xml" ContentType="application/vnd.openxmlformats-officedocument.presentationml.slideLayout+xml"/>
  <Override PartName="/ppt/slideLayouts/slideLayout1028.xml" ContentType="application/vnd.openxmlformats-officedocument.presentationml.slideLayout+xml"/>
  <Override PartName="/ppt/slideLayouts/slideLayout1029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30.xml" ContentType="application/vnd.openxmlformats-officedocument.presentationml.slideLayout+xml"/>
  <Override PartName="/ppt/slideLayouts/slideLayout1031.xml" ContentType="application/vnd.openxmlformats-officedocument.presentationml.slideLayout+xml"/>
  <Override PartName="/ppt/slideLayouts/slideLayout1032.xml" ContentType="application/vnd.openxmlformats-officedocument.presentationml.slideLayout+xml"/>
  <Override PartName="/ppt/slideLayouts/slideLayout1033.xml" ContentType="application/vnd.openxmlformats-officedocument.presentationml.slideLayout+xml"/>
  <Override PartName="/ppt/slideLayouts/slideLayout1034.xml" ContentType="application/vnd.openxmlformats-officedocument.presentationml.slideLayout+xml"/>
  <Override PartName="/ppt/slideLayouts/slideLayout1035.xml" ContentType="application/vnd.openxmlformats-officedocument.presentationml.slideLayout+xml"/>
  <Override PartName="/ppt/slideLayouts/slideLayout1036.xml" ContentType="application/vnd.openxmlformats-officedocument.presentationml.slideLayout+xml"/>
  <Override PartName="/ppt/slideLayouts/slideLayout1037.xml" ContentType="application/vnd.openxmlformats-officedocument.presentationml.slideLayout+xml"/>
  <Override PartName="/ppt/slideLayouts/slideLayout1038.xml" ContentType="application/vnd.openxmlformats-officedocument.presentationml.slideLayout+xml"/>
  <Override PartName="/ppt/slideLayouts/slideLayout1039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40.xml" ContentType="application/vnd.openxmlformats-officedocument.presentationml.slideLayout+xml"/>
  <Override PartName="/ppt/slideLayouts/slideLayout1041.xml" ContentType="application/vnd.openxmlformats-officedocument.presentationml.slideLayout+xml"/>
  <Override PartName="/ppt/slideLayouts/slideLayout1042.xml" ContentType="application/vnd.openxmlformats-officedocument.presentationml.slideLayout+xml"/>
  <Override PartName="/ppt/slideLayouts/slideLayout1043.xml" ContentType="application/vnd.openxmlformats-officedocument.presentationml.slideLayout+xml"/>
  <Override PartName="/ppt/slideLayouts/slideLayout1044.xml" ContentType="application/vnd.openxmlformats-officedocument.presentationml.slideLayout+xml"/>
  <Override PartName="/ppt/slideLayouts/slideLayout1045.xml" ContentType="application/vnd.openxmlformats-officedocument.presentationml.slideLayout+xml"/>
  <Override PartName="/ppt/slideLayouts/slideLayout1046.xml" ContentType="application/vnd.openxmlformats-officedocument.presentationml.slideLayout+xml"/>
  <Override PartName="/ppt/slideLayouts/slideLayout1047.xml" ContentType="application/vnd.openxmlformats-officedocument.presentationml.slideLayout+xml"/>
  <Override PartName="/ppt/slideLayouts/slideLayout1048.xml" ContentType="application/vnd.openxmlformats-officedocument.presentationml.slideLayout+xml"/>
  <Override PartName="/ppt/slideLayouts/slideLayout1049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50.xml" ContentType="application/vnd.openxmlformats-officedocument.presentationml.slideLayout+xml"/>
  <Override PartName="/ppt/slideLayouts/slideLayout1051.xml" ContentType="application/vnd.openxmlformats-officedocument.presentationml.slideLayout+xml"/>
  <Override PartName="/ppt/slideLayouts/slideLayout1052.xml" ContentType="application/vnd.openxmlformats-officedocument.presentationml.slideLayout+xml"/>
  <Override PartName="/ppt/slideLayouts/slideLayout1053.xml" ContentType="application/vnd.openxmlformats-officedocument.presentationml.slideLayout+xml"/>
  <Override PartName="/ppt/slideLayouts/slideLayout1054.xml" ContentType="application/vnd.openxmlformats-officedocument.presentationml.slideLayout+xml"/>
  <Override PartName="/ppt/slideLayouts/slideLayout1055.xml" ContentType="application/vnd.openxmlformats-officedocument.presentationml.slideLayout+xml"/>
  <Override PartName="/ppt/slideLayouts/slideLayout1056.xml" ContentType="application/vnd.openxmlformats-officedocument.presentationml.slideLayout+xml"/>
  <Override PartName="/ppt/slideLayouts/slideLayout1057.xml" ContentType="application/vnd.openxmlformats-officedocument.presentationml.slideLayout+xml"/>
  <Override PartName="/ppt/slideLayouts/slideLayout1058.xml" ContentType="application/vnd.openxmlformats-officedocument.presentationml.slideLayout+xml"/>
  <Override PartName="/ppt/slideLayouts/slideLayout1059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60.xml" ContentType="application/vnd.openxmlformats-officedocument.presentationml.slideLayout+xml"/>
  <Override PartName="/ppt/slideLayouts/slideLayout1061.xml" ContentType="application/vnd.openxmlformats-officedocument.presentationml.slideLayout+xml"/>
  <Override PartName="/ppt/slideLayouts/slideLayout1062.xml" ContentType="application/vnd.openxmlformats-officedocument.presentationml.slideLayout+xml"/>
  <Override PartName="/ppt/slideLayouts/slideLayout1063.xml" ContentType="application/vnd.openxmlformats-officedocument.presentationml.slideLayout+xml"/>
  <Override PartName="/ppt/slideLayouts/slideLayout1064.xml" ContentType="application/vnd.openxmlformats-officedocument.presentationml.slideLayout+xml"/>
  <Override PartName="/ppt/slideLayouts/slideLayout1065.xml" ContentType="application/vnd.openxmlformats-officedocument.presentationml.slideLayout+xml"/>
  <Override PartName="/ppt/slideLayouts/slideLayout1066.xml" ContentType="application/vnd.openxmlformats-officedocument.presentationml.slideLayout+xml"/>
  <Override PartName="/ppt/slideLayouts/slideLayout1067.xml" ContentType="application/vnd.openxmlformats-officedocument.presentationml.slideLayout+xml"/>
  <Override PartName="/ppt/slideLayouts/slideLayout1068.xml" ContentType="application/vnd.openxmlformats-officedocument.presentationml.slideLayout+xml"/>
  <Override PartName="/ppt/slideLayouts/slideLayout1069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70.xml" ContentType="application/vnd.openxmlformats-officedocument.presentationml.slideLayout+xml"/>
  <Override PartName="/ppt/slideLayouts/slideLayout1071.xml" ContentType="application/vnd.openxmlformats-officedocument.presentationml.slideLayout+xml"/>
  <Override PartName="/ppt/slideLayouts/slideLayout1072.xml" ContentType="application/vnd.openxmlformats-officedocument.presentationml.slideLayout+xml"/>
  <Override PartName="/ppt/slideLayouts/slideLayout1073.xml" ContentType="application/vnd.openxmlformats-officedocument.presentationml.slideLayout+xml"/>
  <Override PartName="/ppt/slideLayouts/slideLayout1074.xml" ContentType="application/vnd.openxmlformats-officedocument.presentationml.slideLayout+xml"/>
  <Override PartName="/ppt/slideLayouts/slideLayout1075.xml" ContentType="application/vnd.openxmlformats-officedocument.presentationml.slideLayout+xml"/>
  <Override PartName="/ppt/slideLayouts/slideLayout1076.xml" ContentType="application/vnd.openxmlformats-officedocument.presentationml.slideLayout+xml"/>
  <Override PartName="/ppt/slideLayouts/slideLayout1077.xml" ContentType="application/vnd.openxmlformats-officedocument.presentationml.slideLayout+xml"/>
  <Override PartName="/ppt/slideLayouts/slideLayout1078.xml" ContentType="application/vnd.openxmlformats-officedocument.presentationml.slideLayout+xml"/>
  <Override PartName="/ppt/slideLayouts/slideLayout107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80.xml" ContentType="application/vnd.openxmlformats-officedocument.presentationml.slideLayout+xml"/>
  <Override PartName="/ppt/slideLayouts/slideLayout1081.xml" ContentType="application/vnd.openxmlformats-officedocument.presentationml.slideLayout+xml"/>
  <Override PartName="/ppt/slideLayouts/slideLayout1082.xml" ContentType="application/vnd.openxmlformats-officedocument.presentationml.slideLayout+xml"/>
  <Override PartName="/ppt/slideLayouts/slideLayout1083.xml" ContentType="application/vnd.openxmlformats-officedocument.presentationml.slideLayout+xml"/>
  <Override PartName="/ppt/slideLayouts/slideLayout1084.xml" ContentType="application/vnd.openxmlformats-officedocument.presentationml.slideLayout+xml"/>
  <Override PartName="/ppt/slideLayouts/slideLayout1085.xml" ContentType="application/vnd.openxmlformats-officedocument.presentationml.slideLayout+xml"/>
  <Override PartName="/ppt/slideLayouts/slideLayout1086.xml" ContentType="application/vnd.openxmlformats-officedocument.presentationml.slideLayout+xml"/>
  <Override PartName="/ppt/slideLayouts/slideLayout1087.xml" ContentType="application/vnd.openxmlformats-officedocument.presentationml.slideLayout+xml"/>
  <Override PartName="/ppt/slideLayouts/slideLayout108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slideLayouts/slideLayout639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60.xml" ContentType="application/vnd.openxmlformats-officedocument.presentationml.slideLayout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slideLayouts/slideLayout672.xml" ContentType="application/vnd.openxmlformats-officedocument.presentationml.slideLayout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slideLayouts/slideLayout68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90.xml" ContentType="application/vnd.openxmlformats-officedocument.presentationml.slideLayout+xml"/>
  <Override PartName="/ppt/slideLayouts/slideLayout691.xml" ContentType="application/vnd.openxmlformats-officedocument.presentationml.slideLayout+xml"/>
  <Override PartName="/ppt/slideLayouts/slideLayout692.xml" ContentType="application/vnd.openxmlformats-officedocument.presentationml.slideLayout+xml"/>
  <Override PartName="/ppt/slideLayouts/slideLayout693.xml" ContentType="application/vnd.openxmlformats-officedocument.presentationml.slideLayout+xml"/>
  <Override PartName="/ppt/slideLayouts/slideLayout694.xml" ContentType="application/vnd.openxmlformats-officedocument.presentationml.slideLayout+xml"/>
  <Override PartName="/ppt/slideLayouts/slideLayout695.xml" ContentType="application/vnd.openxmlformats-officedocument.presentationml.slideLayout+xml"/>
  <Override PartName="/ppt/slideLayouts/slideLayout696.xml" ContentType="application/vnd.openxmlformats-officedocument.presentationml.slideLayout+xml"/>
  <Override PartName="/ppt/slideLayouts/slideLayout697.xml" ContentType="application/vnd.openxmlformats-officedocument.presentationml.slideLayout+xml"/>
  <Override PartName="/ppt/slideLayouts/slideLayout698.xml" ContentType="application/vnd.openxmlformats-officedocument.presentationml.slideLayout+xml"/>
  <Override PartName="/ppt/slideLayouts/slideLayout69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00.xml" ContentType="application/vnd.openxmlformats-officedocument.presentationml.slideLayout+xml"/>
  <Override PartName="/ppt/slideLayouts/slideLayout701.xml" ContentType="application/vnd.openxmlformats-officedocument.presentationml.slideLayout+xml"/>
  <Override PartName="/ppt/slideLayouts/slideLayout702.xml" ContentType="application/vnd.openxmlformats-officedocument.presentationml.slideLayout+xml"/>
  <Override PartName="/ppt/slideLayouts/slideLayout703.xml" ContentType="application/vnd.openxmlformats-officedocument.presentationml.slideLayout+xml"/>
  <Override PartName="/ppt/slideLayouts/slideLayout704.xml" ContentType="application/vnd.openxmlformats-officedocument.presentationml.slideLayout+xml"/>
  <Override PartName="/ppt/slideLayouts/slideLayout705.xml" ContentType="application/vnd.openxmlformats-officedocument.presentationml.slideLayout+xml"/>
  <Override PartName="/ppt/slideLayouts/slideLayout706.xml" ContentType="application/vnd.openxmlformats-officedocument.presentationml.slideLayout+xml"/>
  <Override PartName="/ppt/slideLayouts/slideLayout707.xml" ContentType="application/vnd.openxmlformats-officedocument.presentationml.slideLayout+xml"/>
  <Override PartName="/ppt/slideLayouts/slideLayout708.xml" ContentType="application/vnd.openxmlformats-officedocument.presentationml.slideLayout+xml"/>
  <Override PartName="/ppt/slideLayouts/slideLayout70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Layouts/slideLayout711.xml" ContentType="application/vnd.openxmlformats-officedocument.presentationml.slideLayout+xml"/>
  <Override PartName="/ppt/slideLayouts/slideLayout712.xml" ContentType="application/vnd.openxmlformats-officedocument.presentationml.slideLayout+xml"/>
  <Override PartName="/ppt/slideLayouts/slideLayout713.xml" ContentType="application/vnd.openxmlformats-officedocument.presentationml.slideLayout+xml"/>
  <Override PartName="/ppt/slideLayouts/slideLayout714.xml" ContentType="application/vnd.openxmlformats-officedocument.presentationml.slideLayout+xml"/>
  <Override PartName="/ppt/slideLayouts/slideLayout715.xml" ContentType="application/vnd.openxmlformats-officedocument.presentationml.slideLayout+xml"/>
  <Override PartName="/ppt/slideLayouts/slideLayout716.xml" ContentType="application/vnd.openxmlformats-officedocument.presentationml.slideLayout+xml"/>
  <Override PartName="/ppt/slideLayouts/slideLayout717.xml" ContentType="application/vnd.openxmlformats-officedocument.presentationml.slideLayout+xml"/>
  <Override PartName="/ppt/slideLayouts/slideLayout718.xml" ContentType="application/vnd.openxmlformats-officedocument.presentationml.slideLayout+xml"/>
  <Override PartName="/ppt/slideLayouts/slideLayout71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20.xml" ContentType="application/vnd.openxmlformats-officedocument.presentationml.slideLayout+xml"/>
  <Override PartName="/ppt/slideLayouts/slideLayout721.xml" ContentType="application/vnd.openxmlformats-officedocument.presentationml.slideLayout+xml"/>
  <Override PartName="/ppt/slideLayouts/slideLayout722.xml" ContentType="application/vnd.openxmlformats-officedocument.presentationml.slideLayout+xml"/>
  <Override PartName="/ppt/slideLayouts/slideLayout723.xml" ContentType="application/vnd.openxmlformats-officedocument.presentationml.slideLayout+xml"/>
  <Override PartName="/ppt/slideLayouts/slideLayout724.xml" ContentType="application/vnd.openxmlformats-officedocument.presentationml.slideLayout+xml"/>
  <Override PartName="/ppt/slideLayouts/slideLayout725.xml" ContentType="application/vnd.openxmlformats-officedocument.presentationml.slideLayout+xml"/>
  <Override PartName="/ppt/slideLayouts/slideLayout726.xml" ContentType="application/vnd.openxmlformats-officedocument.presentationml.slideLayout+xml"/>
  <Override PartName="/ppt/slideLayouts/slideLayout727.xml" ContentType="application/vnd.openxmlformats-officedocument.presentationml.slideLayout+xml"/>
  <Override PartName="/ppt/slideLayouts/slideLayout728.xml" ContentType="application/vnd.openxmlformats-officedocument.presentationml.slideLayout+xml"/>
  <Override PartName="/ppt/slideLayouts/slideLayout729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30.xml" ContentType="application/vnd.openxmlformats-officedocument.presentationml.slideLayout+xml"/>
  <Override PartName="/ppt/slideLayouts/slideLayout731.xml" ContentType="application/vnd.openxmlformats-officedocument.presentationml.slideLayout+xml"/>
  <Override PartName="/ppt/slideLayouts/slideLayout732.xml" ContentType="application/vnd.openxmlformats-officedocument.presentationml.slideLayout+xml"/>
  <Override PartName="/ppt/slideLayouts/slideLayout733.xml" ContentType="application/vnd.openxmlformats-officedocument.presentationml.slideLayout+xml"/>
  <Override PartName="/ppt/slideLayouts/slideLayout734.xml" ContentType="application/vnd.openxmlformats-officedocument.presentationml.slideLayout+xml"/>
  <Override PartName="/ppt/slideLayouts/slideLayout735.xml" ContentType="application/vnd.openxmlformats-officedocument.presentationml.slideLayout+xml"/>
  <Override PartName="/ppt/slideLayouts/slideLayout736.xml" ContentType="application/vnd.openxmlformats-officedocument.presentationml.slideLayout+xml"/>
  <Override PartName="/ppt/slideLayouts/slideLayout737.xml" ContentType="application/vnd.openxmlformats-officedocument.presentationml.slideLayout+xml"/>
  <Override PartName="/ppt/slideLayouts/slideLayout738.xml" ContentType="application/vnd.openxmlformats-officedocument.presentationml.slideLayout+xml"/>
  <Override PartName="/ppt/slideLayouts/slideLayout739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40.xml" ContentType="application/vnd.openxmlformats-officedocument.presentationml.slideLayout+xml"/>
  <Override PartName="/ppt/slideLayouts/slideLayout741.xml" ContentType="application/vnd.openxmlformats-officedocument.presentationml.slideLayout+xml"/>
  <Override PartName="/ppt/slideLayouts/slideLayout742.xml" ContentType="application/vnd.openxmlformats-officedocument.presentationml.slideLayout+xml"/>
  <Override PartName="/ppt/slideLayouts/slideLayout743.xml" ContentType="application/vnd.openxmlformats-officedocument.presentationml.slideLayout+xml"/>
  <Override PartName="/ppt/slideLayouts/slideLayout744.xml" ContentType="application/vnd.openxmlformats-officedocument.presentationml.slideLayout+xml"/>
  <Override PartName="/ppt/slideLayouts/slideLayout745.xml" ContentType="application/vnd.openxmlformats-officedocument.presentationml.slideLayout+xml"/>
  <Override PartName="/ppt/slideLayouts/slideLayout746.xml" ContentType="application/vnd.openxmlformats-officedocument.presentationml.slideLayout+xml"/>
  <Override PartName="/ppt/slideLayouts/slideLayout747.xml" ContentType="application/vnd.openxmlformats-officedocument.presentationml.slideLayout+xml"/>
  <Override PartName="/ppt/slideLayouts/slideLayout748.xml" ContentType="application/vnd.openxmlformats-officedocument.presentationml.slideLayout+xml"/>
  <Override PartName="/ppt/slideLayouts/slideLayout749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50.xml" ContentType="application/vnd.openxmlformats-officedocument.presentationml.slideLayout+xml"/>
  <Override PartName="/ppt/slideLayouts/slideLayout751.xml" ContentType="application/vnd.openxmlformats-officedocument.presentationml.slideLayout+xml"/>
  <Override PartName="/ppt/slideLayouts/slideLayout752.xml" ContentType="application/vnd.openxmlformats-officedocument.presentationml.slideLayout+xml"/>
  <Override PartName="/ppt/slideLayouts/slideLayout753.xml" ContentType="application/vnd.openxmlformats-officedocument.presentationml.slideLayout+xml"/>
  <Override PartName="/ppt/slideLayouts/slideLayout754.xml" ContentType="application/vnd.openxmlformats-officedocument.presentationml.slideLayout+xml"/>
  <Override PartName="/ppt/slideLayouts/slideLayout755.xml" ContentType="application/vnd.openxmlformats-officedocument.presentationml.slideLayout+xml"/>
  <Override PartName="/ppt/slideLayouts/slideLayout756.xml" ContentType="application/vnd.openxmlformats-officedocument.presentationml.slideLayout+xml"/>
  <Override PartName="/ppt/slideLayouts/slideLayout757.xml" ContentType="application/vnd.openxmlformats-officedocument.presentationml.slideLayout+xml"/>
  <Override PartName="/ppt/slideLayouts/slideLayout758.xml" ContentType="application/vnd.openxmlformats-officedocument.presentationml.slideLayout+xml"/>
  <Override PartName="/ppt/slideLayouts/slideLayout75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60.xml" ContentType="application/vnd.openxmlformats-officedocument.presentationml.slideLayout+xml"/>
  <Override PartName="/ppt/slideLayouts/slideLayout761.xml" ContentType="application/vnd.openxmlformats-officedocument.presentationml.slideLayout+xml"/>
  <Override PartName="/ppt/slideLayouts/slideLayout762.xml" ContentType="application/vnd.openxmlformats-officedocument.presentationml.slideLayout+xml"/>
  <Override PartName="/ppt/slideLayouts/slideLayout763.xml" ContentType="application/vnd.openxmlformats-officedocument.presentationml.slideLayout+xml"/>
  <Override PartName="/ppt/slideLayouts/slideLayout764.xml" ContentType="application/vnd.openxmlformats-officedocument.presentationml.slideLayout+xml"/>
  <Override PartName="/ppt/slideLayouts/slideLayout765.xml" ContentType="application/vnd.openxmlformats-officedocument.presentationml.slideLayout+xml"/>
  <Override PartName="/ppt/slideLayouts/slideLayout766.xml" ContentType="application/vnd.openxmlformats-officedocument.presentationml.slideLayout+xml"/>
  <Override PartName="/ppt/slideLayouts/slideLayout767.xml" ContentType="application/vnd.openxmlformats-officedocument.presentationml.slideLayout+xml"/>
  <Override PartName="/ppt/slideLayouts/slideLayout768.xml" ContentType="application/vnd.openxmlformats-officedocument.presentationml.slideLayout+xml"/>
  <Override PartName="/ppt/slideLayouts/slideLayout76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70.xml" ContentType="application/vnd.openxmlformats-officedocument.presentationml.slideLayout+xml"/>
  <Override PartName="/ppt/slideLayouts/slideLayout771.xml" ContentType="application/vnd.openxmlformats-officedocument.presentationml.slideLayout+xml"/>
  <Override PartName="/ppt/slideLayouts/slideLayout772.xml" ContentType="application/vnd.openxmlformats-officedocument.presentationml.slideLayout+xml"/>
  <Override PartName="/ppt/slideLayouts/slideLayout773.xml" ContentType="application/vnd.openxmlformats-officedocument.presentationml.slideLayout+xml"/>
  <Override PartName="/ppt/slideLayouts/slideLayout774.xml" ContentType="application/vnd.openxmlformats-officedocument.presentationml.slideLayout+xml"/>
  <Override PartName="/ppt/slideLayouts/slideLayout775.xml" ContentType="application/vnd.openxmlformats-officedocument.presentationml.slideLayout+xml"/>
  <Override PartName="/ppt/slideLayouts/slideLayout776.xml" ContentType="application/vnd.openxmlformats-officedocument.presentationml.slideLayout+xml"/>
  <Override PartName="/ppt/slideLayouts/slideLayout777.xml" ContentType="application/vnd.openxmlformats-officedocument.presentationml.slideLayout+xml"/>
  <Override PartName="/ppt/slideLayouts/slideLayout778.xml" ContentType="application/vnd.openxmlformats-officedocument.presentationml.slideLayout+xml"/>
  <Override PartName="/ppt/slideLayouts/slideLayout7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80.xml" ContentType="application/vnd.openxmlformats-officedocument.presentationml.slideLayout+xml"/>
  <Override PartName="/ppt/slideLayouts/slideLayout781.xml" ContentType="application/vnd.openxmlformats-officedocument.presentationml.slideLayout+xml"/>
  <Override PartName="/ppt/slideLayouts/slideLayout782.xml" ContentType="application/vnd.openxmlformats-officedocument.presentationml.slideLayout+xml"/>
  <Override PartName="/ppt/slideLayouts/slideLayout783.xml" ContentType="application/vnd.openxmlformats-officedocument.presentationml.slideLayout+xml"/>
  <Override PartName="/ppt/slideLayouts/slideLayout784.xml" ContentType="application/vnd.openxmlformats-officedocument.presentationml.slideLayout+xml"/>
  <Override PartName="/ppt/slideLayouts/slideLayout785.xml" ContentType="application/vnd.openxmlformats-officedocument.presentationml.slideLayout+xml"/>
  <Override PartName="/ppt/slideLayouts/slideLayout786.xml" ContentType="application/vnd.openxmlformats-officedocument.presentationml.slideLayout+xml"/>
  <Override PartName="/ppt/slideLayouts/slideLayout787.xml" ContentType="application/vnd.openxmlformats-officedocument.presentationml.slideLayout+xml"/>
  <Override PartName="/ppt/slideLayouts/slideLayout788.xml" ContentType="application/vnd.openxmlformats-officedocument.presentationml.slideLayout+xml"/>
  <Override PartName="/ppt/slideLayouts/slideLayout789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90.xml" ContentType="application/vnd.openxmlformats-officedocument.presentationml.slideLayout+xml"/>
  <Override PartName="/ppt/slideLayouts/slideLayout791.xml" ContentType="application/vnd.openxmlformats-officedocument.presentationml.slideLayout+xml"/>
  <Override PartName="/ppt/slideLayouts/slideLayout792.xml" ContentType="application/vnd.openxmlformats-officedocument.presentationml.slideLayout+xml"/>
  <Override PartName="/ppt/slideLayouts/slideLayout793.xml" ContentType="application/vnd.openxmlformats-officedocument.presentationml.slideLayout+xml"/>
  <Override PartName="/ppt/slideLayouts/slideLayout794.xml" ContentType="application/vnd.openxmlformats-officedocument.presentationml.slideLayout+xml"/>
  <Override PartName="/ppt/slideLayouts/slideLayout795.xml" ContentType="application/vnd.openxmlformats-officedocument.presentationml.slideLayout+xml"/>
  <Override PartName="/ppt/slideLayouts/slideLayout796.xml" ContentType="application/vnd.openxmlformats-officedocument.presentationml.slideLayout+xml"/>
  <Override PartName="/ppt/slideLayouts/slideLayout797.xml" ContentType="application/vnd.openxmlformats-officedocument.presentationml.slideLayout+xml"/>
  <Override PartName="/ppt/slideLayouts/slideLayout798.xml" ContentType="application/vnd.openxmlformats-officedocument.presentationml.slideLayout+xml"/>
  <Override PartName="/ppt/slideLayouts/slideLayout79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00.xml" ContentType="application/vnd.openxmlformats-officedocument.presentationml.slideLayout+xml"/>
  <Override PartName="/ppt/slideLayouts/slideLayout801.xml" ContentType="application/vnd.openxmlformats-officedocument.presentationml.slideLayout+xml"/>
  <Override PartName="/ppt/slideLayouts/slideLayout802.xml" ContentType="application/vnd.openxmlformats-officedocument.presentationml.slideLayout+xml"/>
  <Override PartName="/ppt/slideLayouts/slideLayout803.xml" ContentType="application/vnd.openxmlformats-officedocument.presentationml.slideLayout+xml"/>
  <Override PartName="/ppt/slideLayouts/slideLayout804.xml" ContentType="application/vnd.openxmlformats-officedocument.presentationml.slideLayout+xml"/>
  <Override PartName="/ppt/slideLayouts/slideLayout805.xml" ContentType="application/vnd.openxmlformats-officedocument.presentationml.slideLayout+xml"/>
  <Override PartName="/ppt/slideLayouts/slideLayout806.xml" ContentType="application/vnd.openxmlformats-officedocument.presentationml.slideLayout+xml"/>
  <Override PartName="/ppt/slideLayouts/slideLayout807.xml" ContentType="application/vnd.openxmlformats-officedocument.presentationml.slideLayout+xml"/>
  <Override PartName="/ppt/slideLayouts/slideLayout808.xml" ContentType="application/vnd.openxmlformats-officedocument.presentationml.slideLayout+xml"/>
  <Override PartName="/ppt/slideLayouts/slideLayout809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10.xml" ContentType="application/vnd.openxmlformats-officedocument.presentationml.slideLayout+xml"/>
  <Override PartName="/ppt/slideLayouts/slideLayout811.xml" ContentType="application/vnd.openxmlformats-officedocument.presentationml.slideLayout+xml"/>
  <Override PartName="/ppt/slideLayouts/slideLayout812.xml" ContentType="application/vnd.openxmlformats-officedocument.presentationml.slideLayout+xml"/>
  <Override PartName="/ppt/slideLayouts/slideLayout813.xml" ContentType="application/vnd.openxmlformats-officedocument.presentationml.slideLayout+xml"/>
  <Override PartName="/ppt/slideLayouts/slideLayout814.xml" ContentType="application/vnd.openxmlformats-officedocument.presentationml.slideLayout+xml"/>
  <Override PartName="/ppt/slideLayouts/slideLayout815.xml" ContentType="application/vnd.openxmlformats-officedocument.presentationml.slideLayout+xml"/>
  <Override PartName="/ppt/slideLayouts/slideLayout816.xml" ContentType="application/vnd.openxmlformats-officedocument.presentationml.slideLayout+xml"/>
  <Override PartName="/ppt/slideLayouts/slideLayout817.xml" ContentType="application/vnd.openxmlformats-officedocument.presentationml.slideLayout+xml"/>
  <Override PartName="/ppt/slideLayouts/slideLayout818.xml" ContentType="application/vnd.openxmlformats-officedocument.presentationml.slideLayout+xml"/>
  <Override PartName="/ppt/slideLayouts/slideLayout81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20.xml" ContentType="application/vnd.openxmlformats-officedocument.presentationml.slideLayout+xml"/>
  <Override PartName="/ppt/slideLayouts/slideLayout821.xml" ContentType="application/vnd.openxmlformats-officedocument.presentationml.slideLayout+xml"/>
  <Override PartName="/ppt/slideLayouts/slideLayout822.xml" ContentType="application/vnd.openxmlformats-officedocument.presentationml.slideLayout+xml"/>
  <Override PartName="/ppt/slideLayouts/slideLayout823.xml" ContentType="application/vnd.openxmlformats-officedocument.presentationml.slideLayout+xml"/>
  <Override PartName="/ppt/slideLayouts/slideLayout824.xml" ContentType="application/vnd.openxmlformats-officedocument.presentationml.slideLayout+xml"/>
  <Override PartName="/ppt/slideLayouts/slideLayout825.xml" ContentType="application/vnd.openxmlformats-officedocument.presentationml.slideLayout+xml"/>
  <Override PartName="/ppt/slideLayouts/slideLayout826.xml" ContentType="application/vnd.openxmlformats-officedocument.presentationml.slideLayout+xml"/>
  <Override PartName="/ppt/slideLayouts/slideLayout827.xml" ContentType="application/vnd.openxmlformats-officedocument.presentationml.slideLayout+xml"/>
  <Override PartName="/ppt/slideLayouts/slideLayout828.xml" ContentType="application/vnd.openxmlformats-officedocument.presentationml.slideLayout+xml"/>
  <Override PartName="/ppt/slideLayouts/slideLayout829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30.xml" ContentType="application/vnd.openxmlformats-officedocument.presentationml.slideLayout+xml"/>
  <Override PartName="/ppt/slideLayouts/slideLayout831.xml" ContentType="application/vnd.openxmlformats-officedocument.presentationml.slideLayout+xml"/>
  <Override PartName="/ppt/slideLayouts/slideLayout832.xml" ContentType="application/vnd.openxmlformats-officedocument.presentationml.slideLayout+xml"/>
  <Override PartName="/ppt/slideLayouts/slideLayout833.xml" ContentType="application/vnd.openxmlformats-officedocument.presentationml.slideLayout+xml"/>
  <Override PartName="/ppt/slideLayouts/slideLayout834.xml" ContentType="application/vnd.openxmlformats-officedocument.presentationml.slideLayout+xml"/>
  <Override PartName="/ppt/slideLayouts/slideLayout835.xml" ContentType="application/vnd.openxmlformats-officedocument.presentationml.slideLayout+xml"/>
  <Override PartName="/ppt/slideLayouts/slideLayout836.xml" ContentType="application/vnd.openxmlformats-officedocument.presentationml.slideLayout+xml"/>
  <Override PartName="/ppt/slideLayouts/slideLayout837.xml" ContentType="application/vnd.openxmlformats-officedocument.presentationml.slideLayout+xml"/>
  <Override PartName="/ppt/slideLayouts/slideLayout838.xml" ContentType="application/vnd.openxmlformats-officedocument.presentationml.slideLayout+xml"/>
  <Override PartName="/ppt/slideLayouts/slideLayout83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40.xml" ContentType="application/vnd.openxmlformats-officedocument.presentationml.slideLayout+xml"/>
  <Override PartName="/ppt/slideLayouts/slideLayout841.xml" ContentType="application/vnd.openxmlformats-officedocument.presentationml.slideLayout+xml"/>
  <Override PartName="/ppt/slideLayouts/slideLayout842.xml" ContentType="application/vnd.openxmlformats-officedocument.presentationml.slideLayout+xml"/>
  <Override PartName="/ppt/slideLayouts/slideLayout843.xml" ContentType="application/vnd.openxmlformats-officedocument.presentationml.slideLayout+xml"/>
  <Override PartName="/ppt/slideLayouts/slideLayout844.xml" ContentType="application/vnd.openxmlformats-officedocument.presentationml.slideLayout+xml"/>
  <Override PartName="/ppt/slideLayouts/slideLayout845.xml" ContentType="application/vnd.openxmlformats-officedocument.presentationml.slideLayout+xml"/>
  <Override PartName="/ppt/slideLayouts/slideLayout846.xml" ContentType="application/vnd.openxmlformats-officedocument.presentationml.slideLayout+xml"/>
  <Override PartName="/ppt/slideLayouts/slideLayout847.xml" ContentType="application/vnd.openxmlformats-officedocument.presentationml.slideLayout+xml"/>
  <Override PartName="/ppt/slideLayouts/slideLayout848.xml" ContentType="application/vnd.openxmlformats-officedocument.presentationml.slideLayout+xml"/>
  <Override PartName="/ppt/slideLayouts/slideLayout84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50.xml" ContentType="application/vnd.openxmlformats-officedocument.presentationml.slideLayout+xml"/>
  <Override PartName="/ppt/slideLayouts/slideLayout851.xml" ContentType="application/vnd.openxmlformats-officedocument.presentationml.slideLayout+xml"/>
  <Override PartName="/ppt/slideLayouts/slideLayout852.xml" ContentType="application/vnd.openxmlformats-officedocument.presentationml.slideLayout+xml"/>
  <Override PartName="/ppt/slideLayouts/slideLayout853.xml" ContentType="application/vnd.openxmlformats-officedocument.presentationml.slideLayout+xml"/>
  <Override PartName="/ppt/slideLayouts/slideLayout854.xml" ContentType="application/vnd.openxmlformats-officedocument.presentationml.slideLayout+xml"/>
  <Override PartName="/ppt/slideLayouts/slideLayout855.xml" ContentType="application/vnd.openxmlformats-officedocument.presentationml.slideLayout+xml"/>
  <Override PartName="/ppt/slideLayouts/slideLayout856.xml" ContentType="application/vnd.openxmlformats-officedocument.presentationml.slideLayout+xml"/>
  <Override PartName="/ppt/slideLayouts/slideLayout857.xml" ContentType="application/vnd.openxmlformats-officedocument.presentationml.slideLayout+xml"/>
  <Override PartName="/ppt/slideLayouts/slideLayout858.xml" ContentType="application/vnd.openxmlformats-officedocument.presentationml.slideLayout+xml"/>
  <Override PartName="/ppt/slideLayouts/slideLayout85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60.xml" ContentType="application/vnd.openxmlformats-officedocument.presentationml.slideLayout+xml"/>
  <Override PartName="/ppt/slideLayouts/slideLayout861.xml" ContentType="application/vnd.openxmlformats-officedocument.presentationml.slideLayout+xml"/>
  <Override PartName="/ppt/slideLayouts/slideLayout862.xml" ContentType="application/vnd.openxmlformats-officedocument.presentationml.slideLayout+xml"/>
  <Override PartName="/ppt/slideLayouts/slideLayout863.xml" ContentType="application/vnd.openxmlformats-officedocument.presentationml.slideLayout+xml"/>
  <Override PartName="/ppt/slideLayouts/slideLayout864.xml" ContentType="application/vnd.openxmlformats-officedocument.presentationml.slideLayout+xml"/>
  <Override PartName="/ppt/slideLayouts/slideLayout865.xml" ContentType="application/vnd.openxmlformats-officedocument.presentationml.slideLayout+xml"/>
  <Override PartName="/ppt/slideLayouts/slideLayout866.xml" ContentType="application/vnd.openxmlformats-officedocument.presentationml.slideLayout+xml"/>
  <Override PartName="/ppt/slideLayouts/slideLayout867.xml" ContentType="application/vnd.openxmlformats-officedocument.presentationml.slideLayout+xml"/>
  <Override PartName="/ppt/slideLayouts/slideLayout868.xml" ContentType="application/vnd.openxmlformats-officedocument.presentationml.slideLayout+xml"/>
  <Override PartName="/ppt/slideLayouts/slideLayout86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70.xml" ContentType="application/vnd.openxmlformats-officedocument.presentationml.slideLayout+xml"/>
  <Override PartName="/ppt/slideLayouts/slideLayout871.xml" ContentType="application/vnd.openxmlformats-officedocument.presentationml.slideLayout+xml"/>
  <Override PartName="/ppt/slideLayouts/slideLayout872.xml" ContentType="application/vnd.openxmlformats-officedocument.presentationml.slideLayout+xml"/>
  <Override PartName="/ppt/slideLayouts/slideLayout873.xml" ContentType="application/vnd.openxmlformats-officedocument.presentationml.slideLayout+xml"/>
  <Override PartName="/ppt/slideLayouts/slideLayout874.xml" ContentType="application/vnd.openxmlformats-officedocument.presentationml.slideLayout+xml"/>
  <Override PartName="/ppt/slideLayouts/slideLayout875.xml" ContentType="application/vnd.openxmlformats-officedocument.presentationml.slideLayout+xml"/>
  <Override PartName="/ppt/slideLayouts/slideLayout876.xml" ContentType="application/vnd.openxmlformats-officedocument.presentationml.slideLayout+xml"/>
  <Override PartName="/ppt/slideLayouts/slideLayout877.xml" ContentType="application/vnd.openxmlformats-officedocument.presentationml.slideLayout+xml"/>
  <Override PartName="/ppt/slideLayouts/slideLayout878.xml" ContentType="application/vnd.openxmlformats-officedocument.presentationml.slideLayout+xml"/>
  <Override PartName="/ppt/slideLayouts/slideLayout87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80.xml" ContentType="application/vnd.openxmlformats-officedocument.presentationml.slideLayout+xml"/>
  <Override PartName="/ppt/slideLayouts/slideLayout881.xml" ContentType="application/vnd.openxmlformats-officedocument.presentationml.slideLayout+xml"/>
  <Override PartName="/ppt/slideLayouts/slideLayout882.xml" ContentType="application/vnd.openxmlformats-officedocument.presentationml.slideLayout+xml"/>
  <Override PartName="/ppt/slideLayouts/slideLayout883.xml" ContentType="application/vnd.openxmlformats-officedocument.presentationml.slideLayout+xml"/>
  <Override PartName="/ppt/slideLayouts/slideLayout884.xml" ContentType="application/vnd.openxmlformats-officedocument.presentationml.slideLayout+xml"/>
  <Override PartName="/ppt/slideLayouts/slideLayout885.xml" ContentType="application/vnd.openxmlformats-officedocument.presentationml.slideLayout+xml"/>
  <Override PartName="/ppt/slideLayouts/slideLayout886.xml" ContentType="application/vnd.openxmlformats-officedocument.presentationml.slideLayout+xml"/>
  <Override PartName="/ppt/slideLayouts/slideLayout887.xml" ContentType="application/vnd.openxmlformats-officedocument.presentationml.slideLayout+xml"/>
  <Override PartName="/ppt/slideLayouts/slideLayout888.xml" ContentType="application/vnd.openxmlformats-officedocument.presentationml.slideLayout+xml"/>
  <Override PartName="/ppt/slideLayouts/slideLayout889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90.xml" ContentType="application/vnd.openxmlformats-officedocument.presentationml.slideLayout+xml"/>
  <Override PartName="/ppt/slideLayouts/slideLayout891.xml" ContentType="application/vnd.openxmlformats-officedocument.presentationml.slideLayout+xml"/>
  <Override PartName="/ppt/slideLayouts/slideLayout892.xml" ContentType="application/vnd.openxmlformats-officedocument.presentationml.slideLayout+xml"/>
  <Override PartName="/ppt/slideLayouts/slideLayout893.xml" ContentType="application/vnd.openxmlformats-officedocument.presentationml.slideLayout+xml"/>
  <Override PartName="/ppt/slideLayouts/slideLayout894.xml" ContentType="application/vnd.openxmlformats-officedocument.presentationml.slideLayout+xml"/>
  <Override PartName="/ppt/slideLayouts/slideLayout895.xml" ContentType="application/vnd.openxmlformats-officedocument.presentationml.slideLayout+xml"/>
  <Override PartName="/ppt/slideLayouts/slideLayout896.xml" ContentType="application/vnd.openxmlformats-officedocument.presentationml.slideLayout+xml"/>
  <Override PartName="/ppt/slideLayouts/slideLayout897.xml" ContentType="application/vnd.openxmlformats-officedocument.presentationml.slideLayout+xml"/>
  <Override PartName="/ppt/slideLayouts/slideLayout898.xml" ContentType="application/vnd.openxmlformats-officedocument.presentationml.slideLayout+xml"/>
  <Override PartName="/ppt/slideLayouts/slideLayout89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00.xml" ContentType="application/vnd.openxmlformats-officedocument.presentationml.slideLayout+xml"/>
  <Override PartName="/ppt/slideLayouts/slideLayout901.xml" ContentType="application/vnd.openxmlformats-officedocument.presentationml.slideLayout+xml"/>
  <Override PartName="/ppt/slideLayouts/slideLayout902.xml" ContentType="application/vnd.openxmlformats-officedocument.presentationml.slideLayout+xml"/>
  <Override PartName="/ppt/slideLayouts/slideLayout903.xml" ContentType="application/vnd.openxmlformats-officedocument.presentationml.slideLayout+xml"/>
  <Override PartName="/ppt/slideLayouts/slideLayout904.xml" ContentType="application/vnd.openxmlformats-officedocument.presentationml.slideLayout+xml"/>
  <Override PartName="/ppt/slideLayouts/slideLayout905.xml" ContentType="application/vnd.openxmlformats-officedocument.presentationml.slideLayout+xml"/>
  <Override PartName="/ppt/slideLayouts/slideLayout906.xml" ContentType="application/vnd.openxmlformats-officedocument.presentationml.slideLayout+xml"/>
  <Override PartName="/ppt/slideLayouts/slideLayout907.xml" ContentType="application/vnd.openxmlformats-officedocument.presentationml.slideLayout+xml"/>
  <Override PartName="/ppt/slideLayouts/slideLayout908.xml" ContentType="application/vnd.openxmlformats-officedocument.presentationml.slideLayout+xml"/>
  <Override PartName="/ppt/slideLayouts/slideLayout909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10.xml" ContentType="application/vnd.openxmlformats-officedocument.presentationml.slideLayout+xml"/>
  <Override PartName="/ppt/slideLayouts/slideLayout911.xml" ContentType="application/vnd.openxmlformats-officedocument.presentationml.slideLayout+xml"/>
  <Override PartName="/ppt/slideLayouts/slideLayout912.xml" ContentType="application/vnd.openxmlformats-officedocument.presentationml.slideLayout+xml"/>
  <Override PartName="/ppt/slideLayouts/slideLayout913.xml" ContentType="application/vnd.openxmlformats-officedocument.presentationml.slideLayout+xml"/>
  <Override PartName="/ppt/slideLayouts/slideLayout914.xml" ContentType="application/vnd.openxmlformats-officedocument.presentationml.slideLayout+xml"/>
  <Override PartName="/ppt/slideLayouts/slideLayout915.xml" ContentType="application/vnd.openxmlformats-officedocument.presentationml.slideLayout+xml"/>
  <Override PartName="/ppt/slideLayouts/slideLayout916.xml" ContentType="application/vnd.openxmlformats-officedocument.presentationml.slideLayout+xml"/>
  <Override PartName="/ppt/slideLayouts/slideLayout917.xml" ContentType="application/vnd.openxmlformats-officedocument.presentationml.slideLayout+xml"/>
  <Override PartName="/ppt/slideLayouts/slideLayout918.xml" ContentType="application/vnd.openxmlformats-officedocument.presentationml.slideLayout+xml"/>
  <Override PartName="/ppt/slideLayouts/slideLayout919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20.xml" ContentType="application/vnd.openxmlformats-officedocument.presentationml.slideLayout+xml"/>
  <Override PartName="/ppt/slideLayouts/slideLayout921.xml" ContentType="application/vnd.openxmlformats-officedocument.presentationml.slideLayout+xml"/>
  <Override PartName="/ppt/slideLayouts/slideLayout922.xml" ContentType="application/vnd.openxmlformats-officedocument.presentationml.slideLayout+xml"/>
  <Override PartName="/ppt/slideLayouts/slideLayout923.xml" ContentType="application/vnd.openxmlformats-officedocument.presentationml.slideLayout+xml"/>
  <Override PartName="/ppt/slideLayouts/slideLayout924.xml" ContentType="application/vnd.openxmlformats-officedocument.presentationml.slideLayout+xml"/>
  <Override PartName="/ppt/slideLayouts/slideLayout925.xml" ContentType="application/vnd.openxmlformats-officedocument.presentationml.slideLayout+xml"/>
  <Override PartName="/ppt/slideLayouts/slideLayout926.xml" ContentType="application/vnd.openxmlformats-officedocument.presentationml.slideLayout+xml"/>
  <Override PartName="/ppt/slideLayouts/slideLayout927.xml" ContentType="application/vnd.openxmlformats-officedocument.presentationml.slideLayout+xml"/>
  <Override PartName="/ppt/slideLayouts/slideLayout928.xml" ContentType="application/vnd.openxmlformats-officedocument.presentationml.slideLayout+xml"/>
  <Override PartName="/ppt/slideLayouts/slideLayout929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30.xml" ContentType="application/vnd.openxmlformats-officedocument.presentationml.slideLayout+xml"/>
  <Override PartName="/ppt/slideLayouts/slideLayout931.xml" ContentType="application/vnd.openxmlformats-officedocument.presentationml.slideLayout+xml"/>
  <Override PartName="/ppt/slideLayouts/slideLayout932.xml" ContentType="application/vnd.openxmlformats-officedocument.presentationml.slideLayout+xml"/>
  <Override PartName="/ppt/slideLayouts/slideLayout933.xml" ContentType="application/vnd.openxmlformats-officedocument.presentationml.slideLayout+xml"/>
  <Override PartName="/ppt/slideLayouts/slideLayout934.xml" ContentType="application/vnd.openxmlformats-officedocument.presentationml.slideLayout+xml"/>
  <Override PartName="/ppt/slideLayouts/slideLayout935.xml" ContentType="application/vnd.openxmlformats-officedocument.presentationml.slideLayout+xml"/>
  <Override PartName="/ppt/slideLayouts/slideLayout936.xml" ContentType="application/vnd.openxmlformats-officedocument.presentationml.slideLayout+xml"/>
  <Override PartName="/ppt/slideLayouts/slideLayout937.xml" ContentType="application/vnd.openxmlformats-officedocument.presentationml.slideLayout+xml"/>
  <Override PartName="/ppt/slideLayouts/slideLayout938.xml" ContentType="application/vnd.openxmlformats-officedocument.presentationml.slideLayout+xml"/>
  <Override PartName="/ppt/slideLayouts/slideLayout939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40.xml" ContentType="application/vnd.openxmlformats-officedocument.presentationml.slideLayout+xml"/>
  <Override PartName="/ppt/slideLayouts/slideLayout941.xml" ContentType="application/vnd.openxmlformats-officedocument.presentationml.slideLayout+xml"/>
  <Override PartName="/ppt/slideLayouts/slideLayout942.xml" ContentType="application/vnd.openxmlformats-officedocument.presentationml.slideLayout+xml"/>
  <Override PartName="/ppt/slideLayouts/slideLayout943.xml" ContentType="application/vnd.openxmlformats-officedocument.presentationml.slideLayout+xml"/>
  <Override PartName="/ppt/slideLayouts/slideLayout944.xml" ContentType="application/vnd.openxmlformats-officedocument.presentationml.slideLayout+xml"/>
  <Override PartName="/ppt/slideLayouts/slideLayout945.xml" ContentType="application/vnd.openxmlformats-officedocument.presentationml.slideLayout+xml"/>
  <Override PartName="/ppt/slideLayouts/slideLayout946.xml" ContentType="application/vnd.openxmlformats-officedocument.presentationml.slideLayout+xml"/>
  <Override PartName="/ppt/slideLayouts/slideLayout947.xml" ContentType="application/vnd.openxmlformats-officedocument.presentationml.slideLayout+xml"/>
  <Override PartName="/ppt/slideLayouts/slideLayout948.xml" ContentType="application/vnd.openxmlformats-officedocument.presentationml.slideLayout+xml"/>
  <Override PartName="/ppt/slideLayouts/slideLayout949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50.xml" ContentType="application/vnd.openxmlformats-officedocument.presentationml.slideLayout+xml"/>
  <Override PartName="/ppt/slideLayouts/slideLayout951.xml" ContentType="application/vnd.openxmlformats-officedocument.presentationml.slideLayout+xml"/>
  <Override PartName="/ppt/slideLayouts/slideLayout952.xml" ContentType="application/vnd.openxmlformats-officedocument.presentationml.slideLayout+xml"/>
  <Override PartName="/ppt/slideLayouts/slideLayout953.xml" ContentType="application/vnd.openxmlformats-officedocument.presentationml.slideLayout+xml"/>
  <Override PartName="/ppt/slideLayouts/slideLayout954.xml" ContentType="application/vnd.openxmlformats-officedocument.presentationml.slideLayout+xml"/>
  <Override PartName="/ppt/slideLayouts/slideLayout955.xml" ContentType="application/vnd.openxmlformats-officedocument.presentationml.slideLayout+xml"/>
  <Override PartName="/ppt/slideLayouts/slideLayout956.xml" ContentType="application/vnd.openxmlformats-officedocument.presentationml.slideLayout+xml"/>
  <Override PartName="/ppt/slideLayouts/slideLayout957.xml" ContentType="application/vnd.openxmlformats-officedocument.presentationml.slideLayout+xml"/>
  <Override PartName="/ppt/slideLayouts/slideLayout958.xml" ContentType="application/vnd.openxmlformats-officedocument.presentationml.slideLayout+xml"/>
  <Override PartName="/ppt/slideLayouts/slideLayout959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60.xml" ContentType="application/vnd.openxmlformats-officedocument.presentationml.slideLayout+xml"/>
  <Override PartName="/ppt/slideLayouts/slideLayout961.xml" ContentType="application/vnd.openxmlformats-officedocument.presentationml.slideLayout+xml"/>
  <Override PartName="/ppt/slideLayouts/slideLayout962.xml" ContentType="application/vnd.openxmlformats-officedocument.presentationml.slideLayout+xml"/>
  <Override PartName="/ppt/slideLayouts/slideLayout963.xml" ContentType="application/vnd.openxmlformats-officedocument.presentationml.slideLayout+xml"/>
  <Override PartName="/ppt/slideLayouts/slideLayout964.xml" ContentType="application/vnd.openxmlformats-officedocument.presentationml.slideLayout+xml"/>
  <Override PartName="/ppt/slideLayouts/slideLayout965.xml" ContentType="application/vnd.openxmlformats-officedocument.presentationml.slideLayout+xml"/>
  <Override PartName="/ppt/slideLayouts/slideLayout966.xml" ContentType="application/vnd.openxmlformats-officedocument.presentationml.slideLayout+xml"/>
  <Override PartName="/ppt/slideLayouts/slideLayout967.xml" ContentType="application/vnd.openxmlformats-officedocument.presentationml.slideLayout+xml"/>
  <Override PartName="/ppt/slideLayouts/slideLayout968.xml" ContentType="application/vnd.openxmlformats-officedocument.presentationml.slideLayout+xml"/>
  <Override PartName="/ppt/slideLayouts/slideLayout96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70.xml" ContentType="application/vnd.openxmlformats-officedocument.presentationml.slideLayout+xml"/>
  <Override PartName="/ppt/slideLayouts/slideLayout971.xml" ContentType="application/vnd.openxmlformats-officedocument.presentationml.slideLayout+xml"/>
  <Override PartName="/ppt/slideLayouts/slideLayout972.xml" ContentType="application/vnd.openxmlformats-officedocument.presentationml.slideLayout+xml"/>
  <Override PartName="/ppt/slideLayouts/slideLayout973.xml" ContentType="application/vnd.openxmlformats-officedocument.presentationml.slideLayout+xml"/>
  <Override PartName="/ppt/slideLayouts/slideLayout974.xml" ContentType="application/vnd.openxmlformats-officedocument.presentationml.slideLayout+xml"/>
  <Override PartName="/ppt/slideLayouts/slideLayout975.xml" ContentType="application/vnd.openxmlformats-officedocument.presentationml.slideLayout+xml"/>
  <Override PartName="/ppt/slideLayouts/slideLayout976.xml" ContentType="application/vnd.openxmlformats-officedocument.presentationml.slideLayout+xml"/>
  <Override PartName="/ppt/slideLayouts/slideLayout977.xml" ContentType="application/vnd.openxmlformats-officedocument.presentationml.slideLayout+xml"/>
  <Override PartName="/ppt/slideLayouts/slideLayout978.xml" ContentType="application/vnd.openxmlformats-officedocument.presentationml.slideLayout+xml"/>
  <Override PartName="/ppt/slideLayouts/slideLayout979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80.xml" ContentType="application/vnd.openxmlformats-officedocument.presentationml.slideLayout+xml"/>
  <Override PartName="/ppt/slideLayouts/slideLayout981.xml" ContentType="application/vnd.openxmlformats-officedocument.presentationml.slideLayout+xml"/>
  <Override PartName="/ppt/slideLayouts/slideLayout982.xml" ContentType="application/vnd.openxmlformats-officedocument.presentationml.slideLayout+xml"/>
  <Override PartName="/ppt/slideLayouts/slideLayout983.xml" ContentType="application/vnd.openxmlformats-officedocument.presentationml.slideLayout+xml"/>
  <Override PartName="/ppt/slideLayouts/slideLayout984.xml" ContentType="application/vnd.openxmlformats-officedocument.presentationml.slideLayout+xml"/>
  <Override PartName="/ppt/slideLayouts/slideLayout985.xml" ContentType="application/vnd.openxmlformats-officedocument.presentationml.slideLayout+xml"/>
  <Override PartName="/ppt/slideLayouts/slideLayout986.xml" ContentType="application/vnd.openxmlformats-officedocument.presentationml.slideLayout+xml"/>
  <Override PartName="/ppt/slideLayouts/slideLayout987.xml" ContentType="application/vnd.openxmlformats-officedocument.presentationml.slideLayout+xml"/>
  <Override PartName="/ppt/slideLayouts/slideLayout988.xml" ContentType="application/vnd.openxmlformats-officedocument.presentationml.slideLayout+xml"/>
  <Override PartName="/ppt/slideLayouts/slideLayout989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990.xml" ContentType="application/vnd.openxmlformats-officedocument.presentationml.slideLayout+xml"/>
  <Override PartName="/ppt/slideLayouts/slideLayout991.xml" ContentType="application/vnd.openxmlformats-officedocument.presentationml.slideLayout+xml"/>
  <Override PartName="/ppt/slideLayouts/slideLayout992.xml" ContentType="application/vnd.openxmlformats-officedocument.presentationml.slideLayout+xml"/>
  <Override PartName="/ppt/slideLayouts/slideLayout993.xml" ContentType="application/vnd.openxmlformats-officedocument.presentationml.slideLayout+xml"/>
  <Override PartName="/ppt/slideLayouts/slideLayout994.xml" ContentType="application/vnd.openxmlformats-officedocument.presentationml.slideLayout+xml"/>
  <Override PartName="/ppt/slideLayouts/slideLayout995.xml" ContentType="application/vnd.openxmlformats-officedocument.presentationml.slideLayout+xml"/>
  <Override PartName="/ppt/slideLayouts/slideLayout996.xml" ContentType="application/vnd.openxmlformats-officedocument.presentationml.slideLayout+xml"/>
  <Override PartName="/ppt/slideLayouts/slideLayout997.xml" ContentType="application/vnd.openxmlformats-officedocument.presentationml.slideLayout+xml"/>
  <Override PartName="/ppt/slideLayouts/slideLayout998.xml" ContentType="application/vnd.openxmlformats-officedocument.presentationml.slideLayout+xml"/>
  <Override PartName="/ppt/slideLayouts/slideLayout9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6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3"/>
    <p:sldMasterId id="2147483684" r:id="rId4"/>
    <p:sldMasterId id="2147483702" r:id="rId5"/>
    <p:sldMasterId id="2147483720" r:id="rId6"/>
    <p:sldMasterId id="2147483738" r:id="rId7"/>
    <p:sldMasterId id="2147483756" r:id="rId8"/>
    <p:sldMasterId id="2147483774" r:id="rId9"/>
    <p:sldMasterId id="2147483792" r:id="rId10"/>
    <p:sldMasterId id="2147483810" r:id="rId11"/>
    <p:sldMasterId id="2147483828" r:id="rId12"/>
    <p:sldMasterId id="2147483846" r:id="rId13"/>
    <p:sldMasterId id="2147483864" r:id="rId14"/>
    <p:sldMasterId id="2147483882" r:id="rId15"/>
    <p:sldMasterId id="2147483900" r:id="rId16"/>
    <p:sldMasterId id="2147483918" r:id="rId17"/>
    <p:sldMasterId id="2147483936" r:id="rId18"/>
    <p:sldMasterId id="2147483954" r:id="rId19"/>
    <p:sldMasterId id="2147483972" r:id="rId20"/>
    <p:sldMasterId id="2147483990" r:id="rId21"/>
    <p:sldMasterId id="2147484008" r:id="rId22"/>
    <p:sldMasterId id="2147484026" r:id="rId23"/>
    <p:sldMasterId id="2147484044" r:id="rId24"/>
    <p:sldMasterId id="2147484062" r:id="rId25"/>
    <p:sldMasterId id="2147484080" r:id="rId26"/>
    <p:sldMasterId id="2147484098" r:id="rId27"/>
    <p:sldMasterId id="2147484116" r:id="rId28"/>
    <p:sldMasterId id="2147484134" r:id="rId29"/>
    <p:sldMasterId id="2147484152" r:id="rId30"/>
    <p:sldMasterId id="2147484170" r:id="rId31"/>
    <p:sldMasterId id="2147484188" r:id="rId32"/>
    <p:sldMasterId id="2147484206" r:id="rId33"/>
    <p:sldMasterId id="2147484224" r:id="rId34"/>
    <p:sldMasterId id="2147484242" r:id="rId35"/>
    <p:sldMasterId id="2147484260" r:id="rId36"/>
    <p:sldMasterId id="2147484278" r:id="rId37"/>
    <p:sldMasterId id="2147484296" r:id="rId38"/>
    <p:sldMasterId id="2147484314" r:id="rId39"/>
    <p:sldMasterId id="2147484332" r:id="rId40"/>
    <p:sldMasterId id="2147484350" r:id="rId41"/>
    <p:sldMasterId id="2147484368" r:id="rId42"/>
    <p:sldMasterId id="2147484386" r:id="rId43"/>
    <p:sldMasterId id="2147484404" r:id="rId44"/>
    <p:sldMasterId id="2147484422" r:id="rId45"/>
    <p:sldMasterId id="2147484440" r:id="rId46"/>
    <p:sldMasterId id="2147484458" r:id="rId47"/>
    <p:sldMasterId id="2147484476" r:id="rId48"/>
    <p:sldMasterId id="2147484494" r:id="rId49"/>
    <p:sldMasterId id="2147484512" r:id="rId50"/>
    <p:sldMasterId id="2147484530" r:id="rId51"/>
    <p:sldMasterId id="2147484548" r:id="rId52"/>
    <p:sldMasterId id="2147484566" r:id="rId53"/>
    <p:sldMasterId id="2147484584" r:id="rId54"/>
    <p:sldMasterId id="2147484602" r:id="rId55"/>
    <p:sldMasterId id="2147484620" r:id="rId56"/>
    <p:sldMasterId id="2147484638" r:id="rId57"/>
    <p:sldMasterId id="2147484656" r:id="rId58"/>
    <p:sldMasterId id="2147484674" r:id="rId59"/>
    <p:sldMasterId id="2147484692" r:id="rId60"/>
    <p:sldMasterId id="2147484710" r:id="rId61"/>
    <p:sldMasterId id="2147484728" r:id="rId62"/>
    <p:sldMasterId id="2147484746" r:id="rId63"/>
    <p:sldMasterId id="2147484764" r:id="rId64"/>
    <p:sldMasterId id="2147484782" r:id="rId65"/>
  </p:sldMasterIdLst>
  <p:notesMasterIdLst>
    <p:notesMasterId r:id="rId69"/>
  </p:notesMasterIdLst>
  <p:sldIdLst>
    <p:sldId id="257" r:id="rId66"/>
    <p:sldId id="344" r:id="rId67"/>
    <p:sldId id="430" r:id="rId68"/>
    <p:sldId id="1053" r:id="rId70"/>
    <p:sldId id="1054" r:id="rId71"/>
    <p:sldId id="1055" r:id="rId72"/>
    <p:sldId id="1056" r:id="rId73"/>
    <p:sldId id="1057" r:id="rId74"/>
    <p:sldId id="1058" r:id="rId75"/>
    <p:sldId id="432" r:id="rId76"/>
    <p:sldId id="342" r:id="rId77"/>
    <p:sldId id="518" r:id="rId78"/>
    <p:sldId id="272" r:id="rId79"/>
    <p:sldId id="274" r:id="rId80"/>
    <p:sldId id="275" r:id="rId81"/>
    <p:sldId id="276" r:id="rId82"/>
    <p:sldId id="277" r:id="rId83"/>
    <p:sldId id="279" r:id="rId84"/>
    <p:sldId id="520" r:id="rId85"/>
    <p:sldId id="280" r:id="rId86"/>
    <p:sldId id="283" r:id="rId87"/>
    <p:sldId id="966" r:id="rId88"/>
    <p:sldId id="968" r:id="rId89"/>
    <p:sldId id="965" r:id="rId90"/>
    <p:sldId id="521" r:id="rId91"/>
    <p:sldId id="284" r:id="rId92"/>
    <p:sldId id="286" r:id="rId93"/>
    <p:sldId id="598" r:id="rId94"/>
    <p:sldId id="594" r:id="rId95"/>
    <p:sldId id="287" r:id="rId96"/>
    <p:sldId id="288" r:id="rId97"/>
    <p:sldId id="599" r:id="rId98"/>
    <p:sldId id="600" r:id="rId99"/>
    <p:sldId id="601" r:id="rId100"/>
    <p:sldId id="602" r:id="rId101"/>
    <p:sldId id="606" r:id="rId102"/>
    <p:sldId id="603" r:id="rId103"/>
    <p:sldId id="605" r:id="rId104"/>
    <p:sldId id="609" r:id="rId105"/>
    <p:sldId id="611" r:id="rId106"/>
    <p:sldId id="612" r:id="rId107"/>
    <p:sldId id="610" r:id="rId108"/>
    <p:sldId id="1061" r:id="rId109"/>
    <p:sldId id="616" r:id="rId110"/>
    <p:sldId id="617" r:id="rId111"/>
    <p:sldId id="829" r:id="rId112"/>
    <p:sldId id="1062" r:id="rId113"/>
    <p:sldId id="613" r:id="rId114"/>
    <p:sldId id="301" r:id="rId115"/>
    <p:sldId id="302" r:id="rId116"/>
    <p:sldId id="303" r:id="rId117"/>
    <p:sldId id="304" r:id="rId118"/>
    <p:sldId id="614" r:id="rId119"/>
    <p:sldId id="615" r:id="rId120"/>
    <p:sldId id="305" r:id="rId121"/>
    <p:sldId id="619" r:id="rId122"/>
    <p:sldId id="618" r:id="rId123"/>
    <p:sldId id="308" r:id="rId124"/>
    <p:sldId id="309" r:id="rId125"/>
    <p:sldId id="663" r:id="rId126"/>
    <p:sldId id="665" r:id="rId127"/>
    <p:sldId id="310" r:id="rId128"/>
    <p:sldId id="311" r:id="rId129"/>
    <p:sldId id="312" r:id="rId130"/>
    <p:sldId id="664" r:id="rId131"/>
    <p:sldId id="313" r:id="rId132"/>
    <p:sldId id="314" r:id="rId133"/>
    <p:sldId id="315" r:id="rId134"/>
    <p:sldId id="666" r:id="rId135"/>
    <p:sldId id="316" r:id="rId136"/>
    <p:sldId id="667" r:id="rId137"/>
    <p:sldId id="317" r:id="rId138"/>
    <p:sldId id="318" r:id="rId139"/>
    <p:sldId id="668" r:id="rId140"/>
    <p:sldId id="670" r:id="rId141"/>
    <p:sldId id="319" r:id="rId142"/>
    <p:sldId id="671" r:id="rId143"/>
    <p:sldId id="672" r:id="rId144"/>
    <p:sldId id="320" r:id="rId145"/>
    <p:sldId id="673" r:id="rId146"/>
    <p:sldId id="321" r:id="rId147"/>
    <p:sldId id="322" r:id="rId148"/>
    <p:sldId id="323" r:id="rId149"/>
    <p:sldId id="706" r:id="rId150"/>
    <p:sldId id="324" r:id="rId151"/>
    <p:sldId id="890" r:id="rId152"/>
    <p:sldId id="708" r:id="rId153"/>
    <p:sldId id="327" r:id="rId154"/>
    <p:sldId id="709" r:id="rId155"/>
    <p:sldId id="328" r:id="rId156"/>
    <p:sldId id="711" r:id="rId157"/>
    <p:sldId id="329" r:id="rId158"/>
    <p:sldId id="770" r:id="rId159"/>
    <p:sldId id="771" r:id="rId160"/>
    <p:sldId id="768" r:id="rId161"/>
    <p:sldId id="712" r:id="rId162"/>
    <p:sldId id="330" r:id="rId163"/>
    <p:sldId id="331" r:id="rId164"/>
    <p:sldId id="725" r:id="rId165"/>
    <p:sldId id="801" r:id="rId166"/>
    <p:sldId id="726" r:id="rId167"/>
    <p:sldId id="802" r:id="rId168"/>
    <p:sldId id="727" r:id="rId169"/>
    <p:sldId id="728" r:id="rId170"/>
    <p:sldId id="828" r:id="rId171"/>
    <p:sldId id="729" r:id="rId172"/>
    <p:sldId id="827" r:id="rId173"/>
  </p:sldIdLst>
  <p:sldSz cx="12192000" cy="6858000"/>
  <p:notesSz cx="6858000" cy="9144000"/>
  <p:custDataLst>
    <p:tags r:id="rId17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11" y="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33.xml"/><Relationship Id="rId98" Type="http://schemas.openxmlformats.org/officeDocument/2006/relationships/slide" Target="slides/slide32.xml"/><Relationship Id="rId97" Type="http://schemas.openxmlformats.org/officeDocument/2006/relationships/slide" Target="slides/slide31.xml"/><Relationship Id="rId96" Type="http://schemas.openxmlformats.org/officeDocument/2006/relationships/slide" Target="slides/slide30.xml"/><Relationship Id="rId95" Type="http://schemas.openxmlformats.org/officeDocument/2006/relationships/slide" Target="slides/slide29.xml"/><Relationship Id="rId94" Type="http://schemas.openxmlformats.org/officeDocument/2006/relationships/slide" Target="slides/slide28.xml"/><Relationship Id="rId93" Type="http://schemas.openxmlformats.org/officeDocument/2006/relationships/slide" Target="slides/slide27.xml"/><Relationship Id="rId92" Type="http://schemas.openxmlformats.org/officeDocument/2006/relationships/slide" Target="slides/slide26.xml"/><Relationship Id="rId91" Type="http://schemas.openxmlformats.org/officeDocument/2006/relationships/slide" Target="slides/slide25.xml"/><Relationship Id="rId90" Type="http://schemas.openxmlformats.org/officeDocument/2006/relationships/slide" Target="slides/slide24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23.xml"/><Relationship Id="rId88" Type="http://schemas.openxmlformats.org/officeDocument/2006/relationships/slide" Target="slides/slide22.xml"/><Relationship Id="rId87" Type="http://schemas.openxmlformats.org/officeDocument/2006/relationships/slide" Target="slides/slide21.xml"/><Relationship Id="rId86" Type="http://schemas.openxmlformats.org/officeDocument/2006/relationships/slide" Target="slides/slide20.xml"/><Relationship Id="rId85" Type="http://schemas.openxmlformats.org/officeDocument/2006/relationships/slide" Target="slides/slide19.xml"/><Relationship Id="rId84" Type="http://schemas.openxmlformats.org/officeDocument/2006/relationships/slide" Target="slides/slide18.xml"/><Relationship Id="rId83" Type="http://schemas.openxmlformats.org/officeDocument/2006/relationships/slide" Target="slides/slide17.xml"/><Relationship Id="rId82" Type="http://schemas.openxmlformats.org/officeDocument/2006/relationships/slide" Target="slides/slide16.xml"/><Relationship Id="rId81" Type="http://schemas.openxmlformats.org/officeDocument/2006/relationships/slide" Target="slides/slide15.xml"/><Relationship Id="rId80" Type="http://schemas.openxmlformats.org/officeDocument/2006/relationships/slide" Target="slides/slide14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13.xml"/><Relationship Id="rId78" Type="http://schemas.openxmlformats.org/officeDocument/2006/relationships/slide" Target="slides/slide12.xml"/><Relationship Id="rId77" Type="http://schemas.openxmlformats.org/officeDocument/2006/relationships/slide" Target="slides/slide11.xml"/><Relationship Id="rId76" Type="http://schemas.openxmlformats.org/officeDocument/2006/relationships/slide" Target="slides/slide10.xml"/><Relationship Id="rId75" Type="http://schemas.openxmlformats.org/officeDocument/2006/relationships/slide" Target="slides/slide9.xml"/><Relationship Id="rId74" Type="http://schemas.openxmlformats.org/officeDocument/2006/relationships/slide" Target="slides/slide8.xml"/><Relationship Id="rId73" Type="http://schemas.openxmlformats.org/officeDocument/2006/relationships/slide" Target="slides/slide7.xml"/><Relationship Id="rId72" Type="http://schemas.openxmlformats.org/officeDocument/2006/relationships/slide" Target="slides/slide6.xml"/><Relationship Id="rId71" Type="http://schemas.openxmlformats.org/officeDocument/2006/relationships/slide" Target="slides/slide5.xml"/><Relationship Id="rId70" Type="http://schemas.openxmlformats.org/officeDocument/2006/relationships/slide" Target="slides/slide4.xml"/><Relationship Id="rId7" Type="http://schemas.openxmlformats.org/officeDocument/2006/relationships/slideMaster" Target="slideMasters/slideMaster6.xml"/><Relationship Id="rId69" Type="http://schemas.openxmlformats.org/officeDocument/2006/relationships/notesMaster" Target="notesMasters/notesMaster1.xml"/><Relationship Id="rId68" Type="http://schemas.openxmlformats.org/officeDocument/2006/relationships/slide" Target="slides/slide3.xml"/><Relationship Id="rId67" Type="http://schemas.openxmlformats.org/officeDocument/2006/relationships/slide" Target="slides/slide2.xml"/><Relationship Id="rId66" Type="http://schemas.openxmlformats.org/officeDocument/2006/relationships/slide" Target="slides/slide1.xml"/><Relationship Id="rId65" Type="http://schemas.openxmlformats.org/officeDocument/2006/relationships/slideMaster" Target="slideMasters/slideMaster64.xml"/><Relationship Id="rId64" Type="http://schemas.openxmlformats.org/officeDocument/2006/relationships/slideMaster" Target="slideMasters/slideMaster63.xml"/><Relationship Id="rId63" Type="http://schemas.openxmlformats.org/officeDocument/2006/relationships/slideMaster" Target="slideMasters/slideMaster62.xml"/><Relationship Id="rId62" Type="http://schemas.openxmlformats.org/officeDocument/2006/relationships/slideMaster" Target="slideMasters/slideMaster61.xml"/><Relationship Id="rId61" Type="http://schemas.openxmlformats.org/officeDocument/2006/relationships/slideMaster" Target="slideMasters/slideMaster60.xml"/><Relationship Id="rId60" Type="http://schemas.openxmlformats.org/officeDocument/2006/relationships/slideMaster" Target="slideMasters/slideMaster59.xml"/><Relationship Id="rId6" Type="http://schemas.openxmlformats.org/officeDocument/2006/relationships/slideMaster" Target="slideMasters/slideMaster5.xml"/><Relationship Id="rId59" Type="http://schemas.openxmlformats.org/officeDocument/2006/relationships/slideMaster" Target="slideMasters/slideMaster58.xml"/><Relationship Id="rId58" Type="http://schemas.openxmlformats.org/officeDocument/2006/relationships/slideMaster" Target="slideMasters/slideMaster57.xml"/><Relationship Id="rId57" Type="http://schemas.openxmlformats.org/officeDocument/2006/relationships/slideMaster" Target="slideMasters/slideMaster56.xml"/><Relationship Id="rId56" Type="http://schemas.openxmlformats.org/officeDocument/2006/relationships/slideMaster" Target="slideMasters/slideMaster55.xml"/><Relationship Id="rId55" Type="http://schemas.openxmlformats.org/officeDocument/2006/relationships/slideMaster" Target="slideMasters/slideMaster54.xml"/><Relationship Id="rId54" Type="http://schemas.openxmlformats.org/officeDocument/2006/relationships/slideMaster" Target="slideMasters/slideMaster53.xml"/><Relationship Id="rId53" Type="http://schemas.openxmlformats.org/officeDocument/2006/relationships/slideMaster" Target="slideMasters/slideMaster52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8" Type="http://schemas.openxmlformats.org/officeDocument/2006/relationships/tags" Target="tags/tag104.xml"/><Relationship Id="rId177" Type="http://schemas.openxmlformats.org/officeDocument/2006/relationships/commentAuthors" Target="commentAuthors.xml"/><Relationship Id="rId176" Type="http://schemas.openxmlformats.org/officeDocument/2006/relationships/tableStyles" Target="tableStyles.xml"/><Relationship Id="rId175" Type="http://schemas.openxmlformats.org/officeDocument/2006/relationships/viewProps" Target="viewProps.xml"/><Relationship Id="rId174" Type="http://schemas.openxmlformats.org/officeDocument/2006/relationships/presProps" Target="presProps.xml"/><Relationship Id="rId173" Type="http://schemas.openxmlformats.org/officeDocument/2006/relationships/slide" Target="slides/slide107.xml"/><Relationship Id="rId172" Type="http://schemas.openxmlformats.org/officeDocument/2006/relationships/slide" Target="slides/slide106.xml"/><Relationship Id="rId171" Type="http://schemas.openxmlformats.org/officeDocument/2006/relationships/slide" Target="slides/slide105.xml"/><Relationship Id="rId170" Type="http://schemas.openxmlformats.org/officeDocument/2006/relationships/slide" Target="slides/slide104.xml"/><Relationship Id="rId17" Type="http://schemas.openxmlformats.org/officeDocument/2006/relationships/slideMaster" Target="slideMasters/slideMaster16.xml"/><Relationship Id="rId169" Type="http://schemas.openxmlformats.org/officeDocument/2006/relationships/slide" Target="slides/slide103.xml"/><Relationship Id="rId168" Type="http://schemas.openxmlformats.org/officeDocument/2006/relationships/slide" Target="slides/slide102.xml"/><Relationship Id="rId167" Type="http://schemas.openxmlformats.org/officeDocument/2006/relationships/slide" Target="slides/slide101.xml"/><Relationship Id="rId166" Type="http://schemas.openxmlformats.org/officeDocument/2006/relationships/slide" Target="slides/slide100.xml"/><Relationship Id="rId165" Type="http://schemas.openxmlformats.org/officeDocument/2006/relationships/slide" Target="slides/slide99.xml"/><Relationship Id="rId164" Type="http://schemas.openxmlformats.org/officeDocument/2006/relationships/slide" Target="slides/slide98.xml"/><Relationship Id="rId163" Type="http://schemas.openxmlformats.org/officeDocument/2006/relationships/slide" Target="slides/slide97.xml"/><Relationship Id="rId162" Type="http://schemas.openxmlformats.org/officeDocument/2006/relationships/slide" Target="slides/slide96.xml"/><Relationship Id="rId161" Type="http://schemas.openxmlformats.org/officeDocument/2006/relationships/slide" Target="slides/slide95.xml"/><Relationship Id="rId160" Type="http://schemas.openxmlformats.org/officeDocument/2006/relationships/slide" Target="slides/slide94.xml"/><Relationship Id="rId16" Type="http://schemas.openxmlformats.org/officeDocument/2006/relationships/slideMaster" Target="slideMasters/slideMaster15.xml"/><Relationship Id="rId159" Type="http://schemas.openxmlformats.org/officeDocument/2006/relationships/slide" Target="slides/slide93.xml"/><Relationship Id="rId158" Type="http://schemas.openxmlformats.org/officeDocument/2006/relationships/slide" Target="slides/slide92.xml"/><Relationship Id="rId157" Type="http://schemas.openxmlformats.org/officeDocument/2006/relationships/slide" Target="slides/slide91.xml"/><Relationship Id="rId156" Type="http://schemas.openxmlformats.org/officeDocument/2006/relationships/slide" Target="slides/slide90.xml"/><Relationship Id="rId155" Type="http://schemas.openxmlformats.org/officeDocument/2006/relationships/slide" Target="slides/slide89.xml"/><Relationship Id="rId154" Type="http://schemas.openxmlformats.org/officeDocument/2006/relationships/slide" Target="slides/slide88.xml"/><Relationship Id="rId153" Type="http://schemas.openxmlformats.org/officeDocument/2006/relationships/slide" Target="slides/slide87.xml"/><Relationship Id="rId152" Type="http://schemas.openxmlformats.org/officeDocument/2006/relationships/slide" Target="slides/slide86.xml"/><Relationship Id="rId151" Type="http://schemas.openxmlformats.org/officeDocument/2006/relationships/slide" Target="slides/slide85.xml"/><Relationship Id="rId150" Type="http://schemas.openxmlformats.org/officeDocument/2006/relationships/slide" Target="slides/slide84.xml"/><Relationship Id="rId15" Type="http://schemas.openxmlformats.org/officeDocument/2006/relationships/slideMaster" Target="slideMasters/slideMaster14.xml"/><Relationship Id="rId149" Type="http://schemas.openxmlformats.org/officeDocument/2006/relationships/slide" Target="slides/slide83.xml"/><Relationship Id="rId148" Type="http://schemas.openxmlformats.org/officeDocument/2006/relationships/slide" Target="slides/slide82.xml"/><Relationship Id="rId147" Type="http://schemas.openxmlformats.org/officeDocument/2006/relationships/slide" Target="slides/slide81.xml"/><Relationship Id="rId146" Type="http://schemas.openxmlformats.org/officeDocument/2006/relationships/slide" Target="slides/slide80.xml"/><Relationship Id="rId145" Type="http://schemas.openxmlformats.org/officeDocument/2006/relationships/slide" Target="slides/slide79.xml"/><Relationship Id="rId144" Type="http://schemas.openxmlformats.org/officeDocument/2006/relationships/slide" Target="slides/slide78.xml"/><Relationship Id="rId143" Type="http://schemas.openxmlformats.org/officeDocument/2006/relationships/slide" Target="slides/slide77.xml"/><Relationship Id="rId142" Type="http://schemas.openxmlformats.org/officeDocument/2006/relationships/slide" Target="slides/slide76.xml"/><Relationship Id="rId141" Type="http://schemas.openxmlformats.org/officeDocument/2006/relationships/slide" Target="slides/slide75.xml"/><Relationship Id="rId140" Type="http://schemas.openxmlformats.org/officeDocument/2006/relationships/slide" Target="slides/slide74.xml"/><Relationship Id="rId14" Type="http://schemas.openxmlformats.org/officeDocument/2006/relationships/slideMaster" Target="slideMasters/slideMaster13.xml"/><Relationship Id="rId139" Type="http://schemas.openxmlformats.org/officeDocument/2006/relationships/slide" Target="slides/slide73.xml"/><Relationship Id="rId138" Type="http://schemas.openxmlformats.org/officeDocument/2006/relationships/slide" Target="slides/slide72.xml"/><Relationship Id="rId137" Type="http://schemas.openxmlformats.org/officeDocument/2006/relationships/slide" Target="slides/slide71.xml"/><Relationship Id="rId136" Type="http://schemas.openxmlformats.org/officeDocument/2006/relationships/slide" Target="slides/slide70.xml"/><Relationship Id="rId135" Type="http://schemas.openxmlformats.org/officeDocument/2006/relationships/slide" Target="slides/slide69.xml"/><Relationship Id="rId134" Type="http://schemas.openxmlformats.org/officeDocument/2006/relationships/slide" Target="slides/slide68.xml"/><Relationship Id="rId133" Type="http://schemas.openxmlformats.org/officeDocument/2006/relationships/slide" Target="slides/slide67.xml"/><Relationship Id="rId132" Type="http://schemas.openxmlformats.org/officeDocument/2006/relationships/slide" Target="slides/slide66.xml"/><Relationship Id="rId131" Type="http://schemas.openxmlformats.org/officeDocument/2006/relationships/slide" Target="slides/slide65.xml"/><Relationship Id="rId130" Type="http://schemas.openxmlformats.org/officeDocument/2006/relationships/slide" Target="slides/slide64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63.xml"/><Relationship Id="rId128" Type="http://schemas.openxmlformats.org/officeDocument/2006/relationships/slide" Target="slides/slide62.xml"/><Relationship Id="rId127" Type="http://schemas.openxmlformats.org/officeDocument/2006/relationships/slide" Target="slides/slide61.xml"/><Relationship Id="rId126" Type="http://schemas.openxmlformats.org/officeDocument/2006/relationships/slide" Target="slides/slide60.xml"/><Relationship Id="rId125" Type="http://schemas.openxmlformats.org/officeDocument/2006/relationships/slide" Target="slides/slide59.xml"/><Relationship Id="rId124" Type="http://schemas.openxmlformats.org/officeDocument/2006/relationships/slide" Target="slides/slide58.xml"/><Relationship Id="rId123" Type="http://schemas.openxmlformats.org/officeDocument/2006/relationships/slide" Target="slides/slide57.xml"/><Relationship Id="rId122" Type="http://schemas.openxmlformats.org/officeDocument/2006/relationships/slide" Target="slides/slide56.xml"/><Relationship Id="rId121" Type="http://schemas.openxmlformats.org/officeDocument/2006/relationships/slide" Target="slides/slide55.xml"/><Relationship Id="rId120" Type="http://schemas.openxmlformats.org/officeDocument/2006/relationships/slide" Target="slides/slide54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53.xml"/><Relationship Id="rId118" Type="http://schemas.openxmlformats.org/officeDocument/2006/relationships/slide" Target="slides/slide52.xml"/><Relationship Id="rId117" Type="http://schemas.openxmlformats.org/officeDocument/2006/relationships/slide" Target="slides/slide51.xml"/><Relationship Id="rId116" Type="http://schemas.openxmlformats.org/officeDocument/2006/relationships/slide" Target="slides/slide50.xml"/><Relationship Id="rId115" Type="http://schemas.openxmlformats.org/officeDocument/2006/relationships/slide" Target="slides/slide49.xml"/><Relationship Id="rId114" Type="http://schemas.openxmlformats.org/officeDocument/2006/relationships/slide" Target="slides/slide48.xml"/><Relationship Id="rId113" Type="http://schemas.openxmlformats.org/officeDocument/2006/relationships/slide" Target="slides/slide47.xml"/><Relationship Id="rId112" Type="http://schemas.openxmlformats.org/officeDocument/2006/relationships/slide" Target="slides/slide46.xml"/><Relationship Id="rId111" Type="http://schemas.openxmlformats.org/officeDocument/2006/relationships/slide" Target="slides/slide45.xml"/><Relationship Id="rId110" Type="http://schemas.openxmlformats.org/officeDocument/2006/relationships/slide" Target="slides/slide44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43.xml"/><Relationship Id="rId108" Type="http://schemas.openxmlformats.org/officeDocument/2006/relationships/slide" Target="slides/slide42.xml"/><Relationship Id="rId107" Type="http://schemas.openxmlformats.org/officeDocument/2006/relationships/slide" Target="slides/slide41.xml"/><Relationship Id="rId106" Type="http://schemas.openxmlformats.org/officeDocument/2006/relationships/slide" Target="slides/slide40.xml"/><Relationship Id="rId105" Type="http://schemas.openxmlformats.org/officeDocument/2006/relationships/slide" Target="slides/slide39.xml"/><Relationship Id="rId104" Type="http://schemas.openxmlformats.org/officeDocument/2006/relationships/slide" Target="slides/slide38.xml"/><Relationship Id="rId103" Type="http://schemas.openxmlformats.org/officeDocument/2006/relationships/slide" Target="slides/slide37.xml"/><Relationship Id="rId102" Type="http://schemas.openxmlformats.org/officeDocument/2006/relationships/slide" Target="slides/slide36.xml"/><Relationship Id="rId101" Type="http://schemas.openxmlformats.org/officeDocument/2006/relationships/slide" Target="slides/slide35.xml"/><Relationship Id="rId100" Type="http://schemas.openxmlformats.org/officeDocument/2006/relationships/slide" Target="slides/slide34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1.emf"/><Relationship Id="rId4" Type="http://schemas.openxmlformats.org/officeDocument/2006/relationships/image" Target="../media/image20.emf"/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.emf"/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9.wmf"/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0.jpe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png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image" Target="../media/image57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66.emf"/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e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72.emf"/><Relationship Id="rId3" Type="http://schemas.openxmlformats.org/officeDocument/2006/relationships/image" Target="../media/image71.emf"/><Relationship Id="rId2" Type="http://schemas.openxmlformats.org/officeDocument/2006/relationships/image" Target="../media/image70.wmf"/><Relationship Id="rId1" Type="http://schemas.openxmlformats.org/officeDocument/2006/relationships/image" Target="../media/image69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image" Target="../media/image73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image" Target="../media/image76.emf"/></Relationships>
</file>

<file path=ppt/drawings/_rels/vmlDrawing20.vml.rels><?xml version="1.0" encoding="UTF-8" standalone="yes"?>
<Relationships xmlns="http://schemas.openxmlformats.org/package/2006/relationships"><Relationship Id="rId7" Type="http://schemas.openxmlformats.org/officeDocument/2006/relationships/image" Target="../media/image85.emf"/><Relationship Id="rId6" Type="http://schemas.openxmlformats.org/officeDocument/2006/relationships/image" Target="../media/image84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" Type="http://schemas.openxmlformats.org/officeDocument/2006/relationships/image" Target="../media/image79.e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89.emf"/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image" Target="../media/image86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image" Target="../media/image90.emf"/></Relationships>
</file>

<file path=ppt/drawings/_rels/vmlDrawing23.vml.rels><?xml version="1.0" encoding="UTF-8" standalone="yes"?>
<Relationships xmlns="http://schemas.openxmlformats.org/package/2006/relationships"><Relationship Id="rId4" Type="http://schemas.openxmlformats.org/officeDocument/2006/relationships/image" Target="../media/image95.emf"/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image" Target="../media/image92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image" Target="../media/image96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image" Target="../media/image99.emf"/></Relationships>
</file>

<file path=ppt/drawings/_rels/vmlDrawing2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7.wmf"/><Relationship Id="rId3" Type="http://schemas.openxmlformats.org/officeDocument/2006/relationships/image" Target="../media/image106.wmf"/><Relationship Id="rId2" Type="http://schemas.openxmlformats.org/officeDocument/2006/relationships/image" Target="../media/image105.emf"/><Relationship Id="rId1" Type="http://schemas.openxmlformats.org/officeDocument/2006/relationships/image" Target="../media/image104.emf"/></Relationships>
</file>

<file path=ppt/drawings/_rels/vmlDrawing2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1.emf"/><Relationship Id="rId3" Type="http://schemas.openxmlformats.org/officeDocument/2006/relationships/image" Target="../media/image110.emf"/><Relationship Id="rId2" Type="http://schemas.openxmlformats.org/officeDocument/2006/relationships/image" Target="../media/image109.emf"/><Relationship Id="rId1" Type="http://schemas.openxmlformats.org/officeDocument/2006/relationships/image" Target="../media/image108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image" Target="../media/image112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wmf"/><Relationship Id="rId1" Type="http://schemas.openxmlformats.org/officeDocument/2006/relationships/image" Target="../media/image115.emf"/></Relationships>
</file>

<file path=ppt/drawings/_rels/vmlDrawing30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3.emf"/><Relationship Id="rId6" Type="http://schemas.openxmlformats.org/officeDocument/2006/relationships/image" Target="../media/image122.emf"/><Relationship Id="rId5" Type="http://schemas.openxmlformats.org/officeDocument/2006/relationships/image" Target="../media/image121.emf"/><Relationship Id="rId4" Type="http://schemas.openxmlformats.org/officeDocument/2006/relationships/image" Target="../media/image120.emf"/><Relationship Id="rId3" Type="http://schemas.openxmlformats.org/officeDocument/2006/relationships/image" Target="../media/image119.emf"/><Relationship Id="rId2" Type="http://schemas.openxmlformats.org/officeDocument/2006/relationships/image" Target="../media/image118.emf"/><Relationship Id="rId1" Type="http://schemas.openxmlformats.org/officeDocument/2006/relationships/image" Target="../media/image117.e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2.emf"/><Relationship Id="rId8" Type="http://schemas.openxmlformats.org/officeDocument/2006/relationships/image" Target="../media/image131.emf"/><Relationship Id="rId7" Type="http://schemas.openxmlformats.org/officeDocument/2006/relationships/image" Target="../media/image130.emf"/><Relationship Id="rId6" Type="http://schemas.openxmlformats.org/officeDocument/2006/relationships/image" Target="../media/image129.emf"/><Relationship Id="rId5" Type="http://schemas.openxmlformats.org/officeDocument/2006/relationships/image" Target="../media/image128.emf"/><Relationship Id="rId4" Type="http://schemas.openxmlformats.org/officeDocument/2006/relationships/image" Target="../media/image127.emf"/><Relationship Id="rId3" Type="http://schemas.openxmlformats.org/officeDocument/2006/relationships/image" Target="../media/image126.emf"/><Relationship Id="rId2" Type="http://schemas.openxmlformats.org/officeDocument/2006/relationships/image" Target="../media/image125.emf"/><Relationship Id="rId10" Type="http://schemas.openxmlformats.org/officeDocument/2006/relationships/image" Target="../media/image133.emf"/><Relationship Id="rId1" Type="http://schemas.openxmlformats.org/officeDocument/2006/relationships/image" Target="../media/image124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wmf"/><Relationship Id="rId1" Type="http://schemas.openxmlformats.org/officeDocument/2006/relationships/image" Target="../media/image134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C1EF9-624F-40FB-AE91-3ADD239687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040A5-0C61-4A98-BDDD-9B354196BE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xfrm>
            <a:off x="639763" y="4125913"/>
            <a:ext cx="5121275" cy="3910012"/>
          </a:xfrm>
        </p:spPr>
        <p:txBody>
          <a:bodyPr wrap="square" lIns="86206" tIns="43103" rIns="86206" bIns="43103" anchor="t" anchorCtr="0"/>
          <a:p>
            <a:pPr lvl="0"/>
            <a:r>
              <a:rPr lang="zh-CN" altLang="en-US" dirty="0"/>
              <a:t>电路</a:t>
            </a:r>
            <a:r>
              <a:rPr lang="en-US" altLang="zh-CN" dirty="0"/>
              <a:t>》</a:t>
            </a:r>
            <a:r>
              <a:rPr lang="zh-CN" altLang="en-US" dirty="0"/>
              <a:t>第一章习题</a:t>
            </a:r>
            <a:r>
              <a:rPr lang="en-US" altLang="zh-CN" dirty="0"/>
              <a:t>1-5</a:t>
            </a:r>
            <a:r>
              <a:rPr lang="zh-CN" altLang="en-US" dirty="0"/>
              <a:t>，</a:t>
            </a:r>
            <a:r>
              <a:rPr lang="en-US" altLang="zh-CN" dirty="0"/>
              <a:t>1-16</a:t>
            </a:r>
            <a:r>
              <a:rPr lang="zh-CN" altLang="en-US" dirty="0"/>
              <a:t>，</a:t>
            </a:r>
            <a:r>
              <a:rPr lang="en-US" altLang="zh-CN" dirty="0"/>
              <a:t>1-18</a:t>
            </a:r>
            <a:r>
              <a:rPr lang="zh-CN" altLang="en-US" dirty="0"/>
              <a:t>，</a:t>
            </a:r>
            <a:r>
              <a:rPr lang="en-US" altLang="zh-CN" dirty="0"/>
              <a:t>1-19</a:t>
            </a:r>
            <a:r>
              <a:rPr lang="zh-CN" altLang="en-US" dirty="0"/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0"/>
            <a:endParaRPr lang="zh-CN" altLang="en-US" dirty="0"/>
          </a:p>
        </p:txBody>
      </p:sp>
      <p:sp>
        <p:nvSpPr>
          <p:cNvPr id="819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625850" y="8250238"/>
            <a:ext cx="2773363" cy="434975"/>
          </a:xfrm>
          <a:prstGeom prst="rect">
            <a:avLst/>
          </a:prstGeom>
          <a:noFill/>
          <a:ln w="9525">
            <a:noFill/>
          </a:ln>
        </p:spPr>
        <p:txBody>
          <a:bodyPr lIns="86206" tIns="43103" rIns="86206" bIns="43103" anchor="b" anchorCtr="0"/>
          <a:p>
            <a:pPr lvl="0" algn="r" eaLnBrk="1" hangingPunct="1"/>
            <a:fld id="{9A0DB2DC-4C9A-4742-B13C-FB6460FD3503}" type="slidenum">
              <a:rPr lang="en-US" altLang="zh-CN" sz="11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1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xfrm>
            <a:off x="639763" y="4125913"/>
            <a:ext cx="5121275" cy="3910012"/>
          </a:xfrm>
        </p:spPr>
        <p:txBody>
          <a:bodyPr wrap="square" lIns="86206" tIns="43103" rIns="86206" bIns="43103" anchor="t" anchorCtr="0"/>
          <a:p>
            <a:pPr lvl="0"/>
            <a:r>
              <a:rPr lang="zh-CN" altLang="en-US" dirty="0"/>
              <a:t>电路</a:t>
            </a:r>
            <a:r>
              <a:rPr lang="en-US" altLang="zh-CN" dirty="0"/>
              <a:t>》</a:t>
            </a:r>
            <a:r>
              <a:rPr lang="zh-CN" altLang="en-US" dirty="0"/>
              <a:t>第一章习题</a:t>
            </a:r>
            <a:r>
              <a:rPr lang="en-US" altLang="zh-CN" dirty="0"/>
              <a:t>1-5</a:t>
            </a:r>
            <a:r>
              <a:rPr lang="zh-CN" altLang="en-US" dirty="0"/>
              <a:t>，</a:t>
            </a:r>
            <a:r>
              <a:rPr lang="en-US" altLang="zh-CN" dirty="0"/>
              <a:t>1-16</a:t>
            </a:r>
            <a:r>
              <a:rPr lang="zh-CN" altLang="en-US" dirty="0"/>
              <a:t>，</a:t>
            </a:r>
            <a:r>
              <a:rPr lang="en-US" altLang="zh-CN" dirty="0"/>
              <a:t>1-18</a:t>
            </a:r>
            <a:r>
              <a:rPr lang="zh-CN" altLang="en-US" dirty="0"/>
              <a:t>，</a:t>
            </a:r>
            <a:r>
              <a:rPr lang="en-US" altLang="zh-CN" dirty="0"/>
              <a:t>1-19</a:t>
            </a:r>
            <a:r>
              <a:rPr lang="zh-CN" altLang="en-US" dirty="0"/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0"/>
            <a:endParaRPr lang="zh-CN" altLang="en-US" dirty="0"/>
          </a:p>
        </p:txBody>
      </p:sp>
      <p:sp>
        <p:nvSpPr>
          <p:cNvPr id="819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625850" y="8250238"/>
            <a:ext cx="2773363" cy="434975"/>
          </a:xfrm>
          <a:prstGeom prst="rect">
            <a:avLst/>
          </a:prstGeom>
          <a:noFill/>
          <a:ln w="9525">
            <a:noFill/>
          </a:ln>
        </p:spPr>
        <p:txBody>
          <a:bodyPr lIns="86206" tIns="43103" rIns="86206" bIns="43103" anchor="b" anchorCtr="0"/>
          <a:p>
            <a:pPr lvl="0" algn="r" eaLnBrk="1" hangingPunct="1"/>
            <a:fld id="{9A0DB2DC-4C9A-4742-B13C-FB6460FD3503}" type="slidenum">
              <a:rPr lang="en-US" altLang="zh-CN" sz="11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1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xfrm>
            <a:off x="639763" y="4125913"/>
            <a:ext cx="5121275" cy="3910012"/>
          </a:xfrm>
        </p:spPr>
        <p:txBody>
          <a:bodyPr wrap="square" lIns="86206" tIns="43103" rIns="86206" bIns="43103" anchor="t" anchorCtr="0"/>
          <a:p>
            <a:pPr lvl="0"/>
            <a:r>
              <a:rPr lang="zh-CN" altLang="en-US" dirty="0"/>
              <a:t>电路</a:t>
            </a:r>
            <a:r>
              <a:rPr lang="en-US" altLang="zh-CN" dirty="0"/>
              <a:t>》</a:t>
            </a:r>
            <a:r>
              <a:rPr lang="zh-CN" altLang="en-US" dirty="0"/>
              <a:t>第一章习题</a:t>
            </a:r>
            <a:r>
              <a:rPr lang="en-US" altLang="zh-CN" dirty="0"/>
              <a:t>1-5</a:t>
            </a:r>
            <a:r>
              <a:rPr lang="zh-CN" altLang="en-US" dirty="0"/>
              <a:t>，</a:t>
            </a:r>
            <a:r>
              <a:rPr lang="en-US" altLang="zh-CN" dirty="0"/>
              <a:t>1-16</a:t>
            </a:r>
            <a:r>
              <a:rPr lang="zh-CN" altLang="en-US" dirty="0"/>
              <a:t>，</a:t>
            </a:r>
            <a:r>
              <a:rPr lang="en-US" altLang="zh-CN" dirty="0"/>
              <a:t>1-18</a:t>
            </a:r>
            <a:r>
              <a:rPr lang="zh-CN" altLang="en-US" dirty="0"/>
              <a:t>，</a:t>
            </a:r>
            <a:r>
              <a:rPr lang="en-US" altLang="zh-CN" dirty="0"/>
              <a:t>1-19</a:t>
            </a:r>
            <a:r>
              <a:rPr lang="zh-CN" altLang="en-US" dirty="0"/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0"/>
            <a:endParaRPr lang="zh-CN" altLang="en-US" dirty="0"/>
          </a:p>
        </p:txBody>
      </p:sp>
      <p:sp>
        <p:nvSpPr>
          <p:cNvPr id="819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625850" y="8250238"/>
            <a:ext cx="2773363" cy="434975"/>
          </a:xfrm>
          <a:prstGeom prst="rect">
            <a:avLst/>
          </a:prstGeom>
          <a:noFill/>
          <a:ln w="9525">
            <a:noFill/>
          </a:ln>
        </p:spPr>
        <p:txBody>
          <a:bodyPr lIns="86206" tIns="43103" rIns="86206" bIns="43103" anchor="b" anchorCtr="0"/>
          <a:p>
            <a:pPr lvl="0" algn="r" eaLnBrk="1" hangingPunct="1"/>
            <a:fld id="{9A0DB2DC-4C9A-4742-B13C-FB6460FD3503}" type="slidenum">
              <a:rPr lang="en-US" altLang="zh-CN" sz="11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1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B040A5-0C61-4A98-BDDD-9B354196BE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B040A5-0C61-4A98-BDDD-9B354196BE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B040A5-0C61-4A98-BDDD-9B354196BE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xfrm>
            <a:off x="639763" y="4125913"/>
            <a:ext cx="5121275" cy="3910012"/>
          </a:xfrm>
        </p:spPr>
        <p:txBody>
          <a:bodyPr wrap="square" lIns="86206" tIns="43103" rIns="86206" bIns="43103" anchor="t" anchorCtr="0"/>
          <a:p>
            <a:pPr lvl="0"/>
            <a:r>
              <a:rPr lang="zh-CN" altLang="en-US" dirty="0"/>
              <a:t>电路</a:t>
            </a:r>
            <a:r>
              <a:rPr lang="en-US" altLang="zh-CN" dirty="0"/>
              <a:t>》</a:t>
            </a:r>
            <a:r>
              <a:rPr lang="zh-CN" altLang="en-US" dirty="0"/>
              <a:t>第一章习题</a:t>
            </a:r>
            <a:r>
              <a:rPr lang="en-US" altLang="zh-CN" dirty="0"/>
              <a:t>1-5</a:t>
            </a:r>
            <a:r>
              <a:rPr lang="zh-CN" altLang="en-US" dirty="0"/>
              <a:t>，</a:t>
            </a:r>
            <a:r>
              <a:rPr lang="en-US" altLang="zh-CN" dirty="0"/>
              <a:t>1-16</a:t>
            </a:r>
            <a:r>
              <a:rPr lang="zh-CN" altLang="en-US" dirty="0"/>
              <a:t>，</a:t>
            </a:r>
            <a:r>
              <a:rPr lang="en-US" altLang="zh-CN" dirty="0"/>
              <a:t>1-18</a:t>
            </a:r>
            <a:r>
              <a:rPr lang="zh-CN" altLang="en-US" dirty="0"/>
              <a:t>，</a:t>
            </a:r>
            <a:r>
              <a:rPr lang="en-US" altLang="zh-CN" dirty="0"/>
              <a:t>1-19</a:t>
            </a:r>
            <a:r>
              <a:rPr lang="zh-CN" altLang="en-US" dirty="0"/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0"/>
            <a:endParaRPr lang="zh-CN" altLang="en-US" dirty="0"/>
          </a:p>
        </p:txBody>
      </p:sp>
      <p:sp>
        <p:nvSpPr>
          <p:cNvPr id="819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625850" y="8250238"/>
            <a:ext cx="2773363" cy="434975"/>
          </a:xfrm>
          <a:prstGeom prst="rect">
            <a:avLst/>
          </a:prstGeom>
          <a:noFill/>
          <a:ln w="9525">
            <a:noFill/>
          </a:ln>
        </p:spPr>
        <p:txBody>
          <a:bodyPr lIns="86206" tIns="43103" rIns="86206" bIns="43103" anchor="b" anchorCtr="0"/>
          <a:p>
            <a:pPr lvl="0" algn="r" eaLnBrk="1" hangingPunct="1"/>
            <a:fld id="{9A0DB2DC-4C9A-4742-B13C-FB6460FD3503}" type="slidenum">
              <a:rPr lang="en-US" altLang="zh-CN" sz="11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1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9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9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9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9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6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0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7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2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3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7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4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4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7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6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6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6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6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6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7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7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7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7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8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8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7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9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9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9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9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9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7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8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3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8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4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4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4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8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6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6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6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6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6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8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7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8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8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8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8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9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9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9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9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0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9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9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3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3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9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4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5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5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9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6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6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6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6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6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9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8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8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8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8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8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9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9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9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0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0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0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0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0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3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0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5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5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0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6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6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6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6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7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0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8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8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8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8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0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0.xml"/><Relationship Id="rId8" Type="http://schemas.openxmlformats.org/officeDocument/2006/relationships/slideLayout" Target="../slideLayouts/slideLayout59.xml"/><Relationship Id="rId7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0" Type="http://schemas.openxmlformats.org/officeDocument/2006/relationships/theme" Target="../theme/theme4.xml"/><Relationship Id="rId2" Type="http://schemas.openxmlformats.org/officeDocument/2006/relationships/slideLayout" Target="../slideLayouts/slideLayout53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1.xml"/><Relationship Id="rId1" Type="http://schemas.openxmlformats.org/officeDocument/2006/relationships/slideLayout" Target="../slideLayouts/slideLayout52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1.xml"/><Relationship Id="rId20" Type="http://schemas.openxmlformats.org/officeDocument/2006/relationships/theme" Target="../theme/theme5.xml"/><Relationship Id="rId2" Type="http://schemas.openxmlformats.org/officeDocument/2006/relationships/slideLayout" Target="../slideLayouts/slideLayout70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8.xml"/><Relationship Id="rId1" Type="http://schemas.openxmlformats.org/officeDocument/2006/relationships/slideLayout" Target="../slideLayouts/slideLayout6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4.xml"/><Relationship Id="rId8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1.xml"/><Relationship Id="rId5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8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7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5.xml"/><Relationship Id="rId1" Type="http://schemas.openxmlformats.org/officeDocument/2006/relationships/slideLayout" Target="../slideLayouts/slideLayout8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5.xml"/><Relationship Id="rId20" Type="http://schemas.openxmlformats.org/officeDocument/2006/relationships/theme" Target="../theme/theme7.xml"/><Relationship Id="rId2" Type="http://schemas.openxmlformats.org/officeDocument/2006/relationships/slideLayout" Target="../slideLayouts/slideLayout104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0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8.xml"/><Relationship Id="rId8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22.xml"/><Relationship Id="rId20" Type="http://schemas.openxmlformats.org/officeDocument/2006/relationships/theme" Target="../theme/theme8.xml"/><Relationship Id="rId2" Type="http://schemas.openxmlformats.org/officeDocument/2006/relationships/slideLayout" Target="../slideLayouts/slideLayout121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36.xml"/><Relationship Id="rId16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0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9.xml"/><Relationship Id="rId20" Type="http://schemas.openxmlformats.org/officeDocument/2006/relationships/theme" Target="../theme/theme9.xml"/><Relationship Id="rId2" Type="http://schemas.openxmlformats.org/officeDocument/2006/relationships/slideLayout" Target="../slideLayouts/slideLayout138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53.xml"/><Relationship Id="rId16" Type="http://schemas.openxmlformats.org/officeDocument/2006/relationships/slideLayout" Target="../slideLayouts/slideLayout152.xml"/><Relationship Id="rId15" Type="http://schemas.openxmlformats.org/officeDocument/2006/relationships/slideLayout" Target="../slideLayouts/slideLayout151.xml"/><Relationship Id="rId14" Type="http://schemas.openxmlformats.org/officeDocument/2006/relationships/slideLayout" Target="../slideLayouts/slideLayout150.xml"/><Relationship Id="rId13" Type="http://schemas.openxmlformats.org/officeDocument/2006/relationships/slideLayout" Target="../slideLayouts/slideLayout149.xml"/><Relationship Id="rId12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37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6.xml"/><Relationship Id="rId20" Type="http://schemas.openxmlformats.org/officeDocument/2006/relationships/theme" Target="../theme/theme10.xml"/><Relationship Id="rId2" Type="http://schemas.openxmlformats.org/officeDocument/2006/relationships/slideLayout" Target="../slideLayouts/slideLayout155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0.xml"/><Relationship Id="rId16" Type="http://schemas.openxmlformats.org/officeDocument/2006/relationships/slideLayout" Target="../slideLayouts/slideLayout169.xml"/><Relationship Id="rId15" Type="http://schemas.openxmlformats.org/officeDocument/2006/relationships/slideLayout" Target="../slideLayouts/slideLayout168.xml"/><Relationship Id="rId14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54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9.xml"/><Relationship Id="rId8" Type="http://schemas.openxmlformats.org/officeDocument/2006/relationships/slideLayout" Target="../slideLayouts/slideLayout178.xml"/><Relationship Id="rId7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74.xml"/><Relationship Id="rId3" Type="http://schemas.openxmlformats.org/officeDocument/2006/relationships/slideLayout" Target="../slideLayouts/slideLayout173.xml"/><Relationship Id="rId20" Type="http://schemas.openxmlformats.org/officeDocument/2006/relationships/theme" Target="../theme/theme11.xml"/><Relationship Id="rId2" Type="http://schemas.openxmlformats.org/officeDocument/2006/relationships/slideLayout" Target="../slideLayouts/slideLayout172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87.xml"/><Relationship Id="rId16" Type="http://schemas.openxmlformats.org/officeDocument/2006/relationships/slideLayout" Target="../slideLayouts/slideLayout186.xml"/><Relationship Id="rId15" Type="http://schemas.openxmlformats.org/officeDocument/2006/relationships/slideLayout" Target="../slideLayouts/slideLayout185.xml"/><Relationship Id="rId14" Type="http://schemas.openxmlformats.org/officeDocument/2006/relationships/slideLayout" Target="../slideLayouts/slideLayout184.xml"/><Relationship Id="rId13" Type="http://schemas.openxmlformats.org/officeDocument/2006/relationships/slideLayout" Target="../slideLayouts/slideLayout183.xml"/><Relationship Id="rId12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80.xml"/><Relationship Id="rId1" Type="http://schemas.openxmlformats.org/officeDocument/2006/relationships/slideLayout" Target="../slideLayouts/slideLayout17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0" Type="http://schemas.openxmlformats.org/officeDocument/2006/relationships/theme" Target="../theme/theme12.xml"/><Relationship Id="rId2" Type="http://schemas.openxmlformats.org/officeDocument/2006/relationships/slideLayout" Target="../slideLayouts/slideLayout189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204.xml"/><Relationship Id="rId16" Type="http://schemas.openxmlformats.org/officeDocument/2006/relationships/slideLayout" Target="../slideLayouts/slideLayout203.xml"/><Relationship Id="rId15" Type="http://schemas.openxmlformats.org/officeDocument/2006/relationships/slideLayout" Target="../slideLayouts/slideLayout202.xml"/><Relationship Id="rId14" Type="http://schemas.openxmlformats.org/officeDocument/2006/relationships/slideLayout" Target="../slideLayouts/slideLayout201.xml"/><Relationship Id="rId13" Type="http://schemas.openxmlformats.org/officeDocument/2006/relationships/slideLayout" Target="../slideLayouts/slideLayout200.xml"/><Relationship Id="rId12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3.xml"/><Relationship Id="rId8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1.xml"/><Relationship Id="rId6" Type="http://schemas.openxmlformats.org/officeDocument/2006/relationships/slideLayout" Target="../slideLayouts/slideLayout210.xml"/><Relationship Id="rId5" Type="http://schemas.openxmlformats.org/officeDocument/2006/relationships/slideLayout" Target="../slideLayouts/slideLayout209.xml"/><Relationship Id="rId4" Type="http://schemas.openxmlformats.org/officeDocument/2006/relationships/slideLayout" Target="../slideLayouts/slideLayout208.xml"/><Relationship Id="rId3" Type="http://schemas.openxmlformats.org/officeDocument/2006/relationships/slideLayout" Target="../slideLayouts/slideLayout207.xml"/><Relationship Id="rId20" Type="http://schemas.openxmlformats.org/officeDocument/2006/relationships/theme" Target="../theme/theme13.xml"/><Relationship Id="rId2" Type="http://schemas.openxmlformats.org/officeDocument/2006/relationships/slideLayout" Target="../slideLayouts/slideLayout206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221.xml"/><Relationship Id="rId16" Type="http://schemas.openxmlformats.org/officeDocument/2006/relationships/slideLayout" Target="../slideLayouts/slideLayout220.xml"/><Relationship Id="rId15" Type="http://schemas.openxmlformats.org/officeDocument/2006/relationships/slideLayout" Target="../slideLayouts/slideLayout219.xml"/><Relationship Id="rId14" Type="http://schemas.openxmlformats.org/officeDocument/2006/relationships/slideLayout" Target="../slideLayouts/slideLayout218.xml"/><Relationship Id="rId13" Type="http://schemas.openxmlformats.org/officeDocument/2006/relationships/slideLayout" Target="../slideLayouts/slideLayout217.xml"/><Relationship Id="rId12" Type="http://schemas.openxmlformats.org/officeDocument/2006/relationships/slideLayout" Target="../slideLayouts/slideLayout216.xml"/><Relationship Id="rId11" Type="http://schemas.openxmlformats.org/officeDocument/2006/relationships/slideLayout" Target="../slideLayouts/slideLayout215.xml"/><Relationship Id="rId10" Type="http://schemas.openxmlformats.org/officeDocument/2006/relationships/slideLayout" Target="../slideLayouts/slideLayout214.xml"/><Relationship Id="rId1" Type="http://schemas.openxmlformats.org/officeDocument/2006/relationships/slideLayout" Target="../slideLayouts/slideLayout205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0.xml"/><Relationship Id="rId8" Type="http://schemas.openxmlformats.org/officeDocument/2006/relationships/slideLayout" Target="../slideLayouts/slideLayout229.xml"/><Relationship Id="rId7" Type="http://schemas.openxmlformats.org/officeDocument/2006/relationships/slideLayout" Target="../slideLayouts/slideLayout228.xml"/><Relationship Id="rId6" Type="http://schemas.openxmlformats.org/officeDocument/2006/relationships/slideLayout" Target="../slideLayouts/slideLayout227.xml"/><Relationship Id="rId5" Type="http://schemas.openxmlformats.org/officeDocument/2006/relationships/slideLayout" Target="../slideLayouts/slideLayout226.xml"/><Relationship Id="rId4" Type="http://schemas.openxmlformats.org/officeDocument/2006/relationships/slideLayout" Target="../slideLayouts/slideLayout225.xml"/><Relationship Id="rId3" Type="http://schemas.openxmlformats.org/officeDocument/2006/relationships/slideLayout" Target="../slideLayouts/slideLayout224.xml"/><Relationship Id="rId20" Type="http://schemas.openxmlformats.org/officeDocument/2006/relationships/theme" Target="../theme/theme14.xml"/><Relationship Id="rId2" Type="http://schemas.openxmlformats.org/officeDocument/2006/relationships/slideLayout" Target="../slideLayouts/slideLayout223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238.xml"/><Relationship Id="rId16" Type="http://schemas.openxmlformats.org/officeDocument/2006/relationships/slideLayout" Target="../slideLayouts/slideLayout237.xml"/><Relationship Id="rId15" Type="http://schemas.openxmlformats.org/officeDocument/2006/relationships/slideLayout" Target="../slideLayouts/slideLayout236.xml"/><Relationship Id="rId14" Type="http://schemas.openxmlformats.org/officeDocument/2006/relationships/slideLayout" Target="../slideLayouts/slideLayout235.xml"/><Relationship Id="rId13" Type="http://schemas.openxmlformats.org/officeDocument/2006/relationships/slideLayout" Target="../slideLayouts/slideLayout234.xml"/><Relationship Id="rId12" Type="http://schemas.openxmlformats.org/officeDocument/2006/relationships/slideLayout" Target="../slideLayouts/slideLayout233.xml"/><Relationship Id="rId11" Type="http://schemas.openxmlformats.org/officeDocument/2006/relationships/slideLayout" Target="../slideLayouts/slideLayout232.xml"/><Relationship Id="rId10" Type="http://schemas.openxmlformats.org/officeDocument/2006/relationships/slideLayout" Target="../slideLayouts/slideLayout231.xml"/><Relationship Id="rId1" Type="http://schemas.openxmlformats.org/officeDocument/2006/relationships/slideLayout" Target="../slideLayouts/slideLayout222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7.xml"/><Relationship Id="rId8" Type="http://schemas.openxmlformats.org/officeDocument/2006/relationships/slideLayout" Target="../slideLayouts/slideLayout246.xml"/><Relationship Id="rId7" Type="http://schemas.openxmlformats.org/officeDocument/2006/relationships/slideLayout" Target="../slideLayouts/slideLayout245.xml"/><Relationship Id="rId6" Type="http://schemas.openxmlformats.org/officeDocument/2006/relationships/slideLayout" Target="../slideLayouts/slideLayout244.xml"/><Relationship Id="rId5" Type="http://schemas.openxmlformats.org/officeDocument/2006/relationships/slideLayout" Target="../slideLayouts/slideLayout243.xml"/><Relationship Id="rId4" Type="http://schemas.openxmlformats.org/officeDocument/2006/relationships/slideLayout" Target="../slideLayouts/slideLayout242.xml"/><Relationship Id="rId3" Type="http://schemas.openxmlformats.org/officeDocument/2006/relationships/slideLayout" Target="../slideLayouts/slideLayout241.xml"/><Relationship Id="rId20" Type="http://schemas.openxmlformats.org/officeDocument/2006/relationships/theme" Target="../theme/theme15.xml"/><Relationship Id="rId2" Type="http://schemas.openxmlformats.org/officeDocument/2006/relationships/slideLayout" Target="../slideLayouts/slideLayout240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255.xml"/><Relationship Id="rId16" Type="http://schemas.openxmlformats.org/officeDocument/2006/relationships/slideLayout" Target="../slideLayouts/slideLayout254.xml"/><Relationship Id="rId15" Type="http://schemas.openxmlformats.org/officeDocument/2006/relationships/slideLayout" Target="../slideLayouts/slideLayout253.xml"/><Relationship Id="rId14" Type="http://schemas.openxmlformats.org/officeDocument/2006/relationships/slideLayout" Target="../slideLayouts/slideLayout252.xml"/><Relationship Id="rId13" Type="http://schemas.openxmlformats.org/officeDocument/2006/relationships/slideLayout" Target="../slideLayouts/slideLayout251.xml"/><Relationship Id="rId12" Type="http://schemas.openxmlformats.org/officeDocument/2006/relationships/slideLayout" Target="../slideLayouts/slideLayout250.xml"/><Relationship Id="rId11" Type="http://schemas.openxmlformats.org/officeDocument/2006/relationships/slideLayout" Target="../slideLayouts/slideLayout249.xml"/><Relationship Id="rId10" Type="http://schemas.openxmlformats.org/officeDocument/2006/relationships/slideLayout" Target="../slideLayouts/slideLayout248.xml"/><Relationship Id="rId1" Type="http://schemas.openxmlformats.org/officeDocument/2006/relationships/slideLayout" Target="../slideLayouts/slideLayout239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4.xml"/><Relationship Id="rId8" Type="http://schemas.openxmlformats.org/officeDocument/2006/relationships/slideLayout" Target="../slideLayouts/slideLayout263.xml"/><Relationship Id="rId7" Type="http://schemas.openxmlformats.org/officeDocument/2006/relationships/slideLayout" Target="../slideLayouts/slideLayout262.xml"/><Relationship Id="rId6" Type="http://schemas.openxmlformats.org/officeDocument/2006/relationships/slideLayout" Target="../slideLayouts/slideLayout261.xml"/><Relationship Id="rId5" Type="http://schemas.openxmlformats.org/officeDocument/2006/relationships/slideLayout" Target="../slideLayouts/slideLayout260.xml"/><Relationship Id="rId4" Type="http://schemas.openxmlformats.org/officeDocument/2006/relationships/slideLayout" Target="../slideLayouts/slideLayout259.xml"/><Relationship Id="rId3" Type="http://schemas.openxmlformats.org/officeDocument/2006/relationships/slideLayout" Target="../slideLayouts/slideLayout258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257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272.xml"/><Relationship Id="rId16" Type="http://schemas.openxmlformats.org/officeDocument/2006/relationships/slideLayout" Target="../slideLayouts/slideLayout271.xml"/><Relationship Id="rId15" Type="http://schemas.openxmlformats.org/officeDocument/2006/relationships/slideLayout" Target="../slideLayouts/slideLayout270.xml"/><Relationship Id="rId14" Type="http://schemas.openxmlformats.org/officeDocument/2006/relationships/slideLayout" Target="../slideLayouts/slideLayout269.xml"/><Relationship Id="rId13" Type="http://schemas.openxmlformats.org/officeDocument/2006/relationships/slideLayout" Target="../slideLayouts/slideLayout268.xml"/><Relationship Id="rId12" Type="http://schemas.openxmlformats.org/officeDocument/2006/relationships/slideLayout" Target="../slideLayouts/slideLayout267.xml"/><Relationship Id="rId11" Type="http://schemas.openxmlformats.org/officeDocument/2006/relationships/slideLayout" Target="../slideLayouts/slideLayout266.xml"/><Relationship Id="rId10" Type="http://schemas.openxmlformats.org/officeDocument/2006/relationships/slideLayout" Target="../slideLayouts/slideLayout265.xml"/><Relationship Id="rId1" Type="http://schemas.openxmlformats.org/officeDocument/2006/relationships/slideLayout" Target="../slideLayouts/slideLayout25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1.xml"/><Relationship Id="rId8" Type="http://schemas.openxmlformats.org/officeDocument/2006/relationships/slideLayout" Target="../slideLayouts/slideLayout280.xml"/><Relationship Id="rId7" Type="http://schemas.openxmlformats.org/officeDocument/2006/relationships/slideLayout" Target="../slideLayouts/slideLayout279.xml"/><Relationship Id="rId6" Type="http://schemas.openxmlformats.org/officeDocument/2006/relationships/slideLayout" Target="../slideLayouts/slideLayout278.xml"/><Relationship Id="rId5" Type="http://schemas.openxmlformats.org/officeDocument/2006/relationships/slideLayout" Target="../slideLayouts/slideLayout277.xml"/><Relationship Id="rId4" Type="http://schemas.openxmlformats.org/officeDocument/2006/relationships/slideLayout" Target="../slideLayouts/slideLayout276.xml"/><Relationship Id="rId3" Type="http://schemas.openxmlformats.org/officeDocument/2006/relationships/slideLayout" Target="../slideLayouts/slideLayout275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274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289.xml"/><Relationship Id="rId16" Type="http://schemas.openxmlformats.org/officeDocument/2006/relationships/slideLayout" Target="../slideLayouts/slideLayout288.xml"/><Relationship Id="rId15" Type="http://schemas.openxmlformats.org/officeDocument/2006/relationships/slideLayout" Target="../slideLayouts/slideLayout287.xml"/><Relationship Id="rId14" Type="http://schemas.openxmlformats.org/officeDocument/2006/relationships/slideLayout" Target="../slideLayouts/slideLayout286.xml"/><Relationship Id="rId13" Type="http://schemas.openxmlformats.org/officeDocument/2006/relationships/slideLayout" Target="../slideLayouts/slideLayout285.xml"/><Relationship Id="rId12" Type="http://schemas.openxmlformats.org/officeDocument/2006/relationships/slideLayout" Target="../slideLayouts/slideLayout284.xml"/><Relationship Id="rId11" Type="http://schemas.openxmlformats.org/officeDocument/2006/relationships/slideLayout" Target="../slideLayouts/slideLayout283.xml"/><Relationship Id="rId10" Type="http://schemas.openxmlformats.org/officeDocument/2006/relationships/slideLayout" Target="../slideLayouts/slideLayout282.xml"/><Relationship Id="rId1" Type="http://schemas.openxmlformats.org/officeDocument/2006/relationships/slideLayout" Target="../slideLayouts/slideLayout27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2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291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299.xml"/><Relationship Id="rId1" Type="http://schemas.openxmlformats.org/officeDocument/2006/relationships/slideLayout" Target="../slideLayouts/slideLayout290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5.xml"/><Relationship Id="rId8" Type="http://schemas.openxmlformats.org/officeDocument/2006/relationships/slideLayout" Target="../slideLayouts/slideLayout314.xml"/><Relationship Id="rId7" Type="http://schemas.openxmlformats.org/officeDocument/2006/relationships/slideLayout" Target="../slideLayouts/slideLayout313.xml"/><Relationship Id="rId6" Type="http://schemas.openxmlformats.org/officeDocument/2006/relationships/slideLayout" Target="../slideLayouts/slideLayout312.xml"/><Relationship Id="rId5" Type="http://schemas.openxmlformats.org/officeDocument/2006/relationships/slideLayout" Target="../slideLayouts/slideLayout311.xml"/><Relationship Id="rId4" Type="http://schemas.openxmlformats.org/officeDocument/2006/relationships/slideLayout" Target="../slideLayouts/slideLayout310.xml"/><Relationship Id="rId3" Type="http://schemas.openxmlformats.org/officeDocument/2006/relationships/slideLayout" Target="../slideLayouts/slideLayout309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308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323.xml"/><Relationship Id="rId16" Type="http://schemas.openxmlformats.org/officeDocument/2006/relationships/slideLayout" Target="../slideLayouts/slideLayout322.xml"/><Relationship Id="rId15" Type="http://schemas.openxmlformats.org/officeDocument/2006/relationships/slideLayout" Target="../slideLayouts/slideLayout321.xml"/><Relationship Id="rId14" Type="http://schemas.openxmlformats.org/officeDocument/2006/relationships/slideLayout" Target="../slideLayouts/slideLayout320.xml"/><Relationship Id="rId13" Type="http://schemas.openxmlformats.org/officeDocument/2006/relationships/slideLayout" Target="../slideLayouts/slideLayout319.xml"/><Relationship Id="rId12" Type="http://schemas.openxmlformats.org/officeDocument/2006/relationships/slideLayout" Target="../slideLayouts/slideLayout318.xml"/><Relationship Id="rId11" Type="http://schemas.openxmlformats.org/officeDocument/2006/relationships/slideLayout" Target="../slideLayouts/slideLayout317.xml"/><Relationship Id="rId10" Type="http://schemas.openxmlformats.org/officeDocument/2006/relationships/slideLayout" Target="../slideLayouts/slideLayout316.xml"/><Relationship Id="rId1" Type="http://schemas.openxmlformats.org/officeDocument/2006/relationships/slideLayout" Target="../slideLayouts/slideLayout307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2.xml"/><Relationship Id="rId8" Type="http://schemas.openxmlformats.org/officeDocument/2006/relationships/slideLayout" Target="../slideLayouts/slideLayout331.xml"/><Relationship Id="rId7" Type="http://schemas.openxmlformats.org/officeDocument/2006/relationships/slideLayout" Target="../slideLayouts/slideLayout330.xml"/><Relationship Id="rId6" Type="http://schemas.openxmlformats.org/officeDocument/2006/relationships/slideLayout" Target="../slideLayouts/slideLayout329.xml"/><Relationship Id="rId5" Type="http://schemas.openxmlformats.org/officeDocument/2006/relationships/slideLayout" Target="../slideLayouts/slideLayout328.xml"/><Relationship Id="rId4" Type="http://schemas.openxmlformats.org/officeDocument/2006/relationships/slideLayout" Target="../slideLayouts/slideLayout327.xml"/><Relationship Id="rId3" Type="http://schemas.openxmlformats.org/officeDocument/2006/relationships/slideLayout" Target="../slideLayouts/slideLayout326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325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340.xml"/><Relationship Id="rId16" Type="http://schemas.openxmlformats.org/officeDocument/2006/relationships/slideLayout" Target="../slideLayouts/slideLayout339.xml"/><Relationship Id="rId15" Type="http://schemas.openxmlformats.org/officeDocument/2006/relationships/slideLayout" Target="../slideLayouts/slideLayout338.xml"/><Relationship Id="rId14" Type="http://schemas.openxmlformats.org/officeDocument/2006/relationships/slideLayout" Target="../slideLayouts/slideLayout337.xml"/><Relationship Id="rId13" Type="http://schemas.openxmlformats.org/officeDocument/2006/relationships/slideLayout" Target="../slideLayouts/slideLayout336.xml"/><Relationship Id="rId12" Type="http://schemas.openxmlformats.org/officeDocument/2006/relationships/slideLayout" Target="../slideLayouts/slideLayout335.xml"/><Relationship Id="rId11" Type="http://schemas.openxmlformats.org/officeDocument/2006/relationships/slideLayout" Target="../slideLayouts/slideLayout334.xml"/><Relationship Id="rId10" Type="http://schemas.openxmlformats.org/officeDocument/2006/relationships/slideLayout" Target="../slideLayouts/slideLayout333.xml"/><Relationship Id="rId1" Type="http://schemas.openxmlformats.org/officeDocument/2006/relationships/slideLayout" Target="../slideLayouts/slideLayout324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9.xml"/><Relationship Id="rId8" Type="http://schemas.openxmlformats.org/officeDocument/2006/relationships/slideLayout" Target="../slideLayouts/slideLayout348.xml"/><Relationship Id="rId7" Type="http://schemas.openxmlformats.org/officeDocument/2006/relationships/slideLayout" Target="../slideLayouts/slideLayout347.xml"/><Relationship Id="rId6" Type="http://schemas.openxmlformats.org/officeDocument/2006/relationships/slideLayout" Target="../slideLayouts/slideLayout346.xml"/><Relationship Id="rId5" Type="http://schemas.openxmlformats.org/officeDocument/2006/relationships/slideLayout" Target="../slideLayouts/slideLayout345.xml"/><Relationship Id="rId4" Type="http://schemas.openxmlformats.org/officeDocument/2006/relationships/slideLayout" Target="../slideLayouts/slideLayout344.xml"/><Relationship Id="rId3" Type="http://schemas.openxmlformats.org/officeDocument/2006/relationships/slideLayout" Target="../slideLayouts/slideLayout343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342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357.xml"/><Relationship Id="rId16" Type="http://schemas.openxmlformats.org/officeDocument/2006/relationships/slideLayout" Target="../slideLayouts/slideLayout356.xml"/><Relationship Id="rId15" Type="http://schemas.openxmlformats.org/officeDocument/2006/relationships/slideLayout" Target="../slideLayouts/slideLayout355.xml"/><Relationship Id="rId14" Type="http://schemas.openxmlformats.org/officeDocument/2006/relationships/slideLayout" Target="../slideLayouts/slideLayout354.xml"/><Relationship Id="rId13" Type="http://schemas.openxmlformats.org/officeDocument/2006/relationships/slideLayout" Target="../slideLayouts/slideLayout353.xml"/><Relationship Id="rId12" Type="http://schemas.openxmlformats.org/officeDocument/2006/relationships/slideLayout" Target="../slideLayouts/slideLayout352.xml"/><Relationship Id="rId11" Type="http://schemas.openxmlformats.org/officeDocument/2006/relationships/slideLayout" Target="../slideLayouts/slideLayout351.xml"/><Relationship Id="rId10" Type="http://schemas.openxmlformats.org/officeDocument/2006/relationships/slideLayout" Target="../slideLayouts/slideLayout350.xml"/><Relationship Id="rId1" Type="http://schemas.openxmlformats.org/officeDocument/2006/relationships/slideLayout" Target="../slideLayouts/slideLayout34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6.xml"/><Relationship Id="rId8" Type="http://schemas.openxmlformats.org/officeDocument/2006/relationships/slideLayout" Target="../slideLayouts/slideLayout365.xml"/><Relationship Id="rId7" Type="http://schemas.openxmlformats.org/officeDocument/2006/relationships/slideLayout" Target="../slideLayouts/slideLayout364.xml"/><Relationship Id="rId6" Type="http://schemas.openxmlformats.org/officeDocument/2006/relationships/slideLayout" Target="../slideLayouts/slideLayout363.xml"/><Relationship Id="rId5" Type="http://schemas.openxmlformats.org/officeDocument/2006/relationships/slideLayout" Target="../slideLayouts/slideLayout362.xml"/><Relationship Id="rId4" Type="http://schemas.openxmlformats.org/officeDocument/2006/relationships/slideLayout" Target="../slideLayouts/slideLayout361.xml"/><Relationship Id="rId3" Type="http://schemas.openxmlformats.org/officeDocument/2006/relationships/slideLayout" Target="../slideLayouts/slideLayout360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359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374.xml"/><Relationship Id="rId16" Type="http://schemas.openxmlformats.org/officeDocument/2006/relationships/slideLayout" Target="../slideLayouts/slideLayout373.xml"/><Relationship Id="rId15" Type="http://schemas.openxmlformats.org/officeDocument/2006/relationships/slideLayout" Target="../slideLayouts/slideLayout372.xml"/><Relationship Id="rId14" Type="http://schemas.openxmlformats.org/officeDocument/2006/relationships/slideLayout" Target="../slideLayouts/slideLayout371.xml"/><Relationship Id="rId13" Type="http://schemas.openxmlformats.org/officeDocument/2006/relationships/slideLayout" Target="../slideLayouts/slideLayout370.xml"/><Relationship Id="rId12" Type="http://schemas.openxmlformats.org/officeDocument/2006/relationships/slideLayout" Target="../slideLayouts/slideLayout369.xml"/><Relationship Id="rId11" Type="http://schemas.openxmlformats.org/officeDocument/2006/relationships/slideLayout" Target="../slideLayouts/slideLayout368.xml"/><Relationship Id="rId10" Type="http://schemas.openxmlformats.org/officeDocument/2006/relationships/slideLayout" Target="../slideLayouts/slideLayout367.xml"/><Relationship Id="rId1" Type="http://schemas.openxmlformats.org/officeDocument/2006/relationships/slideLayout" Target="../slideLayouts/slideLayout358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3.xml"/><Relationship Id="rId8" Type="http://schemas.openxmlformats.org/officeDocument/2006/relationships/slideLayout" Target="../slideLayouts/slideLayout382.xml"/><Relationship Id="rId7" Type="http://schemas.openxmlformats.org/officeDocument/2006/relationships/slideLayout" Target="../slideLayouts/slideLayout381.xml"/><Relationship Id="rId6" Type="http://schemas.openxmlformats.org/officeDocument/2006/relationships/slideLayout" Target="../slideLayouts/slideLayout380.xml"/><Relationship Id="rId5" Type="http://schemas.openxmlformats.org/officeDocument/2006/relationships/slideLayout" Target="../slideLayouts/slideLayout379.xml"/><Relationship Id="rId4" Type="http://schemas.openxmlformats.org/officeDocument/2006/relationships/slideLayout" Target="../slideLayouts/slideLayout378.xml"/><Relationship Id="rId3" Type="http://schemas.openxmlformats.org/officeDocument/2006/relationships/slideLayout" Target="../slideLayouts/slideLayout377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376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391.xml"/><Relationship Id="rId16" Type="http://schemas.openxmlformats.org/officeDocument/2006/relationships/slideLayout" Target="../slideLayouts/slideLayout390.xml"/><Relationship Id="rId15" Type="http://schemas.openxmlformats.org/officeDocument/2006/relationships/slideLayout" Target="../slideLayouts/slideLayout389.xml"/><Relationship Id="rId14" Type="http://schemas.openxmlformats.org/officeDocument/2006/relationships/slideLayout" Target="../slideLayouts/slideLayout388.xml"/><Relationship Id="rId13" Type="http://schemas.openxmlformats.org/officeDocument/2006/relationships/slideLayout" Target="../slideLayouts/slideLayout387.xml"/><Relationship Id="rId12" Type="http://schemas.openxmlformats.org/officeDocument/2006/relationships/slideLayout" Target="../slideLayouts/slideLayout386.xml"/><Relationship Id="rId11" Type="http://schemas.openxmlformats.org/officeDocument/2006/relationships/slideLayout" Target="../slideLayouts/slideLayout385.xml"/><Relationship Id="rId10" Type="http://schemas.openxmlformats.org/officeDocument/2006/relationships/slideLayout" Target="../slideLayouts/slideLayout384.xml"/><Relationship Id="rId1" Type="http://schemas.openxmlformats.org/officeDocument/2006/relationships/slideLayout" Target="../slideLayouts/slideLayout375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0.xml"/><Relationship Id="rId8" Type="http://schemas.openxmlformats.org/officeDocument/2006/relationships/slideLayout" Target="../slideLayouts/slideLayout399.xml"/><Relationship Id="rId7" Type="http://schemas.openxmlformats.org/officeDocument/2006/relationships/slideLayout" Target="../slideLayouts/slideLayout398.xml"/><Relationship Id="rId6" Type="http://schemas.openxmlformats.org/officeDocument/2006/relationships/slideLayout" Target="../slideLayouts/slideLayout397.xml"/><Relationship Id="rId5" Type="http://schemas.openxmlformats.org/officeDocument/2006/relationships/slideLayout" Target="../slideLayouts/slideLayout396.xml"/><Relationship Id="rId4" Type="http://schemas.openxmlformats.org/officeDocument/2006/relationships/slideLayout" Target="../slideLayouts/slideLayout395.xml"/><Relationship Id="rId3" Type="http://schemas.openxmlformats.org/officeDocument/2006/relationships/slideLayout" Target="../slideLayouts/slideLayout394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393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408.xml"/><Relationship Id="rId16" Type="http://schemas.openxmlformats.org/officeDocument/2006/relationships/slideLayout" Target="../slideLayouts/slideLayout407.xml"/><Relationship Id="rId15" Type="http://schemas.openxmlformats.org/officeDocument/2006/relationships/slideLayout" Target="../slideLayouts/slideLayout406.xml"/><Relationship Id="rId14" Type="http://schemas.openxmlformats.org/officeDocument/2006/relationships/slideLayout" Target="../slideLayouts/slideLayout405.xml"/><Relationship Id="rId13" Type="http://schemas.openxmlformats.org/officeDocument/2006/relationships/slideLayout" Target="../slideLayouts/slideLayout404.xml"/><Relationship Id="rId12" Type="http://schemas.openxmlformats.org/officeDocument/2006/relationships/slideLayout" Target="../slideLayouts/slideLayout403.xml"/><Relationship Id="rId11" Type="http://schemas.openxmlformats.org/officeDocument/2006/relationships/slideLayout" Target="../slideLayouts/slideLayout402.xml"/><Relationship Id="rId10" Type="http://schemas.openxmlformats.org/officeDocument/2006/relationships/slideLayout" Target="../slideLayouts/slideLayout401.xml"/><Relationship Id="rId1" Type="http://schemas.openxmlformats.org/officeDocument/2006/relationships/slideLayout" Target="../slideLayouts/slideLayout392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7.xml"/><Relationship Id="rId8" Type="http://schemas.openxmlformats.org/officeDocument/2006/relationships/slideLayout" Target="../slideLayouts/slideLayout416.xml"/><Relationship Id="rId7" Type="http://schemas.openxmlformats.org/officeDocument/2006/relationships/slideLayout" Target="../slideLayouts/slideLayout415.xml"/><Relationship Id="rId6" Type="http://schemas.openxmlformats.org/officeDocument/2006/relationships/slideLayout" Target="../slideLayouts/slideLayout414.xml"/><Relationship Id="rId5" Type="http://schemas.openxmlformats.org/officeDocument/2006/relationships/slideLayout" Target="../slideLayouts/slideLayout413.xml"/><Relationship Id="rId4" Type="http://schemas.openxmlformats.org/officeDocument/2006/relationships/slideLayout" Target="../slideLayouts/slideLayout412.xml"/><Relationship Id="rId3" Type="http://schemas.openxmlformats.org/officeDocument/2006/relationships/slideLayout" Target="../slideLayouts/slideLayout411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410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425.xml"/><Relationship Id="rId16" Type="http://schemas.openxmlformats.org/officeDocument/2006/relationships/slideLayout" Target="../slideLayouts/slideLayout424.xml"/><Relationship Id="rId15" Type="http://schemas.openxmlformats.org/officeDocument/2006/relationships/slideLayout" Target="../slideLayouts/slideLayout423.xml"/><Relationship Id="rId14" Type="http://schemas.openxmlformats.org/officeDocument/2006/relationships/slideLayout" Target="../slideLayouts/slideLayout422.xml"/><Relationship Id="rId13" Type="http://schemas.openxmlformats.org/officeDocument/2006/relationships/slideLayout" Target="../slideLayouts/slideLayout421.xml"/><Relationship Id="rId12" Type="http://schemas.openxmlformats.org/officeDocument/2006/relationships/slideLayout" Target="../slideLayouts/slideLayout420.xml"/><Relationship Id="rId11" Type="http://schemas.openxmlformats.org/officeDocument/2006/relationships/slideLayout" Target="../slideLayouts/slideLayout419.xml"/><Relationship Id="rId10" Type="http://schemas.openxmlformats.org/officeDocument/2006/relationships/slideLayout" Target="../slideLayouts/slideLayout418.xml"/><Relationship Id="rId1" Type="http://schemas.openxmlformats.org/officeDocument/2006/relationships/slideLayout" Target="../slideLayouts/slideLayout409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4.xml"/><Relationship Id="rId8" Type="http://schemas.openxmlformats.org/officeDocument/2006/relationships/slideLayout" Target="../slideLayouts/slideLayout433.xml"/><Relationship Id="rId7" Type="http://schemas.openxmlformats.org/officeDocument/2006/relationships/slideLayout" Target="../slideLayouts/slideLayout432.xml"/><Relationship Id="rId6" Type="http://schemas.openxmlformats.org/officeDocument/2006/relationships/slideLayout" Target="../slideLayouts/slideLayout431.xml"/><Relationship Id="rId5" Type="http://schemas.openxmlformats.org/officeDocument/2006/relationships/slideLayout" Target="../slideLayouts/slideLayout430.xml"/><Relationship Id="rId4" Type="http://schemas.openxmlformats.org/officeDocument/2006/relationships/slideLayout" Target="../slideLayouts/slideLayout429.xml"/><Relationship Id="rId3" Type="http://schemas.openxmlformats.org/officeDocument/2006/relationships/slideLayout" Target="../slideLayouts/slideLayout428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427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442.xml"/><Relationship Id="rId16" Type="http://schemas.openxmlformats.org/officeDocument/2006/relationships/slideLayout" Target="../slideLayouts/slideLayout441.xml"/><Relationship Id="rId15" Type="http://schemas.openxmlformats.org/officeDocument/2006/relationships/slideLayout" Target="../slideLayouts/slideLayout440.xml"/><Relationship Id="rId14" Type="http://schemas.openxmlformats.org/officeDocument/2006/relationships/slideLayout" Target="../slideLayouts/slideLayout439.xml"/><Relationship Id="rId13" Type="http://schemas.openxmlformats.org/officeDocument/2006/relationships/slideLayout" Target="../slideLayouts/slideLayout438.xml"/><Relationship Id="rId12" Type="http://schemas.openxmlformats.org/officeDocument/2006/relationships/slideLayout" Target="../slideLayouts/slideLayout437.xml"/><Relationship Id="rId11" Type="http://schemas.openxmlformats.org/officeDocument/2006/relationships/slideLayout" Target="../slideLayouts/slideLayout436.xml"/><Relationship Id="rId10" Type="http://schemas.openxmlformats.org/officeDocument/2006/relationships/slideLayout" Target="../slideLayouts/slideLayout435.xml"/><Relationship Id="rId1" Type="http://schemas.openxmlformats.org/officeDocument/2006/relationships/slideLayout" Target="../slideLayouts/slideLayout426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1.xml"/><Relationship Id="rId8" Type="http://schemas.openxmlformats.org/officeDocument/2006/relationships/slideLayout" Target="../slideLayouts/slideLayout450.xml"/><Relationship Id="rId7" Type="http://schemas.openxmlformats.org/officeDocument/2006/relationships/slideLayout" Target="../slideLayouts/slideLayout449.xml"/><Relationship Id="rId6" Type="http://schemas.openxmlformats.org/officeDocument/2006/relationships/slideLayout" Target="../slideLayouts/slideLayout448.xml"/><Relationship Id="rId5" Type="http://schemas.openxmlformats.org/officeDocument/2006/relationships/slideLayout" Target="../slideLayouts/slideLayout447.xml"/><Relationship Id="rId4" Type="http://schemas.openxmlformats.org/officeDocument/2006/relationships/slideLayout" Target="../slideLayouts/slideLayout446.xml"/><Relationship Id="rId3" Type="http://schemas.openxmlformats.org/officeDocument/2006/relationships/slideLayout" Target="../slideLayouts/slideLayout445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444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459.xml"/><Relationship Id="rId16" Type="http://schemas.openxmlformats.org/officeDocument/2006/relationships/slideLayout" Target="../slideLayouts/slideLayout458.xml"/><Relationship Id="rId15" Type="http://schemas.openxmlformats.org/officeDocument/2006/relationships/slideLayout" Target="../slideLayouts/slideLayout457.xml"/><Relationship Id="rId14" Type="http://schemas.openxmlformats.org/officeDocument/2006/relationships/slideLayout" Target="../slideLayouts/slideLayout456.xml"/><Relationship Id="rId13" Type="http://schemas.openxmlformats.org/officeDocument/2006/relationships/slideLayout" Target="../slideLayouts/slideLayout455.xml"/><Relationship Id="rId12" Type="http://schemas.openxmlformats.org/officeDocument/2006/relationships/slideLayout" Target="../slideLayouts/slideLayout454.xml"/><Relationship Id="rId11" Type="http://schemas.openxmlformats.org/officeDocument/2006/relationships/slideLayout" Target="../slideLayouts/slideLayout453.xml"/><Relationship Id="rId10" Type="http://schemas.openxmlformats.org/officeDocument/2006/relationships/slideLayout" Target="../slideLayouts/slideLayout452.xml"/><Relationship Id="rId1" Type="http://schemas.openxmlformats.org/officeDocument/2006/relationships/slideLayout" Target="../slideLayouts/slideLayout443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8.xml"/><Relationship Id="rId8" Type="http://schemas.openxmlformats.org/officeDocument/2006/relationships/slideLayout" Target="../slideLayouts/slideLayout467.xml"/><Relationship Id="rId7" Type="http://schemas.openxmlformats.org/officeDocument/2006/relationships/slideLayout" Target="../slideLayouts/slideLayout466.xml"/><Relationship Id="rId6" Type="http://schemas.openxmlformats.org/officeDocument/2006/relationships/slideLayout" Target="../slideLayouts/slideLayout465.xml"/><Relationship Id="rId5" Type="http://schemas.openxmlformats.org/officeDocument/2006/relationships/slideLayout" Target="../slideLayouts/slideLayout464.xml"/><Relationship Id="rId4" Type="http://schemas.openxmlformats.org/officeDocument/2006/relationships/slideLayout" Target="../slideLayouts/slideLayout463.xml"/><Relationship Id="rId3" Type="http://schemas.openxmlformats.org/officeDocument/2006/relationships/slideLayout" Target="../slideLayouts/slideLayout462.xml"/><Relationship Id="rId20" Type="http://schemas.openxmlformats.org/officeDocument/2006/relationships/theme" Target="../theme/theme28.xml"/><Relationship Id="rId2" Type="http://schemas.openxmlformats.org/officeDocument/2006/relationships/slideLayout" Target="../slideLayouts/slideLayout461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476.xml"/><Relationship Id="rId16" Type="http://schemas.openxmlformats.org/officeDocument/2006/relationships/slideLayout" Target="../slideLayouts/slideLayout475.xml"/><Relationship Id="rId15" Type="http://schemas.openxmlformats.org/officeDocument/2006/relationships/slideLayout" Target="../slideLayouts/slideLayout474.xml"/><Relationship Id="rId14" Type="http://schemas.openxmlformats.org/officeDocument/2006/relationships/slideLayout" Target="../slideLayouts/slideLayout473.xml"/><Relationship Id="rId13" Type="http://schemas.openxmlformats.org/officeDocument/2006/relationships/slideLayout" Target="../slideLayouts/slideLayout472.xml"/><Relationship Id="rId12" Type="http://schemas.openxmlformats.org/officeDocument/2006/relationships/slideLayout" Target="../slideLayouts/slideLayout471.xml"/><Relationship Id="rId11" Type="http://schemas.openxmlformats.org/officeDocument/2006/relationships/slideLayout" Target="../slideLayouts/slideLayout470.xml"/><Relationship Id="rId10" Type="http://schemas.openxmlformats.org/officeDocument/2006/relationships/slideLayout" Target="../slideLayouts/slideLayout469.xml"/><Relationship Id="rId1" Type="http://schemas.openxmlformats.org/officeDocument/2006/relationships/slideLayout" Target="../slideLayouts/slideLayout460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5.xml"/><Relationship Id="rId8" Type="http://schemas.openxmlformats.org/officeDocument/2006/relationships/slideLayout" Target="../slideLayouts/slideLayout484.xml"/><Relationship Id="rId7" Type="http://schemas.openxmlformats.org/officeDocument/2006/relationships/slideLayout" Target="../slideLayouts/slideLayout483.xml"/><Relationship Id="rId6" Type="http://schemas.openxmlformats.org/officeDocument/2006/relationships/slideLayout" Target="../slideLayouts/slideLayout482.xml"/><Relationship Id="rId5" Type="http://schemas.openxmlformats.org/officeDocument/2006/relationships/slideLayout" Target="../slideLayouts/slideLayout481.xml"/><Relationship Id="rId4" Type="http://schemas.openxmlformats.org/officeDocument/2006/relationships/slideLayout" Target="../slideLayouts/slideLayout480.xml"/><Relationship Id="rId3" Type="http://schemas.openxmlformats.org/officeDocument/2006/relationships/slideLayout" Target="../slideLayouts/slideLayout479.xml"/><Relationship Id="rId20" Type="http://schemas.openxmlformats.org/officeDocument/2006/relationships/theme" Target="../theme/theme29.xml"/><Relationship Id="rId2" Type="http://schemas.openxmlformats.org/officeDocument/2006/relationships/slideLayout" Target="../slideLayouts/slideLayout478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493.xml"/><Relationship Id="rId16" Type="http://schemas.openxmlformats.org/officeDocument/2006/relationships/slideLayout" Target="../slideLayouts/slideLayout492.xml"/><Relationship Id="rId15" Type="http://schemas.openxmlformats.org/officeDocument/2006/relationships/slideLayout" Target="../slideLayouts/slideLayout491.xml"/><Relationship Id="rId14" Type="http://schemas.openxmlformats.org/officeDocument/2006/relationships/slideLayout" Target="../slideLayouts/slideLayout490.xml"/><Relationship Id="rId13" Type="http://schemas.openxmlformats.org/officeDocument/2006/relationships/slideLayout" Target="../slideLayouts/slideLayout489.xml"/><Relationship Id="rId12" Type="http://schemas.openxmlformats.org/officeDocument/2006/relationships/slideLayout" Target="../slideLayouts/slideLayout488.xml"/><Relationship Id="rId11" Type="http://schemas.openxmlformats.org/officeDocument/2006/relationships/slideLayout" Target="../slideLayouts/slideLayout487.xml"/><Relationship Id="rId10" Type="http://schemas.openxmlformats.org/officeDocument/2006/relationships/slideLayout" Target="../slideLayouts/slideLayout486.xml"/><Relationship Id="rId1" Type="http://schemas.openxmlformats.org/officeDocument/2006/relationships/slideLayout" Target="../slideLayouts/slideLayout477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2.xml"/><Relationship Id="rId8" Type="http://schemas.openxmlformats.org/officeDocument/2006/relationships/slideLayout" Target="../slideLayouts/slideLayout501.xml"/><Relationship Id="rId7" Type="http://schemas.openxmlformats.org/officeDocument/2006/relationships/slideLayout" Target="../slideLayouts/slideLayout500.xml"/><Relationship Id="rId6" Type="http://schemas.openxmlformats.org/officeDocument/2006/relationships/slideLayout" Target="../slideLayouts/slideLayout499.xml"/><Relationship Id="rId5" Type="http://schemas.openxmlformats.org/officeDocument/2006/relationships/slideLayout" Target="../slideLayouts/slideLayout498.xml"/><Relationship Id="rId4" Type="http://schemas.openxmlformats.org/officeDocument/2006/relationships/slideLayout" Target="../slideLayouts/slideLayout497.xml"/><Relationship Id="rId3" Type="http://schemas.openxmlformats.org/officeDocument/2006/relationships/slideLayout" Target="../slideLayouts/slideLayout496.xml"/><Relationship Id="rId20" Type="http://schemas.openxmlformats.org/officeDocument/2006/relationships/theme" Target="../theme/theme30.xml"/><Relationship Id="rId2" Type="http://schemas.openxmlformats.org/officeDocument/2006/relationships/slideLayout" Target="../slideLayouts/slideLayout495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510.xml"/><Relationship Id="rId16" Type="http://schemas.openxmlformats.org/officeDocument/2006/relationships/slideLayout" Target="../slideLayouts/slideLayout509.xml"/><Relationship Id="rId15" Type="http://schemas.openxmlformats.org/officeDocument/2006/relationships/slideLayout" Target="../slideLayouts/slideLayout508.xml"/><Relationship Id="rId14" Type="http://schemas.openxmlformats.org/officeDocument/2006/relationships/slideLayout" Target="../slideLayouts/slideLayout507.xml"/><Relationship Id="rId13" Type="http://schemas.openxmlformats.org/officeDocument/2006/relationships/slideLayout" Target="../slideLayouts/slideLayout506.xml"/><Relationship Id="rId12" Type="http://schemas.openxmlformats.org/officeDocument/2006/relationships/slideLayout" Target="../slideLayouts/slideLayout505.xml"/><Relationship Id="rId11" Type="http://schemas.openxmlformats.org/officeDocument/2006/relationships/slideLayout" Target="../slideLayouts/slideLayout504.xml"/><Relationship Id="rId10" Type="http://schemas.openxmlformats.org/officeDocument/2006/relationships/slideLayout" Target="../slideLayouts/slideLayout503.xml"/><Relationship Id="rId1" Type="http://schemas.openxmlformats.org/officeDocument/2006/relationships/slideLayout" Target="../slideLayouts/slideLayout494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9.xml"/><Relationship Id="rId8" Type="http://schemas.openxmlformats.org/officeDocument/2006/relationships/slideLayout" Target="../slideLayouts/slideLayout518.xml"/><Relationship Id="rId7" Type="http://schemas.openxmlformats.org/officeDocument/2006/relationships/slideLayout" Target="../slideLayouts/slideLayout517.xml"/><Relationship Id="rId6" Type="http://schemas.openxmlformats.org/officeDocument/2006/relationships/slideLayout" Target="../slideLayouts/slideLayout516.xml"/><Relationship Id="rId5" Type="http://schemas.openxmlformats.org/officeDocument/2006/relationships/slideLayout" Target="../slideLayouts/slideLayout515.xml"/><Relationship Id="rId4" Type="http://schemas.openxmlformats.org/officeDocument/2006/relationships/slideLayout" Target="../slideLayouts/slideLayout514.xml"/><Relationship Id="rId3" Type="http://schemas.openxmlformats.org/officeDocument/2006/relationships/slideLayout" Target="../slideLayouts/slideLayout513.xml"/><Relationship Id="rId20" Type="http://schemas.openxmlformats.org/officeDocument/2006/relationships/theme" Target="../theme/theme31.xml"/><Relationship Id="rId2" Type="http://schemas.openxmlformats.org/officeDocument/2006/relationships/slideLayout" Target="../slideLayouts/slideLayout512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527.xml"/><Relationship Id="rId16" Type="http://schemas.openxmlformats.org/officeDocument/2006/relationships/slideLayout" Target="../slideLayouts/slideLayout526.xml"/><Relationship Id="rId15" Type="http://schemas.openxmlformats.org/officeDocument/2006/relationships/slideLayout" Target="../slideLayouts/slideLayout525.xml"/><Relationship Id="rId14" Type="http://schemas.openxmlformats.org/officeDocument/2006/relationships/slideLayout" Target="../slideLayouts/slideLayout524.xml"/><Relationship Id="rId13" Type="http://schemas.openxmlformats.org/officeDocument/2006/relationships/slideLayout" Target="../slideLayouts/slideLayout523.xml"/><Relationship Id="rId12" Type="http://schemas.openxmlformats.org/officeDocument/2006/relationships/slideLayout" Target="../slideLayouts/slideLayout522.xml"/><Relationship Id="rId11" Type="http://schemas.openxmlformats.org/officeDocument/2006/relationships/slideLayout" Target="../slideLayouts/slideLayout521.xml"/><Relationship Id="rId10" Type="http://schemas.openxmlformats.org/officeDocument/2006/relationships/slideLayout" Target="../slideLayouts/slideLayout520.xml"/><Relationship Id="rId1" Type="http://schemas.openxmlformats.org/officeDocument/2006/relationships/slideLayout" Target="../slideLayouts/slideLayout51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6.xml"/><Relationship Id="rId8" Type="http://schemas.openxmlformats.org/officeDocument/2006/relationships/slideLayout" Target="../slideLayouts/slideLayout535.xml"/><Relationship Id="rId7" Type="http://schemas.openxmlformats.org/officeDocument/2006/relationships/slideLayout" Target="../slideLayouts/slideLayout534.xml"/><Relationship Id="rId6" Type="http://schemas.openxmlformats.org/officeDocument/2006/relationships/slideLayout" Target="../slideLayouts/slideLayout533.xml"/><Relationship Id="rId5" Type="http://schemas.openxmlformats.org/officeDocument/2006/relationships/slideLayout" Target="../slideLayouts/slideLayout532.xml"/><Relationship Id="rId4" Type="http://schemas.openxmlformats.org/officeDocument/2006/relationships/slideLayout" Target="../slideLayouts/slideLayout531.xml"/><Relationship Id="rId3" Type="http://schemas.openxmlformats.org/officeDocument/2006/relationships/slideLayout" Target="../slideLayouts/slideLayout530.xml"/><Relationship Id="rId20" Type="http://schemas.openxmlformats.org/officeDocument/2006/relationships/theme" Target="../theme/theme32.xml"/><Relationship Id="rId2" Type="http://schemas.openxmlformats.org/officeDocument/2006/relationships/slideLayout" Target="../slideLayouts/slideLayout529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544.xml"/><Relationship Id="rId16" Type="http://schemas.openxmlformats.org/officeDocument/2006/relationships/slideLayout" Target="../slideLayouts/slideLayout543.xml"/><Relationship Id="rId15" Type="http://schemas.openxmlformats.org/officeDocument/2006/relationships/slideLayout" Target="../slideLayouts/slideLayout542.xml"/><Relationship Id="rId14" Type="http://schemas.openxmlformats.org/officeDocument/2006/relationships/slideLayout" Target="../slideLayouts/slideLayout541.xml"/><Relationship Id="rId13" Type="http://schemas.openxmlformats.org/officeDocument/2006/relationships/slideLayout" Target="../slideLayouts/slideLayout540.xml"/><Relationship Id="rId12" Type="http://schemas.openxmlformats.org/officeDocument/2006/relationships/slideLayout" Target="../slideLayouts/slideLayout539.xml"/><Relationship Id="rId11" Type="http://schemas.openxmlformats.org/officeDocument/2006/relationships/slideLayout" Target="../slideLayouts/slideLayout538.xml"/><Relationship Id="rId10" Type="http://schemas.openxmlformats.org/officeDocument/2006/relationships/slideLayout" Target="../slideLayouts/slideLayout537.xml"/><Relationship Id="rId1" Type="http://schemas.openxmlformats.org/officeDocument/2006/relationships/slideLayout" Target="../slideLayouts/slideLayout528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3.xml"/><Relationship Id="rId8" Type="http://schemas.openxmlformats.org/officeDocument/2006/relationships/slideLayout" Target="../slideLayouts/slideLayout552.xml"/><Relationship Id="rId7" Type="http://schemas.openxmlformats.org/officeDocument/2006/relationships/slideLayout" Target="../slideLayouts/slideLayout551.xml"/><Relationship Id="rId6" Type="http://schemas.openxmlformats.org/officeDocument/2006/relationships/slideLayout" Target="../slideLayouts/slideLayout550.xml"/><Relationship Id="rId5" Type="http://schemas.openxmlformats.org/officeDocument/2006/relationships/slideLayout" Target="../slideLayouts/slideLayout549.xml"/><Relationship Id="rId4" Type="http://schemas.openxmlformats.org/officeDocument/2006/relationships/slideLayout" Target="../slideLayouts/slideLayout548.xml"/><Relationship Id="rId3" Type="http://schemas.openxmlformats.org/officeDocument/2006/relationships/slideLayout" Target="../slideLayouts/slideLayout547.xml"/><Relationship Id="rId20" Type="http://schemas.openxmlformats.org/officeDocument/2006/relationships/theme" Target="../theme/theme33.xml"/><Relationship Id="rId2" Type="http://schemas.openxmlformats.org/officeDocument/2006/relationships/slideLayout" Target="../slideLayouts/slideLayout546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561.xml"/><Relationship Id="rId16" Type="http://schemas.openxmlformats.org/officeDocument/2006/relationships/slideLayout" Target="../slideLayouts/slideLayout560.xml"/><Relationship Id="rId15" Type="http://schemas.openxmlformats.org/officeDocument/2006/relationships/slideLayout" Target="../slideLayouts/slideLayout559.xml"/><Relationship Id="rId14" Type="http://schemas.openxmlformats.org/officeDocument/2006/relationships/slideLayout" Target="../slideLayouts/slideLayout558.xml"/><Relationship Id="rId13" Type="http://schemas.openxmlformats.org/officeDocument/2006/relationships/slideLayout" Target="../slideLayouts/slideLayout557.xml"/><Relationship Id="rId12" Type="http://schemas.openxmlformats.org/officeDocument/2006/relationships/slideLayout" Target="../slideLayouts/slideLayout556.xml"/><Relationship Id="rId11" Type="http://schemas.openxmlformats.org/officeDocument/2006/relationships/slideLayout" Target="../slideLayouts/slideLayout555.xml"/><Relationship Id="rId10" Type="http://schemas.openxmlformats.org/officeDocument/2006/relationships/slideLayout" Target="../slideLayouts/slideLayout554.xml"/><Relationship Id="rId1" Type="http://schemas.openxmlformats.org/officeDocument/2006/relationships/slideLayout" Target="../slideLayouts/slideLayout545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0.xml"/><Relationship Id="rId8" Type="http://schemas.openxmlformats.org/officeDocument/2006/relationships/slideLayout" Target="../slideLayouts/slideLayout569.xml"/><Relationship Id="rId7" Type="http://schemas.openxmlformats.org/officeDocument/2006/relationships/slideLayout" Target="../slideLayouts/slideLayout568.xml"/><Relationship Id="rId6" Type="http://schemas.openxmlformats.org/officeDocument/2006/relationships/slideLayout" Target="../slideLayouts/slideLayout567.xml"/><Relationship Id="rId5" Type="http://schemas.openxmlformats.org/officeDocument/2006/relationships/slideLayout" Target="../slideLayouts/slideLayout566.xml"/><Relationship Id="rId4" Type="http://schemas.openxmlformats.org/officeDocument/2006/relationships/slideLayout" Target="../slideLayouts/slideLayout565.xml"/><Relationship Id="rId3" Type="http://schemas.openxmlformats.org/officeDocument/2006/relationships/slideLayout" Target="../slideLayouts/slideLayout564.xml"/><Relationship Id="rId20" Type="http://schemas.openxmlformats.org/officeDocument/2006/relationships/theme" Target="../theme/theme34.xml"/><Relationship Id="rId2" Type="http://schemas.openxmlformats.org/officeDocument/2006/relationships/slideLayout" Target="../slideLayouts/slideLayout563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578.xml"/><Relationship Id="rId16" Type="http://schemas.openxmlformats.org/officeDocument/2006/relationships/slideLayout" Target="../slideLayouts/slideLayout577.xml"/><Relationship Id="rId15" Type="http://schemas.openxmlformats.org/officeDocument/2006/relationships/slideLayout" Target="../slideLayouts/slideLayout576.xml"/><Relationship Id="rId14" Type="http://schemas.openxmlformats.org/officeDocument/2006/relationships/slideLayout" Target="../slideLayouts/slideLayout575.xml"/><Relationship Id="rId13" Type="http://schemas.openxmlformats.org/officeDocument/2006/relationships/slideLayout" Target="../slideLayouts/slideLayout574.xml"/><Relationship Id="rId12" Type="http://schemas.openxmlformats.org/officeDocument/2006/relationships/slideLayout" Target="../slideLayouts/slideLayout573.xml"/><Relationship Id="rId11" Type="http://schemas.openxmlformats.org/officeDocument/2006/relationships/slideLayout" Target="../slideLayouts/slideLayout572.xml"/><Relationship Id="rId10" Type="http://schemas.openxmlformats.org/officeDocument/2006/relationships/slideLayout" Target="../slideLayouts/slideLayout571.xml"/><Relationship Id="rId1" Type="http://schemas.openxmlformats.org/officeDocument/2006/relationships/slideLayout" Target="../slideLayouts/slideLayout562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87.xml"/><Relationship Id="rId8" Type="http://schemas.openxmlformats.org/officeDocument/2006/relationships/slideLayout" Target="../slideLayouts/slideLayout586.xml"/><Relationship Id="rId7" Type="http://schemas.openxmlformats.org/officeDocument/2006/relationships/slideLayout" Target="../slideLayouts/slideLayout585.xml"/><Relationship Id="rId6" Type="http://schemas.openxmlformats.org/officeDocument/2006/relationships/slideLayout" Target="../slideLayouts/slideLayout584.xml"/><Relationship Id="rId5" Type="http://schemas.openxmlformats.org/officeDocument/2006/relationships/slideLayout" Target="../slideLayouts/slideLayout583.xml"/><Relationship Id="rId4" Type="http://schemas.openxmlformats.org/officeDocument/2006/relationships/slideLayout" Target="../slideLayouts/slideLayout582.xml"/><Relationship Id="rId3" Type="http://schemas.openxmlformats.org/officeDocument/2006/relationships/slideLayout" Target="../slideLayouts/slideLayout581.xml"/><Relationship Id="rId20" Type="http://schemas.openxmlformats.org/officeDocument/2006/relationships/theme" Target="../theme/theme35.xml"/><Relationship Id="rId2" Type="http://schemas.openxmlformats.org/officeDocument/2006/relationships/slideLayout" Target="../slideLayouts/slideLayout580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595.xml"/><Relationship Id="rId16" Type="http://schemas.openxmlformats.org/officeDocument/2006/relationships/slideLayout" Target="../slideLayouts/slideLayout594.xml"/><Relationship Id="rId15" Type="http://schemas.openxmlformats.org/officeDocument/2006/relationships/slideLayout" Target="../slideLayouts/slideLayout593.xml"/><Relationship Id="rId14" Type="http://schemas.openxmlformats.org/officeDocument/2006/relationships/slideLayout" Target="../slideLayouts/slideLayout592.xml"/><Relationship Id="rId13" Type="http://schemas.openxmlformats.org/officeDocument/2006/relationships/slideLayout" Target="../slideLayouts/slideLayout591.xml"/><Relationship Id="rId12" Type="http://schemas.openxmlformats.org/officeDocument/2006/relationships/slideLayout" Target="../slideLayouts/slideLayout590.xml"/><Relationship Id="rId11" Type="http://schemas.openxmlformats.org/officeDocument/2006/relationships/slideLayout" Target="../slideLayouts/slideLayout589.xml"/><Relationship Id="rId10" Type="http://schemas.openxmlformats.org/officeDocument/2006/relationships/slideLayout" Target="../slideLayouts/slideLayout588.xml"/><Relationship Id="rId1" Type="http://schemas.openxmlformats.org/officeDocument/2006/relationships/slideLayout" Target="../slideLayouts/slideLayout579.xml"/></Relationships>
</file>

<file path=ppt/slideMasters/_rels/slideMaster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04.xml"/><Relationship Id="rId8" Type="http://schemas.openxmlformats.org/officeDocument/2006/relationships/slideLayout" Target="../slideLayouts/slideLayout603.xml"/><Relationship Id="rId7" Type="http://schemas.openxmlformats.org/officeDocument/2006/relationships/slideLayout" Target="../slideLayouts/slideLayout602.xml"/><Relationship Id="rId6" Type="http://schemas.openxmlformats.org/officeDocument/2006/relationships/slideLayout" Target="../slideLayouts/slideLayout601.xml"/><Relationship Id="rId5" Type="http://schemas.openxmlformats.org/officeDocument/2006/relationships/slideLayout" Target="../slideLayouts/slideLayout600.xml"/><Relationship Id="rId4" Type="http://schemas.openxmlformats.org/officeDocument/2006/relationships/slideLayout" Target="../slideLayouts/slideLayout599.xml"/><Relationship Id="rId3" Type="http://schemas.openxmlformats.org/officeDocument/2006/relationships/slideLayout" Target="../slideLayouts/slideLayout598.xml"/><Relationship Id="rId20" Type="http://schemas.openxmlformats.org/officeDocument/2006/relationships/theme" Target="../theme/theme36.xml"/><Relationship Id="rId2" Type="http://schemas.openxmlformats.org/officeDocument/2006/relationships/slideLayout" Target="../slideLayouts/slideLayout597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612.xml"/><Relationship Id="rId16" Type="http://schemas.openxmlformats.org/officeDocument/2006/relationships/slideLayout" Target="../slideLayouts/slideLayout611.xml"/><Relationship Id="rId15" Type="http://schemas.openxmlformats.org/officeDocument/2006/relationships/slideLayout" Target="../slideLayouts/slideLayout610.xml"/><Relationship Id="rId14" Type="http://schemas.openxmlformats.org/officeDocument/2006/relationships/slideLayout" Target="../slideLayouts/slideLayout609.xml"/><Relationship Id="rId13" Type="http://schemas.openxmlformats.org/officeDocument/2006/relationships/slideLayout" Target="../slideLayouts/slideLayout608.xml"/><Relationship Id="rId12" Type="http://schemas.openxmlformats.org/officeDocument/2006/relationships/slideLayout" Target="../slideLayouts/slideLayout607.xml"/><Relationship Id="rId11" Type="http://schemas.openxmlformats.org/officeDocument/2006/relationships/slideLayout" Target="../slideLayouts/slideLayout606.xml"/><Relationship Id="rId10" Type="http://schemas.openxmlformats.org/officeDocument/2006/relationships/slideLayout" Target="../slideLayouts/slideLayout605.xml"/><Relationship Id="rId1" Type="http://schemas.openxmlformats.org/officeDocument/2006/relationships/slideLayout" Target="../slideLayouts/slideLayout596.xml"/></Relationships>
</file>

<file path=ppt/slideMasters/_rels/slideMaster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21.xml"/><Relationship Id="rId8" Type="http://schemas.openxmlformats.org/officeDocument/2006/relationships/slideLayout" Target="../slideLayouts/slideLayout620.xml"/><Relationship Id="rId7" Type="http://schemas.openxmlformats.org/officeDocument/2006/relationships/slideLayout" Target="../slideLayouts/slideLayout619.xml"/><Relationship Id="rId6" Type="http://schemas.openxmlformats.org/officeDocument/2006/relationships/slideLayout" Target="../slideLayouts/slideLayout618.xml"/><Relationship Id="rId5" Type="http://schemas.openxmlformats.org/officeDocument/2006/relationships/slideLayout" Target="../slideLayouts/slideLayout617.xml"/><Relationship Id="rId4" Type="http://schemas.openxmlformats.org/officeDocument/2006/relationships/slideLayout" Target="../slideLayouts/slideLayout616.xml"/><Relationship Id="rId3" Type="http://schemas.openxmlformats.org/officeDocument/2006/relationships/slideLayout" Target="../slideLayouts/slideLayout615.xml"/><Relationship Id="rId20" Type="http://schemas.openxmlformats.org/officeDocument/2006/relationships/theme" Target="../theme/theme37.xml"/><Relationship Id="rId2" Type="http://schemas.openxmlformats.org/officeDocument/2006/relationships/slideLayout" Target="../slideLayouts/slideLayout614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629.xml"/><Relationship Id="rId16" Type="http://schemas.openxmlformats.org/officeDocument/2006/relationships/slideLayout" Target="../slideLayouts/slideLayout628.xml"/><Relationship Id="rId15" Type="http://schemas.openxmlformats.org/officeDocument/2006/relationships/slideLayout" Target="../slideLayouts/slideLayout627.xml"/><Relationship Id="rId14" Type="http://schemas.openxmlformats.org/officeDocument/2006/relationships/slideLayout" Target="../slideLayouts/slideLayout626.xml"/><Relationship Id="rId13" Type="http://schemas.openxmlformats.org/officeDocument/2006/relationships/slideLayout" Target="../slideLayouts/slideLayout625.xml"/><Relationship Id="rId12" Type="http://schemas.openxmlformats.org/officeDocument/2006/relationships/slideLayout" Target="../slideLayouts/slideLayout624.xml"/><Relationship Id="rId11" Type="http://schemas.openxmlformats.org/officeDocument/2006/relationships/slideLayout" Target="../slideLayouts/slideLayout623.xml"/><Relationship Id="rId10" Type="http://schemas.openxmlformats.org/officeDocument/2006/relationships/slideLayout" Target="../slideLayouts/slideLayout622.xml"/><Relationship Id="rId1" Type="http://schemas.openxmlformats.org/officeDocument/2006/relationships/slideLayout" Target="../slideLayouts/slideLayout613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8.xml"/><Relationship Id="rId8" Type="http://schemas.openxmlformats.org/officeDocument/2006/relationships/slideLayout" Target="../slideLayouts/slideLayout637.xml"/><Relationship Id="rId7" Type="http://schemas.openxmlformats.org/officeDocument/2006/relationships/slideLayout" Target="../slideLayouts/slideLayout636.xml"/><Relationship Id="rId6" Type="http://schemas.openxmlformats.org/officeDocument/2006/relationships/slideLayout" Target="../slideLayouts/slideLayout635.xml"/><Relationship Id="rId5" Type="http://schemas.openxmlformats.org/officeDocument/2006/relationships/slideLayout" Target="../slideLayouts/slideLayout634.xml"/><Relationship Id="rId4" Type="http://schemas.openxmlformats.org/officeDocument/2006/relationships/slideLayout" Target="../slideLayouts/slideLayout633.xml"/><Relationship Id="rId3" Type="http://schemas.openxmlformats.org/officeDocument/2006/relationships/slideLayout" Target="../slideLayouts/slideLayout632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631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646.xml"/><Relationship Id="rId16" Type="http://schemas.openxmlformats.org/officeDocument/2006/relationships/slideLayout" Target="../slideLayouts/slideLayout645.xml"/><Relationship Id="rId15" Type="http://schemas.openxmlformats.org/officeDocument/2006/relationships/slideLayout" Target="../slideLayouts/slideLayout644.xml"/><Relationship Id="rId14" Type="http://schemas.openxmlformats.org/officeDocument/2006/relationships/slideLayout" Target="../slideLayouts/slideLayout643.xml"/><Relationship Id="rId13" Type="http://schemas.openxmlformats.org/officeDocument/2006/relationships/slideLayout" Target="../slideLayouts/slideLayout642.xml"/><Relationship Id="rId12" Type="http://schemas.openxmlformats.org/officeDocument/2006/relationships/slideLayout" Target="../slideLayouts/slideLayout641.xml"/><Relationship Id="rId11" Type="http://schemas.openxmlformats.org/officeDocument/2006/relationships/slideLayout" Target="../slideLayouts/slideLayout640.xml"/><Relationship Id="rId10" Type="http://schemas.openxmlformats.org/officeDocument/2006/relationships/slideLayout" Target="../slideLayouts/slideLayout639.xml"/><Relationship Id="rId1" Type="http://schemas.openxmlformats.org/officeDocument/2006/relationships/slideLayout" Target="../slideLayouts/slideLayout630.xml"/></Relationships>
</file>

<file path=ppt/slideMasters/_rels/slideMaster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5.xml"/><Relationship Id="rId8" Type="http://schemas.openxmlformats.org/officeDocument/2006/relationships/slideLayout" Target="../slideLayouts/slideLayout654.xml"/><Relationship Id="rId7" Type="http://schemas.openxmlformats.org/officeDocument/2006/relationships/slideLayout" Target="../slideLayouts/slideLayout653.xml"/><Relationship Id="rId6" Type="http://schemas.openxmlformats.org/officeDocument/2006/relationships/slideLayout" Target="../slideLayouts/slideLayout652.xml"/><Relationship Id="rId5" Type="http://schemas.openxmlformats.org/officeDocument/2006/relationships/slideLayout" Target="../slideLayouts/slideLayout651.xml"/><Relationship Id="rId4" Type="http://schemas.openxmlformats.org/officeDocument/2006/relationships/slideLayout" Target="../slideLayouts/slideLayout650.xml"/><Relationship Id="rId3" Type="http://schemas.openxmlformats.org/officeDocument/2006/relationships/slideLayout" Target="../slideLayouts/slideLayout649.xml"/><Relationship Id="rId20" Type="http://schemas.openxmlformats.org/officeDocument/2006/relationships/theme" Target="../theme/theme39.xml"/><Relationship Id="rId2" Type="http://schemas.openxmlformats.org/officeDocument/2006/relationships/slideLayout" Target="../slideLayouts/slideLayout648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663.xml"/><Relationship Id="rId16" Type="http://schemas.openxmlformats.org/officeDocument/2006/relationships/slideLayout" Target="../slideLayouts/slideLayout662.xml"/><Relationship Id="rId15" Type="http://schemas.openxmlformats.org/officeDocument/2006/relationships/slideLayout" Target="../slideLayouts/slideLayout661.xml"/><Relationship Id="rId14" Type="http://schemas.openxmlformats.org/officeDocument/2006/relationships/slideLayout" Target="../slideLayouts/slideLayout660.xml"/><Relationship Id="rId13" Type="http://schemas.openxmlformats.org/officeDocument/2006/relationships/slideLayout" Target="../slideLayouts/slideLayout659.xml"/><Relationship Id="rId12" Type="http://schemas.openxmlformats.org/officeDocument/2006/relationships/slideLayout" Target="../slideLayouts/slideLayout658.xml"/><Relationship Id="rId11" Type="http://schemas.openxmlformats.org/officeDocument/2006/relationships/slideLayout" Target="../slideLayouts/slideLayout657.xml"/><Relationship Id="rId10" Type="http://schemas.openxmlformats.org/officeDocument/2006/relationships/slideLayout" Target="../slideLayouts/slideLayout656.xml"/><Relationship Id="rId1" Type="http://schemas.openxmlformats.org/officeDocument/2006/relationships/slideLayout" Target="../slideLayouts/slideLayout647.xml"/></Relationships>
</file>

<file path=ppt/slideMasters/_rels/slideMaster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72.xml"/><Relationship Id="rId8" Type="http://schemas.openxmlformats.org/officeDocument/2006/relationships/slideLayout" Target="../slideLayouts/slideLayout671.xml"/><Relationship Id="rId7" Type="http://schemas.openxmlformats.org/officeDocument/2006/relationships/slideLayout" Target="../slideLayouts/slideLayout670.xml"/><Relationship Id="rId6" Type="http://schemas.openxmlformats.org/officeDocument/2006/relationships/slideLayout" Target="../slideLayouts/slideLayout669.xml"/><Relationship Id="rId5" Type="http://schemas.openxmlformats.org/officeDocument/2006/relationships/slideLayout" Target="../slideLayouts/slideLayout668.xml"/><Relationship Id="rId4" Type="http://schemas.openxmlformats.org/officeDocument/2006/relationships/slideLayout" Target="../slideLayouts/slideLayout667.xml"/><Relationship Id="rId3" Type="http://schemas.openxmlformats.org/officeDocument/2006/relationships/slideLayout" Target="../slideLayouts/slideLayout666.xml"/><Relationship Id="rId20" Type="http://schemas.openxmlformats.org/officeDocument/2006/relationships/theme" Target="../theme/theme40.xml"/><Relationship Id="rId2" Type="http://schemas.openxmlformats.org/officeDocument/2006/relationships/slideLayout" Target="../slideLayouts/slideLayout665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680.xml"/><Relationship Id="rId16" Type="http://schemas.openxmlformats.org/officeDocument/2006/relationships/slideLayout" Target="../slideLayouts/slideLayout679.xml"/><Relationship Id="rId15" Type="http://schemas.openxmlformats.org/officeDocument/2006/relationships/slideLayout" Target="../slideLayouts/slideLayout678.xml"/><Relationship Id="rId14" Type="http://schemas.openxmlformats.org/officeDocument/2006/relationships/slideLayout" Target="../slideLayouts/slideLayout677.xml"/><Relationship Id="rId13" Type="http://schemas.openxmlformats.org/officeDocument/2006/relationships/slideLayout" Target="../slideLayouts/slideLayout676.xml"/><Relationship Id="rId12" Type="http://schemas.openxmlformats.org/officeDocument/2006/relationships/slideLayout" Target="../slideLayouts/slideLayout675.xml"/><Relationship Id="rId11" Type="http://schemas.openxmlformats.org/officeDocument/2006/relationships/slideLayout" Target="../slideLayouts/slideLayout674.xml"/><Relationship Id="rId10" Type="http://schemas.openxmlformats.org/officeDocument/2006/relationships/slideLayout" Target="../slideLayouts/slideLayout673.xml"/><Relationship Id="rId1" Type="http://schemas.openxmlformats.org/officeDocument/2006/relationships/slideLayout" Target="../slideLayouts/slideLayout664.xml"/></Relationships>
</file>

<file path=ppt/slideMasters/_rels/slideMaster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89.xml"/><Relationship Id="rId8" Type="http://schemas.openxmlformats.org/officeDocument/2006/relationships/slideLayout" Target="../slideLayouts/slideLayout688.xml"/><Relationship Id="rId7" Type="http://schemas.openxmlformats.org/officeDocument/2006/relationships/slideLayout" Target="../slideLayouts/slideLayout687.xml"/><Relationship Id="rId6" Type="http://schemas.openxmlformats.org/officeDocument/2006/relationships/slideLayout" Target="../slideLayouts/slideLayout686.xml"/><Relationship Id="rId5" Type="http://schemas.openxmlformats.org/officeDocument/2006/relationships/slideLayout" Target="../slideLayouts/slideLayout685.xml"/><Relationship Id="rId4" Type="http://schemas.openxmlformats.org/officeDocument/2006/relationships/slideLayout" Target="../slideLayouts/slideLayout684.xml"/><Relationship Id="rId3" Type="http://schemas.openxmlformats.org/officeDocument/2006/relationships/slideLayout" Target="../slideLayouts/slideLayout683.xml"/><Relationship Id="rId20" Type="http://schemas.openxmlformats.org/officeDocument/2006/relationships/theme" Target="../theme/theme41.xml"/><Relationship Id="rId2" Type="http://schemas.openxmlformats.org/officeDocument/2006/relationships/slideLayout" Target="../slideLayouts/slideLayout682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697.xml"/><Relationship Id="rId16" Type="http://schemas.openxmlformats.org/officeDocument/2006/relationships/slideLayout" Target="../slideLayouts/slideLayout696.xml"/><Relationship Id="rId15" Type="http://schemas.openxmlformats.org/officeDocument/2006/relationships/slideLayout" Target="../slideLayouts/slideLayout695.xml"/><Relationship Id="rId14" Type="http://schemas.openxmlformats.org/officeDocument/2006/relationships/slideLayout" Target="../slideLayouts/slideLayout694.xml"/><Relationship Id="rId13" Type="http://schemas.openxmlformats.org/officeDocument/2006/relationships/slideLayout" Target="../slideLayouts/slideLayout693.xml"/><Relationship Id="rId12" Type="http://schemas.openxmlformats.org/officeDocument/2006/relationships/slideLayout" Target="../slideLayouts/slideLayout692.xml"/><Relationship Id="rId11" Type="http://schemas.openxmlformats.org/officeDocument/2006/relationships/slideLayout" Target="../slideLayouts/slideLayout691.xml"/><Relationship Id="rId10" Type="http://schemas.openxmlformats.org/officeDocument/2006/relationships/slideLayout" Target="../slideLayouts/slideLayout690.xml"/><Relationship Id="rId1" Type="http://schemas.openxmlformats.org/officeDocument/2006/relationships/slideLayout" Target="../slideLayouts/slideLayout681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06.xml"/><Relationship Id="rId8" Type="http://schemas.openxmlformats.org/officeDocument/2006/relationships/slideLayout" Target="../slideLayouts/slideLayout705.xml"/><Relationship Id="rId7" Type="http://schemas.openxmlformats.org/officeDocument/2006/relationships/slideLayout" Target="../slideLayouts/slideLayout704.xml"/><Relationship Id="rId6" Type="http://schemas.openxmlformats.org/officeDocument/2006/relationships/slideLayout" Target="../slideLayouts/slideLayout703.xml"/><Relationship Id="rId5" Type="http://schemas.openxmlformats.org/officeDocument/2006/relationships/slideLayout" Target="../slideLayouts/slideLayout702.xml"/><Relationship Id="rId4" Type="http://schemas.openxmlformats.org/officeDocument/2006/relationships/slideLayout" Target="../slideLayouts/slideLayout701.xml"/><Relationship Id="rId3" Type="http://schemas.openxmlformats.org/officeDocument/2006/relationships/slideLayout" Target="../slideLayouts/slideLayout700.xml"/><Relationship Id="rId20" Type="http://schemas.openxmlformats.org/officeDocument/2006/relationships/theme" Target="../theme/theme42.xml"/><Relationship Id="rId2" Type="http://schemas.openxmlformats.org/officeDocument/2006/relationships/slideLayout" Target="../slideLayouts/slideLayout699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714.xml"/><Relationship Id="rId16" Type="http://schemas.openxmlformats.org/officeDocument/2006/relationships/slideLayout" Target="../slideLayouts/slideLayout713.xml"/><Relationship Id="rId15" Type="http://schemas.openxmlformats.org/officeDocument/2006/relationships/slideLayout" Target="../slideLayouts/slideLayout712.xml"/><Relationship Id="rId14" Type="http://schemas.openxmlformats.org/officeDocument/2006/relationships/slideLayout" Target="../slideLayouts/slideLayout711.xml"/><Relationship Id="rId13" Type="http://schemas.openxmlformats.org/officeDocument/2006/relationships/slideLayout" Target="../slideLayouts/slideLayout710.xml"/><Relationship Id="rId12" Type="http://schemas.openxmlformats.org/officeDocument/2006/relationships/slideLayout" Target="../slideLayouts/slideLayout709.xml"/><Relationship Id="rId11" Type="http://schemas.openxmlformats.org/officeDocument/2006/relationships/slideLayout" Target="../slideLayouts/slideLayout708.xml"/><Relationship Id="rId10" Type="http://schemas.openxmlformats.org/officeDocument/2006/relationships/slideLayout" Target="../slideLayouts/slideLayout707.xml"/><Relationship Id="rId1" Type="http://schemas.openxmlformats.org/officeDocument/2006/relationships/slideLayout" Target="../slideLayouts/slideLayout698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3.xml"/><Relationship Id="rId8" Type="http://schemas.openxmlformats.org/officeDocument/2006/relationships/slideLayout" Target="../slideLayouts/slideLayout722.xml"/><Relationship Id="rId7" Type="http://schemas.openxmlformats.org/officeDocument/2006/relationships/slideLayout" Target="../slideLayouts/slideLayout721.xml"/><Relationship Id="rId6" Type="http://schemas.openxmlformats.org/officeDocument/2006/relationships/slideLayout" Target="../slideLayouts/slideLayout720.xml"/><Relationship Id="rId5" Type="http://schemas.openxmlformats.org/officeDocument/2006/relationships/slideLayout" Target="../slideLayouts/slideLayout719.xml"/><Relationship Id="rId4" Type="http://schemas.openxmlformats.org/officeDocument/2006/relationships/slideLayout" Target="../slideLayouts/slideLayout718.xml"/><Relationship Id="rId3" Type="http://schemas.openxmlformats.org/officeDocument/2006/relationships/slideLayout" Target="../slideLayouts/slideLayout717.xml"/><Relationship Id="rId20" Type="http://schemas.openxmlformats.org/officeDocument/2006/relationships/theme" Target="../theme/theme43.xml"/><Relationship Id="rId2" Type="http://schemas.openxmlformats.org/officeDocument/2006/relationships/slideLayout" Target="../slideLayouts/slideLayout716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731.xml"/><Relationship Id="rId16" Type="http://schemas.openxmlformats.org/officeDocument/2006/relationships/slideLayout" Target="../slideLayouts/slideLayout730.xml"/><Relationship Id="rId15" Type="http://schemas.openxmlformats.org/officeDocument/2006/relationships/slideLayout" Target="../slideLayouts/slideLayout729.xml"/><Relationship Id="rId14" Type="http://schemas.openxmlformats.org/officeDocument/2006/relationships/slideLayout" Target="../slideLayouts/slideLayout728.xml"/><Relationship Id="rId13" Type="http://schemas.openxmlformats.org/officeDocument/2006/relationships/slideLayout" Target="../slideLayouts/slideLayout727.xml"/><Relationship Id="rId12" Type="http://schemas.openxmlformats.org/officeDocument/2006/relationships/slideLayout" Target="../slideLayouts/slideLayout726.xml"/><Relationship Id="rId11" Type="http://schemas.openxmlformats.org/officeDocument/2006/relationships/slideLayout" Target="../slideLayouts/slideLayout725.xml"/><Relationship Id="rId10" Type="http://schemas.openxmlformats.org/officeDocument/2006/relationships/slideLayout" Target="../slideLayouts/slideLayout724.xml"/><Relationship Id="rId1" Type="http://schemas.openxmlformats.org/officeDocument/2006/relationships/slideLayout" Target="../slideLayouts/slideLayout715.xml"/></Relationships>
</file>

<file path=ppt/slideMasters/_rels/slideMaster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40.xml"/><Relationship Id="rId8" Type="http://schemas.openxmlformats.org/officeDocument/2006/relationships/slideLayout" Target="../slideLayouts/slideLayout739.xml"/><Relationship Id="rId7" Type="http://schemas.openxmlformats.org/officeDocument/2006/relationships/slideLayout" Target="../slideLayouts/slideLayout738.xml"/><Relationship Id="rId6" Type="http://schemas.openxmlformats.org/officeDocument/2006/relationships/slideLayout" Target="../slideLayouts/slideLayout737.xml"/><Relationship Id="rId5" Type="http://schemas.openxmlformats.org/officeDocument/2006/relationships/slideLayout" Target="../slideLayouts/slideLayout736.xml"/><Relationship Id="rId4" Type="http://schemas.openxmlformats.org/officeDocument/2006/relationships/slideLayout" Target="../slideLayouts/slideLayout735.xml"/><Relationship Id="rId3" Type="http://schemas.openxmlformats.org/officeDocument/2006/relationships/slideLayout" Target="../slideLayouts/slideLayout734.xml"/><Relationship Id="rId20" Type="http://schemas.openxmlformats.org/officeDocument/2006/relationships/theme" Target="../theme/theme44.xml"/><Relationship Id="rId2" Type="http://schemas.openxmlformats.org/officeDocument/2006/relationships/slideLayout" Target="../slideLayouts/slideLayout733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748.xml"/><Relationship Id="rId16" Type="http://schemas.openxmlformats.org/officeDocument/2006/relationships/slideLayout" Target="../slideLayouts/slideLayout747.xml"/><Relationship Id="rId15" Type="http://schemas.openxmlformats.org/officeDocument/2006/relationships/slideLayout" Target="../slideLayouts/slideLayout746.xml"/><Relationship Id="rId14" Type="http://schemas.openxmlformats.org/officeDocument/2006/relationships/slideLayout" Target="../slideLayouts/slideLayout745.xml"/><Relationship Id="rId13" Type="http://schemas.openxmlformats.org/officeDocument/2006/relationships/slideLayout" Target="../slideLayouts/slideLayout744.xml"/><Relationship Id="rId12" Type="http://schemas.openxmlformats.org/officeDocument/2006/relationships/slideLayout" Target="../slideLayouts/slideLayout743.xml"/><Relationship Id="rId11" Type="http://schemas.openxmlformats.org/officeDocument/2006/relationships/slideLayout" Target="../slideLayouts/slideLayout742.xml"/><Relationship Id="rId10" Type="http://schemas.openxmlformats.org/officeDocument/2006/relationships/slideLayout" Target="../slideLayouts/slideLayout741.xml"/><Relationship Id="rId1" Type="http://schemas.openxmlformats.org/officeDocument/2006/relationships/slideLayout" Target="../slideLayouts/slideLayout732.xml"/></Relationships>
</file>

<file path=ppt/slideMasters/_rels/slideMaster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7.xml"/><Relationship Id="rId8" Type="http://schemas.openxmlformats.org/officeDocument/2006/relationships/slideLayout" Target="../slideLayouts/slideLayout756.xml"/><Relationship Id="rId7" Type="http://schemas.openxmlformats.org/officeDocument/2006/relationships/slideLayout" Target="../slideLayouts/slideLayout755.xml"/><Relationship Id="rId6" Type="http://schemas.openxmlformats.org/officeDocument/2006/relationships/slideLayout" Target="../slideLayouts/slideLayout754.xml"/><Relationship Id="rId5" Type="http://schemas.openxmlformats.org/officeDocument/2006/relationships/slideLayout" Target="../slideLayouts/slideLayout753.xml"/><Relationship Id="rId4" Type="http://schemas.openxmlformats.org/officeDocument/2006/relationships/slideLayout" Target="../slideLayouts/slideLayout752.xml"/><Relationship Id="rId3" Type="http://schemas.openxmlformats.org/officeDocument/2006/relationships/slideLayout" Target="../slideLayouts/slideLayout751.xml"/><Relationship Id="rId20" Type="http://schemas.openxmlformats.org/officeDocument/2006/relationships/theme" Target="../theme/theme45.xml"/><Relationship Id="rId2" Type="http://schemas.openxmlformats.org/officeDocument/2006/relationships/slideLayout" Target="../slideLayouts/slideLayout750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765.xml"/><Relationship Id="rId16" Type="http://schemas.openxmlformats.org/officeDocument/2006/relationships/slideLayout" Target="../slideLayouts/slideLayout764.xml"/><Relationship Id="rId15" Type="http://schemas.openxmlformats.org/officeDocument/2006/relationships/slideLayout" Target="../slideLayouts/slideLayout763.xml"/><Relationship Id="rId14" Type="http://schemas.openxmlformats.org/officeDocument/2006/relationships/slideLayout" Target="../slideLayouts/slideLayout762.xml"/><Relationship Id="rId13" Type="http://schemas.openxmlformats.org/officeDocument/2006/relationships/slideLayout" Target="../slideLayouts/slideLayout761.xml"/><Relationship Id="rId12" Type="http://schemas.openxmlformats.org/officeDocument/2006/relationships/slideLayout" Target="../slideLayouts/slideLayout760.xml"/><Relationship Id="rId11" Type="http://schemas.openxmlformats.org/officeDocument/2006/relationships/slideLayout" Target="../slideLayouts/slideLayout759.xml"/><Relationship Id="rId10" Type="http://schemas.openxmlformats.org/officeDocument/2006/relationships/slideLayout" Target="../slideLayouts/slideLayout758.xml"/><Relationship Id="rId1" Type="http://schemas.openxmlformats.org/officeDocument/2006/relationships/slideLayout" Target="../slideLayouts/slideLayout749.xml"/></Relationships>
</file>

<file path=ppt/slideMasters/_rels/slideMaster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74.xml"/><Relationship Id="rId8" Type="http://schemas.openxmlformats.org/officeDocument/2006/relationships/slideLayout" Target="../slideLayouts/slideLayout773.xml"/><Relationship Id="rId7" Type="http://schemas.openxmlformats.org/officeDocument/2006/relationships/slideLayout" Target="../slideLayouts/slideLayout772.xml"/><Relationship Id="rId6" Type="http://schemas.openxmlformats.org/officeDocument/2006/relationships/slideLayout" Target="../slideLayouts/slideLayout771.xml"/><Relationship Id="rId5" Type="http://schemas.openxmlformats.org/officeDocument/2006/relationships/slideLayout" Target="../slideLayouts/slideLayout770.xml"/><Relationship Id="rId4" Type="http://schemas.openxmlformats.org/officeDocument/2006/relationships/slideLayout" Target="../slideLayouts/slideLayout769.xml"/><Relationship Id="rId3" Type="http://schemas.openxmlformats.org/officeDocument/2006/relationships/slideLayout" Target="../slideLayouts/slideLayout768.xml"/><Relationship Id="rId20" Type="http://schemas.openxmlformats.org/officeDocument/2006/relationships/theme" Target="../theme/theme46.xml"/><Relationship Id="rId2" Type="http://schemas.openxmlformats.org/officeDocument/2006/relationships/slideLayout" Target="../slideLayouts/slideLayout767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782.xml"/><Relationship Id="rId16" Type="http://schemas.openxmlformats.org/officeDocument/2006/relationships/slideLayout" Target="../slideLayouts/slideLayout781.xml"/><Relationship Id="rId15" Type="http://schemas.openxmlformats.org/officeDocument/2006/relationships/slideLayout" Target="../slideLayouts/slideLayout780.xml"/><Relationship Id="rId14" Type="http://schemas.openxmlformats.org/officeDocument/2006/relationships/slideLayout" Target="../slideLayouts/slideLayout779.xml"/><Relationship Id="rId13" Type="http://schemas.openxmlformats.org/officeDocument/2006/relationships/slideLayout" Target="../slideLayouts/slideLayout778.xml"/><Relationship Id="rId12" Type="http://schemas.openxmlformats.org/officeDocument/2006/relationships/slideLayout" Target="../slideLayouts/slideLayout777.xml"/><Relationship Id="rId11" Type="http://schemas.openxmlformats.org/officeDocument/2006/relationships/slideLayout" Target="../slideLayouts/slideLayout776.xml"/><Relationship Id="rId10" Type="http://schemas.openxmlformats.org/officeDocument/2006/relationships/slideLayout" Target="../slideLayouts/slideLayout775.xml"/><Relationship Id="rId1" Type="http://schemas.openxmlformats.org/officeDocument/2006/relationships/slideLayout" Target="../slideLayouts/slideLayout766.xml"/></Relationships>
</file>

<file path=ppt/slideMasters/_rels/slideMaster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1.xml"/><Relationship Id="rId8" Type="http://schemas.openxmlformats.org/officeDocument/2006/relationships/slideLayout" Target="../slideLayouts/slideLayout790.xml"/><Relationship Id="rId7" Type="http://schemas.openxmlformats.org/officeDocument/2006/relationships/slideLayout" Target="../slideLayouts/slideLayout789.xml"/><Relationship Id="rId6" Type="http://schemas.openxmlformats.org/officeDocument/2006/relationships/slideLayout" Target="../slideLayouts/slideLayout788.xml"/><Relationship Id="rId5" Type="http://schemas.openxmlformats.org/officeDocument/2006/relationships/slideLayout" Target="../slideLayouts/slideLayout787.xml"/><Relationship Id="rId4" Type="http://schemas.openxmlformats.org/officeDocument/2006/relationships/slideLayout" Target="../slideLayouts/slideLayout786.xml"/><Relationship Id="rId3" Type="http://schemas.openxmlformats.org/officeDocument/2006/relationships/slideLayout" Target="../slideLayouts/slideLayout785.xml"/><Relationship Id="rId20" Type="http://schemas.openxmlformats.org/officeDocument/2006/relationships/theme" Target="../theme/theme47.xml"/><Relationship Id="rId2" Type="http://schemas.openxmlformats.org/officeDocument/2006/relationships/slideLayout" Target="../slideLayouts/slideLayout784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799.xml"/><Relationship Id="rId16" Type="http://schemas.openxmlformats.org/officeDocument/2006/relationships/slideLayout" Target="../slideLayouts/slideLayout798.xml"/><Relationship Id="rId15" Type="http://schemas.openxmlformats.org/officeDocument/2006/relationships/slideLayout" Target="../slideLayouts/slideLayout797.xml"/><Relationship Id="rId14" Type="http://schemas.openxmlformats.org/officeDocument/2006/relationships/slideLayout" Target="../slideLayouts/slideLayout796.xml"/><Relationship Id="rId13" Type="http://schemas.openxmlformats.org/officeDocument/2006/relationships/slideLayout" Target="../slideLayouts/slideLayout795.xml"/><Relationship Id="rId12" Type="http://schemas.openxmlformats.org/officeDocument/2006/relationships/slideLayout" Target="../slideLayouts/slideLayout794.xml"/><Relationship Id="rId11" Type="http://schemas.openxmlformats.org/officeDocument/2006/relationships/slideLayout" Target="../slideLayouts/slideLayout793.xml"/><Relationship Id="rId10" Type="http://schemas.openxmlformats.org/officeDocument/2006/relationships/slideLayout" Target="../slideLayouts/slideLayout792.xml"/><Relationship Id="rId1" Type="http://schemas.openxmlformats.org/officeDocument/2006/relationships/slideLayout" Target="../slideLayouts/slideLayout783.xml"/></Relationships>
</file>

<file path=ppt/slideMasters/_rels/slideMaster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08.xml"/><Relationship Id="rId8" Type="http://schemas.openxmlformats.org/officeDocument/2006/relationships/slideLayout" Target="../slideLayouts/slideLayout807.xml"/><Relationship Id="rId7" Type="http://schemas.openxmlformats.org/officeDocument/2006/relationships/slideLayout" Target="../slideLayouts/slideLayout806.xml"/><Relationship Id="rId6" Type="http://schemas.openxmlformats.org/officeDocument/2006/relationships/slideLayout" Target="../slideLayouts/slideLayout805.xml"/><Relationship Id="rId5" Type="http://schemas.openxmlformats.org/officeDocument/2006/relationships/slideLayout" Target="../slideLayouts/slideLayout804.xml"/><Relationship Id="rId4" Type="http://schemas.openxmlformats.org/officeDocument/2006/relationships/slideLayout" Target="../slideLayouts/slideLayout803.xml"/><Relationship Id="rId3" Type="http://schemas.openxmlformats.org/officeDocument/2006/relationships/slideLayout" Target="../slideLayouts/slideLayout802.xml"/><Relationship Id="rId20" Type="http://schemas.openxmlformats.org/officeDocument/2006/relationships/theme" Target="../theme/theme48.xml"/><Relationship Id="rId2" Type="http://schemas.openxmlformats.org/officeDocument/2006/relationships/slideLayout" Target="../slideLayouts/slideLayout801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816.xml"/><Relationship Id="rId16" Type="http://schemas.openxmlformats.org/officeDocument/2006/relationships/slideLayout" Target="../slideLayouts/slideLayout815.xml"/><Relationship Id="rId15" Type="http://schemas.openxmlformats.org/officeDocument/2006/relationships/slideLayout" Target="../slideLayouts/slideLayout814.xml"/><Relationship Id="rId14" Type="http://schemas.openxmlformats.org/officeDocument/2006/relationships/slideLayout" Target="../slideLayouts/slideLayout813.xml"/><Relationship Id="rId13" Type="http://schemas.openxmlformats.org/officeDocument/2006/relationships/slideLayout" Target="../slideLayouts/slideLayout812.xml"/><Relationship Id="rId12" Type="http://schemas.openxmlformats.org/officeDocument/2006/relationships/slideLayout" Target="../slideLayouts/slideLayout811.xml"/><Relationship Id="rId11" Type="http://schemas.openxmlformats.org/officeDocument/2006/relationships/slideLayout" Target="../slideLayouts/slideLayout810.xml"/><Relationship Id="rId10" Type="http://schemas.openxmlformats.org/officeDocument/2006/relationships/slideLayout" Target="../slideLayouts/slideLayout809.xml"/><Relationship Id="rId1" Type="http://schemas.openxmlformats.org/officeDocument/2006/relationships/slideLayout" Target="../slideLayouts/slideLayout800.xml"/></Relationships>
</file>

<file path=ppt/slideMasters/_rels/slideMaster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25.xml"/><Relationship Id="rId8" Type="http://schemas.openxmlformats.org/officeDocument/2006/relationships/slideLayout" Target="../slideLayouts/slideLayout824.xml"/><Relationship Id="rId7" Type="http://schemas.openxmlformats.org/officeDocument/2006/relationships/slideLayout" Target="../slideLayouts/slideLayout823.xml"/><Relationship Id="rId6" Type="http://schemas.openxmlformats.org/officeDocument/2006/relationships/slideLayout" Target="../slideLayouts/slideLayout822.xml"/><Relationship Id="rId5" Type="http://schemas.openxmlformats.org/officeDocument/2006/relationships/slideLayout" Target="../slideLayouts/slideLayout821.xml"/><Relationship Id="rId4" Type="http://schemas.openxmlformats.org/officeDocument/2006/relationships/slideLayout" Target="../slideLayouts/slideLayout820.xml"/><Relationship Id="rId3" Type="http://schemas.openxmlformats.org/officeDocument/2006/relationships/slideLayout" Target="../slideLayouts/slideLayout819.xml"/><Relationship Id="rId20" Type="http://schemas.openxmlformats.org/officeDocument/2006/relationships/theme" Target="../theme/theme49.xml"/><Relationship Id="rId2" Type="http://schemas.openxmlformats.org/officeDocument/2006/relationships/slideLayout" Target="../slideLayouts/slideLayout818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833.xml"/><Relationship Id="rId16" Type="http://schemas.openxmlformats.org/officeDocument/2006/relationships/slideLayout" Target="../slideLayouts/slideLayout832.xml"/><Relationship Id="rId15" Type="http://schemas.openxmlformats.org/officeDocument/2006/relationships/slideLayout" Target="../slideLayouts/slideLayout831.xml"/><Relationship Id="rId14" Type="http://schemas.openxmlformats.org/officeDocument/2006/relationships/slideLayout" Target="../slideLayouts/slideLayout830.xml"/><Relationship Id="rId13" Type="http://schemas.openxmlformats.org/officeDocument/2006/relationships/slideLayout" Target="../slideLayouts/slideLayout829.xml"/><Relationship Id="rId12" Type="http://schemas.openxmlformats.org/officeDocument/2006/relationships/slideLayout" Target="../slideLayouts/slideLayout828.xml"/><Relationship Id="rId11" Type="http://schemas.openxmlformats.org/officeDocument/2006/relationships/slideLayout" Target="../slideLayouts/slideLayout827.xml"/><Relationship Id="rId10" Type="http://schemas.openxmlformats.org/officeDocument/2006/relationships/slideLayout" Target="../slideLayouts/slideLayout826.xml"/><Relationship Id="rId1" Type="http://schemas.openxmlformats.org/officeDocument/2006/relationships/slideLayout" Target="../slideLayouts/slideLayout817.xml"/></Relationships>
</file>

<file path=ppt/slideMasters/_rels/slideMaster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42.xml"/><Relationship Id="rId8" Type="http://schemas.openxmlformats.org/officeDocument/2006/relationships/slideLayout" Target="../slideLayouts/slideLayout841.xml"/><Relationship Id="rId7" Type="http://schemas.openxmlformats.org/officeDocument/2006/relationships/slideLayout" Target="../slideLayouts/slideLayout840.xml"/><Relationship Id="rId6" Type="http://schemas.openxmlformats.org/officeDocument/2006/relationships/slideLayout" Target="../slideLayouts/slideLayout839.xml"/><Relationship Id="rId5" Type="http://schemas.openxmlformats.org/officeDocument/2006/relationships/slideLayout" Target="../slideLayouts/slideLayout838.xml"/><Relationship Id="rId4" Type="http://schemas.openxmlformats.org/officeDocument/2006/relationships/slideLayout" Target="../slideLayouts/slideLayout837.xml"/><Relationship Id="rId3" Type="http://schemas.openxmlformats.org/officeDocument/2006/relationships/slideLayout" Target="../slideLayouts/slideLayout836.xml"/><Relationship Id="rId20" Type="http://schemas.openxmlformats.org/officeDocument/2006/relationships/theme" Target="../theme/theme50.xml"/><Relationship Id="rId2" Type="http://schemas.openxmlformats.org/officeDocument/2006/relationships/slideLayout" Target="../slideLayouts/slideLayout835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850.xml"/><Relationship Id="rId16" Type="http://schemas.openxmlformats.org/officeDocument/2006/relationships/slideLayout" Target="../slideLayouts/slideLayout849.xml"/><Relationship Id="rId15" Type="http://schemas.openxmlformats.org/officeDocument/2006/relationships/slideLayout" Target="../slideLayouts/slideLayout848.xml"/><Relationship Id="rId14" Type="http://schemas.openxmlformats.org/officeDocument/2006/relationships/slideLayout" Target="../slideLayouts/slideLayout847.xml"/><Relationship Id="rId13" Type="http://schemas.openxmlformats.org/officeDocument/2006/relationships/slideLayout" Target="../slideLayouts/slideLayout846.xml"/><Relationship Id="rId12" Type="http://schemas.openxmlformats.org/officeDocument/2006/relationships/slideLayout" Target="../slideLayouts/slideLayout845.xml"/><Relationship Id="rId11" Type="http://schemas.openxmlformats.org/officeDocument/2006/relationships/slideLayout" Target="../slideLayouts/slideLayout844.xml"/><Relationship Id="rId10" Type="http://schemas.openxmlformats.org/officeDocument/2006/relationships/slideLayout" Target="../slideLayouts/slideLayout843.xml"/><Relationship Id="rId1" Type="http://schemas.openxmlformats.org/officeDocument/2006/relationships/slideLayout" Target="../slideLayouts/slideLayout834.xml"/></Relationships>
</file>

<file path=ppt/slideMasters/_rels/slideMaster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59.xml"/><Relationship Id="rId8" Type="http://schemas.openxmlformats.org/officeDocument/2006/relationships/slideLayout" Target="../slideLayouts/slideLayout858.xml"/><Relationship Id="rId7" Type="http://schemas.openxmlformats.org/officeDocument/2006/relationships/slideLayout" Target="../slideLayouts/slideLayout857.xml"/><Relationship Id="rId6" Type="http://schemas.openxmlformats.org/officeDocument/2006/relationships/slideLayout" Target="../slideLayouts/slideLayout856.xml"/><Relationship Id="rId5" Type="http://schemas.openxmlformats.org/officeDocument/2006/relationships/slideLayout" Target="../slideLayouts/slideLayout855.xml"/><Relationship Id="rId4" Type="http://schemas.openxmlformats.org/officeDocument/2006/relationships/slideLayout" Target="../slideLayouts/slideLayout854.xml"/><Relationship Id="rId3" Type="http://schemas.openxmlformats.org/officeDocument/2006/relationships/slideLayout" Target="../slideLayouts/slideLayout853.xml"/><Relationship Id="rId20" Type="http://schemas.openxmlformats.org/officeDocument/2006/relationships/theme" Target="../theme/theme51.xml"/><Relationship Id="rId2" Type="http://schemas.openxmlformats.org/officeDocument/2006/relationships/slideLayout" Target="../slideLayouts/slideLayout852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867.xml"/><Relationship Id="rId16" Type="http://schemas.openxmlformats.org/officeDocument/2006/relationships/slideLayout" Target="../slideLayouts/slideLayout866.xml"/><Relationship Id="rId15" Type="http://schemas.openxmlformats.org/officeDocument/2006/relationships/slideLayout" Target="../slideLayouts/slideLayout865.xml"/><Relationship Id="rId14" Type="http://schemas.openxmlformats.org/officeDocument/2006/relationships/slideLayout" Target="../slideLayouts/slideLayout864.xml"/><Relationship Id="rId13" Type="http://schemas.openxmlformats.org/officeDocument/2006/relationships/slideLayout" Target="../slideLayouts/slideLayout863.xml"/><Relationship Id="rId12" Type="http://schemas.openxmlformats.org/officeDocument/2006/relationships/slideLayout" Target="../slideLayouts/slideLayout862.xml"/><Relationship Id="rId11" Type="http://schemas.openxmlformats.org/officeDocument/2006/relationships/slideLayout" Target="../slideLayouts/slideLayout861.xml"/><Relationship Id="rId10" Type="http://schemas.openxmlformats.org/officeDocument/2006/relationships/slideLayout" Target="../slideLayouts/slideLayout860.xml"/><Relationship Id="rId1" Type="http://schemas.openxmlformats.org/officeDocument/2006/relationships/slideLayout" Target="../slideLayouts/slideLayout851.xml"/></Relationships>
</file>

<file path=ppt/slideMasters/_rels/slideMaster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6.xml"/><Relationship Id="rId8" Type="http://schemas.openxmlformats.org/officeDocument/2006/relationships/slideLayout" Target="../slideLayouts/slideLayout875.xml"/><Relationship Id="rId7" Type="http://schemas.openxmlformats.org/officeDocument/2006/relationships/slideLayout" Target="../slideLayouts/slideLayout874.xml"/><Relationship Id="rId6" Type="http://schemas.openxmlformats.org/officeDocument/2006/relationships/slideLayout" Target="../slideLayouts/slideLayout873.xml"/><Relationship Id="rId5" Type="http://schemas.openxmlformats.org/officeDocument/2006/relationships/slideLayout" Target="../slideLayouts/slideLayout872.xml"/><Relationship Id="rId4" Type="http://schemas.openxmlformats.org/officeDocument/2006/relationships/slideLayout" Target="../slideLayouts/slideLayout871.xml"/><Relationship Id="rId3" Type="http://schemas.openxmlformats.org/officeDocument/2006/relationships/slideLayout" Target="../slideLayouts/slideLayout870.xml"/><Relationship Id="rId20" Type="http://schemas.openxmlformats.org/officeDocument/2006/relationships/theme" Target="../theme/theme52.xml"/><Relationship Id="rId2" Type="http://schemas.openxmlformats.org/officeDocument/2006/relationships/slideLayout" Target="../slideLayouts/slideLayout869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884.xml"/><Relationship Id="rId16" Type="http://schemas.openxmlformats.org/officeDocument/2006/relationships/slideLayout" Target="../slideLayouts/slideLayout883.xml"/><Relationship Id="rId15" Type="http://schemas.openxmlformats.org/officeDocument/2006/relationships/slideLayout" Target="../slideLayouts/slideLayout882.xml"/><Relationship Id="rId14" Type="http://schemas.openxmlformats.org/officeDocument/2006/relationships/slideLayout" Target="../slideLayouts/slideLayout881.xml"/><Relationship Id="rId13" Type="http://schemas.openxmlformats.org/officeDocument/2006/relationships/slideLayout" Target="../slideLayouts/slideLayout880.xml"/><Relationship Id="rId12" Type="http://schemas.openxmlformats.org/officeDocument/2006/relationships/slideLayout" Target="../slideLayouts/slideLayout879.xml"/><Relationship Id="rId11" Type="http://schemas.openxmlformats.org/officeDocument/2006/relationships/slideLayout" Target="../slideLayouts/slideLayout878.xml"/><Relationship Id="rId10" Type="http://schemas.openxmlformats.org/officeDocument/2006/relationships/slideLayout" Target="../slideLayouts/slideLayout877.xml"/><Relationship Id="rId1" Type="http://schemas.openxmlformats.org/officeDocument/2006/relationships/slideLayout" Target="../slideLayouts/slideLayout868.xml"/></Relationships>
</file>

<file path=ppt/slideMasters/_rels/slideMaster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93.xml"/><Relationship Id="rId8" Type="http://schemas.openxmlformats.org/officeDocument/2006/relationships/slideLayout" Target="../slideLayouts/slideLayout892.xml"/><Relationship Id="rId7" Type="http://schemas.openxmlformats.org/officeDocument/2006/relationships/slideLayout" Target="../slideLayouts/slideLayout891.xml"/><Relationship Id="rId6" Type="http://schemas.openxmlformats.org/officeDocument/2006/relationships/slideLayout" Target="../slideLayouts/slideLayout890.xml"/><Relationship Id="rId5" Type="http://schemas.openxmlformats.org/officeDocument/2006/relationships/slideLayout" Target="../slideLayouts/slideLayout889.xml"/><Relationship Id="rId4" Type="http://schemas.openxmlformats.org/officeDocument/2006/relationships/slideLayout" Target="../slideLayouts/slideLayout888.xml"/><Relationship Id="rId3" Type="http://schemas.openxmlformats.org/officeDocument/2006/relationships/slideLayout" Target="../slideLayouts/slideLayout887.xml"/><Relationship Id="rId20" Type="http://schemas.openxmlformats.org/officeDocument/2006/relationships/theme" Target="../theme/theme53.xml"/><Relationship Id="rId2" Type="http://schemas.openxmlformats.org/officeDocument/2006/relationships/slideLayout" Target="../slideLayouts/slideLayout886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901.xml"/><Relationship Id="rId16" Type="http://schemas.openxmlformats.org/officeDocument/2006/relationships/slideLayout" Target="../slideLayouts/slideLayout900.xml"/><Relationship Id="rId15" Type="http://schemas.openxmlformats.org/officeDocument/2006/relationships/slideLayout" Target="../slideLayouts/slideLayout899.xml"/><Relationship Id="rId14" Type="http://schemas.openxmlformats.org/officeDocument/2006/relationships/slideLayout" Target="../slideLayouts/slideLayout898.xml"/><Relationship Id="rId13" Type="http://schemas.openxmlformats.org/officeDocument/2006/relationships/slideLayout" Target="../slideLayouts/slideLayout897.xml"/><Relationship Id="rId12" Type="http://schemas.openxmlformats.org/officeDocument/2006/relationships/slideLayout" Target="../slideLayouts/slideLayout896.xml"/><Relationship Id="rId11" Type="http://schemas.openxmlformats.org/officeDocument/2006/relationships/slideLayout" Target="../slideLayouts/slideLayout895.xml"/><Relationship Id="rId10" Type="http://schemas.openxmlformats.org/officeDocument/2006/relationships/slideLayout" Target="../slideLayouts/slideLayout894.xml"/><Relationship Id="rId1" Type="http://schemas.openxmlformats.org/officeDocument/2006/relationships/slideLayout" Target="../slideLayouts/slideLayout885.xml"/></Relationships>
</file>

<file path=ppt/slideMasters/_rels/slideMaster5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10.xml"/><Relationship Id="rId8" Type="http://schemas.openxmlformats.org/officeDocument/2006/relationships/slideLayout" Target="../slideLayouts/slideLayout909.xml"/><Relationship Id="rId7" Type="http://schemas.openxmlformats.org/officeDocument/2006/relationships/slideLayout" Target="../slideLayouts/slideLayout908.xml"/><Relationship Id="rId6" Type="http://schemas.openxmlformats.org/officeDocument/2006/relationships/slideLayout" Target="../slideLayouts/slideLayout907.xml"/><Relationship Id="rId5" Type="http://schemas.openxmlformats.org/officeDocument/2006/relationships/slideLayout" Target="../slideLayouts/slideLayout906.xml"/><Relationship Id="rId4" Type="http://schemas.openxmlformats.org/officeDocument/2006/relationships/slideLayout" Target="../slideLayouts/slideLayout905.xml"/><Relationship Id="rId3" Type="http://schemas.openxmlformats.org/officeDocument/2006/relationships/slideLayout" Target="../slideLayouts/slideLayout904.xml"/><Relationship Id="rId20" Type="http://schemas.openxmlformats.org/officeDocument/2006/relationships/theme" Target="../theme/theme54.xml"/><Relationship Id="rId2" Type="http://schemas.openxmlformats.org/officeDocument/2006/relationships/slideLayout" Target="../slideLayouts/slideLayout903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918.xml"/><Relationship Id="rId16" Type="http://schemas.openxmlformats.org/officeDocument/2006/relationships/slideLayout" Target="../slideLayouts/slideLayout917.xml"/><Relationship Id="rId15" Type="http://schemas.openxmlformats.org/officeDocument/2006/relationships/slideLayout" Target="../slideLayouts/slideLayout916.xml"/><Relationship Id="rId14" Type="http://schemas.openxmlformats.org/officeDocument/2006/relationships/slideLayout" Target="../slideLayouts/slideLayout915.xml"/><Relationship Id="rId13" Type="http://schemas.openxmlformats.org/officeDocument/2006/relationships/slideLayout" Target="../slideLayouts/slideLayout914.xml"/><Relationship Id="rId12" Type="http://schemas.openxmlformats.org/officeDocument/2006/relationships/slideLayout" Target="../slideLayouts/slideLayout913.xml"/><Relationship Id="rId11" Type="http://schemas.openxmlformats.org/officeDocument/2006/relationships/slideLayout" Target="../slideLayouts/slideLayout912.xml"/><Relationship Id="rId10" Type="http://schemas.openxmlformats.org/officeDocument/2006/relationships/slideLayout" Target="../slideLayouts/slideLayout911.xml"/><Relationship Id="rId1" Type="http://schemas.openxmlformats.org/officeDocument/2006/relationships/slideLayout" Target="../slideLayouts/slideLayout902.xml"/></Relationships>
</file>

<file path=ppt/slideMasters/_rels/slideMaster5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27.xml"/><Relationship Id="rId8" Type="http://schemas.openxmlformats.org/officeDocument/2006/relationships/slideLayout" Target="../slideLayouts/slideLayout926.xml"/><Relationship Id="rId7" Type="http://schemas.openxmlformats.org/officeDocument/2006/relationships/slideLayout" Target="../slideLayouts/slideLayout925.xml"/><Relationship Id="rId6" Type="http://schemas.openxmlformats.org/officeDocument/2006/relationships/slideLayout" Target="../slideLayouts/slideLayout924.xml"/><Relationship Id="rId5" Type="http://schemas.openxmlformats.org/officeDocument/2006/relationships/slideLayout" Target="../slideLayouts/slideLayout923.xml"/><Relationship Id="rId4" Type="http://schemas.openxmlformats.org/officeDocument/2006/relationships/slideLayout" Target="../slideLayouts/slideLayout922.xml"/><Relationship Id="rId3" Type="http://schemas.openxmlformats.org/officeDocument/2006/relationships/slideLayout" Target="../slideLayouts/slideLayout921.xml"/><Relationship Id="rId20" Type="http://schemas.openxmlformats.org/officeDocument/2006/relationships/theme" Target="../theme/theme55.xml"/><Relationship Id="rId2" Type="http://schemas.openxmlformats.org/officeDocument/2006/relationships/slideLayout" Target="../slideLayouts/slideLayout920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935.xml"/><Relationship Id="rId16" Type="http://schemas.openxmlformats.org/officeDocument/2006/relationships/slideLayout" Target="../slideLayouts/slideLayout934.xml"/><Relationship Id="rId15" Type="http://schemas.openxmlformats.org/officeDocument/2006/relationships/slideLayout" Target="../slideLayouts/slideLayout933.xml"/><Relationship Id="rId14" Type="http://schemas.openxmlformats.org/officeDocument/2006/relationships/slideLayout" Target="../slideLayouts/slideLayout932.xml"/><Relationship Id="rId13" Type="http://schemas.openxmlformats.org/officeDocument/2006/relationships/slideLayout" Target="../slideLayouts/slideLayout931.xml"/><Relationship Id="rId12" Type="http://schemas.openxmlformats.org/officeDocument/2006/relationships/slideLayout" Target="../slideLayouts/slideLayout930.xml"/><Relationship Id="rId11" Type="http://schemas.openxmlformats.org/officeDocument/2006/relationships/slideLayout" Target="../slideLayouts/slideLayout929.xml"/><Relationship Id="rId10" Type="http://schemas.openxmlformats.org/officeDocument/2006/relationships/slideLayout" Target="../slideLayouts/slideLayout928.xml"/><Relationship Id="rId1" Type="http://schemas.openxmlformats.org/officeDocument/2006/relationships/slideLayout" Target="../slideLayouts/slideLayout919.xml"/></Relationships>
</file>

<file path=ppt/slideMasters/_rels/slideMaster5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44.xml"/><Relationship Id="rId8" Type="http://schemas.openxmlformats.org/officeDocument/2006/relationships/slideLayout" Target="../slideLayouts/slideLayout943.xml"/><Relationship Id="rId7" Type="http://schemas.openxmlformats.org/officeDocument/2006/relationships/slideLayout" Target="../slideLayouts/slideLayout942.xml"/><Relationship Id="rId6" Type="http://schemas.openxmlformats.org/officeDocument/2006/relationships/slideLayout" Target="../slideLayouts/slideLayout941.xml"/><Relationship Id="rId5" Type="http://schemas.openxmlformats.org/officeDocument/2006/relationships/slideLayout" Target="../slideLayouts/slideLayout940.xml"/><Relationship Id="rId4" Type="http://schemas.openxmlformats.org/officeDocument/2006/relationships/slideLayout" Target="../slideLayouts/slideLayout939.xml"/><Relationship Id="rId3" Type="http://schemas.openxmlformats.org/officeDocument/2006/relationships/slideLayout" Target="../slideLayouts/slideLayout938.xml"/><Relationship Id="rId20" Type="http://schemas.openxmlformats.org/officeDocument/2006/relationships/theme" Target="../theme/theme56.xml"/><Relationship Id="rId2" Type="http://schemas.openxmlformats.org/officeDocument/2006/relationships/slideLayout" Target="../slideLayouts/slideLayout937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952.xml"/><Relationship Id="rId16" Type="http://schemas.openxmlformats.org/officeDocument/2006/relationships/slideLayout" Target="../slideLayouts/slideLayout951.xml"/><Relationship Id="rId15" Type="http://schemas.openxmlformats.org/officeDocument/2006/relationships/slideLayout" Target="../slideLayouts/slideLayout950.xml"/><Relationship Id="rId14" Type="http://schemas.openxmlformats.org/officeDocument/2006/relationships/slideLayout" Target="../slideLayouts/slideLayout949.xml"/><Relationship Id="rId13" Type="http://schemas.openxmlformats.org/officeDocument/2006/relationships/slideLayout" Target="../slideLayouts/slideLayout948.xml"/><Relationship Id="rId12" Type="http://schemas.openxmlformats.org/officeDocument/2006/relationships/slideLayout" Target="../slideLayouts/slideLayout947.xml"/><Relationship Id="rId11" Type="http://schemas.openxmlformats.org/officeDocument/2006/relationships/slideLayout" Target="../slideLayouts/slideLayout946.xml"/><Relationship Id="rId10" Type="http://schemas.openxmlformats.org/officeDocument/2006/relationships/slideLayout" Target="../slideLayouts/slideLayout945.xml"/><Relationship Id="rId1" Type="http://schemas.openxmlformats.org/officeDocument/2006/relationships/slideLayout" Target="../slideLayouts/slideLayout936.xml"/></Relationships>
</file>

<file path=ppt/slideMasters/_rels/slideMaster5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61.xml"/><Relationship Id="rId8" Type="http://schemas.openxmlformats.org/officeDocument/2006/relationships/slideLayout" Target="../slideLayouts/slideLayout960.xml"/><Relationship Id="rId7" Type="http://schemas.openxmlformats.org/officeDocument/2006/relationships/slideLayout" Target="../slideLayouts/slideLayout959.xml"/><Relationship Id="rId6" Type="http://schemas.openxmlformats.org/officeDocument/2006/relationships/slideLayout" Target="../slideLayouts/slideLayout958.xml"/><Relationship Id="rId5" Type="http://schemas.openxmlformats.org/officeDocument/2006/relationships/slideLayout" Target="../slideLayouts/slideLayout957.xml"/><Relationship Id="rId4" Type="http://schemas.openxmlformats.org/officeDocument/2006/relationships/slideLayout" Target="../slideLayouts/slideLayout956.xml"/><Relationship Id="rId3" Type="http://schemas.openxmlformats.org/officeDocument/2006/relationships/slideLayout" Target="../slideLayouts/slideLayout955.xml"/><Relationship Id="rId20" Type="http://schemas.openxmlformats.org/officeDocument/2006/relationships/theme" Target="../theme/theme57.xml"/><Relationship Id="rId2" Type="http://schemas.openxmlformats.org/officeDocument/2006/relationships/slideLayout" Target="../slideLayouts/slideLayout954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969.xml"/><Relationship Id="rId16" Type="http://schemas.openxmlformats.org/officeDocument/2006/relationships/slideLayout" Target="../slideLayouts/slideLayout968.xml"/><Relationship Id="rId15" Type="http://schemas.openxmlformats.org/officeDocument/2006/relationships/slideLayout" Target="../slideLayouts/slideLayout967.xml"/><Relationship Id="rId14" Type="http://schemas.openxmlformats.org/officeDocument/2006/relationships/slideLayout" Target="../slideLayouts/slideLayout966.xml"/><Relationship Id="rId13" Type="http://schemas.openxmlformats.org/officeDocument/2006/relationships/slideLayout" Target="../slideLayouts/slideLayout965.xml"/><Relationship Id="rId12" Type="http://schemas.openxmlformats.org/officeDocument/2006/relationships/slideLayout" Target="../slideLayouts/slideLayout964.xml"/><Relationship Id="rId11" Type="http://schemas.openxmlformats.org/officeDocument/2006/relationships/slideLayout" Target="../slideLayouts/slideLayout963.xml"/><Relationship Id="rId10" Type="http://schemas.openxmlformats.org/officeDocument/2006/relationships/slideLayout" Target="../slideLayouts/slideLayout962.xml"/><Relationship Id="rId1" Type="http://schemas.openxmlformats.org/officeDocument/2006/relationships/slideLayout" Target="../slideLayouts/slideLayout953.xml"/></Relationships>
</file>

<file path=ppt/slideMasters/_rels/slideMaster5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8.xml"/><Relationship Id="rId8" Type="http://schemas.openxmlformats.org/officeDocument/2006/relationships/slideLayout" Target="../slideLayouts/slideLayout977.xml"/><Relationship Id="rId7" Type="http://schemas.openxmlformats.org/officeDocument/2006/relationships/slideLayout" Target="../slideLayouts/slideLayout976.xml"/><Relationship Id="rId6" Type="http://schemas.openxmlformats.org/officeDocument/2006/relationships/slideLayout" Target="../slideLayouts/slideLayout975.xml"/><Relationship Id="rId5" Type="http://schemas.openxmlformats.org/officeDocument/2006/relationships/slideLayout" Target="../slideLayouts/slideLayout974.xml"/><Relationship Id="rId4" Type="http://schemas.openxmlformats.org/officeDocument/2006/relationships/slideLayout" Target="../slideLayouts/slideLayout973.xml"/><Relationship Id="rId3" Type="http://schemas.openxmlformats.org/officeDocument/2006/relationships/slideLayout" Target="../slideLayouts/slideLayout972.xml"/><Relationship Id="rId20" Type="http://schemas.openxmlformats.org/officeDocument/2006/relationships/theme" Target="../theme/theme58.xml"/><Relationship Id="rId2" Type="http://schemas.openxmlformats.org/officeDocument/2006/relationships/slideLayout" Target="../slideLayouts/slideLayout971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986.xml"/><Relationship Id="rId16" Type="http://schemas.openxmlformats.org/officeDocument/2006/relationships/slideLayout" Target="../slideLayouts/slideLayout985.xml"/><Relationship Id="rId15" Type="http://schemas.openxmlformats.org/officeDocument/2006/relationships/slideLayout" Target="../slideLayouts/slideLayout984.xml"/><Relationship Id="rId14" Type="http://schemas.openxmlformats.org/officeDocument/2006/relationships/slideLayout" Target="../slideLayouts/slideLayout983.xml"/><Relationship Id="rId13" Type="http://schemas.openxmlformats.org/officeDocument/2006/relationships/slideLayout" Target="../slideLayouts/slideLayout982.xml"/><Relationship Id="rId12" Type="http://schemas.openxmlformats.org/officeDocument/2006/relationships/slideLayout" Target="../slideLayouts/slideLayout981.xml"/><Relationship Id="rId11" Type="http://schemas.openxmlformats.org/officeDocument/2006/relationships/slideLayout" Target="../slideLayouts/slideLayout980.xml"/><Relationship Id="rId10" Type="http://schemas.openxmlformats.org/officeDocument/2006/relationships/slideLayout" Target="../slideLayouts/slideLayout979.xml"/><Relationship Id="rId1" Type="http://schemas.openxmlformats.org/officeDocument/2006/relationships/slideLayout" Target="../slideLayouts/slideLayout970.xml"/></Relationships>
</file>

<file path=ppt/slideMasters/_rels/slideMaster5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95.xml"/><Relationship Id="rId8" Type="http://schemas.openxmlformats.org/officeDocument/2006/relationships/slideLayout" Target="../slideLayouts/slideLayout994.xml"/><Relationship Id="rId7" Type="http://schemas.openxmlformats.org/officeDocument/2006/relationships/slideLayout" Target="../slideLayouts/slideLayout993.xml"/><Relationship Id="rId6" Type="http://schemas.openxmlformats.org/officeDocument/2006/relationships/slideLayout" Target="../slideLayouts/slideLayout992.xml"/><Relationship Id="rId5" Type="http://schemas.openxmlformats.org/officeDocument/2006/relationships/slideLayout" Target="../slideLayouts/slideLayout991.xml"/><Relationship Id="rId4" Type="http://schemas.openxmlformats.org/officeDocument/2006/relationships/slideLayout" Target="../slideLayouts/slideLayout990.xml"/><Relationship Id="rId3" Type="http://schemas.openxmlformats.org/officeDocument/2006/relationships/slideLayout" Target="../slideLayouts/slideLayout989.xml"/><Relationship Id="rId20" Type="http://schemas.openxmlformats.org/officeDocument/2006/relationships/theme" Target="../theme/theme59.xml"/><Relationship Id="rId2" Type="http://schemas.openxmlformats.org/officeDocument/2006/relationships/slideLayout" Target="../slideLayouts/slideLayout988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003.xml"/><Relationship Id="rId16" Type="http://schemas.openxmlformats.org/officeDocument/2006/relationships/slideLayout" Target="../slideLayouts/slideLayout1002.xml"/><Relationship Id="rId15" Type="http://schemas.openxmlformats.org/officeDocument/2006/relationships/slideLayout" Target="../slideLayouts/slideLayout1001.xml"/><Relationship Id="rId14" Type="http://schemas.openxmlformats.org/officeDocument/2006/relationships/slideLayout" Target="../slideLayouts/slideLayout1000.xml"/><Relationship Id="rId13" Type="http://schemas.openxmlformats.org/officeDocument/2006/relationships/slideLayout" Target="../slideLayouts/slideLayout999.xml"/><Relationship Id="rId12" Type="http://schemas.openxmlformats.org/officeDocument/2006/relationships/slideLayout" Target="../slideLayouts/slideLayout998.xml"/><Relationship Id="rId11" Type="http://schemas.openxmlformats.org/officeDocument/2006/relationships/slideLayout" Target="../slideLayouts/slideLayout997.xml"/><Relationship Id="rId10" Type="http://schemas.openxmlformats.org/officeDocument/2006/relationships/slideLayout" Target="../slideLayouts/slideLayout996.xml"/><Relationship Id="rId1" Type="http://schemas.openxmlformats.org/officeDocument/2006/relationships/slideLayout" Target="../slideLayouts/slideLayout987.xml"/></Relationships>
</file>

<file path=ppt/slideMasters/_rels/slideMaster6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12.xml"/><Relationship Id="rId8" Type="http://schemas.openxmlformats.org/officeDocument/2006/relationships/slideLayout" Target="../slideLayouts/slideLayout1011.xml"/><Relationship Id="rId7" Type="http://schemas.openxmlformats.org/officeDocument/2006/relationships/slideLayout" Target="../slideLayouts/slideLayout1010.xml"/><Relationship Id="rId6" Type="http://schemas.openxmlformats.org/officeDocument/2006/relationships/slideLayout" Target="../slideLayouts/slideLayout1009.xml"/><Relationship Id="rId5" Type="http://schemas.openxmlformats.org/officeDocument/2006/relationships/slideLayout" Target="../slideLayouts/slideLayout1008.xml"/><Relationship Id="rId4" Type="http://schemas.openxmlformats.org/officeDocument/2006/relationships/slideLayout" Target="../slideLayouts/slideLayout1007.xml"/><Relationship Id="rId3" Type="http://schemas.openxmlformats.org/officeDocument/2006/relationships/slideLayout" Target="../slideLayouts/slideLayout1006.xml"/><Relationship Id="rId20" Type="http://schemas.openxmlformats.org/officeDocument/2006/relationships/theme" Target="../theme/theme60.xml"/><Relationship Id="rId2" Type="http://schemas.openxmlformats.org/officeDocument/2006/relationships/slideLayout" Target="../slideLayouts/slideLayout1005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020.xml"/><Relationship Id="rId16" Type="http://schemas.openxmlformats.org/officeDocument/2006/relationships/slideLayout" Target="../slideLayouts/slideLayout1019.xml"/><Relationship Id="rId15" Type="http://schemas.openxmlformats.org/officeDocument/2006/relationships/slideLayout" Target="../slideLayouts/slideLayout1018.xml"/><Relationship Id="rId14" Type="http://schemas.openxmlformats.org/officeDocument/2006/relationships/slideLayout" Target="../slideLayouts/slideLayout1017.xml"/><Relationship Id="rId13" Type="http://schemas.openxmlformats.org/officeDocument/2006/relationships/slideLayout" Target="../slideLayouts/slideLayout1016.xml"/><Relationship Id="rId12" Type="http://schemas.openxmlformats.org/officeDocument/2006/relationships/slideLayout" Target="../slideLayouts/slideLayout1015.xml"/><Relationship Id="rId11" Type="http://schemas.openxmlformats.org/officeDocument/2006/relationships/slideLayout" Target="../slideLayouts/slideLayout1014.xml"/><Relationship Id="rId10" Type="http://schemas.openxmlformats.org/officeDocument/2006/relationships/slideLayout" Target="../slideLayouts/slideLayout1013.xml"/><Relationship Id="rId1" Type="http://schemas.openxmlformats.org/officeDocument/2006/relationships/slideLayout" Target="../slideLayouts/slideLayout1004.xml"/></Relationships>
</file>

<file path=ppt/slideMasters/_rels/slideMaster6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29.xml"/><Relationship Id="rId8" Type="http://schemas.openxmlformats.org/officeDocument/2006/relationships/slideLayout" Target="../slideLayouts/slideLayout1028.xml"/><Relationship Id="rId7" Type="http://schemas.openxmlformats.org/officeDocument/2006/relationships/slideLayout" Target="../slideLayouts/slideLayout1027.xml"/><Relationship Id="rId6" Type="http://schemas.openxmlformats.org/officeDocument/2006/relationships/slideLayout" Target="../slideLayouts/slideLayout1026.xml"/><Relationship Id="rId5" Type="http://schemas.openxmlformats.org/officeDocument/2006/relationships/slideLayout" Target="../slideLayouts/slideLayout1025.xml"/><Relationship Id="rId4" Type="http://schemas.openxmlformats.org/officeDocument/2006/relationships/slideLayout" Target="../slideLayouts/slideLayout1024.xml"/><Relationship Id="rId3" Type="http://schemas.openxmlformats.org/officeDocument/2006/relationships/slideLayout" Target="../slideLayouts/slideLayout1023.xml"/><Relationship Id="rId20" Type="http://schemas.openxmlformats.org/officeDocument/2006/relationships/theme" Target="../theme/theme61.xml"/><Relationship Id="rId2" Type="http://schemas.openxmlformats.org/officeDocument/2006/relationships/slideLayout" Target="../slideLayouts/slideLayout1022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037.xml"/><Relationship Id="rId16" Type="http://schemas.openxmlformats.org/officeDocument/2006/relationships/slideLayout" Target="../slideLayouts/slideLayout1036.xml"/><Relationship Id="rId15" Type="http://schemas.openxmlformats.org/officeDocument/2006/relationships/slideLayout" Target="../slideLayouts/slideLayout1035.xml"/><Relationship Id="rId14" Type="http://schemas.openxmlformats.org/officeDocument/2006/relationships/slideLayout" Target="../slideLayouts/slideLayout1034.xml"/><Relationship Id="rId13" Type="http://schemas.openxmlformats.org/officeDocument/2006/relationships/slideLayout" Target="../slideLayouts/slideLayout1033.xml"/><Relationship Id="rId12" Type="http://schemas.openxmlformats.org/officeDocument/2006/relationships/slideLayout" Target="../slideLayouts/slideLayout1032.xml"/><Relationship Id="rId11" Type="http://schemas.openxmlformats.org/officeDocument/2006/relationships/slideLayout" Target="../slideLayouts/slideLayout1031.xml"/><Relationship Id="rId10" Type="http://schemas.openxmlformats.org/officeDocument/2006/relationships/slideLayout" Target="../slideLayouts/slideLayout1030.xml"/><Relationship Id="rId1" Type="http://schemas.openxmlformats.org/officeDocument/2006/relationships/slideLayout" Target="../slideLayouts/slideLayout1021.xml"/></Relationships>
</file>

<file path=ppt/slideMasters/_rels/slideMaster6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46.xml"/><Relationship Id="rId8" Type="http://schemas.openxmlformats.org/officeDocument/2006/relationships/slideLayout" Target="../slideLayouts/slideLayout1045.xml"/><Relationship Id="rId7" Type="http://schemas.openxmlformats.org/officeDocument/2006/relationships/slideLayout" Target="../slideLayouts/slideLayout1044.xml"/><Relationship Id="rId6" Type="http://schemas.openxmlformats.org/officeDocument/2006/relationships/slideLayout" Target="../slideLayouts/slideLayout1043.xml"/><Relationship Id="rId5" Type="http://schemas.openxmlformats.org/officeDocument/2006/relationships/slideLayout" Target="../slideLayouts/slideLayout1042.xml"/><Relationship Id="rId4" Type="http://schemas.openxmlformats.org/officeDocument/2006/relationships/slideLayout" Target="../slideLayouts/slideLayout1041.xml"/><Relationship Id="rId3" Type="http://schemas.openxmlformats.org/officeDocument/2006/relationships/slideLayout" Target="../slideLayouts/slideLayout1040.xml"/><Relationship Id="rId20" Type="http://schemas.openxmlformats.org/officeDocument/2006/relationships/theme" Target="../theme/theme62.xml"/><Relationship Id="rId2" Type="http://schemas.openxmlformats.org/officeDocument/2006/relationships/slideLayout" Target="../slideLayouts/slideLayout1039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054.xml"/><Relationship Id="rId16" Type="http://schemas.openxmlformats.org/officeDocument/2006/relationships/slideLayout" Target="../slideLayouts/slideLayout1053.xml"/><Relationship Id="rId15" Type="http://schemas.openxmlformats.org/officeDocument/2006/relationships/slideLayout" Target="../slideLayouts/slideLayout1052.xml"/><Relationship Id="rId14" Type="http://schemas.openxmlformats.org/officeDocument/2006/relationships/slideLayout" Target="../slideLayouts/slideLayout1051.xml"/><Relationship Id="rId13" Type="http://schemas.openxmlformats.org/officeDocument/2006/relationships/slideLayout" Target="../slideLayouts/slideLayout1050.xml"/><Relationship Id="rId12" Type="http://schemas.openxmlformats.org/officeDocument/2006/relationships/slideLayout" Target="../slideLayouts/slideLayout1049.xml"/><Relationship Id="rId11" Type="http://schemas.openxmlformats.org/officeDocument/2006/relationships/slideLayout" Target="../slideLayouts/slideLayout1048.xml"/><Relationship Id="rId10" Type="http://schemas.openxmlformats.org/officeDocument/2006/relationships/slideLayout" Target="../slideLayouts/slideLayout1047.xml"/><Relationship Id="rId1" Type="http://schemas.openxmlformats.org/officeDocument/2006/relationships/slideLayout" Target="../slideLayouts/slideLayout1038.xml"/></Relationships>
</file>

<file path=ppt/slideMasters/_rels/slideMaster6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63.xml"/><Relationship Id="rId8" Type="http://schemas.openxmlformats.org/officeDocument/2006/relationships/slideLayout" Target="../slideLayouts/slideLayout1062.xml"/><Relationship Id="rId7" Type="http://schemas.openxmlformats.org/officeDocument/2006/relationships/slideLayout" Target="../slideLayouts/slideLayout1061.xml"/><Relationship Id="rId6" Type="http://schemas.openxmlformats.org/officeDocument/2006/relationships/slideLayout" Target="../slideLayouts/slideLayout1060.xml"/><Relationship Id="rId5" Type="http://schemas.openxmlformats.org/officeDocument/2006/relationships/slideLayout" Target="../slideLayouts/slideLayout1059.xml"/><Relationship Id="rId4" Type="http://schemas.openxmlformats.org/officeDocument/2006/relationships/slideLayout" Target="../slideLayouts/slideLayout1058.xml"/><Relationship Id="rId3" Type="http://schemas.openxmlformats.org/officeDocument/2006/relationships/slideLayout" Target="../slideLayouts/slideLayout1057.xml"/><Relationship Id="rId20" Type="http://schemas.openxmlformats.org/officeDocument/2006/relationships/theme" Target="../theme/theme63.xml"/><Relationship Id="rId2" Type="http://schemas.openxmlformats.org/officeDocument/2006/relationships/slideLayout" Target="../slideLayouts/slideLayout1056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071.xml"/><Relationship Id="rId16" Type="http://schemas.openxmlformats.org/officeDocument/2006/relationships/slideLayout" Target="../slideLayouts/slideLayout1070.xml"/><Relationship Id="rId15" Type="http://schemas.openxmlformats.org/officeDocument/2006/relationships/slideLayout" Target="../slideLayouts/slideLayout1069.xml"/><Relationship Id="rId14" Type="http://schemas.openxmlformats.org/officeDocument/2006/relationships/slideLayout" Target="../slideLayouts/slideLayout1068.xml"/><Relationship Id="rId13" Type="http://schemas.openxmlformats.org/officeDocument/2006/relationships/slideLayout" Target="../slideLayouts/slideLayout1067.xml"/><Relationship Id="rId12" Type="http://schemas.openxmlformats.org/officeDocument/2006/relationships/slideLayout" Target="../slideLayouts/slideLayout1066.xml"/><Relationship Id="rId11" Type="http://schemas.openxmlformats.org/officeDocument/2006/relationships/slideLayout" Target="../slideLayouts/slideLayout1065.xml"/><Relationship Id="rId10" Type="http://schemas.openxmlformats.org/officeDocument/2006/relationships/slideLayout" Target="../slideLayouts/slideLayout1064.xml"/><Relationship Id="rId1" Type="http://schemas.openxmlformats.org/officeDocument/2006/relationships/slideLayout" Target="../slideLayouts/slideLayout1055.xml"/></Relationships>
</file>

<file path=ppt/slideMasters/_rels/slideMaster6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0.xml"/><Relationship Id="rId8" Type="http://schemas.openxmlformats.org/officeDocument/2006/relationships/slideLayout" Target="../slideLayouts/slideLayout1079.xml"/><Relationship Id="rId7" Type="http://schemas.openxmlformats.org/officeDocument/2006/relationships/slideLayout" Target="../slideLayouts/slideLayout1078.xml"/><Relationship Id="rId6" Type="http://schemas.openxmlformats.org/officeDocument/2006/relationships/slideLayout" Target="../slideLayouts/slideLayout1077.xml"/><Relationship Id="rId5" Type="http://schemas.openxmlformats.org/officeDocument/2006/relationships/slideLayout" Target="../slideLayouts/slideLayout1076.xml"/><Relationship Id="rId4" Type="http://schemas.openxmlformats.org/officeDocument/2006/relationships/slideLayout" Target="../slideLayouts/slideLayout1075.xml"/><Relationship Id="rId3" Type="http://schemas.openxmlformats.org/officeDocument/2006/relationships/slideLayout" Target="../slideLayouts/slideLayout1074.xml"/><Relationship Id="rId20" Type="http://schemas.openxmlformats.org/officeDocument/2006/relationships/theme" Target="../theme/theme64.xml"/><Relationship Id="rId2" Type="http://schemas.openxmlformats.org/officeDocument/2006/relationships/slideLayout" Target="../slideLayouts/slideLayout1073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088.xml"/><Relationship Id="rId16" Type="http://schemas.openxmlformats.org/officeDocument/2006/relationships/slideLayout" Target="../slideLayouts/slideLayout1087.xml"/><Relationship Id="rId15" Type="http://schemas.openxmlformats.org/officeDocument/2006/relationships/slideLayout" Target="../slideLayouts/slideLayout1086.xml"/><Relationship Id="rId14" Type="http://schemas.openxmlformats.org/officeDocument/2006/relationships/slideLayout" Target="../slideLayouts/slideLayout1085.xml"/><Relationship Id="rId13" Type="http://schemas.openxmlformats.org/officeDocument/2006/relationships/slideLayout" Target="../slideLayouts/slideLayout1084.xml"/><Relationship Id="rId12" Type="http://schemas.openxmlformats.org/officeDocument/2006/relationships/slideLayout" Target="../slideLayouts/slideLayout1083.xml"/><Relationship Id="rId11" Type="http://schemas.openxmlformats.org/officeDocument/2006/relationships/slideLayout" Target="../slideLayouts/slideLayout1082.xml"/><Relationship Id="rId10" Type="http://schemas.openxmlformats.org/officeDocument/2006/relationships/slideLayout" Target="../slideLayouts/slideLayout1081.xml"/><Relationship Id="rId1" Type="http://schemas.openxmlformats.org/officeDocument/2006/relationships/slideLayout" Target="../slideLayouts/slideLayout10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  <p:sldLayoutId id="2147483984" r:id="rId12"/>
    <p:sldLayoutId id="2147483985" r:id="rId13"/>
    <p:sldLayoutId id="2147483986" r:id="rId14"/>
    <p:sldLayoutId id="2147483987" r:id="rId15"/>
    <p:sldLayoutId id="2147483988" r:id="rId16"/>
    <p:sldLayoutId id="214748398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  <p:sldLayoutId id="2147484003" r:id="rId13"/>
    <p:sldLayoutId id="2147484004" r:id="rId14"/>
    <p:sldLayoutId id="2147484005" r:id="rId15"/>
    <p:sldLayoutId id="2147484006" r:id="rId16"/>
    <p:sldLayoutId id="214748400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  <p:sldLayoutId id="2147484020" r:id="rId12"/>
    <p:sldLayoutId id="2147484021" r:id="rId13"/>
    <p:sldLayoutId id="2147484022" r:id="rId14"/>
    <p:sldLayoutId id="2147484023" r:id="rId15"/>
    <p:sldLayoutId id="2147484024" r:id="rId16"/>
    <p:sldLayoutId id="214748402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  <p:sldLayoutId id="2147484038" r:id="rId12"/>
    <p:sldLayoutId id="2147484039" r:id="rId13"/>
    <p:sldLayoutId id="2147484040" r:id="rId14"/>
    <p:sldLayoutId id="2147484041" r:id="rId15"/>
    <p:sldLayoutId id="2147484042" r:id="rId16"/>
    <p:sldLayoutId id="214748404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  <p:sldLayoutId id="2147484056" r:id="rId12"/>
    <p:sldLayoutId id="2147484057" r:id="rId13"/>
    <p:sldLayoutId id="2147484058" r:id="rId14"/>
    <p:sldLayoutId id="2147484059" r:id="rId15"/>
    <p:sldLayoutId id="2147484060" r:id="rId16"/>
    <p:sldLayoutId id="214748406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  <p:sldLayoutId id="2147484074" r:id="rId12"/>
    <p:sldLayoutId id="2147484075" r:id="rId13"/>
    <p:sldLayoutId id="2147484076" r:id="rId14"/>
    <p:sldLayoutId id="2147484077" r:id="rId15"/>
    <p:sldLayoutId id="2147484078" r:id="rId16"/>
    <p:sldLayoutId id="214748407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  <p:sldLayoutId id="2147484092" r:id="rId12"/>
    <p:sldLayoutId id="2147484093" r:id="rId13"/>
    <p:sldLayoutId id="2147484094" r:id="rId14"/>
    <p:sldLayoutId id="2147484095" r:id="rId15"/>
    <p:sldLayoutId id="2147484096" r:id="rId16"/>
    <p:sldLayoutId id="214748409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  <p:sldLayoutId id="2147484110" r:id="rId12"/>
    <p:sldLayoutId id="2147484111" r:id="rId13"/>
    <p:sldLayoutId id="2147484112" r:id="rId14"/>
    <p:sldLayoutId id="2147484113" r:id="rId15"/>
    <p:sldLayoutId id="2147484114" r:id="rId16"/>
    <p:sldLayoutId id="214748411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7" r:id="rId1"/>
    <p:sldLayoutId id="2147484118" r:id="rId2"/>
    <p:sldLayoutId id="2147484119" r:id="rId3"/>
    <p:sldLayoutId id="2147484120" r:id="rId4"/>
    <p:sldLayoutId id="2147484121" r:id="rId5"/>
    <p:sldLayoutId id="2147484122" r:id="rId6"/>
    <p:sldLayoutId id="2147484123" r:id="rId7"/>
    <p:sldLayoutId id="2147484124" r:id="rId8"/>
    <p:sldLayoutId id="2147484125" r:id="rId9"/>
    <p:sldLayoutId id="2147484126" r:id="rId10"/>
    <p:sldLayoutId id="2147484127" r:id="rId11"/>
    <p:sldLayoutId id="2147484128" r:id="rId12"/>
    <p:sldLayoutId id="2147484129" r:id="rId13"/>
    <p:sldLayoutId id="2147484130" r:id="rId14"/>
    <p:sldLayoutId id="2147484131" r:id="rId15"/>
    <p:sldLayoutId id="2147484132" r:id="rId16"/>
    <p:sldLayoutId id="214748413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35" r:id="rId1"/>
    <p:sldLayoutId id="2147484136" r:id="rId2"/>
    <p:sldLayoutId id="2147484137" r:id="rId3"/>
    <p:sldLayoutId id="2147484138" r:id="rId4"/>
    <p:sldLayoutId id="2147484139" r:id="rId5"/>
    <p:sldLayoutId id="2147484140" r:id="rId6"/>
    <p:sldLayoutId id="2147484141" r:id="rId7"/>
    <p:sldLayoutId id="2147484142" r:id="rId8"/>
    <p:sldLayoutId id="2147484143" r:id="rId9"/>
    <p:sldLayoutId id="2147484144" r:id="rId10"/>
    <p:sldLayoutId id="2147484145" r:id="rId11"/>
    <p:sldLayoutId id="2147484146" r:id="rId12"/>
    <p:sldLayoutId id="2147484147" r:id="rId13"/>
    <p:sldLayoutId id="2147484148" r:id="rId14"/>
    <p:sldLayoutId id="2147484149" r:id="rId15"/>
    <p:sldLayoutId id="2147484150" r:id="rId16"/>
    <p:sldLayoutId id="214748415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  <p:sldLayoutId id="2147484164" r:id="rId12"/>
    <p:sldLayoutId id="2147484165" r:id="rId13"/>
    <p:sldLayoutId id="2147484166" r:id="rId14"/>
    <p:sldLayoutId id="2147484167" r:id="rId15"/>
    <p:sldLayoutId id="2147484168" r:id="rId16"/>
    <p:sldLayoutId id="214748416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  <p:sldLayoutId id="2147484200" r:id="rId12"/>
    <p:sldLayoutId id="2147484201" r:id="rId13"/>
    <p:sldLayoutId id="2147484202" r:id="rId14"/>
    <p:sldLayoutId id="2147484203" r:id="rId15"/>
    <p:sldLayoutId id="2147484204" r:id="rId16"/>
    <p:sldLayoutId id="214748420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07" r:id="rId1"/>
    <p:sldLayoutId id="2147484208" r:id="rId2"/>
    <p:sldLayoutId id="2147484209" r:id="rId3"/>
    <p:sldLayoutId id="2147484210" r:id="rId4"/>
    <p:sldLayoutId id="2147484211" r:id="rId5"/>
    <p:sldLayoutId id="2147484212" r:id="rId6"/>
    <p:sldLayoutId id="2147484213" r:id="rId7"/>
    <p:sldLayoutId id="2147484214" r:id="rId8"/>
    <p:sldLayoutId id="2147484215" r:id="rId9"/>
    <p:sldLayoutId id="2147484216" r:id="rId10"/>
    <p:sldLayoutId id="2147484217" r:id="rId11"/>
    <p:sldLayoutId id="2147484218" r:id="rId12"/>
    <p:sldLayoutId id="2147484219" r:id="rId13"/>
    <p:sldLayoutId id="2147484220" r:id="rId14"/>
    <p:sldLayoutId id="2147484221" r:id="rId15"/>
    <p:sldLayoutId id="2147484222" r:id="rId16"/>
    <p:sldLayoutId id="214748422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  <p:sldLayoutId id="2147484236" r:id="rId12"/>
    <p:sldLayoutId id="2147484237" r:id="rId13"/>
    <p:sldLayoutId id="2147484238" r:id="rId14"/>
    <p:sldLayoutId id="2147484239" r:id="rId15"/>
    <p:sldLayoutId id="2147484240" r:id="rId16"/>
    <p:sldLayoutId id="214748424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46" r:id="rId4"/>
    <p:sldLayoutId id="2147484247" r:id="rId5"/>
    <p:sldLayoutId id="2147484248" r:id="rId6"/>
    <p:sldLayoutId id="2147484249" r:id="rId7"/>
    <p:sldLayoutId id="2147484250" r:id="rId8"/>
    <p:sldLayoutId id="2147484251" r:id="rId9"/>
    <p:sldLayoutId id="2147484252" r:id="rId10"/>
    <p:sldLayoutId id="2147484253" r:id="rId11"/>
    <p:sldLayoutId id="2147484254" r:id="rId12"/>
    <p:sldLayoutId id="2147484255" r:id="rId13"/>
    <p:sldLayoutId id="2147484256" r:id="rId14"/>
    <p:sldLayoutId id="2147484257" r:id="rId15"/>
    <p:sldLayoutId id="2147484258" r:id="rId16"/>
    <p:sldLayoutId id="214748425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  <p:sldLayoutId id="2147484268" r:id="rId8"/>
    <p:sldLayoutId id="2147484269" r:id="rId9"/>
    <p:sldLayoutId id="2147484270" r:id="rId10"/>
    <p:sldLayoutId id="2147484271" r:id="rId11"/>
    <p:sldLayoutId id="2147484272" r:id="rId12"/>
    <p:sldLayoutId id="2147484273" r:id="rId13"/>
    <p:sldLayoutId id="2147484274" r:id="rId14"/>
    <p:sldLayoutId id="2147484275" r:id="rId15"/>
    <p:sldLayoutId id="2147484276" r:id="rId16"/>
    <p:sldLayoutId id="214748427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79" r:id="rId1"/>
    <p:sldLayoutId id="2147484280" r:id="rId2"/>
    <p:sldLayoutId id="2147484281" r:id="rId3"/>
    <p:sldLayoutId id="2147484282" r:id="rId4"/>
    <p:sldLayoutId id="2147484283" r:id="rId5"/>
    <p:sldLayoutId id="2147484284" r:id="rId6"/>
    <p:sldLayoutId id="2147484285" r:id="rId7"/>
    <p:sldLayoutId id="2147484286" r:id="rId8"/>
    <p:sldLayoutId id="2147484287" r:id="rId9"/>
    <p:sldLayoutId id="2147484288" r:id="rId10"/>
    <p:sldLayoutId id="2147484289" r:id="rId11"/>
    <p:sldLayoutId id="2147484290" r:id="rId12"/>
    <p:sldLayoutId id="2147484291" r:id="rId13"/>
    <p:sldLayoutId id="2147484292" r:id="rId14"/>
    <p:sldLayoutId id="2147484293" r:id="rId15"/>
    <p:sldLayoutId id="2147484294" r:id="rId16"/>
    <p:sldLayoutId id="214748429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  <p:sldLayoutId id="2147484308" r:id="rId12"/>
    <p:sldLayoutId id="2147484309" r:id="rId13"/>
    <p:sldLayoutId id="2147484310" r:id="rId14"/>
    <p:sldLayoutId id="2147484311" r:id="rId15"/>
    <p:sldLayoutId id="2147484312" r:id="rId16"/>
    <p:sldLayoutId id="214748431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15" r:id="rId1"/>
    <p:sldLayoutId id="2147484316" r:id="rId2"/>
    <p:sldLayoutId id="2147484317" r:id="rId3"/>
    <p:sldLayoutId id="2147484318" r:id="rId4"/>
    <p:sldLayoutId id="2147484319" r:id="rId5"/>
    <p:sldLayoutId id="2147484320" r:id="rId6"/>
    <p:sldLayoutId id="2147484321" r:id="rId7"/>
    <p:sldLayoutId id="2147484322" r:id="rId8"/>
    <p:sldLayoutId id="2147484323" r:id="rId9"/>
    <p:sldLayoutId id="2147484324" r:id="rId10"/>
    <p:sldLayoutId id="2147484325" r:id="rId11"/>
    <p:sldLayoutId id="2147484326" r:id="rId12"/>
    <p:sldLayoutId id="2147484327" r:id="rId13"/>
    <p:sldLayoutId id="2147484328" r:id="rId14"/>
    <p:sldLayoutId id="2147484329" r:id="rId15"/>
    <p:sldLayoutId id="2147484330" r:id="rId16"/>
    <p:sldLayoutId id="214748433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33" r:id="rId1"/>
    <p:sldLayoutId id="2147484334" r:id="rId2"/>
    <p:sldLayoutId id="2147484335" r:id="rId3"/>
    <p:sldLayoutId id="2147484336" r:id="rId4"/>
    <p:sldLayoutId id="2147484337" r:id="rId5"/>
    <p:sldLayoutId id="2147484338" r:id="rId6"/>
    <p:sldLayoutId id="2147484339" r:id="rId7"/>
    <p:sldLayoutId id="2147484340" r:id="rId8"/>
    <p:sldLayoutId id="2147484341" r:id="rId9"/>
    <p:sldLayoutId id="2147484342" r:id="rId10"/>
    <p:sldLayoutId id="2147484343" r:id="rId11"/>
    <p:sldLayoutId id="2147484344" r:id="rId12"/>
    <p:sldLayoutId id="2147484345" r:id="rId13"/>
    <p:sldLayoutId id="2147484346" r:id="rId14"/>
    <p:sldLayoutId id="2147484347" r:id="rId15"/>
    <p:sldLayoutId id="2147484348" r:id="rId16"/>
    <p:sldLayoutId id="214748434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1" r:id="rId1"/>
    <p:sldLayoutId id="2147484352" r:id="rId2"/>
    <p:sldLayoutId id="2147484353" r:id="rId3"/>
    <p:sldLayoutId id="2147484354" r:id="rId4"/>
    <p:sldLayoutId id="2147484355" r:id="rId5"/>
    <p:sldLayoutId id="2147484356" r:id="rId6"/>
    <p:sldLayoutId id="2147484357" r:id="rId7"/>
    <p:sldLayoutId id="2147484358" r:id="rId8"/>
    <p:sldLayoutId id="2147484359" r:id="rId9"/>
    <p:sldLayoutId id="2147484360" r:id="rId10"/>
    <p:sldLayoutId id="2147484361" r:id="rId11"/>
    <p:sldLayoutId id="2147484362" r:id="rId12"/>
    <p:sldLayoutId id="2147484363" r:id="rId13"/>
    <p:sldLayoutId id="2147484364" r:id="rId14"/>
    <p:sldLayoutId id="2147484365" r:id="rId15"/>
    <p:sldLayoutId id="2147484366" r:id="rId16"/>
    <p:sldLayoutId id="214748436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69" r:id="rId1"/>
    <p:sldLayoutId id="2147484370" r:id="rId2"/>
    <p:sldLayoutId id="2147484371" r:id="rId3"/>
    <p:sldLayoutId id="2147484372" r:id="rId4"/>
    <p:sldLayoutId id="2147484373" r:id="rId5"/>
    <p:sldLayoutId id="2147484374" r:id="rId6"/>
    <p:sldLayoutId id="2147484375" r:id="rId7"/>
    <p:sldLayoutId id="2147484376" r:id="rId8"/>
    <p:sldLayoutId id="2147484377" r:id="rId9"/>
    <p:sldLayoutId id="2147484378" r:id="rId10"/>
    <p:sldLayoutId id="2147484379" r:id="rId11"/>
    <p:sldLayoutId id="2147484380" r:id="rId12"/>
    <p:sldLayoutId id="2147484381" r:id="rId13"/>
    <p:sldLayoutId id="2147484382" r:id="rId14"/>
    <p:sldLayoutId id="2147484383" r:id="rId15"/>
    <p:sldLayoutId id="2147484384" r:id="rId16"/>
    <p:sldLayoutId id="214748438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87" r:id="rId1"/>
    <p:sldLayoutId id="2147484388" r:id="rId2"/>
    <p:sldLayoutId id="2147484389" r:id="rId3"/>
    <p:sldLayoutId id="2147484390" r:id="rId4"/>
    <p:sldLayoutId id="2147484391" r:id="rId5"/>
    <p:sldLayoutId id="2147484392" r:id="rId6"/>
    <p:sldLayoutId id="2147484393" r:id="rId7"/>
    <p:sldLayoutId id="2147484394" r:id="rId8"/>
    <p:sldLayoutId id="2147484395" r:id="rId9"/>
    <p:sldLayoutId id="2147484396" r:id="rId10"/>
    <p:sldLayoutId id="2147484397" r:id="rId11"/>
    <p:sldLayoutId id="2147484398" r:id="rId12"/>
    <p:sldLayoutId id="2147484399" r:id="rId13"/>
    <p:sldLayoutId id="2147484400" r:id="rId14"/>
    <p:sldLayoutId id="2147484401" r:id="rId15"/>
    <p:sldLayoutId id="2147484402" r:id="rId16"/>
    <p:sldLayoutId id="214748440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23" r:id="rId1"/>
    <p:sldLayoutId id="2147484424" r:id="rId2"/>
    <p:sldLayoutId id="2147484425" r:id="rId3"/>
    <p:sldLayoutId id="2147484426" r:id="rId4"/>
    <p:sldLayoutId id="2147484427" r:id="rId5"/>
    <p:sldLayoutId id="2147484428" r:id="rId6"/>
    <p:sldLayoutId id="2147484429" r:id="rId7"/>
    <p:sldLayoutId id="2147484430" r:id="rId8"/>
    <p:sldLayoutId id="2147484431" r:id="rId9"/>
    <p:sldLayoutId id="2147484432" r:id="rId10"/>
    <p:sldLayoutId id="2147484433" r:id="rId11"/>
    <p:sldLayoutId id="2147484434" r:id="rId12"/>
    <p:sldLayoutId id="2147484435" r:id="rId13"/>
    <p:sldLayoutId id="2147484436" r:id="rId14"/>
    <p:sldLayoutId id="2147484437" r:id="rId15"/>
    <p:sldLayoutId id="2147484438" r:id="rId16"/>
    <p:sldLayoutId id="214748443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  <p:sldLayoutId id="2147484452" r:id="rId12"/>
    <p:sldLayoutId id="2147484453" r:id="rId13"/>
    <p:sldLayoutId id="2147484454" r:id="rId14"/>
    <p:sldLayoutId id="2147484455" r:id="rId15"/>
    <p:sldLayoutId id="2147484456" r:id="rId16"/>
    <p:sldLayoutId id="214748445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59" r:id="rId1"/>
    <p:sldLayoutId id="2147484460" r:id="rId2"/>
    <p:sldLayoutId id="2147484461" r:id="rId3"/>
    <p:sldLayoutId id="2147484462" r:id="rId4"/>
    <p:sldLayoutId id="2147484463" r:id="rId5"/>
    <p:sldLayoutId id="2147484464" r:id="rId6"/>
    <p:sldLayoutId id="2147484465" r:id="rId7"/>
    <p:sldLayoutId id="2147484466" r:id="rId8"/>
    <p:sldLayoutId id="2147484467" r:id="rId9"/>
    <p:sldLayoutId id="2147484468" r:id="rId10"/>
    <p:sldLayoutId id="2147484469" r:id="rId11"/>
    <p:sldLayoutId id="2147484470" r:id="rId12"/>
    <p:sldLayoutId id="2147484471" r:id="rId13"/>
    <p:sldLayoutId id="2147484472" r:id="rId14"/>
    <p:sldLayoutId id="2147484473" r:id="rId15"/>
    <p:sldLayoutId id="2147484474" r:id="rId16"/>
    <p:sldLayoutId id="214748447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77" r:id="rId1"/>
    <p:sldLayoutId id="2147484478" r:id="rId2"/>
    <p:sldLayoutId id="2147484479" r:id="rId3"/>
    <p:sldLayoutId id="2147484480" r:id="rId4"/>
    <p:sldLayoutId id="2147484481" r:id="rId5"/>
    <p:sldLayoutId id="2147484482" r:id="rId6"/>
    <p:sldLayoutId id="2147484483" r:id="rId7"/>
    <p:sldLayoutId id="2147484484" r:id="rId8"/>
    <p:sldLayoutId id="2147484485" r:id="rId9"/>
    <p:sldLayoutId id="2147484486" r:id="rId10"/>
    <p:sldLayoutId id="2147484487" r:id="rId11"/>
    <p:sldLayoutId id="2147484488" r:id="rId12"/>
    <p:sldLayoutId id="2147484489" r:id="rId13"/>
    <p:sldLayoutId id="2147484490" r:id="rId14"/>
    <p:sldLayoutId id="2147484491" r:id="rId15"/>
    <p:sldLayoutId id="2147484492" r:id="rId16"/>
    <p:sldLayoutId id="214748449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95" r:id="rId1"/>
    <p:sldLayoutId id="2147484496" r:id="rId2"/>
    <p:sldLayoutId id="2147484497" r:id="rId3"/>
    <p:sldLayoutId id="2147484498" r:id="rId4"/>
    <p:sldLayoutId id="2147484499" r:id="rId5"/>
    <p:sldLayoutId id="2147484500" r:id="rId6"/>
    <p:sldLayoutId id="2147484501" r:id="rId7"/>
    <p:sldLayoutId id="2147484502" r:id="rId8"/>
    <p:sldLayoutId id="2147484503" r:id="rId9"/>
    <p:sldLayoutId id="2147484504" r:id="rId10"/>
    <p:sldLayoutId id="2147484505" r:id="rId11"/>
    <p:sldLayoutId id="2147484506" r:id="rId12"/>
    <p:sldLayoutId id="2147484507" r:id="rId13"/>
    <p:sldLayoutId id="2147484508" r:id="rId14"/>
    <p:sldLayoutId id="2147484509" r:id="rId15"/>
    <p:sldLayoutId id="2147484510" r:id="rId16"/>
    <p:sldLayoutId id="214748451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13" r:id="rId1"/>
    <p:sldLayoutId id="2147484514" r:id="rId2"/>
    <p:sldLayoutId id="2147484515" r:id="rId3"/>
    <p:sldLayoutId id="2147484516" r:id="rId4"/>
    <p:sldLayoutId id="2147484517" r:id="rId5"/>
    <p:sldLayoutId id="2147484518" r:id="rId6"/>
    <p:sldLayoutId id="2147484519" r:id="rId7"/>
    <p:sldLayoutId id="2147484520" r:id="rId8"/>
    <p:sldLayoutId id="2147484521" r:id="rId9"/>
    <p:sldLayoutId id="2147484522" r:id="rId10"/>
    <p:sldLayoutId id="2147484523" r:id="rId11"/>
    <p:sldLayoutId id="2147484524" r:id="rId12"/>
    <p:sldLayoutId id="2147484525" r:id="rId13"/>
    <p:sldLayoutId id="2147484526" r:id="rId14"/>
    <p:sldLayoutId id="2147484527" r:id="rId15"/>
    <p:sldLayoutId id="2147484528" r:id="rId16"/>
    <p:sldLayoutId id="214748452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31" r:id="rId1"/>
    <p:sldLayoutId id="2147484532" r:id="rId2"/>
    <p:sldLayoutId id="2147484533" r:id="rId3"/>
    <p:sldLayoutId id="2147484534" r:id="rId4"/>
    <p:sldLayoutId id="2147484535" r:id="rId5"/>
    <p:sldLayoutId id="2147484536" r:id="rId6"/>
    <p:sldLayoutId id="2147484537" r:id="rId7"/>
    <p:sldLayoutId id="2147484538" r:id="rId8"/>
    <p:sldLayoutId id="2147484539" r:id="rId9"/>
    <p:sldLayoutId id="2147484540" r:id="rId10"/>
    <p:sldLayoutId id="2147484541" r:id="rId11"/>
    <p:sldLayoutId id="2147484542" r:id="rId12"/>
    <p:sldLayoutId id="2147484543" r:id="rId13"/>
    <p:sldLayoutId id="2147484544" r:id="rId14"/>
    <p:sldLayoutId id="2147484545" r:id="rId15"/>
    <p:sldLayoutId id="2147484546" r:id="rId16"/>
    <p:sldLayoutId id="214748454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49" r:id="rId1"/>
    <p:sldLayoutId id="2147484550" r:id="rId2"/>
    <p:sldLayoutId id="2147484551" r:id="rId3"/>
    <p:sldLayoutId id="2147484552" r:id="rId4"/>
    <p:sldLayoutId id="2147484553" r:id="rId5"/>
    <p:sldLayoutId id="2147484554" r:id="rId6"/>
    <p:sldLayoutId id="2147484555" r:id="rId7"/>
    <p:sldLayoutId id="2147484556" r:id="rId8"/>
    <p:sldLayoutId id="2147484557" r:id="rId9"/>
    <p:sldLayoutId id="2147484558" r:id="rId10"/>
    <p:sldLayoutId id="2147484559" r:id="rId11"/>
    <p:sldLayoutId id="2147484560" r:id="rId12"/>
    <p:sldLayoutId id="2147484561" r:id="rId13"/>
    <p:sldLayoutId id="2147484562" r:id="rId14"/>
    <p:sldLayoutId id="2147484563" r:id="rId15"/>
    <p:sldLayoutId id="2147484564" r:id="rId16"/>
    <p:sldLayoutId id="214748456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67" r:id="rId1"/>
    <p:sldLayoutId id="2147484568" r:id="rId2"/>
    <p:sldLayoutId id="2147484569" r:id="rId3"/>
    <p:sldLayoutId id="2147484570" r:id="rId4"/>
    <p:sldLayoutId id="2147484571" r:id="rId5"/>
    <p:sldLayoutId id="2147484572" r:id="rId6"/>
    <p:sldLayoutId id="2147484573" r:id="rId7"/>
    <p:sldLayoutId id="2147484574" r:id="rId8"/>
    <p:sldLayoutId id="2147484575" r:id="rId9"/>
    <p:sldLayoutId id="2147484576" r:id="rId10"/>
    <p:sldLayoutId id="2147484577" r:id="rId11"/>
    <p:sldLayoutId id="2147484578" r:id="rId12"/>
    <p:sldLayoutId id="2147484579" r:id="rId13"/>
    <p:sldLayoutId id="2147484580" r:id="rId14"/>
    <p:sldLayoutId id="2147484581" r:id="rId15"/>
    <p:sldLayoutId id="2147484582" r:id="rId16"/>
    <p:sldLayoutId id="214748458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85" r:id="rId1"/>
    <p:sldLayoutId id="2147484586" r:id="rId2"/>
    <p:sldLayoutId id="2147484587" r:id="rId3"/>
    <p:sldLayoutId id="2147484588" r:id="rId4"/>
    <p:sldLayoutId id="2147484589" r:id="rId5"/>
    <p:sldLayoutId id="2147484590" r:id="rId6"/>
    <p:sldLayoutId id="2147484591" r:id="rId7"/>
    <p:sldLayoutId id="2147484592" r:id="rId8"/>
    <p:sldLayoutId id="2147484593" r:id="rId9"/>
    <p:sldLayoutId id="2147484594" r:id="rId10"/>
    <p:sldLayoutId id="2147484595" r:id="rId11"/>
    <p:sldLayoutId id="2147484596" r:id="rId12"/>
    <p:sldLayoutId id="2147484597" r:id="rId13"/>
    <p:sldLayoutId id="2147484598" r:id="rId14"/>
    <p:sldLayoutId id="2147484599" r:id="rId15"/>
    <p:sldLayoutId id="2147484600" r:id="rId16"/>
    <p:sldLayoutId id="214748460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03" r:id="rId1"/>
    <p:sldLayoutId id="2147484604" r:id="rId2"/>
    <p:sldLayoutId id="2147484605" r:id="rId3"/>
    <p:sldLayoutId id="2147484606" r:id="rId4"/>
    <p:sldLayoutId id="2147484607" r:id="rId5"/>
    <p:sldLayoutId id="2147484608" r:id="rId6"/>
    <p:sldLayoutId id="2147484609" r:id="rId7"/>
    <p:sldLayoutId id="2147484610" r:id="rId8"/>
    <p:sldLayoutId id="2147484611" r:id="rId9"/>
    <p:sldLayoutId id="2147484612" r:id="rId10"/>
    <p:sldLayoutId id="2147484613" r:id="rId11"/>
    <p:sldLayoutId id="2147484614" r:id="rId12"/>
    <p:sldLayoutId id="2147484615" r:id="rId13"/>
    <p:sldLayoutId id="2147484616" r:id="rId14"/>
    <p:sldLayoutId id="2147484617" r:id="rId15"/>
    <p:sldLayoutId id="2147484618" r:id="rId16"/>
    <p:sldLayoutId id="214748461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1" r:id="rId1"/>
    <p:sldLayoutId id="2147484622" r:id="rId2"/>
    <p:sldLayoutId id="2147484623" r:id="rId3"/>
    <p:sldLayoutId id="2147484624" r:id="rId4"/>
    <p:sldLayoutId id="2147484625" r:id="rId5"/>
    <p:sldLayoutId id="2147484626" r:id="rId6"/>
    <p:sldLayoutId id="2147484627" r:id="rId7"/>
    <p:sldLayoutId id="2147484628" r:id="rId8"/>
    <p:sldLayoutId id="2147484629" r:id="rId9"/>
    <p:sldLayoutId id="2147484630" r:id="rId10"/>
    <p:sldLayoutId id="2147484631" r:id="rId11"/>
    <p:sldLayoutId id="2147484632" r:id="rId12"/>
    <p:sldLayoutId id="2147484633" r:id="rId13"/>
    <p:sldLayoutId id="2147484634" r:id="rId14"/>
    <p:sldLayoutId id="2147484635" r:id="rId15"/>
    <p:sldLayoutId id="2147484636" r:id="rId16"/>
    <p:sldLayoutId id="214748463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  <p:sldLayoutId id="2147484645" r:id="rId7"/>
    <p:sldLayoutId id="2147484646" r:id="rId8"/>
    <p:sldLayoutId id="2147484647" r:id="rId9"/>
    <p:sldLayoutId id="2147484648" r:id="rId10"/>
    <p:sldLayoutId id="2147484649" r:id="rId11"/>
    <p:sldLayoutId id="2147484650" r:id="rId12"/>
    <p:sldLayoutId id="2147484651" r:id="rId13"/>
    <p:sldLayoutId id="2147484652" r:id="rId14"/>
    <p:sldLayoutId id="2147484653" r:id="rId15"/>
    <p:sldLayoutId id="2147484654" r:id="rId16"/>
    <p:sldLayoutId id="214748465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57" r:id="rId1"/>
    <p:sldLayoutId id="2147484658" r:id="rId2"/>
    <p:sldLayoutId id="2147484659" r:id="rId3"/>
    <p:sldLayoutId id="2147484660" r:id="rId4"/>
    <p:sldLayoutId id="2147484661" r:id="rId5"/>
    <p:sldLayoutId id="2147484662" r:id="rId6"/>
    <p:sldLayoutId id="2147484663" r:id="rId7"/>
    <p:sldLayoutId id="2147484664" r:id="rId8"/>
    <p:sldLayoutId id="2147484665" r:id="rId9"/>
    <p:sldLayoutId id="2147484666" r:id="rId10"/>
    <p:sldLayoutId id="2147484667" r:id="rId11"/>
    <p:sldLayoutId id="2147484668" r:id="rId12"/>
    <p:sldLayoutId id="2147484669" r:id="rId13"/>
    <p:sldLayoutId id="2147484670" r:id="rId14"/>
    <p:sldLayoutId id="2147484671" r:id="rId15"/>
    <p:sldLayoutId id="2147484672" r:id="rId16"/>
    <p:sldLayoutId id="214748467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75" r:id="rId1"/>
    <p:sldLayoutId id="2147484676" r:id="rId2"/>
    <p:sldLayoutId id="2147484677" r:id="rId3"/>
    <p:sldLayoutId id="2147484678" r:id="rId4"/>
    <p:sldLayoutId id="2147484679" r:id="rId5"/>
    <p:sldLayoutId id="2147484680" r:id="rId6"/>
    <p:sldLayoutId id="2147484681" r:id="rId7"/>
    <p:sldLayoutId id="2147484682" r:id="rId8"/>
    <p:sldLayoutId id="2147484683" r:id="rId9"/>
    <p:sldLayoutId id="2147484684" r:id="rId10"/>
    <p:sldLayoutId id="2147484685" r:id="rId11"/>
    <p:sldLayoutId id="2147484686" r:id="rId12"/>
    <p:sldLayoutId id="2147484687" r:id="rId13"/>
    <p:sldLayoutId id="2147484688" r:id="rId14"/>
    <p:sldLayoutId id="2147484689" r:id="rId15"/>
    <p:sldLayoutId id="2147484690" r:id="rId16"/>
    <p:sldLayoutId id="214748469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93" r:id="rId1"/>
    <p:sldLayoutId id="2147484694" r:id="rId2"/>
    <p:sldLayoutId id="2147484695" r:id="rId3"/>
    <p:sldLayoutId id="2147484696" r:id="rId4"/>
    <p:sldLayoutId id="2147484697" r:id="rId5"/>
    <p:sldLayoutId id="2147484698" r:id="rId6"/>
    <p:sldLayoutId id="2147484699" r:id="rId7"/>
    <p:sldLayoutId id="2147484700" r:id="rId8"/>
    <p:sldLayoutId id="2147484701" r:id="rId9"/>
    <p:sldLayoutId id="2147484702" r:id="rId10"/>
    <p:sldLayoutId id="2147484703" r:id="rId11"/>
    <p:sldLayoutId id="2147484704" r:id="rId12"/>
    <p:sldLayoutId id="2147484705" r:id="rId13"/>
    <p:sldLayoutId id="2147484706" r:id="rId14"/>
    <p:sldLayoutId id="2147484707" r:id="rId15"/>
    <p:sldLayoutId id="2147484708" r:id="rId16"/>
    <p:sldLayoutId id="214748470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11" r:id="rId1"/>
    <p:sldLayoutId id="2147484712" r:id="rId2"/>
    <p:sldLayoutId id="2147484713" r:id="rId3"/>
    <p:sldLayoutId id="2147484714" r:id="rId4"/>
    <p:sldLayoutId id="2147484715" r:id="rId5"/>
    <p:sldLayoutId id="2147484716" r:id="rId6"/>
    <p:sldLayoutId id="2147484717" r:id="rId7"/>
    <p:sldLayoutId id="2147484718" r:id="rId8"/>
    <p:sldLayoutId id="2147484719" r:id="rId9"/>
    <p:sldLayoutId id="2147484720" r:id="rId10"/>
    <p:sldLayoutId id="2147484721" r:id="rId11"/>
    <p:sldLayoutId id="2147484722" r:id="rId12"/>
    <p:sldLayoutId id="2147484723" r:id="rId13"/>
    <p:sldLayoutId id="2147484724" r:id="rId14"/>
    <p:sldLayoutId id="2147484725" r:id="rId15"/>
    <p:sldLayoutId id="2147484726" r:id="rId16"/>
    <p:sldLayoutId id="214748472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9" r:id="rId1"/>
    <p:sldLayoutId id="2147484730" r:id="rId2"/>
    <p:sldLayoutId id="2147484731" r:id="rId3"/>
    <p:sldLayoutId id="2147484732" r:id="rId4"/>
    <p:sldLayoutId id="2147484733" r:id="rId5"/>
    <p:sldLayoutId id="2147484734" r:id="rId6"/>
    <p:sldLayoutId id="2147484735" r:id="rId7"/>
    <p:sldLayoutId id="2147484736" r:id="rId8"/>
    <p:sldLayoutId id="2147484737" r:id="rId9"/>
    <p:sldLayoutId id="2147484738" r:id="rId10"/>
    <p:sldLayoutId id="2147484739" r:id="rId11"/>
    <p:sldLayoutId id="2147484740" r:id="rId12"/>
    <p:sldLayoutId id="2147484741" r:id="rId13"/>
    <p:sldLayoutId id="2147484742" r:id="rId14"/>
    <p:sldLayoutId id="2147484743" r:id="rId15"/>
    <p:sldLayoutId id="2147484744" r:id="rId16"/>
    <p:sldLayoutId id="214748474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47" r:id="rId1"/>
    <p:sldLayoutId id="2147484748" r:id="rId2"/>
    <p:sldLayoutId id="2147484749" r:id="rId3"/>
    <p:sldLayoutId id="2147484750" r:id="rId4"/>
    <p:sldLayoutId id="2147484751" r:id="rId5"/>
    <p:sldLayoutId id="2147484752" r:id="rId6"/>
    <p:sldLayoutId id="2147484753" r:id="rId7"/>
    <p:sldLayoutId id="2147484754" r:id="rId8"/>
    <p:sldLayoutId id="2147484755" r:id="rId9"/>
    <p:sldLayoutId id="2147484756" r:id="rId10"/>
    <p:sldLayoutId id="2147484757" r:id="rId11"/>
    <p:sldLayoutId id="2147484758" r:id="rId12"/>
    <p:sldLayoutId id="2147484759" r:id="rId13"/>
    <p:sldLayoutId id="2147484760" r:id="rId14"/>
    <p:sldLayoutId id="2147484761" r:id="rId15"/>
    <p:sldLayoutId id="2147484762" r:id="rId16"/>
    <p:sldLayoutId id="214748476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65" r:id="rId1"/>
    <p:sldLayoutId id="2147484766" r:id="rId2"/>
    <p:sldLayoutId id="2147484767" r:id="rId3"/>
    <p:sldLayoutId id="2147484768" r:id="rId4"/>
    <p:sldLayoutId id="2147484769" r:id="rId5"/>
    <p:sldLayoutId id="2147484770" r:id="rId6"/>
    <p:sldLayoutId id="2147484771" r:id="rId7"/>
    <p:sldLayoutId id="2147484772" r:id="rId8"/>
    <p:sldLayoutId id="2147484773" r:id="rId9"/>
    <p:sldLayoutId id="2147484774" r:id="rId10"/>
    <p:sldLayoutId id="2147484775" r:id="rId11"/>
    <p:sldLayoutId id="2147484776" r:id="rId12"/>
    <p:sldLayoutId id="2147484777" r:id="rId13"/>
    <p:sldLayoutId id="2147484778" r:id="rId14"/>
    <p:sldLayoutId id="2147484779" r:id="rId15"/>
    <p:sldLayoutId id="2147484780" r:id="rId16"/>
    <p:sldLayoutId id="214748478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83" r:id="rId1"/>
    <p:sldLayoutId id="2147484784" r:id="rId2"/>
    <p:sldLayoutId id="2147484785" r:id="rId3"/>
    <p:sldLayoutId id="2147484786" r:id="rId4"/>
    <p:sldLayoutId id="2147484787" r:id="rId5"/>
    <p:sldLayoutId id="2147484788" r:id="rId6"/>
    <p:sldLayoutId id="2147484789" r:id="rId7"/>
    <p:sldLayoutId id="2147484790" r:id="rId8"/>
    <p:sldLayoutId id="2147484791" r:id="rId9"/>
    <p:sldLayoutId id="2147484792" r:id="rId10"/>
    <p:sldLayoutId id="2147484793" r:id="rId11"/>
    <p:sldLayoutId id="2147484794" r:id="rId12"/>
    <p:sldLayoutId id="2147484795" r:id="rId13"/>
    <p:sldLayoutId id="2147484796" r:id="rId14"/>
    <p:sldLayoutId id="2147484797" r:id="rId15"/>
    <p:sldLayoutId id="2147484798" r:id="rId16"/>
    <p:sldLayoutId id="214748479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hyperlink" Target="ftp://59.77.15.98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59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97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9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10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27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44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58.xm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wmf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5.emf"/><Relationship Id="rId1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20.e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19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8.e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7.emf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1.emf"/><Relationship Id="rId1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5.e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24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3.e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22.emf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10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jpeg"/><Relationship Id="rId8" Type="http://schemas.openxmlformats.org/officeDocument/2006/relationships/image" Target="../media/image29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28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7.e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6.emf"/><Relationship Id="rId13" Type="http://schemas.openxmlformats.org/officeDocument/2006/relationships/vmlDrawing" Target="../drawings/vmlDrawing6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1.emf"/><Relationship Id="rId10" Type="http://schemas.openxmlformats.org/officeDocument/2006/relationships/tags" Target="../tags/tag2.xml"/><Relationship Id="rId1" Type="http://schemas.openxmlformats.org/officeDocument/2006/relationships/oleObject" Target="../embeddings/oleObject14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emf"/><Relationship Id="rId1" Type="http://schemas.openxmlformats.org/officeDocument/2006/relationships/oleObject" Target="../embeddings/oleObject18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25.xml"/><Relationship Id="rId1" Type="http://schemas.openxmlformats.org/officeDocument/2006/relationships/image" Target="../media/image3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42.xml"/><Relationship Id="rId2" Type="http://schemas.openxmlformats.org/officeDocument/2006/relationships/image" Target="../media/image34.jpeg"/><Relationship Id="rId1" Type="http://schemas.openxmlformats.org/officeDocument/2006/relationships/image" Target="../media/image33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wmf"/><Relationship Id="rId1" Type="http://schemas.openxmlformats.org/officeDocument/2006/relationships/oleObject" Target="../embeddings/oleObject19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6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9.xml"/><Relationship Id="rId1" Type="http://schemas.openxmlformats.org/officeDocument/2006/relationships/tags" Target="../tags/tag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0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4.xml"/><Relationship Id="rId1" Type="http://schemas.openxmlformats.org/officeDocument/2006/relationships/tags" Target="../tags/tag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1.xml"/><Relationship Id="rId1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5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9.xml"/><Relationship Id="rId3" Type="http://schemas.openxmlformats.org/officeDocument/2006/relationships/image" Target="../media/image37.png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6.xml"/><Relationship Id="rId4" Type="http://schemas.openxmlformats.org/officeDocument/2006/relationships/tags" Target="../tags/tag14.xml"/><Relationship Id="rId3" Type="http://schemas.openxmlformats.org/officeDocument/2006/relationships/image" Target="../media/image38.emf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2.xml"/><Relationship Id="rId8" Type="http://schemas.openxmlformats.org/officeDocument/2006/relationships/tags" Target="../tags/tag16.xml"/><Relationship Id="rId7" Type="http://schemas.openxmlformats.org/officeDocument/2006/relationships/image" Target="../media/image37.png"/><Relationship Id="rId6" Type="http://schemas.openxmlformats.org/officeDocument/2006/relationships/tags" Target="../tags/tag15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1.bin"/><Relationship Id="rId3" Type="http://schemas.openxmlformats.org/officeDocument/2006/relationships/image" Target="../media/image30.jpeg"/><Relationship Id="rId2" Type="http://schemas.openxmlformats.org/officeDocument/2006/relationships/image" Target="../media/image39.wmf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20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61.xml"/><Relationship Id="rId2" Type="http://schemas.openxmlformats.org/officeDocument/2006/relationships/image" Target="../media/image41.png"/><Relationship Id="rId1" Type="http://schemas.openxmlformats.org/officeDocument/2006/relationships/tags" Target="../tags/tag17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64.xml"/><Relationship Id="rId3" Type="http://schemas.openxmlformats.org/officeDocument/2006/relationships/image" Target="../media/image42.png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1.xml"/><Relationship Id="rId3" Type="http://schemas.openxmlformats.org/officeDocument/2006/relationships/image" Target="../media/image43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874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78.xml"/><Relationship Id="rId1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3.xml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Relationship Id="rId3" Type="http://schemas.openxmlformats.org/officeDocument/2006/relationships/image" Target="../media/image48.jpeg"/><Relationship Id="rId2" Type="http://schemas.openxmlformats.org/officeDocument/2006/relationships/hyperlink" Target="http://www.sensicom.com.cn/a/spjj.asp?id=113" TargetMode="External"/><Relationship Id="rId1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3.png"/><Relationship Id="rId3" Type="http://schemas.openxmlformats.org/officeDocument/2006/relationships/oleObject" Target="../embeddings/oleObject22.bin"/><Relationship Id="rId2" Type="http://schemas.openxmlformats.org/officeDocument/2006/relationships/image" Target="../media/image52.jpeg"/><Relationship Id="rId1" Type="http://schemas.openxmlformats.org/officeDocument/2006/relationships/hyperlink" Target="http://images.google.com/imgres?imgurl=http://img.hc360.com/ec/Market/product/P_105240.jpg&amp;imgrefurl=http://mmt.ec.hc360.com/product/show/310/pyl186310.htm&amp;h=400&amp;w=246&amp;sz=33&amp;tbnid=nxs7D-iqP-YJ:&amp;tbnh=120&amp;tbnw=73&amp;hl=zh-CN&amp;start=49&amp;prev=/images?q%3D%E7%94%B5%E5%AE%B9%26start%3D40%26svnum%3D10%26hl%3Dzh-CN%26lr%3D%26newwindow%3D1%26rls%3DGGLC,GGLC:1970-01,GGLC:zh-CN%26sa%3DN" TargetMode="Externa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5.jpeg"/><Relationship Id="rId3" Type="http://schemas.openxmlformats.org/officeDocument/2006/relationships/hyperlink" Target="http://images.google.com/imgres?imgurl=http://www.esmchina.com/ARTICLES/2004SEP/3/2004SEP15_NP_CM_CP_01.JPG&amp;imgrefurl=http://www.esmchina.com/ART_8800057854_617661.HTM.bc35f928&amp;h=233&amp;w=300&amp;sz=10&amp;tbnid=u7wJD45xXewJ:&amp;tbnh=86&amp;tbnw=111&amp;hl=zh-CN&amp;start=7&amp;prev=/images?q%3D%E7%94%B5%E6%84%9F%E5%99%A8%26svnum%3D10%26hl%3Dzh-CN%26lr%3D%26newwindow%3D1%26rls%3DGGLC,GGLC:1970-01,GGLC:zh-CN%26sa%3DG" TargetMode="External"/><Relationship Id="rId2" Type="http://schemas.openxmlformats.org/officeDocument/2006/relationships/image" Target="../media/image54.jpeg"/><Relationship Id="rId1" Type="http://schemas.openxmlformats.org/officeDocument/2006/relationships/hyperlink" Target="http://images.google.com/imgres?imgurl=http://www.min-dong.com/byq/EMI.jpg&amp;imgrefurl=http://www.min-dong.com/bianyaqi.htm&amp;h=488&amp;w=610&amp;sz=98&amp;tbnid=2FXhIFqAWIwJ:&amp;tbnh=106&amp;tbnw=133&amp;hl=zh-CN&amp;start=3&amp;prev=/images?q%3D%E7%94%B5%E6%84%9F%26svnum%3D10%26hl%3Dzh-CN%26lr%3D%26newwindow%3D1%26rls%3DGGLC,GGLC:1970-01,GGLC:zh-CN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6.jpeg"/><Relationship Id="rId1" Type="http://schemas.openxmlformats.org/officeDocument/2006/relationships/hyperlink" Target="http://tupian.hudong.com/s/%E7%9B%B4%E6%B5%81%E7%A8%B3%E5%8E%8B%E7%94%B5%E6%BA%90/xgtupian/1/6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0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7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3" Type="http://schemas.openxmlformats.org/officeDocument/2006/relationships/vmlDrawing" Target="../drawings/vmlDrawing11.vml"/><Relationship Id="rId32" Type="http://schemas.openxmlformats.org/officeDocument/2006/relationships/slideLayout" Target="../slideLayouts/slideLayout7.xml"/><Relationship Id="rId31" Type="http://schemas.openxmlformats.org/officeDocument/2006/relationships/image" Target="../media/image59.emf"/><Relationship Id="rId30" Type="http://schemas.openxmlformats.org/officeDocument/2006/relationships/oleObject" Target="../embeddings/oleObject25.bin"/><Relationship Id="rId3" Type="http://schemas.openxmlformats.org/officeDocument/2006/relationships/image" Target="../media/image30.jpeg"/><Relationship Id="rId29" Type="http://schemas.openxmlformats.org/officeDocument/2006/relationships/tags" Target="../tags/tag47.xml"/><Relationship Id="rId28" Type="http://schemas.openxmlformats.org/officeDocument/2006/relationships/tags" Target="../tags/tag46.xml"/><Relationship Id="rId27" Type="http://schemas.openxmlformats.org/officeDocument/2006/relationships/tags" Target="../tags/tag45.xml"/><Relationship Id="rId26" Type="http://schemas.openxmlformats.org/officeDocument/2006/relationships/tags" Target="../tags/tag44.xml"/><Relationship Id="rId25" Type="http://schemas.openxmlformats.org/officeDocument/2006/relationships/tags" Target="../tags/tag43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image" Target="../media/image58.emf"/><Relationship Id="rId21" Type="http://schemas.openxmlformats.org/officeDocument/2006/relationships/oleObject" Target="../embeddings/oleObject24.bin"/><Relationship Id="rId20" Type="http://schemas.openxmlformats.org/officeDocument/2006/relationships/tags" Target="../tags/tag40.xml"/><Relationship Id="rId2" Type="http://schemas.openxmlformats.org/officeDocument/2006/relationships/tags" Target="../tags/tag25.xml"/><Relationship Id="rId19" Type="http://schemas.openxmlformats.org/officeDocument/2006/relationships/image" Target="../media/image57.emf"/><Relationship Id="rId18" Type="http://schemas.openxmlformats.org/officeDocument/2006/relationships/oleObject" Target="../embeddings/oleObject23.bin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4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wmf"/><Relationship Id="rId8" Type="http://schemas.openxmlformats.org/officeDocument/2006/relationships/oleObject" Target="../embeddings/oleObject27.bin"/><Relationship Id="rId7" Type="http://schemas.openxmlformats.org/officeDocument/2006/relationships/tags" Target="../tags/tag51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26.bin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4" Type="http://schemas.openxmlformats.org/officeDocument/2006/relationships/vmlDrawing" Target="../drawings/vmlDrawing12.vml"/><Relationship Id="rId23" Type="http://schemas.openxmlformats.org/officeDocument/2006/relationships/slideLayout" Target="../slideLayouts/slideLayout415.xml"/><Relationship Id="rId22" Type="http://schemas.openxmlformats.org/officeDocument/2006/relationships/tags" Target="../tags/tag64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image" Target="../media/image30.jpeg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8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2.wmf"/><Relationship Id="rId1" Type="http://schemas.openxmlformats.org/officeDocument/2006/relationships/oleObject" Target="../embeddings/oleObject28.bin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6.e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65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64.e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63.emf"/><Relationship Id="rId10" Type="http://schemas.openxmlformats.org/officeDocument/2006/relationships/vmlDrawing" Target="../drawings/vmlDrawing14.vml"/><Relationship Id="rId1" Type="http://schemas.openxmlformats.org/officeDocument/2006/relationships/oleObject" Target="../embeddings/oleObject29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6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emf"/><Relationship Id="rId1" Type="http://schemas.openxmlformats.org/officeDocument/2006/relationships/oleObject" Target="../embeddings/oleObject33.bin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jpeg"/><Relationship Id="rId2" Type="http://schemas.openxmlformats.org/officeDocument/2006/relationships/image" Target="../media/image68.emf"/><Relationship Id="rId1" Type="http://schemas.openxmlformats.org/officeDocument/2006/relationships/oleObject" Target="../embeddings/oleObject34.bin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emf"/><Relationship Id="rId8" Type="http://schemas.openxmlformats.org/officeDocument/2006/relationships/oleObject" Target="../embeddings/oleObject38.bin"/><Relationship Id="rId7" Type="http://schemas.openxmlformats.org/officeDocument/2006/relationships/image" Target="../media/image71.emf"/><Relationship Id="rId6" Type="http://schemas.openxmlformats.org/officeDocument/2006/relationships/oleObject" Target="../embeddings/oleObject37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36.bin"/><Relationship Id="rId3" Type="http://schemas.openxmlformats.org/officeDocument/2006/relationships/image" Target="../media/image30.jpeg"/><Relationship Id="rId2" Type="http://schemas.openxmlformats.org/officeDocument/2006/relationships/image" Target="../media/image69.emf"/><Relationship Id="rId11" Type="http://schemas.openxmlformats.org/officeDocument/2006/relationships/vmlDrawing" Target="../drawings/vmlDrawing17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35.bin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8.vml"/><Relationship Id="rId8" Type="http://schemas.openxmlformats.org/officeDocument/2006/relationships/slideLayout" Target="../slideLayouts/slideLayout449.xml"/><Relationship Id="rId7" Type="http://schemas.openxmlformats.org/officeDocument/2006/relationships/tags" Target="../tags/tag65.xml"/><Relationship Id="rId6" Type="http://schemas.openxmlformats.org/officeDocument/2006/relationships/image" Target="../media/image75.e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74.e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73.emf"/><Relationship Id="rId1" Type="http://schemas.openxmlformats.org/officeDocument/2006/relationships/oleObject" Target="../embeddings/oleObject39.bin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9.v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66.xml"/><Relationship Id="rId6" Type="http://schemas.openxmlformats.org/officeDocument/2006/relationships/image" Target="../media/image78.e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77.e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76.emf"/><Relationship Id="rId1" Type="http://schemas.openxmlformats.org/officeDocument/2006/relationships/oleObject" Target="../embeddings/oleObject42.bin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.bin"/><Relationship Id="rId8" Type="http://schemas.openxmlformats.org/officeDocument/2006/relationships/image" Target="../media/image82.e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81.e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80.e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79.emf"/><Relationship Id="rId16" Type="http://schemas.openxmlformats.org/officeDocument/2006/relationships/vmlDrawing" Target="../drawings/vmlDrawing20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85.emf"/><Relationship Id="rId13" Type="http://schemas.openxmlformats.org/officeDocument/2006/relationships/oleObject" Target="../embeddings/oleObject51.bin"/><Relationship Id="rId12" Type="http://schemas.openxmlformats.org/officeDocument/2006/relationships/image" Target="../media/image84.emf"/><Relationship Id="rId11" Type="http://schemas.openxmlformats.org/officeDocument/2006/relationships/oleObject" Target="../embeddings/oleObject50.bin"/><Relationship Id="rId10" Type="http://schemas.openxmlformats.org/officeDocument/2006/relationships/image" Target="../media/image83.emf"/><Relationship Id="rId1" Type="http://schemas.openxmlformats.org/officeDocument/2006/relationships/oleObject" Target="../embeddings/oleObject45.bin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emf"/><Relationship Id="rId8" Type="http://schemas.openxmlformats.org/officeDocument/2006/relationships/oleObject" Target="../embeddings/oleObject55.bin"/><Relationship Id="rId7" Type="http://schemas.openxmlformats.org/officeDocument/2006/relationships/image" Target="../media/image88.emf"/><Relationship Id="rId6" Type="http://schemas.openxmlformats.org/officeDocument/2006/relationships/oleObject" Target="../embeddings/oleObject54.bin"/><Relationship Id="rId5" Type="http://schemas.openxmlformats.org/officeDocument/2006/relationships/image" Target="../media/image30.jpeg"/><Relationship Id="rId4" Type="http://schemas.openxmlformats.org/officeDocument/2006/relationships/image" Target="../media/image87.e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86.emf"/><Relationship Id="rId11" Type="http://schemas.openxmlformats.org/officeDocument/2006/relationships/vmlDrawing" Target="../drawings/vmlDrawing21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52.bin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3.xml"/></Relationships>
</file>

<file path=ppt/slides/_rels/slide7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2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91.e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90.emf"/><Relationship Id="rId1" Type="http://schemas.openxmlformats.org/officeDocument/2006/relationships/oleObject" Target="../embeddings/oleObject56.bin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0.xml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emf"/><Relationship Id="rId8" Type="http://schemas.openxmlformats.org/officeDocument/2006/relationships/oleObject" Target="../embeddings/oleObject61.bin"/><Relationship Id="rId7" Type="http://schemas.openxmlformats.org/officeDocument/2006/relationships/image" Target="../media/image94.emf"/><Relationship Id="rId6" Type="http://schemas.openxmlformats.org/officeDocument/2006/relationships/oleObject" Target="../embeddings/oleObject60.bin"/><Relationship Id="rId5" Type="http://schemas.openxmlformats.org/officeDocument/2006/relationships/image" Target="../media/image93.emf"/><Relationship Id="rId4" Type="http://schemas.openxmlformats.org/officeDocument/2006/relationships/oleObject" Target="../embeddings/oleObject59.bin"/><Relationship Id="rId3" Type="http://schemas.openxmlformats.org/officeDocument/2006/relationships/image" Target="../media/image92.emf"/><Relationship Id="rId2" Type="http://schemas.openxmlformats.org/officeDocument/2006/relationships/oleObject" Target="../embeddings/oleObject58.bin"/><Relationship Id="rId11" Type="http://schemas.openxmlformats.org/officeDocument/2006/relationships/vmlDrawing" Target="../drawings/vmlDrawing23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8.e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97.e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96.emf"/><Relationship Id="rId1" Type="http://schemas.openxmlformats.org/officeDocument/2006/relationships/oleObject" Target="../embeddings/oleObject62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5.vml"/><Relationship Id="rId7" Type="http://schemas.openxmlformats.org/officeDocument/2006/relationships/slideLayout" Target="../slideLayouts/slideLayout517.xml"/><Relationship Id="rId6" Type="http://schemas.openxmlformats.org/officeDocument/2006/relationships/image" Target="../media/image101.e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100.emf"/><Relationship Id="rId3" Type="http://schemas.openxmlformats.org/officeDocument/2006/relationships/oleObject" Target="../embeddings/oleObject66.bin"/><Relationship Id="rId2" Type="http://schemas.openxmlformats.org/officeDocument/2006/relationships/image" Target="../media/image99.emf"/><Relationship Id="rId1" Type="http://schemas.openxmlformats.org/officeDocument/2006/relationships/oleObject" Target="../embeddings/oleObject65.bin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4.xml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2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1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image" Target="../media/image103.GIF"/><Relationship Id="rId1" Type="http://schemas.openxmlformats.org/officeDocument/2006/relationships/tags" Target="../tags/tag69.xml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image" Target="../media/image105.emf"/><Relationship Id="rId7" Type="http://schemas.openxmlformats.org/officeDocument/2006/relationships/oleObject" Target="../embeddings/oleObject69.bin"/><Relationship Id="rId6" Type="http://schemas.openxmlformats.org/officeDocument/2006/relationships/tags" Target="../tags/tag78.xml"/><Relationship Id="rId5" Type="http://schemas.openxmlformats.org/officeDocument/2006/relationships/image" Target="../media/image104.emf"/><Relationship Id="rId4" Type="http://schemas.openxmlformats.org/officeDocument/2006/relationships/oleObject" Target="../embeddings/oleObject68.bin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7" Type="http://schemas.openxmlformats.org/officeDocument/2006/relationships/vmlDrawing" Target="../drawings/vmlDrawing26.vml"/><Relationship Id="rId16" Type="http://schemas.openxmlformats.org/officeDocument/2006/relationships/slideLayout" Target="../slideLayouts/slideLayout568.xml"/><Relationship Id="rId15" Type="http://schemas.openxmlformats.org/officeDocument/2006/relationships/image" Target="../media/image107.wmf"/><Relationship Id="rId14" Type="http://schemas.openxmlformats.org/officeDocument/2006/relationships/oleObject" Target="../embeddings/oleObject71.bin"/><Relationship Id="rId13" Type="http://schemas.openxmlformats.org/officeDocument/2006/relationships/tags" Target="../tags/tag81.xml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70.bin"/><Relationship Id="rId10" Type="http://schemas.openxmlformats.org/officeDocument/2006/relationships/tags" Target="../tags/tag80.xml"/><Relationship Id="rId1" Type="http://schemas.openxmlformats.org/officeDocument/2006/relationships/tags" Target="../tags/tag75.xml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emf"/><Relationship Id="rId8" Type="http://schemas.openxmlformats.org/officeDocument/2006/relationships/oleObject" Target="../embeddings/oleObject75.bin"/><Relationship Id="rId7" Type="http://schemas.openxmlformats.org/officeDocument/2006/relationships/image" Target="../media/image110.emf"/><Relationship Id="rId6" Type="http://schemas.openxmlformats.org/officeDocument/2006/relationships/oleObject" Target="../embeddings/oleObject74.bin"/><Relationship Id="rId5" Type="http://schemas.openxmlformats.org/officeDocument/2006/relationships/image" Target="../media/image109.emf"/><Relationship Id="rId4" Type="http://schemas.openxmlformats.org/officeDocument/2006/relationships/oleObject" Target="../embeddings/oleObject73.bin"/><Relationship Id="rId3" Type="http://schemas.openxmlformats.org/officeDocument/2006/relationships/image" Target="../media/image108.emf"/><Relationship Id="rId2" Type="http://schemas.openxmlformats.org/officeDocument/2006/relationships/oleObject" Target="../embeddings/oleObject72.bin"/><Relationship Id="rId11" Type="http://schemas.openxmlformats.org/officeDocument/2006/relationships/vmlDrawing" Target="../drawings/vmlDrawing27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3.e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112.emf"/><Relationship Id="rId1" Type="http://schemas.openxmlformats.org/officeDocument/2006/relationships/oleObject" Target="../embeddings/oleObject76.bin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1" Type="http://schemas.openxmlformats.org/officeDocument/2006/relationships/tags" Target="../tags/tag82.xml"/></Relationships>
</file>

<file path=ppt/slides/_rels/slide8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891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2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19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vmlDrawing" Target="../drawings/vmlDrawing29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116.w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115.emf"/><Relationship Id="rId1" Type="http://schemas.openxmlformats.org/officeDocument/2006/relationships/oleObject" Target="../embeddings/oleObject78.bin"/></Relationships>
</file>

<file path=ppt/slides/_rels/slide8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image" Target="../media/image120.e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119.e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118.e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117.emf"/><Relationship Id="rId17" Type="http://schemas.openxmlformats.org/officeDocument/2006/relationships/notesSlide" Target="../notesSlides/notesSlide14.xml"/><Relationship Id="rId16" Type="http://schemas.openxmlformats.org/officeDocument/2006/relationships/vmlDrawing" Target="../drawings/vmlDrawing30.vml"/><Relationship Id="rId15" Type="http://schemas.openxmlformats.org/officeDocument/2006/relationships/slideLayout" Target="../slideLayouts/slideLayout636.xml"/><Relationship Id="rId14" Type="http://schemas.openxmlformats.org/officeDocument/2006/relationships/image" Target="../media/image123.emf"/><Relationship Id="rId13" Type="http://schemas.openxmlformats.org/officeDocument/2006/relationships/oleObject" Target="../embeddings/oleObject86.bin"/><Relationship Id="rId12" Type="http://schemas.openxmlformats.org/officeDocument/2006/relationships/image" Target="../media/image122.emf"/><Relationship Id="rId11" Type="http://schemas.openxmlformats.org/officeDocument/2006/relationships/oleObject" Target="../embeddings/oleObject85.bin"/><Relationship Id="rId10" Type="http://schemas.openxmlformats.org/officeDocument/2006/relationships/image" Target="../media/image121.emf"/><Relationship Id="rId1" Type="http://schemas.openxmlformats.org/officeDocument/2006/relationships/oleObject" Target="../embeddings/oleObject80.bin"/></Relationships>
</file>

<file path=ppt/slides/_rels/slide9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1.bin"/><Relationship Id="rId8" Type="http://schemas.openxmlformats.org/officeDocument/2006/relationships/image" Target="../media/image127.emf"/><Relationship Id="rId7" Type="http://schemas.openxmlformats.org/officeDocument/2006/relationships/oleObject" Target="../embeddings/oleObject90.bin"/><Relationship Id="rId6" Type="http://schemas.openxmlformats.org/officeDocument/2006/relationships/image" Target="../media/image126.e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125.emf"/><Relationship Id="rId3" Type="http://schemas.openxmlformats.org/officeDocument/2006/relationships/oleObject" Target="../embeddings/oleObject88.bin"/><Relationship Id="rId23" Type="http://schemas.openxmlformats.org/officeDocument/2006/relationships/vmlDrawing" Target="../drawings/vmlDrawing31.v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83.xml"/><Relationship Id="rId20" Type="http://schemas.openxmlformats.org/officeDocument/2006/relationships/image" Target="../media/image133.emf"/><Relationship Id="rId2" Type="http://schemas.openxmlformats.org/officeDocument/2006/relationships/image" Target="../media/image124.emf"/><Relationship Id="rId19" Type="http://schemas.openxmlformats.org/officeDocument/2006/relationships/oleObject" Target="../embeddings/oleObject96.bin"/><Relationship Id="rId18" Type="http://schemas.openxmlformats.org/officeDocument/2006/relationships/image" Target="../media/image132.emf"/><Relationship Id="rId17" Type="http://schemas.openxmlformats.org/officeDocument/2006/relationships/oleObject" Target="../embeddings/oleObject95.bin"/><Relationship Id="rId16" Type="http://schemas.openxmlformats.org/officeDocument/2006/relationships/image" Target="../media/image131.emf"/><Relationship Id="rId15" Type="http://schemas.openxmlformats.org/officeDocument/2006/relationships/oleObject" Target="../embeddings/oleObject94.bin"/><Relationship Id="rId14" Type="http://schemas.openxmlformats.org/officeDocument/2006/relationships/image" Target="../media/image130.emf"/><Relationship Id="rId13" Type="http://schemas.openxmlformats.org/officeDocument/2006/relationships/oleObject" Target="../embeddings/oleObject93.bin"/><Relationship Id="rId12" Type="http://schemas.openxmlformats.org/officeDocument/2006/relationships/image" Target="../media/image129.emf"/><Relationship Id="rId11" Type="http://schemas.openxmlformats.org/officeDocument/2006/relationships/oleObject" Target="../embeddings/oleObject92.bin"/><Relationship Id="rId10" Type="http://schemas.openxmlformats.org/officeDocument/2006/relationships/image" Target="../media/image128.emf"/><Relationship Id="rId1" Type="http://schemas.openxmlformats.org/officeDocument/2006/relationships/oleObject" Target="../embeddings/oleObject87.bin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3.xml"/></Relationships>
</file>

<file path=ppt/slides/_rels/slide9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5.wmf"/><Relationship Id="rId3" Type="http://schemas.openxmlformats.org/officeDocument/2006/relationships/oleObject" Target="../embeddings/oleObject98.bin"/><Relationship Id="rId2" Type="http://schemas.openxmlformats.org/officeDocument/2006/relationships/image" Target="../media/image134.emf"/><Relationship Id="rId1" Type="http://schemas.openxmlformats.org/officeDocument/2006/relationships/oleObject" Target="../embeddings/oleObject97.bin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2.xml"/><Relationship Id="rId2" Type="http://schemas.openxmlformats.org/officeDocument/2006/relationships/image" Target="../media/image136.png"/><Relationship Id="rId1" Type="http://schemas.openxmlformats.org/officeDocument/2006/relationships/tags" Target="../tags/tag8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89.xml"/><Relationship Id="rId2" Type="http://schemas.openxmlformats.org/officeDocument/2006/relationships/image" Target="../media/image136.png"/><Relationship Id="rId1" Type="http://schemas.openxmlformats.org/officeDocument/2006/relationships/tags" Target="../tags/tag8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0.xml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7.emf"/><Relationship Id="rId1" Type="http://schemas.openxmlformats.org/officeDocument/2006/relationships/oleObject" Target="../embeddings/oleObject99.bin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87.xml"/><Relationship Id="rId6" Type="http://schemas.openxmlformats.org/officeDocument/2006/relationships/image" Target="../media/image140.png"/><Relationship Id="rId5" Type="http://schemas.openxmlformats.org/officeDocument/2006/relationships/tags" Target="../tags/tag88.xml"/><Relationship Id="rId4" Type="http://schemas.openxmlformats.org/officeDocument/2006/relationships/image" Target="../media/image139.png"/><Relationship Id="rId3" Type="http://schemas.openxmlformats.org/officeDocument/2006/relationships/tags" Target="../tags/tag87.xml"/><Relationship Id="rId2" Type="http://schemas.openxmlformats.org/officeDocument/2006/relationships/image" Target="../media/image138.png"/><Relationship Id="rId1" Type="http://schemas.openxmlformats.org/officeDocument/2006/relationships/tags" Target="../tags/tag86.xml"/></Relationships>
</file>

<file path=ppt/slides/_rels/slide100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image" Target="../media/image141.png"/><Relationship Id="rId7" Type="http://schemas.openxmlformats.org/officeDocument/2006/relationships/tags" Target="../tags/tag92.xml"/><Relationship Id="rId6" Type="http://schemas.openxmlformats.org/officeDocument/2006/relationships/image" Target="../media/image140.png"/><Relationship Id="rId5" Type="http://schemas.openxmlformats.org/officeDocument/2006/relationships/tags" Target="../tags/tag91.xml"/><Relationship Id="rId4" Type="http://schemas.openxmlformats.org/officeDocument/2006/relationships/image" Target="../media/image139.png"/><Relationship Id="rId3" Type="http://schemas.openxmlformats.org/officeDocument/2006/relationships/tags" Target="../tags/tag90.xml"/><Relationship Id="rId2" Type="http://schemas.openxmlformats.org/officeDocument/2006/relationships/image" Target="../media/image138.png"/><Relationship Id="rId11" Type="http://schemas.openxmlformats.org/officeDocument/2006/relationships/slideLayout" Target="../slideLayouts/slideLayout806.xml"/><Relationship Id="rId10" Type="http://schemas.openxmlformats.org/officeDocument/2006/relationships/image" Target="../media/image142.png"/><Relationship Id="rId1" Type="http://schemas.openxmlformats.org/officeDocument/2006/relationships/tags" Target="../tags/tag89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04.xml"/><Relationship Id="rId2" Type="http://schemas.openxmlformats.org/officeDocument/2006/relationships/image" Target="../media/image143.png"/><Relationship Id="rId1" Type="http://schemas.openxmlformats.org/officeDocument/2006/relationships/tags" Target="../tags/tag94.xml"/></Relationships>
</file>

<file path=ppt/slides/_rels/slide10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23.xml"/><Relationship Id="rId8" Type="http://schemas.openxmlformats.org/officeDocument/2006/relationships/image" Target="../media/image147.png"/><Relationship Id="rId7" Type="http://schemas.openxmlformats.org/officeDocument/2006/relationships/tags" Target="../tags/tag98.xml"/><Relationship Id="rId6" Type="http://schemas.openxmlformats.org/officeDocument/2006/relationships/image" Target="../media/image146.png"/><Relationship Id="rId5" Type="http://schemas.openxmlformats.org/officeDocument/2006/relationships/tags" Target="../tags/tag97.xml"/><Relationship Id="rId4" Type="http://schemas.openxmlformats.org/officeDocument/2006/relationships/image" Target="../media/image145.png"/><Relationship Id="rId3" Type="http://schemas.openxmlformats.org/officeDocument/2006/relationships/tags" Target="../tags/tag96.xml"/><Relationship Id="rId2" Type="http://schemas.openxmlformats.org/officeDocument/2006/relationships/image" Target="../media/image144.png"/><Relationship Id="rId1" Type="http://schemas.openxmlformats.org/officeDocument/2006/relationships/tags" Target="../tags/tag95.xml"/></Relationships>
</file>

<file path=ppt/slides/_rels/slide10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21.xml"/><Relationship Id="rId4" Type="http://schemas.openxmlformats.org/officeDocument/2006/relationships/image" Target="../media/image149.png"/><Relationship Id="rId3" Type="http://schemas.openxmlformats.org/officeDocument/2006/relationships/tags" Target="../tags/tag100.xml"/><Relationship Id="rId2" Type="http://schemas.openxmlformats.org/officeDocument/2006/relationships/image" Target="../media/image148.png"/><Relationship Id="rId1" Type="http://schemas.openxmlformats.org/officeDocument/2006/relationships/tags" Target="../tags/tag99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38.xml"/><Relationship Id="rId2" Type="http://schemas.openxmlformats.org/officeDocument/2006/relationships/image" Target="../media/image150.png"/><Relationship Id="rId1" Type="http://schemas.openxmlformats.org/officeDocument/2006/relationships/tags" Target="../tags/tag101.xml"/></Relationships>
</file>

<file path=ppt/slides/_rels/slide10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57.xml"/><Relationship Id="rId4" Type="http://schemas.openxmlformats.org/officeDocument/2006/relationships/image" Target="../media/image153.png"/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tags" Target="../tags/tag10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55.xml"/><Relationship Id="rId2" Type="http://schemas.openxmlformats.org/officeDocument/2006/relationships/image" Target="../media/image154.png"/><Relationship Id="rId1" Type="http://schemas.openxmlformats.org/officeDocument/2006/relationships/tags" Target="../tags/tag103.xml"/></Relationships>
</file>

<file path=ppt/slides/_rels/slide10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840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6"/>
          <p:cNvSpPr txBox="1">
            <a:spLocks noChangeArrowheads="1"/>
          </p:cNvSpPr>
          <p:nvPr/>
        </p:nvSpPr>
        <p:spPr bwMode="auto">
          <a:xfrm>
            <a:off x="3178835" y="1105092"/>
            <a:ext cx="5083364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96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电路原理</a:t>
            </a:r>
            <a:endParaRPr lang="zh-CN" altLang="en-US" sz="96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99" name="WordArt 7"/>
          <p:cNvSpPr>
            <a:spLocks noChangeArrowheads="1" noChangeShapeType="1" noTextEdit="1"/>
          </p:cNvSpPr>
          <p:nvPr/>
        </p:nvSpPr>
        <p:spPr bwMode="auto">
          <a:xfrm>
            <a:off x="1687297" y="2673645"/>
            <a:ext cx="8066637" cy="74643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The principles of Electric circuits</a:t>
            </a:r>
            <a:endParaRPr lang="en-US" altLang="zh-CN" sz="3600" b="1" kern="10" dirty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51815" y="1379220"/>
            <a:ext cx="10515600" cy="4351020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苏为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        13720896652 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        suweixiamen@xmu.edu.cn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endParaRPr lang="zh-CN" altLang="en-US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服务器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hlinkClick r:id="rId1"/>
              </a:rPr>
              <a:t>ftp://59.77.15.98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       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用户名：</a:t>
            </a:r>
            <a:r>
              <a:rPr lang="en-US" altLang="zh-CN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dlyl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密码：</a:t>
            </a:r>
            <a:r>
              <a:rPr lang="en-US" altLang="zh-CN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dlyl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28865" y="1176655"/>
            <a:ext cx="4285615" cy="42513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145" y="922020"/>
            <a:ext cx="6437630" cy="53727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980" y="922655"/>
            <a:ext cx="8939530" cy="51085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285" y="968375"/>
            <a:ext cx="6285230" cy="19748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755" y="2438400"/>
            <a:ext cx="6198235" cy="350901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50" y="890905"/>
            <a:ext cx="6596380" cy="53162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635" y="1082675"/>
            <a:ext cx="8743950" cy="409067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5720" y="1224915"/>
            <a:ext cx="8359140" cy="393128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890" y="871220"/>
            <a:ext cx="7284720" cy="54222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6841490" y="78740"/>
            <a:ext cx="5255895" cy="52959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什么是电路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3200718" y="3694430"/>
            <a:ext cx="34340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kumimoji="1" lang="zh-CN" altLang="en-US" sz="3200">
                <a:latin typeface="Times New Roman" panose="02020603050405020304" pitchFamily="18" charset="0"/>
                <a:ea typeface="黑体" panose="02010609060101010101" pitchFamily="49" charset="-122"/>
              </a:rPr>
              <a:t>电路的基本功能</a:t>
            </a:r>
            <a:endParaRPr kumimoji="1" lang="zh-CN" altLang="en-US" sz="32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931228" y="1557655"/>
            <a:ext cx="30276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kumimoji="1" lang="zh-CN" altLang="en-US" sz="3200">
                <a:latin typeface="Times New Roman" panose="02020603050405020304" pitchFamily="18" charset="0"/>
                <a:ea typeface="黑体" panose="02010609060101010101" pitchFamily="49" charset="-122"/>
              </a:rPr>
              <a:t>什么是电路？</a:t>
            </a:r>
            <a:endParaRPr kumimoji="1" lang="zh-CN" altLang="en-US" sz="32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5" name="AutoShape 9"/>
          <p:cNvSpPr>
            <a:spLocks noChangeArrowheads="1"/>
          </p:cNvSpPr>
          <p:nvPr/>
        </p:nvSpPr>
        <p:spPr bwMode="auto">
          <a:xfrm>
            <a:off x="4836160" y="1376998"/>
            <a:ext cx="4191000" cy="1600200"/>
          </a:xfrm>
          <a:prstGeom prst="wedgeRectCallout">
            <a:avLst>
              <a:gd name="adj1" fmla="val -72384"/>
              <a:gd name="adj2" fmla="val -21130"/>
            </a:avLst>
          </a:prstGeom>
          <a:solidFill>
            <a:schemeClr val="hlink"/>
          </a:solidFill>
          <a:ln w="25400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严格地讲，电路是电路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/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元件以一定方式相互连接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/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而成的一个整体。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6" name="AutoShape 10"/>
          <p:cNvSpPr>
            <a:spLocks noChangeArrowheads="1"/>
          </p:cNvSpPr>
          <p:nvPr/>
        </p:nvSpPr>
        <p:spPr bwMode="auto">
          <a:xfrm>
            <a:off x="7125335" y="4578350"/>
            <a:ext cx="2590800" cy="990600"/>
          </a:xfrm>
          <a:prstGeom prst="wedgeRectCallout">
            <a:avLst>
              <a:gd name="adj1" fmla="val -88176"/>
              <a:gd name="adj2" fmla="val -80769"/>
            </a:avLst>
          </a:prstGeom>
          <a:solidFill>
            <a:schemeClr val="hlink"/>
          </a:solidFill>
          <a:ln w="25400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）功率处理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/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）信息处理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8534401" y="2655730"/>
            <a:ext cx="1044575" cy="694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负载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0" name="Text Box 3"/>
          <p:cNvSpPr txBox="1">
            <a:spLocks noChangeArrowheads="1"/>
          </p:cNvSpPr>
          <p:nvPr/>
        </p:nvSpPr>
        <p:spPr bwMode="auto">
          <a:xfrm>
            <a:off x="2630488" y="2784634"/>
            <a:ext cx="9890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电源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4101" name="Text Box 4"/>
          <p:cNvSpPr txBox="1">
            <a:spLocks noChangeArrowheads="1"/>
          </p:cNvSpPr>
          <p:nvPr/>
        </p:nvSpPr>
        <p:spPr bwMode="auto">
          <a:xfrm>
            <a:off x="5078414" y="2865598"/>
            <a:ext cx="17287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中间环节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906588" y="1100298"/>
            <a:ext cx="2874962" cy="521970"/>
          </a:xfrm>
          <a:prstGeom prst="rect">
            <a:avLst/>
          </a:prstGeom>
          <a:solidFill>
            <a:srgbClr val="C9FFE4"/>
          </a:solidFill>
          <a:ln w="19050" cmpd="sng">
            <a:solidFill>
              <a:srgbClr val="3399FF"/>
            </a:solidFill>
            <a:miter lim="800000"/>
          </a:ln>
        </p:spPr>
        <p:txBody>
          <a:bodyPr anchor="ctr">
            <a:spAutoFit/>
          </a:bodyPr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电能传输与转换</a:t>
            </a:r>
            <a:endParaRPr lang="zh-CN" altLang="en-US">
              <a:solidFill>
                <a:srgbClr val="CC00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2430464" y="1771651"/>
            <a:ext cx="1303337" cy="900113"/>
          </a:xfrm>
          <a:prstGeom prst="ellipse">
            <a:avLst/>
          </a:prstGeom>
          <a:solidFill>
            <a:srgbClr val="FFFFCC"/>
          </a:solidFill>
          <a:ln w="38100" cmpd="sng">
            <a:solidFill>
              <a:schemeClr val="accent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发电机</a:t>
            </a:r>
            <a:endParaRPr lang="zh-CN" altLang="en-US" sz="240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 flipV="1">
            <a:off x="3732213" y="2228850"/>
            <a:ext cx="533400" cy="1588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301649" y="1829753"/>
            <a:ext cx="1101090" cy="829945"/>
          </a:xfrm>
          <a:prstGeom prst="rect">
            <a:avLst/>
          </a:prstGeom>
          <a:solidFill>
            <a:srgbClr val="FFFFCC"/>
          </a:solidFill>
          <a:ln w="28575" cmpd="sng">
            <a:solidFill>
              <a:schemeClr val="accent1"/>
            </a:solidFill>
            <a:miter lim="800000"/>
          </a:ln>
        </p:spPr>
        <p:txBody>
          <a:bodyPr wrap="none" anchor="ctr">
            <a:spAutoFit/>
          </a:bodyPr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升压</a:t>
            </a:r>
            <a:endParaRPr lang="zh-CN" altLang="en-US" sz="240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变压器</a:t>
            </a:r>
            <a:endParaRPr lang="zh-CN" altLang="en-US" sz="240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5338764" y="1731963"/>
            <a:ext cx="13604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输电线</a:t>
            </a:r>
            <a:endParaRPr lang="zh-CN" altLang="en-US" sz="2400" b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6605113" y="1793240"/>
            <a:ext cx="1101090" cy="829945"/>
          </a:xfrm>
          <a:prstGeom prst="rect">
            <a:avLst/>
          </a:prstGeom>
          <a:solidFill>
            <a:srgbClr val="FFFFCC"/>
          </a:solidFill>
          <a:ln w="28575" cmpd="sng">
            <a:solidFill>
              <a:schemeClr val="accent1"/>
            </a:solidFill>
            <a:miter lim="800000"/>
          </a:ln>
        </p:spPr>
        <p:txBody>
          <a:bodyPr wrap="none" anchor="ctr">
            <a:spAutoFit/>
          </a:bodyPr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降压</a:t>
            </a:r>
            <a:endParaRPr lang="zh-CN" altLang="en-US" sz="240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变压器</a:t>
            </a:r>
            <a:endParaRPr lang="zh-CN" altLang="en-US" sz="240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8498999" y="1677670"/>
            <a:ext cx="1101090" cy="1137285"/>
          </a:xfrm>
          <a:prstGeom prst="rect">
            <a:avLst/>
          </a:prstGeom>
          <a:solidFill>
            <a:srgbClr val="FFFFCC"/>
          </a:solidFill>
          <a:ln w="28575" cmpd="sng">
            <a:solidFill>
              <a:schemeClr val="accent1"/>
            </a:solidFill>
            <a:miter lim="800000"/>
          </a:ln>
        </p:spPr>
        <p:txBody>
          <a:bodyPr wrap="none" anchor="ctr">
            <a:spAutoFit/>
          </a:bodyPr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电灯</a:t>
            </a:r>
            <a:endParaRPr lang="zh-CN" altLang="en-US" sz="240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电动机</a:t>
            </a:r>
            <a:endParaRPr lang="zh-CN" altLang="en-US" sz="240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sz="20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 2" panose="05020102010507070707" pitchFamily="18" charset="2"/>
              </a:rPr>
              <a:t></a:t>
            </a:r>
            <a:endParaRPr lang="zh-CN" altLang="en-US" sz="200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09" name="Line 13"/>
          <p:cNvSpPr>
            <a:spLocks noChangeShapeType="1"/>
          </p:cNvSpPr>
          <p:nvPr/>
        </p:nvSpPr>
        <p:spPr bwMode="auto">
          <a:xfrm>
            <a:off x="5419726" y="2266950"/>
            <a:ext cx="1141413" cy="0"/>
          </a:xfrm>
          <a:prstGeom prst="line">
            <a:avLst/>
          </a:prstGeom>
          <a:noFill/>
          <a:ln w="38100">
            <a:solidFill>
              <a:srgbClr val="FF6600"/>
            </a:solidFill>
            <a:prstDash val="sysDot"/>
            <a:rou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0" name="Line 14"/>
          <p:cNvSpPr>
            <a:spLocks noChangeShapeType="1"/>
          </p:cNvSpPr>
          <p:nvPr/>
        </p:nvSpPr>
        <p:spPr bwMode="auto">
          <a:xfrm>
            <a:off x="7729539" y="2266950"/>
            <a:ext cx="727075" cy="1588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1" name="Line 15"/>
          <p:cNvSpPr>
            <a:spLocks noChangeShapeType="1"/>
          </p:cNvSpPr>
          <p:nvPr/>
        </p:nvSpPr>
        <p:spPr bwMode="auto">
          <a:xfrm>
            <a:off x="4283075" y="267335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2" name="Line 16"/>
          <p:cNvSpPr>
            <a:spLocks noChangeShapeType="1"/>
          </p:cNvSpPr>
          <p:nvPr/>
        </p:nvSpPr>
        <p:spPr bwMode="auto">
          <a:xfrm>
            <a:off x="7718425" y="2630488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3" name="Line 17"/>
          <p:cNvSpPr>
            <a:spLocks noChangeShapeType="1"/>
          </p:cNvSpPr>
          <p:nvPr/>
        </p:nvSpPr>
        <p:spPr bwMode="auto">
          <a:xfrm>
            <a:off x="4284664" y="2901950"/>
            <a:ext cx="34194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1906589" y="3359309"/>
            <a:ext cx="2947987" cy="521970"/>
          </a:xfrm>
          <a:prstGeom prst="rect">
            <a:avLst/>
          </a:prstGeom>
          <a:solidFill>
            <a:srgbClr val="C9FFE4"/>
          </a:solidFill>
          <a:ln w="19050" cmpd="sng">
            <a:solidFill>
              <a:srgbClr val="3399FF"/>
            </a:solidFill>
            <a:miter lim="800000"/>
          </a:ln>
        </p:spPr>
        <p:txBody>
          <a:bodyPr anchor="ctr">
            <a:spAutoFit/>
          </a:bodyPr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传递与处理信号</a:t>
            </a:r>
            <a:endParaRPr lang="zh-CN" altLang="en-US">
              <a:solidFill>
                <a:srgbClr val="CC00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15" name="Oval 20"/>
          <p:cNvSpPr>
            <a:spLocks noChangeArrowheads="1"/>
          </p:cNvSpPr>
          <p:nvPr/>
        </p:nvSpPr>
        <p:spPr bwMode="auto">
          <a:xfrm>
            <a:off x="3013075" y="4503738"/>
            <a:ext cx="533400" cy="533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4041776" y="4210686"/>
            <a:ext cx="488950" cy="1198880"/>
          </a:xfrm>
          <a:prstGeom prst="rect">
            <a:avLst/>
          </a:prstGeom>
          <a:solidFill>
            <a:srgbClr val="CCFFFF"/>
          </a:solidFill>
          <a:ln w="38100" cmpd="sng">
            <a:solidFill>
              <a:srgbClr val="FF6600"/>
            </a:solidFill>
            <a:miter lim="800000"/>
          </a:ln>
        </p:spPr>
        <p:txBody>
          <a:bodyPr wrap="none" anchor="ctr">
            <a:spAutoFit/>
          </a:bodyPr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放</a:t>
            </a:r>
            <a:endParaRPr lang="zh-CN" altLang="en-US" sz="240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大</a:t>
            </a:r>
            <a:endParaRPr lang="zh-CN" altLang="en-US" sz="240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器</a:t>
            </a:r>
            <a:endParaRPr lang="zh-CN" altLang="en-US" sz="240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4117" name="Group 20"/>
          <p:cNvGrpSpPr/>
          <p:nvPr/>
        </p:nvGrpSpPr>
        <p:grpSpPr bwMode="auto">
          <a:xfrm>
            <a:off x="5019675" y="4351338"/>
            <a:ext cx="381000" cy="914400"/>
            <a:chOff x="0" y="0"/>
            <a:chExt cx="240" cy="576"/>
          </a:xfrm>
        </p:grpSpPr>
        <p:sp>
          <p:nvSpPr>
            <p:cNvPr id="4127" name="Rectangle 23"/>
            <p:cNvSpPr>
              <a:spLocks noChangeArrowheads="1"/>
            </p:cNvSpPr>
            <p:nvPr/>
          </p:nvSpPr>
          <p:spPr bwMode="auto">
            <a:xfrm>
              <a:off x="0" y="144"/>
              <a:ext cx="96" cy="288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4128" name="Group 22"/>
            <p:cNvGrpSpPr/>
            <p:nvPr/>
          </p:nvGrpSpPr>
          <p:grpSpPr bwMode="auto">
            <a:xfrm>
              <a:off x="96" y="0"/>
              <a:ext cx="144" cy="576"/>
              <a:chOff x="0" y="0"/>
              <a:chExt cx="144" cy="576"/>
            </a:xfrm>
          </p:grpSpPr>
          <p:sp>
            <p:nvSpPr>
              <p:cNvPr id="4129" name="Line 25"/>
              <p:cNvSpPr>
                <a:spLocks noChangeShapeType="1"/>
              </p:cNvSpPr>
              <p:nvPr/>
            </p:nvSpPr>
            <p:spPr bwMode="auto">
              <a:xfrm>
                <a:off x="144" y="0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30" name="Line 26"/>
              <p:cNvSpPr>
                <a:spLocks noChangeShapeType="1"/>
              </p:cNvSpPr>
              <p:nvPr/>
            </p:nvSpPr>
            <p:spPr bwMode="auto">
              <a:xfrm>
                <a:off x="0" y="432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31" name="Line 27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118" name="Line 28"/>
          <p:cNvSpPr>
            <a:spLocks noChangeShapeType="1"/>
          </p:cNvSpPr>
          <p:nvPr/>
        </p:nvSpPr>
        <p:spPr bwMode="auto">
          <a:xfrm>
            <a:off x="3013075" y="4503738"/>
            <a:ext cx="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9" name="Line 29"/>
          <p:cNvSpPr>
            <a:spLocks noChangeShapeType="1"/>
          </p:cNvSpPr>
          <p:nvPr/>
        </p:nvSpPr>
        <p:spPr bwMode="auto">
          <a:xfrm>
            <a:off x="3546475" y="480853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20" name="Line 30"/>
          <p:cNvSpPr>
            <a:spLocks noChangeShapeType="1"/>
          </p:cNvSpPr>
          <p:nvPr/>
        </p:nvSpPr>
        <p:spPr bwMode="auto">
          <a:xfrm>
            <a:off x="4562475" y="480853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21" name="Text Box 31"/>
          <p:cNvSpPr txBox="1">
            <a:spLocks noChangeArrowheads="1"/>
          </p:cNvSpPr>
          <p:nvPr/>
        </p:nvSpPr>
        <p:spPr bwMode="auto">
          <a:xfrm>
            <a:off x="2854325" y="3968751"/>
            <a:ext cx="850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话筒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22" name="Text Box 32"/>
          <p:cNvSpPr txBox="1">
            <a:spLocks noChangeArrowheads="1"/>
          </p:cNvSpPr>
          <p:nvPr/>
        </p:nvSpPr>
        <p:spPr bwMode="auto">
          <a:xfrm>
            <a:off x="4718050" y="3879851"/>
            <a:ext cx="11826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扬声器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23" name="Text Box 33"/>
          <p:cNvSpPr txBox="1">
            <a:spLocks noChangeArrowheads="1"/>
          </p:cNvSpPr>
          <p:nvPr/>
        </p:nvSpPr>
        <p:spPr bwMode="auto">
          <a:xfrm>
            <a:off x="2619376" y="5307013"/>
            <a:ext cx="1177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信号源</a:t>
            </a:r>
            <a:endParaRPr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24" name="Text Box 34"/>
          <p:cNvSpPr txBox="1">
            <a:spLocks noChangeArrowheads="1"/>
          </p:cNvSpPr>
          <p:nvPr/>
        </p:nvSpPr>
        <p:spPr bwMode="auto">
          <a:xfrm>
            <a:off x="4730750" y="5278438"/>
            <a:ext cx="850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负载</a:t>
            </a:r>
            <a:endParaRPr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25" name="Text Box 35"/>
          <p:cNvSpPr txBox="1">
            <a:spLocks noChangeArrowheads="1"/>
          </p:cNvSpPr>
          <p:nvPr/>
        </p:nvSpPr>
        <p:spPr bwMode="auto">
          <a:xfrm>
            <a:off x="5643563" y="4257993"/>
            <a:ext cx="4487862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话筒把声音</a:t>
            </a:r>
            <a:r>
              <a:rPr lang="en-US" altLang="zh-CN" sz="26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zh-CN" altLang="en-US" sz="26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信息</a:t>
            </a:r>
            <a:r>
              <a:rPr lang="en-US" altLang="zh-CN" sz="26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CN" sz="26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6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600" b="1" baseline="-2500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6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电信号</a:t>
            </a:r>
            <a:endParaRPr lang="zh-CN" altLang="en-US" sz="2600" b="1">
              <a:solidFill>
                <a:srgbClr val="8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4126" name="Text Box 36"/>
          <p:cNvSpPr txBox="1">
            <a:spLocks noChangeArrowheads="1"/>
          </p:cNvSpPr>
          <p:nvPr/>
        </p:nvSpPr>
        <p:spPr bwMode="auto">
          <a:xfrm>
            <a:off x="5643564" y="4864418"/>
            <a:ext cx="4643437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扬声器把</a:t>
            </a:r>
            <a:r>
              <a:rPr lang="zh-CN" altLang="en-US" sz="26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电信号</a:t>
            </a:r>
            <a:r>
              <a:rPr lang="zh-CN" altLang="en-US" sz="2600" b="1">
                <a:solidFill>
                  <a:srgbClr val="FF66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zh-CN" altLang="en-US" sz="2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声音</a:t>
            </a:r>
            <a:r>
              <a:rPr lang="en-US" altLang="zh-CN" sz="26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zh-CN" altLang="en-US" sz="26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信息</a:t>
            </a:r>
            <a:r>
              <a:rPr lang="en-US" altLang="zh-CN" sz="26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endParaRPr lang="en-US" altLang="zh-CN" sz="26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电路的作用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7" name="Object 5"/>
          <p:cNvGraphicFramePr>
            <a:graphicFrameLocks noChangeAspect="1"/>
          </p:cNvGraphicFramePr>
          <p:nvPr/>
        </p:nvGraphicFramePr>
        <p:xfrm>
          <a:off x="2135188" y="1111251"/>
          <a:ext cx="7345362" cy="526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Visio" r:id="rId1" imgW="6304280" imgH="4516120" progId="Visio.Drawing.11">
                  <p:embed/>
                </p:oleObj>
              </mc:Choice>
              <mc:Fallback>
                <p:oleObj name="Visio" r:id="rId1" imgW="6304280" imgH="4516120" progId="Visio.Drawing.11">
                  <p:embed/>
                  <p:pic>
                    <p:nvPicPr>
                      <p:cNvPr id="0" name="图片 10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111251"/>
                        <a:ext cx="7345362" cy="526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本学期学习的主要要求掌握的内容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2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1136650" y="78740"/>
            <a:ext cx="4824730" cy="56324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黑体" panose="02010609060101010101" pitchFamily="49" charset="-122"/>
              </a:rPr>
              <a:t>本章知识的难点</a:t>
            </a:r>
            <a:endParaRPr lang="zh-CN" altLang="en-US" b="1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7171" name="Group 43"/>
          <p:cNvGrpSpPr/>
          <p:nvPr/>
        </p:nvGrpSpPr>
        <p:grpSpPr bwMode="auto">
          <a:xfrm>
            <a:off x="1711325" y="1125539"/>
            <a:ext cx="8777288" cy="720725"/>
            <a:chOff x="118" y="935"/>
            <a:chExt cx="5529" cy="454"/>
          </a:xfrm>
        </p:grpSpPr>
        <p:sp>
          <p:nvSpPr>
            <p:cNvPr id="5164" name="AutoShape 44"/>
            <p:cNvSpPr>
              <a:spLocks noChangeArrowheads="1"/>
            </p:cNvSpPr>
            <p:nvPr/>
          </p:nvSpPr>
          <p:spPr bwMode="gray">
            <a:xfrm>
              <a:off x="340" y="935"/>
              <a:ext cx="5125" cy="45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188" name="AutoShape 45"/>
            <p:cNvSpPr>
              <a:spLocks noChangeArrowheads="1"/>
            </p:cNvSpPr>
            <p:nvPr/>
          </p:nvSpPr>
          <p:spPr bwMode="gray">
            <a:xfrm>
              <a:off x="118" y="951"/>
              <a:ext cx="494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189" name="Text Box 46"/>
            <p:cNvSpPr txBox="1">
              <a:spLocks noChangeArrowheads="1"/>
            </p:cNvSpPr>
            <p:nvPr/>
          </p:nvSpPr>
          <p:spPr bwMode="gray">
            <a:xfrm>
              <a:off x="339" y="981"/>
              <a:ext cx="530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电压、电流的参考方向及参考方向与功率的关系</a:t>
              </a:r>
              <a:endPara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7190" name="Text Box 47"/>
            <p:cNvSpPr txBox="1">
              <a:spLocks noChangeArrowheads="1"/>
            </p:cNvSpPr>
            <p:nvPr/>
          </p:nvSpPr>
          <p:spPr bwMode="gray">
            <a:xfrm>
              <a:off x="245" y="102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solidFill>
                    <a:schemeClr val="bg1"/>
                  </a:solidFill>
                  <a:ea typeface="宋体" panose="02010600030101010101" pitchFamily="2" charset="-122"/>
                </a:rPr>
                <a:t>1</a:t>
              </a:r>
              <a:endParaRPr lang="en-US" altLang="zh-CN" sz="240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7172" name="Group 48"/>
          <p:cNvGrpSpPr/>
          <p:nvPr/>
        </p:nvGrpSpPr>
        <p:grpSpPr bwMode="auto">
          <a:xfrm>
            <a:off x="1631951" y="2860675"/>
            <a:ext cx="5756275" cy="857250"/>
            <a:chOff x="1020" y="2341"/>
            <a:chExt cx="3626" cy="540"/>
          </a:xfrm>
        </p:grpSpPr>
        <p:sp>
          <p:nvSpPr>
            <p:cNvPr id="5169" name="AutoShape 49"/>
            <p:cNvSpPr>
              <a:spLocks noChangeArrowheads="1"/>
            </p:cNvSpPr>
            <p:nvPr/>
          </p:nvSpPr>
          <p:spPr bwMode="gray">
            <a:xfrm>
              <a:off x="1338" y="2341"/>
              <a:ext cx="3084" cy="48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184" name="AutoShape 50"/>
            <p:cNvSpPr>
              <a:spLocks noChangeArrowheads="1"/>
            </p:cNvSpPr>
            <p:nvPr/>
          </p:nvSpPr>
          <p:spPr bwMode="gray">
            <a:xfrm>
              <a:off x="1020" y="2359"/>
              <a:ext cx="545" cy="52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185" name="Text Box 51"/>
            <p:cNvSpPr txBox="1">
              <a:spLocks noChangeArrowheads="1"/>
            </p:cNvSpPr>
            <p:nvPr/>
          </p:nvSpPr>
          <p:spPr bwMode="gray">
            <a:xfrm>
              <a:off x="1202" y="2423"/>
              <a:ext cx="344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电源的参考方向及功率问题</a:t>
              </a:r>
              <a:endPara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7186" name="Text Box 52"/>
            <p:cNvSpPr txBox="1">
              <a:spLocks noChangeArrowheads="1"/>
            </p:cNvSpPr>
            <p:nvPr/>
          </p:nvSpPr>
          <p:spPr bwMode="gray">
            <a:xfrm>
              <a:off x="1198" y="2435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solidFill>
                    <a:schemeClr val="bg1"/>
                  </a:solidFill>
                  <a:ea typeface="宋体" panose="02010600030101010101" pitchFamily="2" charset="-122"/>
                </a:rPr>
                <a:t>2</a:t>
              </a:r>
              <a:endParaRPr lang="en-US" altLang="zh-CN" sz="240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7173" name="Group 53"/>
          <p:cNvGrpSpPr/>
          <p:nvPr/>
        </p:nvGrpSpPr>
        <p:grpSpPr bwMode="auto">
          <a:xfrm>
            <a:off x="1631951" y="3862388"/>
            <a:ext cx="6657975" cy="792162"/>
            <a:chOff x="1066" y="3022"/>
            <a:chExt cx="4194" cy="499"/>
          </a:xfrm>
        </p:grpSpPr>
        <p:sp>
          <p:nvSpPr>
            <p:cNvPr id="5174" name="AutoShape 54"/>
            <p:cNvSpPr>
              <a:spLocks noChangeArrowheads="1"/>
            </p:cNvSpPr>
            <p:nvPr/>
          </p:nvSpPr>
          <p:spPr bwMode="gray">
            <a:xfrm>
              <a:off x="1383" y="3022"/>
              <a:ext cx="3720" cy="49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180" name="AutoShape 55"/>
            <p:cNvSpPr>
              <a:spLocks noChangeArrowheads="1"/>
            </p:cNvSpPr>
            <p:nvPr/>
          </p:nvSpPr>
          <p:spPr bwMode="gray">
            <a:xfrm>
              <a:off x="1066" y="3022"/>
              <a:ext cx="506" cy="499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181" name="Text Box 56"/>
            <p:cNvSpPr txBox="1">
              <a:spLocks noChangeArrowheads="1"/>
            </p:cNvSpPr>
            <p:nvPr/>
          </p:nvSpPr>
          <p:spPr bwMode="gray">
            <a:xfrm>
              <a:off x="1072" y="3103"/>
              <a:ext cx="418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电感电容的特性、受</a:t>
              </a:r>
              <a:r>
                <a:rPr lang="zh-CN" altLang="en-US" sz="28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控源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的理解</a:t>
              </a:r>
              <a:endPara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7182" name="Text Box 57"/>
            <p:cNvSpPr txBox="1">
              <a:spLocks noChangeArrowheads="1"/>
            </p:cNvSpPr>
            <p:nvPr/>
          </p:nvSpPr>
          <p:spPr bwMode="gray">
            <a:xfrm>
              <a:off x="1209" y="314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solidFill>
                    <a:schemeClr val="bg1"/>
                  </a:solidFill>
                  <a:ea typeface="宋体" panose="02010600030101010101" pitchFamily="2" charset="-122"/>
                </a:rPr>
                <a:t>3</a:t>
              </a:r>
              <a:endParaRPr lang="en-US" altLang="zh-CN" sz="240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174" name="AutoShape 58"/>
          <p:cNvSpPr>
            <a:spLocks noChangeArrowheads="1"/>
          </p:cNvSpPr>
          <p:nvPr/>
        </p:nvSpPr>
        <p:spPr bwMode="gray">
          <a:xfrm>
            <a:off x="2135189" y="4868864"/>
            <a:ext cx="8461375" cy="108108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DCD0F"/>
              </a:gs>
              <a:gs pos="100000">
                <a:srgbClr val="F5F5CC"/>
              </a:gs>
            </a:gsLst>
            <a:lin ang="5400000" scaled="1"/>
          </a:gradFill>
          <a:ln w="12700" algn="ctr">
            <a:solidFill>
              <a:schemeClr val="bg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175" name="AutoShape 59"/>
          <p:cNvSpPr>
            <a:spLocks noChangeArrowheads="1"/>
          </p:cNvSpPr>
          <p:nvPr/>
        </p:nvSpPr>
        <p:spPr bwMode="gray">
          <a:xfrm>
            <a:off x="1631951" y="5014913"/>
            <a:ext cx="803275" cy="792162"/>
          </a:xfrm>
          <a:prstGeom prst="diamond">
            <a:avLst/>
          </a:prstGeom>
          <a:solidFill>
            <a:schemeClr val="hlink"/>
          </a:solidFill>
          <a:ln w="25400" algn="ctr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176" name="Text Box 60"/>
          <p:cNvSpPr txBox="1">
            <a:spLocks noChangeArrowheads="1"/>
          </p:cNvSpPr>
          <p:nvPr/>
        </p:nvSpPr>
        <p:spPr bwMode="gray">
          <a:xfrm>
            <a:off x="2206625" y="4926013"/>
            <a:ext cx="864235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运用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KVL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KCL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计算具体电路中各元件的电压，电流变量，判断变量的实际方向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177" name="Text Box 61"/>
          <p:cNvSpPr txBox="1">
            <a:spLocks noChangeArrowheads="1"/>
          </p:cNvSpPr>
          <p:nvPr/>
        </p:nvSpPr>
        <p:spPr bwMode="gray">
          <a:xfrm>
            <a:off x="1859757" y="5205413"/>
            <a:ext cx="3524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4</a:t>
            </a:r>
            <a:endParaRPr lang="en-US" altLang="zh-CN" sz="24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7178" name="Text Box 62"/>
          <p:cNvSpPr txBox="1">
            <a:spLocks noChangeArrowheads="1"/>
          </p:cNvSpPr>
          <p:nvPr/>
        </p:nvSpPr>
        <p:spPr bwMode="auto">
          <a:xfrm>
            <a:off x="2424114" y="1846264"/>
            <a:ext cx="6192837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① 参考方向与功率的关系</a:t>
            </a:r>
            <a:endParaRPr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② 判断某个元件是吸收功率还是发出功率</a:t>
            </a:r>
            <a:endParaRPr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ChangeArrowheads="1"/>
          </p:cNvSpPr>
          <p:nvPr/>
        </p:nvSpPr>
        <p:spPr bwMode="auto">
          <a:xfrm>
            <a:off x="2295526" y="1052514"/>
            <a:ext cx="66471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我国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电力用电的频率为 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50 Hz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，对应的波长为</a:t>
            </a:r>
            <a:endParaRPr lang="zh-CN" altLang="en-US" sz="2400" b="1" baseline="-25000" dirty="0">
              <a:solidFill>
                <a:srgbClr val="00206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219" name="Rectangle 14"/>
          <p:cNvSpPr>
            <a:spLocks noChangeArrowheads="1"/>
          </p:cNvSpPr>
          <p:nvPr/>
        </p:nvSpPr>
        <p:spPr bwMode="auto">
          <a:xfrm>
            <a:off x="1714500" y="3106739"/>
            <a:ext cx="868680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lang="zh-CN" altLang="en-US" sz="2400" b="1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对于以此为工作频率的实验室电气电子设备而言，其尺寸远小于这一波长，可以按集总电路处理。</a:t>
            </a:r>
            <a:endParaRPr lang="zh-CN" altLang="en-US" sz="2400" b="1">
              <a:solidFill>
                <a:srgbClr val="00206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220" name="Rectangle 15"/>
          <p:cNvSpPr>
            <a:spLocks noChangeArrowheads="1"/>
          </p:cNvSpPr>
          <p:nvPr/>
        </p:nvSpPr>
        <p:spPr bwMode="auto">
          <a:xfrm>
            <a:off x="1698626" y="4437063"/>
            <a:ext cx="893127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而对于远距离输电线来说，就必须考虑到电场、磁场沿电路</a:t>
            </a:r>
            <a:endParaRPr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分布的现象，不能按集总电路来处理，而要用分布参数表征。</a:t>
            </a:r>
            <a:endParaRPr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5" name="Object 31"/>
          <p:cNvGraphicFramePr>
            <a:graphicFrameLocks noChangeAspect="1"/>
          </p:cNvGraphicFramePr>
          <p:nvPr/>
        </p:nvGraphicFramePr>
        <p:xfrm>
          <a:off x="3643313" y="1857375"/>
          <a:ext cx="448310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Equation" r:id="rId1" imgW="1609725" imgH="360680" progId="Equation.DSMT4">
                  <p:embed/>
                </p:oleObj>
              </mc:Choice>
              <mc:Fallback>
                <p:oleObj name="Equation" r:id="rId1" imgW="1609725" imgH="360680" progId="Equation.DSMT4">
                  <p:embed/>
                  <p:pic>
                    <p:nvPicPr>
                      <p:cNvPr id="0" name="图片 3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1857375"/>
                        <a:ext cx="4483100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补充内容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图片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2508251"/>
            <a:ext cx="838200" cy="145097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43" name="Line 10"/>
          <p:cNvSpPr>
            <a:spLocks noChangeShapeType="1"/>
          </p:cNvSpPr>
          <p:nvPr/>
        </p:nvSpPr>
        <p:spPr bwMode="auto">
          <a:xfrm>
            <a:off x="2428875" y="3752850"/>
            <a:ext cx="673100" cy="0"/>
          </a:xfrm>
          <a:prstGeom prst="line">
            <a:avLst/>
          </a:prstGeom>
          <a:noFill/>
          <a:ln w="76200">
            <a:solidFill>
              <a:srgbClr val="00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" name="Oval 11"/>
          <p:cNvSpPr>
            <a:spLocks noChangeArrowheads="1"/>
          </p:cNvSpPr>
          <p:nvPr/>
        </p:nvSpPr>
        <p:spPr bwMode="auto">
          <a:xfrm>
            <a:off x="3071813" y="3683000"/>
            <a:ext cx="119062" cy="1397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45" name="Line 17"/>
          <p:cNvSpPr>
            <a:spLocks noChangeShapeType="1"/>
          </p:cNvSpPr>
          <p:nvPr/>
        </p:nvSpPr>
        <p:spPr bwMode="auto">
          <a:xfrm>
            <a:off x="3343275" y="3933826"/>
            <a:ext cx="0" cy="415925"/>
          </a:xfrm>
          <a:prstGeom prst="line">
            <a:avLst/>
          </a:prstGeom>
          <a:noFill/>
          <a:ln w="76200">
            <a:solidFill>
              <a:srgbClr val="00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" name="AutoShape 19"/>
          <p:cNvSpPr>
            <a:spLocks noChangeArrowheads="1"/>
          </p:cNvSpPr>
          <p:nvPr/>
        </p:nvSpPr>
        <p:spPr bwMode="auto">
          <a:xfrm rot="16200000" flipV="1">
            <a:off x="8180388" y="2598738"/>
            <a:ext cx="387350" cy="911225"/>
          </a:xfrm>
          <a:prstGeom prst="upArrow">
            <a:avLst>
              <a:gd name="adj1" fmla="val 44269"/>
              <a:gd name="adj2" fmla="val 104227"/>
            </a:avLst>
          </a:prstGeom>
          <a:solidFill>
            <a:srgbClr val="FFFF00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0247" name="Group 7"/>
          <p:cNvGrpSpPr/>
          <p:nvPr/>
        </p:nvGrpSpPr>
        <p:grpSpPr bwMode="auto">
          <a:xfrm>
            <a:off x="2432050" y="3005138"/>
            <a:ext cx="484188" cy="650875"/>
            <a:chOff x="0" y="-1"/>
            <a:chExt cx="305" cy="410"/>
          </a:xfrm>
        </p:grpSpPr>
        <p:sp>
          <p:nvSpPr>
            <p:cNvPr id="10289" name="Text Box 21"/>
            <p:cNvSpPr txBox="1">
              <a:spLocks noChangeArrowheads="1"/>
            </p:cNvSpPr>
            <p:nvPr/>
          </p:nvSpPr>
          <p:spPr bwMode="auto">
            <a:xfrm>
              <a:off x="19" y="-1"/>
              <a:ext cx="178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altLang="zh-CN" sz="2800" b="1" i="1">
                  <a:solidFill>
                    <a:srgbClr val="FF0066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endParaRPr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290" name="Line 22"/>
            <p:cNvSpPr>
              <a:spLocks noChangeShapeType="1"/>
            </p:cNvSpPr>
            <p:nvPr/>
          </p:nvSpPr>
          <p:spPr bwMode="auto">
            <a:xfrm>
              <a:off x="0" y="383"/>
              <a:ext cx="305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48" name="Text Box 24"/>
          <p:cNvSpPr txBox="1">
            <a:spLocks noChangeArrowheads="1"/>
          </p:cNvSpPr>
          <p:nvPr/>
        </p:nvSpPr>
        <p:spPr bwMode="auto">
          <a:xfrm>
            <a:off x="2363788" y="1204278"/>
            <a:ext cx="5867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例如：一个白炽灯有电流通过时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0249" name="Group 12"/>
          <p:cNvGrpSpPr/>
          <p:nvPr/>
        </p:nvGrpSpPr>
        <p:grpSpPr bwMode="auto">
          <a:xfrm>
            <a:off x="2408239" y="1901826"/>
            <a:ext cx="1587" cy="982663"/>
            <a:chOff x="0" y="0"/>
            <a:chExt cx="1272" cy="684"/>
          </a:xfrm>
        </p:grpSpPr>
        <p:sp>
          <p:nvSpPr>
            <p:cNvPr id="10282" name="Line 26"/>
            <p:cNvSpPr>
              <a:spLocks noChangeShapeType="1"/>
            </p:cNvSpPr>
            <p:nvPr/>
          </p:nvSpPr>
          <p:spPr bwMode="auto">
            <a:xfrm>
              <a:off x="636" y="0"/>
              <a:ext cx="0" cy="336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3" name="Line 27"/>
            <p:cNvSpPr>
              <a:spLocks noChangeShapeType="1"/>
            </p:cNvSpPr>
            <p:nvPr/>
          </p:nvSpPr>
          <p:spPr bwMode="auto">
            <a:xfrm>
              <a:off x="336" y="96"/>
              <a:ext cx="96" cy="288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4" name="Line 28"/>
            <p:cNvSpPr>
              <a:spLocks noChangeShapeType="1"/>
            </p:cNvSpPr>
            <p:nvPr/>
          </p:nvSpPr>
          <p:spPr bwMode="auto">
            <a:xfrm>
              <a:off x="96" y="288"/>
              <a:ext cx="192" cy="192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5" name="Line 29"/>
            <p:cNvSpPr>
              <a:spLocks noChangeShapeType="1"/>
            </p:cNvSpPr>
            <p:nvPr/>
          </p:nvSpPr>
          <p:spPr bwMode="auto">
            <a:xfrm>
              <a:off x="0" y="528"/>
              <a:ext cx="192" cy="144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6" name="Line 30"/>
            <p:cNvSpPr>
              <a:spLocks noChangeShapeType="1"/>
            </p:cNvSpPr>
            <p:nvPr/>
          </p:nvSpPr>
          <p:spPr bwMode="auto">
            <a:xfrm flipH="1">
              <a:off x="816" y="96"/>
              <a:ext cx="96" cy="288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7" name="Line 31"/>
            <p:cNvSpPr>
              <a:spLocks noChangeShapeType="1"/>
            </p:cNvSpPr>
            <p:nvPr/>
          </p:nvSpPr>
          <p:spPr bwMode="auto">
            <a:xfrm flipH="1">
              <a:off x="996" y="288"/>
              <a:ext cx="192" cy="192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8" name="Line 32"/>
            <p:cNvSpPr>
              <a:spLocks noChangeShapeType="1"/>
            </p:cNvSpPr>
            <p:nvPr/>
          </p:nvSpPr>
          <p:spPr bwMode="auto">
            <a:xfrm flipH="1">
              <a:off x="1080" y="540"/>
              <a:ext cx="192" cy="144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250" name="Group 20"/>
          <p:cNvGrpSpPr/>
          <p:nvPr/>
        </p:nvGrpSpPr>
        <p:grpSpPr bwMode="auto">
          <a:xfrm>
            <a:off x="2368550" y="1908176"/>
            <a:ext cx="1588" cy="944563"/>
            <a:chOff x="0" y="0"/>
            <a:chExt cx="1272" cy="684"/>
          </a:xfrm>
        </p:grpSpPr>
        <p:sp>
          <p:nvSpPr>
            <p:cNvPr id="10275" name="Line 34"/>
            <p:cNvSpPr>
              <a:spLocks noChangeShapeType="1"/>
            </p:cNvSpPr>
            <p:nvPr/>
          </p:nvSpPr>
          <p:spPr bwMode="auto">
            <a:xfrm>
              <a:off x="636" y="0"/>
              <a:ext cx="0" cy="336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6" name="Line 35"/>
            <p:cNvSpPr>
              <a:spLocks noChangeShapeType="1"/>
            </p:cNvSpPr>
            <p:nvPr/>
          </p:nvSpPr>
          <p:spPr bwMode="auto">
            <a:xfrm>
              <a:off x="336" y="96"/>
              <a:ext cx="96" cy="288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7" name="Line 36"/>
            <p:cNvSpPr>
              <a:spLocks noChangeShapeType="1"/>
            </p:cNvSpPr>
            <p:nvPr/>
          </p:nvSpPr>
          <p:spPr bwMode="auto">
            <a:xfrm>
              <a:off x="96" y="288"/>
              <a:ext cx="192" cy="192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8" name="Line 37"/>
            <p:cNvSpPr>
              <a:spLocks noChangeShapeType="1"/>
            </p:cNvSpPr>
            <p:nvPr/>
          </p:nvSpPr>
          <p:spPr bwMode="auto">
            <a:xfrm>
              <a:off x="0" y="528"/>
              <a:ext cx="192" cy="144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9" name="Line 38"/>
            <p:cNvSpPr>
              <a:spLocks noChangeShapeType="1"/>
            </p:cNvSpPr>
            <p:nvPr/>
          </p:nvSpPr>
          <p:spPr bwMode="auto">
            <a:xfrm flipH="1">
              <a:off x="816" y="96"/>
              <a:ext cx="96" cy="288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0" name="Line 39"/>
            <p:cNvSpPr>
              <a:spLocks noChangeShapeType="1"/>
            </p:cNvSpPr>
            <p:nvPr/>
          </p:nvSpPr>
          <p:spPr bwMode="auto">
            <a:xfrm flipH="1">
              <a:off x="996" y="288"/>
              <a:ext cx="192" cy="192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1" name="Line 40"/>
            <p:cNvSpPr>
              <a:spLocks noChangeShapeType="1"/>
            </p:cNvSpPr>
            <p:nvPr/>
          </p:nvSpPr>
          <p:spPr bwMode="auto">
            <a:xfrm flipH="1">
              <a:off x="1080" y="540"/>
              <a:ext cx="192" cy="144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251" name="Group 28"/>
          <p:cNvGrpSpPr/>
          <p:nvPr/>
        </p:nvGrpSpPr>
        <p:grpSpPr bwMode="auto">
          <a:xfrm>
            <a:off x="6673850" y="1927225"/>
            <a:ext cx="609600" cy="1143000"/>
            <a:chOff x="0" y="0"/>
            <a:chExt cx="384" cy="720"/>
          </a:xfrm>
        </p:grpSpPr>
        <p:sp>
          <p:nvSpPr>
            <p:cNvPr id="10271" name="Text Box 42"/>
            <p:cNvSpPr txBox="1">
              <a:spLocks noChangeArrowheads="1"/>
            </p:cNvSpPr>
            <p:nvPr/>
          </p:nvSpPr>
          <p:spPr bwMode="auto">
            <a:xfrm>
              <a:off x="0" y="143"/>
              <a:ext cx="337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  <a:r>
                <a:rPr lang="en-US" altLang="zh-CN" sz="36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endParaRPr lang="en-US" altLang="zh-CN" sz="3600" b="1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272" name="Rectangle 43"/>
            <p:cNvSpPr>
              <a:spLocks noChangeArrowheads="1"/>
            </p:cNvSpPr>
            <p:nvPr/>
          </p:nvSpPr>
          <p:spPr bwMode="auto">
            <a:xfrm rot="5400000">
              <a:off x="168" y="312"/>
              <a:ext cx="336" cy="9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273" name="Line 44"/>
            <p:cNvSpPr>
              <a:spLocks noChangeShapeType="1"/>
            </p:cNvSpPr>
            <p:nvPr/>
          </p:nvSpPr>
          <p:spPr bwMode="auto">
            <a:xfrm>
              <a:off x="336" y="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4" name="Line 45"/>
            <p:cNvSpPr>
              <a:spLocks noChangeShapeType="1"/>
            </p:cNvSpPr>
            <p:nvPr/>
          </p:nvSpPr>
          <p:spPr bwMode="auto">
            <a:xfrm>
              <a:off x="336" y="52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252" name="Group 33"/>
          <p:cNvGrpSpPr/>
          <p:nvPr/>
        </p:nvGrpSpPr>
        <p:grpSpPr bwMode="auto">
          <a:xfrm>
            <a:off x="9378951" y="2279650"/>
            <a:ext cx="696913" cy="1295400"/>
            <a:chOff x="0" y="0"/>
            <a:chExt cx="439" cy="816"/>
          </a:xfrm>
        </p:grpSpPr>
        <p:sp>
          <p:nvSpPr>
            <p:cNvPr id="10265" name="Text Box 47"/>
            <p:cNvSpPr txBox="1">
              <a:spLocks noChangeArrowheads="1"/>
            </p:cNvSpPr>
            <p:nvPr/>
          </p:nvSpPr>
          <p:spPr bwMode="auto">
            <a:xfrm>
              <a:off x="102" y="191"/>
              <a:ext cx="337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  <a:r>
                <a:rPr lang="en-US" altLang="zh-CN" sz="36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endParaRPr lang="en-US" altLang="zh-CN" sz="3600" b="1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266" name="Rectangle 48"/>
            <p:cNvSpPr>
              <a:spLocks noChangeArrowheads="1"/>
            </p:cNvSpPr>
            <p:nvPr/>
          </p:nvSpPr>
          <p:spPr bwMode="auto">
            <a:xfrm rot="5400000">
              <a:off x="-120" y="360"/>
              <a:ext cx="336" cy="9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267" name="Line 49"/>
            <p:cNvSpPr>
              <a:spLocks noChangeShapeType="1"/>
            </p:cNvSpPr>
            <p:nvPr/>
          </p:nvSpPr>
          <p:spPr bwMode="auto">
            <a:xfrm>
              <a:off x="48" y="4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8" name="Line 50"/>
            <p:cNvSpPr>
              <a:spLocks noChangeShapeType="1"/>
            </p:cNvSpPr>
            <p:nvPr/>
          </p:nvSpPr>
          <p:spPr bwMode="auto">
            <a:xfrm>
              <a:off x="48" y="576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9" name="Oval 51"/>
            <p:cNvSpPr>
              <a:spLocks noChangeArrowheads="1"/>
            </p:cNvSpPr>
            <p:nvPr/>
          </p:nvSpPr>
          <p:spPr bwMode="auto">
            <a:xfrm>
              <a:off x="24" y="0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270" name="Oval 52"/>
            <p:cNvSpPr>
              <a:spLocks noChangeArrowheads="1"/>
            </p:cNvSpPr>
            <p:nvPr/>
          </p:nvSpPr>
          <p:spPr bwMode="auto">
            <a:xfrm>
              <a:off x="24" y="768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0253" name="Group 40"/>
          <p:cNvGrpSpPr/>
          <p:nvPr/>
        </p:nvGrpSpPr>
        <p:grpSpPr bwMode="auto">
          <a:xfrm>
            <a:off x="6713538" y="3070225"/>
            <a:ext cx="627063" cy="1047750"/>
            <a:chOff x="1" y="0"/>
            <a:chExt cx="395" cy="660"/>
          </a:xfrm>
        </p:grpSpPr>
        <p:sp>
          <p:nvSpPr>
            <p:cNvPr id="10259" name="Text Box 54"/>
            <p:cNvSpPr txBox="1">
              <a:spLocks noChangeArrowheads="1"/>
            </p:cNvSpPr>
            <p:nvPr/>
          </p:nvSpPr>
          <p:spPr bwMode="auto">
            <a:xfrm>
              <a:off x="1" y="17"/>
              <a:ext cx="25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L</a:t>
              </a:r>
              <a:endPara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260" name="Line 55"/>
            <p:cNvSpPr>
              <a:spLocks noChangeShapeType="1"/>
            </p:cNvSpPr>
            <p:nvPr/>
          </p:nvSpPr>
          <p:spPr bwMode="auto">
            <a:xfrm>
              <a:off x="312" y="42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261" name="Group 43"/>
            <p:cNvGrpSpPr/>
            <p:nvPr/>
          </p:nvGrpSpPr>
          <p:grpSpPr bwMode="auto">
            <a:xfrm rot="5400000">
              <a:off x="108" y="144"/>
              <a:ext cx="432" cy="144"/>
              <a:chOff x="0" y="0"/>
              <a:chExt cx="432" cy="144"/>
            </a:xfrm>
          </p:grpSpPr>
          <p:sp>
            <p:nvSpPr>
              <p:cNvPr id="10262" name="Arc 57"/>
              <p:cNvSpPr/>
              <p:nvPr/>
            </p:nvSpPr>
            <p:spPr bwMode="auto">
              <a:xfrm>
                <a:off x="0" y="0"/>
                <a:ext cx="144" cy="144"/>
              </a:xfrm>
              <a:custGeom>
                <a:avLst/>
                <a:gdLst>
                  <a:gd name="T0" fmla="*/ 0 w 40136"/>
                  <a:gd name="T1" fmla="*/ 0 h 21600"/>
                  <a:gd name="T2" fmla="*/ 0 w 40136"/>
                  <a:gd name="T3" fmla="*/ 0 h 21600"/>
                  <a:gd name="T4" fmla="*/ 0 w 40136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0136"/>
                  <a:gd name="T10" fmla="*/ 0 h 21600"/>
                  <a:gd name="T11" fmla="*/ 40136 w 4013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136" h="21600" fill="none" extrusionOk="0">
                    <a:moveTo>
                      <a:pt x="0" y="13634"/>
                    </a:moveTo>
                    <a:cubicBezTo>
                      <a:pt x="3265" y="5403"/>
                      <a:pt x="11223" y="-1"/>
                      <a:pt x="20078" y="0"/>
                    </a:cubicBezTo>
                    <a:cubicBezTo>
                      <a:pt x="28913" y="0"/>
                      <a:pt x="36857" y="5380"/>
                      <a:pt x="40135" y="13585"/>
                    </a:cubicBezTo>
                  </a:path>
                  <a:path w="40136" h="21600" stroke="0" extrusionOk="0">
                    <a:moveTo>
                      <a:pt x="0" y="13634"/>
                    </a:moveTo>
                    <a:cubicBezTo>
                      <a:pt x="3265" y="5403"/>
                      <a:pt x="11223" y="-1"/>
                      <a:pt x="20078" y="0"/>
                    </a:cubicBezTo>
                    <a:cubicBezTo>
                      <a:pt x="28913" y="0"/>
                      <a:pt x="36857" y="5380"/>
                      <a:pt x="40135" y="13585"/>
                    </a:cubicBezTo>
                    <a:lnTo>
                      <a:pt x="20078" y="21600"/>
                    </a:lnTo>
                    <a:lnTo>
                      <a:pt x="0" y="13634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tx2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3" name="Arc 58"/>
              <p:cNvSpPr/>
              <p:nvPr/>
            </p:nvSpPr>
            <p:spPr bwMode="auto">
              <a:xfrm>
                <a:off x="144" y="0"/>
                <a:ext cx="144" cy="144"/>
              </a:xfrm>
              <a:custGeom>
                <a:avLst/>
                <a:gdLst>
                  <a:gd name="T0" fmla="*/ 0 w 40136"/>
                  <a:gd name="T1" fmla="*/ 0 h 21600"/>
                  <a:gd name="T2" fmla="*/ 0 w 40136"/>
                  <a:gd name="T3" fmla="*/ 0 h 21600"/>
                  <a:gd name="T4" fmla="*/ 0 w 40136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0136"/>
                  <a:gd name="T10" fmla="*/ 0 h 21600"/>
                  <a:gd name="T11" fmla="*/ 40136 w 4013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136" h="21600" fill="none" extrusionOk="0">
                    <a:moveTo>
                      <a:pt x="0" y="13634"/>
                    </a:moveTo>
                    <a:cubicBezTo>
                      <a:pt x="3265" y="5403"/>
                      <a:pt x="11223" y="-1"/>
                      <a:pt x="20078" y="0"/>
                    </a:cubicBezTo>
                    <a:cubicBezTo>
                      <a:pt x="28913" y="0"/>
                      <a:pt x="36857" y="5380"/>
                      <a:pt x="40135" y="13585"/>
                    </a:cubicBezTo>
                  </a:path>
                  <a:path w="40136" h="21600" stroke="0" extrusionOk="0">
                    <a:moveTo>
                      <a:pt x="0" y="13634"/>
                    </a:moveTo>
                    <a:cubicBezTo>
                      <a:pt x="3265" y="5403"/>
                      <a:pt x="11223" y="-1"/>
                      <a:pt x="20078" y="0"/>
                    </a:cubicBezTo>
                    <a:cubicBezTo>
                      <a:pt x="28913" y="0"/>
                      <a:pt x="36857" y="5380"/>
                      <a:pt x="40135" y="13585"/>
                    </a:cubicBezTo>
                    <a:lnTo>
                      <a:pt x="20078" y="21600"/>
                    </a:lnTo>
                    <a:lnTo>
                      <a:pt x="0" y="13634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tx2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4" name="Arc 59"/>
              <p:cNvSpPr/>
              <p:nvPr/>
            </p:nvSpPr>
            <p:spPr bwMode="auto">
              <a:xfrm>
                <a:off x="288" y="0"/>
                <a:ext cx="144" cy="144"/>
              </a:xfrm>
              <a:custGeom>
                <a:avLst/>
                <a:gdLst>
                  <a:gd name="T0" fmla="*/ 0 w 40136"/>
                  <a:gd name="T1" fmla="*/ 0 h 21600"/>
                  <a:gd name="T2" fmla="*/ 0 w 40136"/>
                  <a:gd name="T3" fmla="*/ 0 h 21600"/>
                  <a:gd name="T4" fmla="*/ 0 w 40136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0136"/>
                  <a:gd name="T10" fmla="*/ 0 h 21600"/>
                  <a:gd name="T11" fmla="*/ 40136 w 4013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136" h="21600" fill="none" extrusionOk="0">
                    <a:moveTo>
                      <a:pt x="0" y="13634"/>
                    </a:moveTo>
                    <a:cubicBezTo>
                      <a:pt x="3265" y="5403"/>
                      <a:pt x="11223" y="-1"/>
                      <a:pt x="20078" y="0"/>
                    </a:cubicBezTo>
                    <a:cubicBezTo>
                      <a:pt x="28913" y="0"/>
                      <a:pt x="36857" y="5380"/>
                      <a:pt x="40135" y="13585"/>
                    </a:cubicBezTo>
                  </a:path>
                  <a:path w="40136" h="21600" stroke="0" extrusionOk="0">
                    <a:moveTo>
                      <a:pt x="0" y="13634"/>
                    </a:moveTo>
                    <a:cubicBezTo>
                      <a:pt x="3265" y="5403"/>
                      <a:pt x="11223" y="-1"/>
                      <a:pt x="20078" y="0"/>
                    </a:cubicBezTo>
                    <a:cubicBezTo>
                      <a:pt x="28913" y="0"/>
                      <a:pt x="36857" y="5380"/>
                      <a:pt x="40135" y="13585"/>
                    </a:cubicBezTo>
                    <a:lnTo>
                      <a:pt x="20078" y="21600"/>
                    </a:lnTo>
                    <a:lnTo>
                      <a:pt x="0" y="13634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tx2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254" name="Text Box 60"/>
          <p:cNvSpPr txBox="1">
            <a:spLocks noChangeArrowheads="1"/>
          </p:cNvSpPr>
          <p:nvPr/>
        </p:nvSpPr>
        <p:spPr bwMode="auto">
          <a:xfrm>
            <a:off x="4540250" y="1771333"/>
            <a:ext cx="19812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消耗电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能</a:t>
            </a:r>
            <a:endParaRPr lang="zh-CN" altLang="en-US" sz="2800" b="1">
              <a:solidFill>
                <a:srgbClr val="FF0066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（电阻性）</a:t>
            </a:r>
            <a:endParaRPr lang="zh-CN" altLang="en-US" sz="2800" b="1">
              <a:solidFill>
                <a:srgbClr val="FF0066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55" name="Text Box 61"/>
          <p:cNvSpPr txBox="1">
            <a:spLocks noChangeArrowheads="1"/>
          </p:cNvSpPr>
          <p:nvPr/>
        </p:nvSpPr>
        <p:spPr bwMode="auto">
          <a:xfrm>
            <a:off x="4387850" y="2835593"/>
            <a:ext cx="2819400" cy="138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产生</a:t>
            </a:r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磁场</a:t>
            </a:r>
            <a:endParaRPr lang="zh-CN" altLang="en-US" sz="2800" b="1">
              <a:solidFill>
                <a:srgbClr val="008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储存磁场能量</a:t>
            </a:r>
            <a:endParaRPr lang="zh-CN" altLang="en-US" sz="2800" b="1">
              <a:solidFill>
                <a:srgbClr val="008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（电感性）</a:t>
            </a:r>
            <a:endParaRPr lang="zh-CN" altLang="en-US" sz="2800" b="1">
              <a:solidFill>
                <a:srgbClr val="008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0256" name="Text Box 62"/>
          <p:cNvSpPr txBox="1">
            <a:spLocks noChangeArrowheads="1"/>
          </p:cNvSpPr>
          <p:nvPr/>
        </p:nvSpPr>
        <p:spPr bwMode="auto">
          <a:xfrm>
            <a:off x="7607300" y="2316480"/>
            <a:ext cx="144780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600" b="1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600" b="1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忽略</a:t>
            </a:r>
            <a:r>
              <a:rPr lang="en-US" altLang="zh-CN" sz="2600" b="1" i="1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endParaRPr lang="en-US" altLang="zh-CN" sz="2600" b="1">
              <a:solidFill>
                <a:srgbClr val="66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1" name="Text Box 63"/>
          <p:cNvSpPr txBox="1">
            <a:spLocks noChangeArrowheads="1"/>
          </p:cNvSpPr>
          <p:nvPr/>
        </p:nvSpPr>
        <p:spPr bwMode="auto">
          <a:xfrm>
            <a:off x="1962150" y="4643121"/>
            <a:ext cx="8534400" cy="152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pPr algn="l" eaLnBrk="1" hangingPunct="1">
              <a:lnSpc>
                <a:spcPct val="120000"/>
              </a:lnSpc>
              <a:defRPr/>
            </a:pPr>
            <a:r>
              <a:rPr lang="en-US" sz="2600" dirty="0">
                <a:solidFill>
                  <a:srgbClr val="6600FF"/>
                </a:solidFill>
              </a:rPr>
              <a:t>      </a:t>
            </a:r>
            <a:r>
              <a:rPr lang="zh-CN" altLang="en-US" sz="2600" dirty="0">
                <a:solidFill>
                  <a:srgbClr val="0000FF"/>
                </a:solidFill>
              </a:rPr>
              <a:t>为便于分析与计算实际电路，在一定条件下常忽略</a:t>
            </a:r>
            <a:endParaRPr lang="zh-CN" altLang="en-US" sz="2600" dirty="0">
              <a:solidFill>
                <a:srgbClr val="0000FF"/>
              </a:solidFill>
            </a:endParaRPr>
          </a:p>
          <a:p>
            <a:pPr algn="l" eaLnBrk="1" hangingPunct="1">
              <a:lnSpc>
                <a:spcPct val="120000"/>
              </a:lnSpc>
              <a:defRPr/>
            </a:pPr>
            <a:r>
              <a:rPr lang="zh-CN" altLang="en-US" sz="2600" dirty="0">
                <a:solidFill>
                  <a:srgbClr val="0000FF"/>
                </a:solidFill>
              </a:rPr>
              <a:t>实际部件的次要因素而突出其主要电磁性质，把它看成</a:t>
            </a:r>
            <a:endParaRPr lang="zh-CN" altLang="en-US" sz="2600" dirty="0">
              <a:solidFill>
                <a:srgbClr val="0000FF"/>
              </a:solidFill>
            </a:endParaRPr>
          </a:p>
          <a:p>
            <a:pPr algn="l" eaLnBrk="1" hangingPunct="1">
              <a:lnSpc>
                <a:spcPct val="120000"/>
              </a:lnSpc>
              <a:defRPr/>
            </a:pPr>
            <a:r>
              <a:rPr lang="zh-CN" altLang="en-US" sz="26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集总电路元件</a:t>
            </a:r>
            <a:r>
              <a:rPr lang="zh-CN" altLang="en-US" sz="2600" dirty="0">
                <a:solidFill>
                  <a:srgbClr val="6600FF"/>
                </a:solidFill>
              </a:rPr>
              <a:t>。</a:t>
            </a:r>
            <a:endParaRPr lang="zh-CN" altLang="en-US" sz="2600" dirty="0">
              <a:solidFill>
                <a:srgbClr val="6600FF"/>
              </a:solidFill>
            </a:endParaRPr>
          </a:p>
        </p:txBody>
      </p:sp>
      <p:pic>
        <p:nvPicPr>
          <p:cNvPr id="10258" name="图片 2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2517775"/>
            <a:ext cx="825500" cy="144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补充内容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1648460" y="1269683"/>
            <a:ext cx="44951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(2) 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对音频电路：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 = 25 kHz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2319974" y="1717358"/>
          <a:ext cx="35337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" name="Equation" r:id="rId1" imgW="1268730" imgH="360680" progId="Equation.DSMT4">
                  <p:embed/>
                </p:oleObj>
              </mc:Choice>
              <mc:Fallback>
                <p:oleObj name="Equation" r:id="rId1" imgW="1268730" imgH="360680" progId="Equation.DSMT4">
                  <p:embed/>
                  <p:pic>
                    <p:nvPicPr>
                      <p:cNvPr id="0" name="图片 4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974" y="1717358"/>
                        <a:ext cx="353377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1648460" y="3093458"/>
            <a:ext cx="4718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(3) 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对微波电路：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 = 10</a:t>
            </a:r>
            <a:r>
              <a:rPr kumimoji="1"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MHz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2303" name="Object 15"/>
          <p:cNvGraphicFramePr>
            <a:graphicFrameLocks noChangeAspect="1"/>
          </p:cNvGraphicFramePr>
          <p:nvPr/>
        </p:nvGraphicFramePr>
        <p:xfrm>
          <a:off x="2785111" y="3612571"/>
          <a:ext cx="3268663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" name="Equation" r:id="rId3" imgW="1172210" imgH="360680" progId="Equation.DSMT4">
                  <p:embed/>
                </p:oleObj>
              </mc:Choice>
              <mc:Fallback>
                <p:oleObj name="Equation" r:id="rId3" imgW="1172210" imgH="360680" progId="Equation.DSMT4">
                  <p:embed/>
                  <p:pic>
                    <p:nvPicPr>
                      <p:cNvPr id="0" name="图片 4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5111" y="3612571"/>
                        <a:ext cx="3268663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补充内容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830580" y="1196975"/>
            <a:ext cx="1764030" cy="765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eaLnBrk="1" hangingPunct="1"/>
            <a:r>
              <a:rPr lang="zh-CN" altLang="en-US" sz="3200" b="1">
                <a:latin typeface="Times New Roman" panose="02020603050405020304" pitchFamily="18" charset="0"/>
                <a:ea typeface="黑体" panose="02010609060101010101" pitchFamily="49" charset="-122"/>
              </a:rPr>
              <a:t>例：</a:t>
            </a:r>
            <a:r>
              <a:rPr lang="zh-CN" altLang="en-US" smtClean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zh-CN" altLang="en-US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2351089" y="1196976"/>
          <a:ext cx="7781925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2" name="Equation" r:id="rId1" imgW="2498725" imgH="367030" progId="Equation.DSMT4">
                  <p:embed/>
                </p:oleObj>
              </mc:Choice>
              <mc:Fallback>
                <p:oleObj name="Equation" r:id="rId1" imgW="2498725" imgH="367030" progId="Equation.DSMT4">
                  <p:embed/>
                  <p:pic>
                    <p:nvPicPr>
                      <p:cNvPr id="0" name="图片 53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1196976"/>
                        <a:ext cx="7781925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2424113" y="3860801"/>
          <a:ext cx="5080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3" name="Equation" r:id="rId3" imgW="1635760" imgH="334645" progId="Equation.DSMT4">
                  <p:embed/>
                </p:oleObj>
              </mc:Choice>
              <mc:Fallback>
                <p:oleObj name="Equation" r:id="rId3" imgW="1635760" imgH="334645" progId="Equation.DSMT4">
                  <p:embed/>
                  <p:pic>
                    <p:nvPicPr>
                      <p:cNvPr id="0" name="图片 53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3860801"/>
                        <a:ext cx="5080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1558925" y="2565400"/>
            <a:ext cx="11049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  <a:endParaRPr kumimoji="1" lang="zh-CN" altLang="en-US" sz="32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2438401" y="3025776"/>
            <a:ext cx="6321425" cy="1050925"/>
            <a:chOff x="476" y="1725"/>
            <a:chExt cx="3982" cy="662"/>
          </a:xfrm>
        </p:grpSpPr>
        <p:graphicFrame>
          <p:nvGraphicFramePr>
            <p:cNvPr id="12296" name="Object 7"/>
            <p:cNvGraphicFramePr>
              <a:graphicFrameLocks noChangeAspect="1"/>
            </p:cNvGraphicFramePr>
            <p:nvPr/>
          </p:nvGraphicFramePr>
          <p:xfrm>
            <a:off x="476" y="1853"/>
            <a:ext cx="3254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84" name="Equation" r:id="rId5" imgW="1738630" imgH="167640" progId="Equation.DSMT4">
                    <p:embed/>
                  </p:oleObj>
                </mc:Choice>
                <mc:Fallback>
                  <p:oleObj name="Equation" r:id="rId5" imgW="1738630" imgH="167640" progId="Equation.DSMT4">
                    <p:embed/>
                    <p:pic>
                      <p:nvPicPr>
                        <p:cNvPr id="0" name="图片 53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853"/>
                          <a:ext cx="3254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7" name="Object 8"/>
            <p:cNvGraphicFramePr>
              <a:graphicFrameLocks noChangeAspect="1"/>
            </p:cNvGraphicFramePr>
            <p:nvPr/>
          </p:nvGraphicFramePr>
          <p:xfrm>
            <a:off x="3787" y="1725"/>
            <a:ext cx="671" cy="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85" name="Equation" r:id="rId7" imgW="334645" imgH="334645" progId="Equation.DSMT4">
                    <p:embed/>
                  </p:oleObj>
                </mc:Choice>
                <mc:Fallback>
                  <p:oleObj name="Equation" r:id="rId7" imgW="334645" imgH="334645" progId="Equation.DSMT4">
                    <p:embed/>
                    <p:pic>
                      <p:nvPicPr>
                        <p:cNvPr id="0" name="图片 53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1725"/>
                          <a:ext cx="671" cy="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2663826" y="5072381"/>
          <a:ext cx="15843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6" name="Equation" r:id="rId9" imgW="334645" imgH="135255" progId="Equation.DSMT4">
                  <p:embed/>
                </p:oleObj>
              </mc:Choice>
              <mc:Fallback>
                <p:oleObj name="Equation" r:id="rId9" imgW="334645" imgH="135255" progId="Equation.DSMT4">
                  <p:embed/>
                  <p:pic>
                    <p:nvPicPr>
                      <p:cNvPr id="0" name="图片 53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826" y="5072381"/>
                        <a:ext cx="1584325" cy="6635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99FF33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补充内容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/>
        </p:nvSpPr>
        <p:spPr bwMode="gray">
          <a:xfrm>
            <a:off x="5158105" y="513969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集总参数电路</a:t>
            </a:r>
            <a:endParaRPr lang="zh-CN" altLang="en-US" sz="2800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2033589" y="1268413"/>
          <a:ext cx="442277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" name="Equation" r:id="rId1" imgW="1494155" imgH="167640" progId="Equation.DSMT4">
                  <p:embed/>
                </p:oleObj>
              </mc:Choice>
              <mc:Fallback>
                <p:oleObj name="Equation" r:id="rId1" imgW="1494155" imgH="167640" progId="Equation.DSMT4">
                  <p:embed/>
                  <p:pic>
                    <p:nvPicPr>
                      <p:cNvPr id="0" name="图片 73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9" y="1268413"/>
                        <a:ext cx="4422775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2135189" y="2852739"/>
          <a:ext cx="63087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9" name="Equation" r:id="rId3" imgW="2124710" imgH="334645" progId="Equation.DSMT4">
                  <p:embed/>
                </p:oleObj>
              </mc:Choice>
              <mc:Fallback>
                <p:oleObj name="Equation" r:id="rId3" imgW="2124710" imgH="334645" progId="Equation.DSMT4">
                  <p:embed/>
                  <p:pic>
                    <p:nvPicPr>
                      <p:cNvPr id="0" name="图片 73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852739"/>
                        <a:ext cx="630872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4079875" y="1844676"/>
          <a:ext cx="250983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" name="Equation" r:id="rId5" imgW="836930" imgH="328295" progId="Equation.3">
                  <p:embed/>
                </p:oleObj>
              </mc:Choice>
              <mc:Fallback>
                <p:oleObj name="Equation" r:id="rId5" imgW="836930" imgH="328295" progId="Equation.3">
                  <p:embed/>
                  <p:pic>
                    <p:nvPicPr>
                      <p:cNvPr id="0" name="图片 73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1844676"/>
                        <a:ext cx="2509838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6324601" y="1196976"/>
            <a:ext cx="304101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</a:rPr>
              <a:t>（卫星通讯用）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4872038" y="4141788"/>
            <a:ext cx="9144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4872038" y="4141788"/>
            <a:ext cx="9144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4244976" y="5124926"/>
            <a:ext cx="626427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kumimoji="1"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此时电路为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分布参数电路 </a:t>
            </a:r>
            <a:endParaRPr kumimoji="1"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0490" name="Object 10"/>
          <p:cNvGraphicFramePr>
            <a:graphicFrameLocks noChangeAspect="1"/>
          </p:cNvGraphicFramePr>
          <p:nvPr/>
        </p:nvGraphicFramePr>
        <p:xfrm>
          <a:off x="2660651" y="4511120"/>
          <a:ext cx="15843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" name="Equation" r:id="rId7" imgW="334645" imgH="135255" progId="Equation.DSMT4">
                  <p:embed/>
                </p:oleObj>
              </mc:Choice>
              <mc:Fallback>
                <p:oleObj name="Equation" r:id="rId7" imgW="334645" imgH="135255" progId="Equation.DSMT4">
                  <p:embed/>
                  <p:pic>
                    <p:nvPicPr>
                      <p:cNvPr id="0" name="图片 73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1" y="4511120"/>
                        <a:ext cx="1584325" cy="6635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99FF33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补充内容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3" name="Rectangle 68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986790" y="1938655"/>
            <a:ext cx="7696200" cy="21355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eaLnBrk="1" hangingPunct="1"/>
            <a:r>
              <a:rPr lang="en-US" altLang="zh-CN" b="1" smtClean="0">
                <a:latin typeface="Times New Roman" panose="02020603050405020304" pitchFamily="18" charset="0"/>
                <a:ea typeface="黑体" panose="02010609060101010101" pitchFamily="49" charset="-122"/>
              </a:rPr>
              <a:t>1-1 </a:t>
            </a:r>
            <a:r>
              <a:rPr lang="zh-CN" altLang="en-US" b="1" smtClean="0">
                <a:latin typeface="Times New Roman" panose="02020603050405020304" pitchFamily="18" charset="0"/>
                <a:ea typeface="黑体" panose="02010609060101010101" pitchFamily="49" charset="-122"/>
              </a:rPr>
              <a:t>电路和电路模型</a:t>
            </a:r>
            <a:br>
              <a:rPr lang="zh-CN" altLang="en-US" b="1" smtClean="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en-US" altLang="zh-CN" b="1" smtClean="0">
                <a:latin typeface="Times New Roman" panose="02020603050405020304" pitchFamily="18" charset="0"/>
                <a:ea typeface="黑体" panose="02010609060101010101" pitchFamily="49" charset="-122"/>
              </a:rPr>
              <a:t>P10</a:t>
            </a:r>
            <a:endParaRPr lang="en-US" altLang="zh-CN" b="1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774065" y="3914140"/>
            <a:ext cx="73691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电路模型： 反映实际电路部件的主要电磁性质的理想电路元件及其组合。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231" name="AutoShape 15"/>
          <p:cNvSpPr>
            <a:spLocks noChangeArrowheads="1"/>
          </p:cNvSpPr>
          <p:nvPr/>
        </p:nvSpPr>
        <p:spPr bwMode="auto">
          <a:xfrm>
            <a:off x="3893185" y="2292033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64" name="Text Box 16"/>
          <p:cNvSpPr txBox="1">
            <a:spLocks noChangeArrowheads="1"/>
          </p:cNvSpPr>
          <p:nvPr/>
        </p:nvSpPr>
        <p:spPr bwMode="auto">
          <a:xfrm>
            <a:off x="5646420" y="5132229"/>
            <a:ext cx="309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5365" name="Text Box 17"/>
          <p:cNvSpPr txBox="1">
            <a:spLocks noChangeArrowheads="1"/>
          </p:cNvSpPr>
          <p:nvPr/>
        </p:nvSpPr>
        <p:spPr bwMode="auto">
          <a:xfrm>
            <a:off x="5536883" y="5392579"/>
            <a:ext cx="309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234" name="Line 18"/>
          <p:cNvSpPr>
            <a:spLocks noChangeShapeType="1"/>
          </p:cNvSpPr>
          <p:nvPr/>
        </p:nvSpPr>
        <p:spPr bwMode="auto">
          <a:xfrm>
            <a:off x="5334635" y="1499871"/>
            <a:ext cx="0" cy="1223963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5" name="Line 19"/>
          <p:cNvSpPr>
            <a:spLocks noChangeShapeType="1"/>
          </p:cNvSpPr>
          <p:nvPr/>
        </p:nvSpPr>
        <p:spPr bwMode="auto">
          <a:xfrm>
            <a:off x="7350760" y="1499871"/>
            <a:ext cx="0" cy="504825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6" name="Line 20"/>
          <p:cNvSpPr>
            <a:spLocks noChangeShapeType="1"/>
          </p:cNvSpPr>
          <p:nvPr/>
        </p:nvSpPr>
        <p:spPr bwMode="auto">
          <a:xfrm>
            <a:off x="7350760" y="2579371"/>
            <a:ext cx="0" cy="720725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7" name="Line 21"/>
          <p:cNvSpPr>
            <a:spLocks noChangeShapeType="1"/>
          </p:cNvSpPr>
          <p:nvPr/>
        </p:nvSpPr>
        <p:spPr bwMode="auto">
          <a:xfrm>
            <a:off x="5334635" y="2868295"/>
            <a:ext cx="0" cy="4318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8" name="Line 22"/>
          <p:cNvSpPr>
            <a:spLocks noChangeShapeType="1"/>
          </p:cNvSpPr>
          <p:nvPr/>
        </p:nvSpPr>
        <p:spPr bwMode="auto">
          <a:xfrm>
            <a:off x="5334636" y="3300095"/>
            <a:ext cx="2016125" cy="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9" name="Line 23"/>
          <p:cNvSpPr>
            <a:spLocks noChangeShapeType="1"/>
          </p:cNvSpPr>
          <p:nvPr/>
        </p:nvSpPr>
        <p:spPr bwMode="auto">
          <a:xfrm>
            <a:off x="5334635" y="2579371"/>
            <a:ext cx="0" cy="144463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24"/>
          <p:cNvGrpSpPr/>
          <p:nvPr/>
        </p:nvGrpSpPr>
        <p:grpSpPr bwMode="auto">
          <a:xfrm>
            <a:off x="5228274" y="1860234"/>
            <a:ext cx="682625" cy="574675"/>
            <a:chOff x="3379" y="1344"/>
            <a:chExt cx="430" cy="362"/>
          </a:xfrm>
        </p:grpSpPr>
        <p:sp>
          <p:nvSpPr>
            <p:cNvPr id="15415" name="Rectangle 25"/>
            <p:cNvSpPr>
              <a:spLocks noChangeArrowheads="1"/>
            </p:cNvSpPr>
            <p:nvPr/>
          </p:nvSpPr>
          <p:spPr bwMode="auto">
            <a:xfrm>
              <a:off x="3379" y="1344"/>
              <a:ext cx="136" cy="362"/>
            </a:xfrm>
            <a:prstGeom prst="rect">
              <a:avLst/>
            </a:prstGeom>
            <a:solidFill>
              <a:srgbClr val="FF9900"/>
            </a:solidFill>
            <a:ln w="9525" algn="ctr">
              <a:solidFill>
                <a:srgbClr val="FF9900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graphicFrame>
          <p:nvGraphicFramePr>
            <p:cNvPr id="15416" name="Object 26"/>
            <p:cNvGraphicFramePr>
              <a:graphicFrameLocks noChangeAspect="1"/>
            </p:cNvGraphicFramePr>
            <p:nvPr/>
          </p:nvGraphicFramePr>
          <p:xfrm>
            <a:off x="3560" y="1344"/>
            <a:ext cx="249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02" name="Equation" r:id="rId1" imgW="122555" imgH="141605" progId="Equation.3">
                    <p:embed/>
                  </p:oleObj>
                </mc:Choice>
                <mc:Fallback>
                  <p:oleObj name="Equation" r:id="rId1" imgW="122555" imgH="141605" progId="Equation.3">
                    <p:embed/>
                    <p:pic>
                      <p:nvPicPr>
                        <p:cNvPr id="0" name="图片 84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1344"/>
                          <a:ext cx="249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7"/>
          <p:cNvGrpSpPr/>
          <p:nvPr/>
        </p:nvGrpSpPr>
        <p:grpSpPr bwMode="auto">
          <a:xfrm>
            <a:off x="7277735" y="2004696"/>
            <a:ext cx="700088" cy="574675"/>
            <a:chOff x="4694" y="1344"/>
            <a:chExt cx="441" cy="362"/>
          </a:xfrm>
        </p:grpSpPr>
        <p:sp>
          <p:nvSpPr>
            <p:cNvPr id="15413" name="Rectangle 28"/>
            <p:cNvSpPr>
              <a:spLocks noChangeArrowheads="1"/>
            </p:cNvSpPr>
            <p:nvPr/>
          </p:nvSpPr>
          <p:spPr bwMode="auto">
            <a:xfrm>
              <a:off x="4694" y="1344"/>
              <a:ext cx="136" cy="362"/>
            </a:xfrm>
            <a:prstGeom prst="rect">
              <a:avLst/>
            </a:prstGeom>
            <a:solidFill>
              <a:srgbClr val="FF9900"/>
            </a:solidFill>
            <a:ln w="9525" algn="ctr">
              <a:solidFill>
                <a:srgbClr val="FF9900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graphicFrame>
          <p:nvGraphicFramePr>
            <p:cNvPr id="15414" name="Object 29"/>
            <p:cNvGraphicFramePr>
              <a:graphicFrameLocks noChangeAspect="1"/>
            </p:cNvGraphicFramePr>
            <p:nvPr/>
          </p:nvGraphicFramePr>
          <p:xfrm>
            <a:off x="4867" y="1344"/>
            <a:ext cx="26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03" name="Equation" r:id="rId3" imgW="135255" imgH="141605" progId="Equation.3">
                    <p:embed/>
                  </p:oleObj>
                </mc:Choice>
                <mc:Fallback>
                  <p:oleObj name="Equation" r:id="rId3" imgW="135255" imgH="141605" progId="Equation.3">
                    <p:embed/>
                    <p:pic>
                      <p:nvPicPr>
                        <p:cNvPr id="0" name="图片 84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7" y="1344"/>
                          <a:ext cx="26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0"/>
          <p:cNvGrpSpPr/>
          <p:nvPr/>
        </p:nvGrpSpPr>
        <p:grpSpPr bwMode="auto">
          <a:xfrm>
            <a:off x="4974273" y="2652396"/>
            <a:ext cx="1130300" cy="455613"/>
            <a:chOff x="3243" y="1752"/>
            <a:chExt cx="712" cy="287"/>
          </a:xfrm>
        </p:grpSpPr>
        <p:sp>
          <p:nvSpPr>
            <p:cNvPr id="15410" name="Line 31"/>
            <p:cNvSpPr>
              <a:spLocks noChangeShapeType="1"/>
            </p:cNvSpPr>
            <p:nvPr/>
          </p:nvSpPr>
          <p:spPr bwMode="auto">
            <a:xfrm>
              <a:off x="3334" y="1888"/>
              <a:ext cx="226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1" name="Line 32"/>
            <p:cNvSpPr>
              <a:spLocks noChangeShapeType="1"/>
            </p:cNvSpPr>
            <p:nvPr/>
          </p:nvSpPr>
          <p:spPr bwMode="auto">
            <a:xfrm>
              <a:off x="3243" y="1797"/>
              <a:ext cx="408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412" name="Object 33"/>
            <p:cNvGraphicFramePr>
              <a:graphicFrameLocks noChangeAspect="1"/>
            </p:cNvGraphicFramePr>
            <p:nvPr/>
          </p:nvGraphicFramePr>
          <p:xfrm>
            <a:off x="3687" y="1752"/>
            <a:ext cx="26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04" name="Equation" r:id="rId5" imgW="135255" imgH="141605" progId="Equation.3">
                    <p:embed/>
                  </p:oleObj>
                </mc:Choice>
                <mc:Fallback>
                  <p:oleObj name="Equation" r:id="rId5" imgW="135255" imgH="141605" progId="Equation.3">
                    <p:embed/>
                    <p:pic>
                      <p:nvPicPr>
                        <p:cNvPr id="0" name="图片 84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7" y="1752"/>
                          <a:ext cx="26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34"/>
          <p:cNvGrpSpPr/>
          <p:nvPr/>
        </p:nvGrpSpPr>
        <p:grpSpPr bwMode="auto">
          <a:xfrm>
            <a:off x="221300" y="1066483"/>
            <a:ext cx="3438525" cy="2547938"/>
            <a:chOff x="249" y="753"/>
            <a:chExt cx="2166" cy="1605"/>
          </a:xfrm>
        </p:grpSpPr>
        <p:grpSp>
          <p:nvGrpSpPr>
            <p:cNvPr id="15388" name="Group 35"/>
            <p:cNvGrpSpPr/>
            <p:nvPr/>
          </p:nvGrpSpPr>
          <p:grpSpPr bwMode="auto">
            <a:xfrm>
              <a:off x="1215" y="1042"/>
              <a:ext cx="336" cy="239"/>
              <a:chOff x="1344" y="1884"/>
              <a:chExt cx="336" cy="239"/>
            </a:xfrm>
          </p:grpSpPr>
          <p:graphicFrame>
            <p:nvGraphicFramePr>
              <p:cNvPr id="15408" name="Object 36"/>
              <p:cNvGraphicFramePr>
                <a:graphicFrameLocks noChangeAspect="1"/>
              </p:cNvGraphicFramePr>
              <p:nvPr/>
            </p:nvGraphicFramePr>
            <p:xfrm>
              <a:off x="1344" y="1884"/>
              <a:ext cx="336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405" name="VISIO" r:id="rId7" imgW="6126480" imgH="4434840" progId="Visio.Drawing.4">
                      <p:embed/>
                    </p:oleObj>
                  </mc:Choice>
                  <mc:Fallback>
                    <p:oleObj name="VISIO" r:id="rId7" imgW="6126480" imgH="4434840" progId="Visio.Drawing.4">
                      <p:embed/>
                      <p:pic>
                        <p:nvPicPr>
                          <p:cNvPr id="0" name="图片 840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4" y="1884"/>
                            <a:ext cx="336" cy="2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409" name="Line 37"/>
              <p:cNvSpPr>
                <a:spLocks noChangeShapeType="1"/>
              </p:cNvSpPr>
              <p:nvPr/>
            </p:nvSpPr>
            <p:spPr bwMode="auto">
              <a:xfrm flipV="1">
                <a:off x="1440" y="2016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89" name="Group 38"/>
            <p:cNvGrpSpPr/>
            <p:nvPr/>
          </p:nvGrpSpPr>
          <p:grpSpPr bwMode="auto">
            <a:xfrm>
              <a:off x="687" y="1425"/>
              <a:ext cx="288" cy="480"/>
              <a:chOff x="864" y="2555"/>
              <a:chExt cx="288" cy="480"/>
            </a:xfrm>
          </p:grpSpPr>
          <p:sp>
            <p:nvSpPr>
              <p:cNvPr id="15406" name="AutoShape 39"/>
              <p:cNvSpPr>
                <a:spLocks noChangeArrowheads="1"/>
              </p:cNvSpPr>
              <p:nvPr/>
            </p:nvSpPr>
            <p:spPr bwMode="auto">
              <a:xfrm>
                <a:off x="864" y="2555"/>
                <a:ext cx="288" cy="480"/>
              </a:xfrm>
              <a:prstGeom prst="can">
                <a:avLst>
                  <a:gd name="adj" fmla="val 41667"/>
                </a:avLst>
              </a:prstGeom>
              <a:solidFill>
                <a:srgbClr val="00FFFF"/>
              </a:soli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5407" name="AutoShape 40"/>
              <p:cNvSpPr>
                <a:spLocks noChangeArrowheads="1"/>
              </p:cNvSpPr>
              <p:nvPr/>
            </p:nvSpPr>
            <p:spPr bwMode="auto">
              <a:xfrm>
                <a:off x="960" y="2555"/>
                <a:ext cx="96" cy="85"/>
              </a:xfrm>
              <a:prstGeom prst="can">
                <a:avLst>
                  <a:gd name="adj" fmla="val 45690"/>
                </a:avLst>
              </a:prstGeom>
              <a:solidFill>
                <a:srgbClr val="00FFFF"/>
              </a:soli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390" name="Freeform 41"/>
            <p:cNvSpPr/>
            <p:nvPr/>
          </p:nvSpPr>
          <p:spPr bwMode="auto">
            <a:xfrm>
              <a:off x="831" y="1174"/>
              <a:ext cx="432" cy="240"/>
            </a:xfrm>
            <a:custGeom>
              <a:avLst/>
              <a:gdLst>
                <a:gd name="T0" fmla="*/ 0 w 432"/>
                <a:gd name="T1" fmla="*/ 240 h 240"/>
                <a:gd name="T2" fmla="*/ 0 w 432"/>
                <a:gd name="T3" fmla="*/ 0 h 240"/>
                <a:gd name="T4" fmla="*/ 432 w 432"/>
                <a:gd name="T5" fmla="*/ 0 h 240"/>
                <a:gd name="T6" fmla="*/ 0 60000 65536"/>
                <a:gd name="T7" fmla="*/ 0 60000 65536"/>
                <a:gd name="T8" fmla="*/ 0 60000 65536"/>
                <a:gd name="T9" fmla="*/ 0 w 432"/>
                <a:gd name="T10" fmla="*/ 0 h 240"/>
                <a:gd name="T11" fmla="*/ 432 w 432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" h="240">
                  <a:moveTo>
                    <a:pt x="0" y="240"/>
                  </a:moveTo>
                  <a:lnTo>
                    <a:pt x="0" y="0"/>
                  </a:lnTo>
                  <a:lnTo>
                    <a:pt x="432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1" name="Freeform 42"/>
            <p:cNvSpPr/>
            <p:nvPr/>
          </p:nvSpPr>
          <p:spPr bwMode="auto">
            <a:xfrm>
              <a:off x="1503" y="1174"/>
              <a:ext cx="576" cy="624"/>
            </a:xfrm>
            <a:custGeom>
              <a:avLst/>
              <a:gdLst>
                <a:gd name="T0" fmla="*/ 0 w 528"/>
                <a:gd name="T1" fmla="*/ 0 h 624"/>
                <a:gd name="T2" fmla="*/ 228 w 528"/>
                <a:gd name="T3" fmla="*/ 0 h 624"/>
                <a:gd name="T4" fmla="*/ 228 w 528"/>
                <a:gd name="T5" fmla="*/ 624 h 624"/>
                <a:gd name="T6" fmla="*/ 628 w 528"/>
                <a:gd name="T7" fmla="*/ 624 h 6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624"/>
                <a:gd name="T14" fmla="*/ 528 w 528"/>
                <a:gd name="T15" fmla="*/ 624 h 6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624">
                  <a:moveTo>
                    <a:pt x="0" y="0"/>
                  </a:moveTo>
                  <a:lnTo>
                    <a:pt x="192" y="0"/>
                  </a:lnTo>
                  <a:lnTo>
                    <a:pt x="192" y="624"/>
                  </a:lnTo>
                  <a:lnTo>
                    <a:pt x="528" y="624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2" name="Freeform 43"/>
            <p:cNvSpPr/>
            <p:nvPr/>
          </p:nvSpPr>
          <p:spPr bwMode="auto">
            <a:xfrm>
              <a:off x="839" y="1842"/>
              <a:ext cx="1248" cy="240"/>
            </a:xfrm>
            <a:custGeom>
              <a:avLst/>
              <a:gdLst>
                <a:gd name="T0" fmla="*/ 1248 w 1248"/>
                <a:gd name="T1" fmla="*/ 0 h 240"/>
                <a:gd name="T2" fmla="*/ 1248 w 1248"/>
                <a:gd name="T3" fmla="*/ 240 h 240"/>
                <a:gd name="T4" fmla="*/ 0 w 1248"/>
                <a:gd name="T5" fmla="*/ 240 h 240"/>
                <a:gd name="T6" fmla="*/ 0 w 1248"/>
                <a:gd name="T7" fmla="*/ 48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8"/>
                <a:gd name="T13" fmla="*/ 0 h 240"/>
                <a:gd name="T14" fmla="*/ 1248 w 124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8" h="240">
                  <a:moveTo>
                    <a:pt x="1248" y="0"/>
                  </a:moveTo>
                  <a:lnTo>
                    <a:pt x="1248" y="240"/>
                  </a:lnTo>
                  <a:lnTo>
                    <a:pt x="0" y="240"/>
                  </a:lnTo>
                  <a:lnTo>
                    <a:pt x="0" y="48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393" name="Group 44"/>
            <p:cNvGrpSpPr/>
            <p:nvPr/>
          </p:nvGrpSpPr>
          <p:grpSpPr bwMode="auto">
            <a:xfrm>
              <a:off x="1854" y="1335"/>
              <a:ext cx="471" cy="256"/>
              <a:chOff x="2031" y="2465"/>
              <a:chExt cx="471" cy="256"/>
            </a:xfrm>
          </p:grpSpPr>
          <p:sp>
            <p:nvSpPr>
              <p:cNvPr id="15399" name="Freeform 45"/>
              <p:cNvSpPr/>
              <p:nvPr/>
            </p:nvSpPr>
            <p:spPr bwMode="auto">
              <a:xfrm>
                <a:off x="2031" y="2708"/>
                <a:ext cx="86" cy="9"/>
              </a:xfrm>
              <a:custGeom>
                <a:avLst/>
                <a:gdLst>
                  <a:gd name="T0" fmla="*/ 86 w 86"/>
                  <a:gd name="T1" fmla="*/ 9 h 9"/>
                  <a:gd name="T2" fmla="*/ 0 w 86"/>
                  <a:gd name="T3" fmla="*/ 0 h 9"/>
                  <a:gd name="T4" fmla="*/ 0 60000 65536"/>
                  <a:gd name="T5" fmla="*/ 0 60000 65536"/>
                  <a:gd name="T6" fmla="*/ 0 w 86"/>
                  <a:gd name="T7" fmla="*/ 0 h 9"/>
                  <a:gd name="T8" fmla="*/ 86 w 86"/>
                  <a:gd name="T9" fmla="*/ 9 h 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6" h="9">
                    <a:moveTo>
                      <a:pt x="86" y="9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0" name="Freeform 46"/>
              <p:cNvSpPr/>
              <p:nvPr/>
            </p:nvSpPr>
            <p:spPr bwMode="auto">
              <a:xfrm>
                <a:off x="2258" y="2465"/>
                <a:ext cx="1" cy="66"/>
              </a:xfrm>
              <a:custGeom>
                <a:avLst/>
                <a:gdLst>
                  <a:gd name="T0" fmla="*/ 0 w 1"/>
                  <a:gd name="T1" fmla="*/ 0 h 66"/>
                  <a:gd name="T2" fmla="*/ 0 w 1"/>
                  <a:gd name="T3" fmla="*/ 66 h 66"/>
                  <a:gd name="T4" fmla="*/ 0 60000 65536"/>
                  <a:gd name="T5" fmla="*/ 0 60000 65536"/>
                  <a:gd name="T6" fmla="*/ 0 w 1"/>
                  <a:gd name="T7" fmla="*/ 0 h 66"/>
                  <a:gd name="T8" fmla="*/ 1 w 1"/>
                  <a:gd name="T9" fmla="*/ 66 h 6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66">
                    <a:moveTo>
                      <a:pt x="0" y="0"/>
                    </a:moveTo>
                    <a:lnTo>
                      <a:pt x="0" y="66"/>
                    </a:lnTo>
                  </a:path>
                </a:pathLst>
              </a:cu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1" name="Line 47"/>
              <p:cNvSpPr>
                <a:spLocks noChangeShapeType="1"/>
              </p:cNvSpPr>
              <p:nvPr/>
            </p:nvSpPr>
            <p:spPr bwMode="auto">
              <a:xfrm rot="-68746">
                <a:off x="2112" y="2496"/>
                <a:ext cx="48" cy="59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2" name="Line 48"/>
              <p:cNvSpPr>
                <a:spLocks noChangeShapeType="1"/>
              </p:cNvSpPr>
              <p:nvPr/>
            </p:nvSpPr>
            <p:spPr bwMode="auto">
              <a:xfrm rot="-708147">
                <a:off x="2064" y="2592"/>
                <a:ext cx="48" cy="37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3" name="Line 49"/>
              <p:cNvSpPr>
                <a:spLocks noChangeShapeType="1"/>
              </p:cNvSpPr>
              <p:nvPr/>
            </p:nvSpPr>
            <p:spPr bwMode="auto">
              <a:xfrm flipH="1">
                <a:off x="2352" y="2496"/>
                <a:ext cx="29" cy="48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4" name="Line 50"/>
              <p:cNvSpPr>
                <a:spLocks noChangeShapeType="1"/>
              </p:cNvSpPr>
              <p:nvPr/>
            </p:nvSpPr>
            <p:spPr bwMode="auto">
              <a:xfrm rot="823120" flipH="1">
                <a:off x="2400" y="2581"/>
                <a:ext cx="48" cy="48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5" name="Freeform 51"/>
              <p:cNvSpPr/>
              <p:nvPr/>
            </p:nvSpPr>
            <p:spPr bwMode="auto">
              <a:xfrm>
                <a:off x="2439" y="2703"/>
                <a:ext cx="63" cy="18"/>
              </a:xfrm>
              <a:custGeom>
                <a:avLst/>
                <a:gdLst>
                  <a:gd name="T0" fmla="*/ 63 w 63"/>
                  <a:gd name="T1" fmla="*/ 0 h 18"/>
                  <a:gd name="T2" fmla="*/ 0 w 63"/>
                  <a:gd name="T3" fmla="*/ 18 h 18"/>
                  <a:gd name="T4" fmla="*/ 0 60000 65536"/>
                  <a:gd name="T5" fmla="*/ 0 60000 65536"/>
                  <a:gd name="T6" fmla="*/ 0 w 63"/>
                  <a:gd name="T7" fmla="*/ 0 h 18"/>
                  <a:gd name="T8" fmla="*/ 63 w 63"/>
                  <a:gd name="T9" fmla="*/ 18 h 1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3" h="18">
                    <a:moveTo>
                      <a:pt x="63" y="0"/>
                    </a:moveTo>
                    <a:lnTo>
                      <a:pt x="0" y="18"/>
                    </a:lnTo>
                  </a:path>
                </a:pathLst>
              </a:cu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394" name="Text Box 52"/>
            <p:cNvSpPr txBox="1">
              <a:spLocks noChangeArrowheads="1"/>
            </p:cNvSpPr>
            <p:nvPr/>
          </p:nvSpPr>
          <p:spPr bwMode="auto">
            <a:xfrm>
              <a:off x="1202" y="2068"/>
              <a:ext cx="639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导线</a:t>
              </a:r>
              <a:endPara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5395" name="Text Box 53"/>
            <p:cNvSpPr txBox="1">
              <a:spLocks noChangeArrowheads="1"/>
            </p:cNvSpPr>
            <p:nvPr/>
          </p:nvSpPr>
          <p:spPr bwMode="auto">
            <a:xfrm>
              <a:off x="249" y="1344"/>
              <a:ext cx="348" cy="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电池</a:t>
              </a:r>
              <a:endPara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5396" name="Text Box 54"/>
            <p:cNvSpPr txBox="1">
              <a:spLocks noChangeArrowheads="1"/>
            </p:cNvSpPr>
            <p:nvPr/>
          </p:nvSpPr>
          <p:spPr bwMode="auto">
            <a:xfrm>
              <a:off x="975" y="753"/>
              <a:ext cx="72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开关</a:t>
              </a:r>
              <a:endPara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5397" name="Text Box 55"/>
            <p:cNvSpPr txBox="1">
              <a:spLocks noChangeArrowheads="1"/>
            </p:cNvSpPr>
            <p:nvPr/>
          </p:nvSpPr>
          <p:spPr bwMode="auto">
            <a:xfrm>
              <a:off x="1710" y="1046"/>
              <a:ext cx="705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灯泡</a:t>
              </a:r>
              <a:endPara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5398" name="Litebulb"/>
            <p:cNvSpPr>
              <a:spLocks noEditPoints="1" noChangeArrowheads="1"/>
            </p:cNvSpPr>
            <p:nvPr/>
          </p:nvSpPr>
          <p:spPr bwMode="auto">
            <a:xfrm>
              <a:off x="1927" y="1434"/>
              <a:ext cx="272" cy="40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574 w 21600"/>
                <a:gd name="T13" fmla="*/ 2171 h 21600"/>
                <a:gd name="T14" fmla="*/ 18265 w 21600"/>
                <a:gd name="T15" fmla="*/ 926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0825" y="21723"/>
                  </a:moveTo>
                  <a:lnTo>
                    <a:pt x="11215" y="21723"/>
                  </a:lnTo>
                  <a:lnTo>
                    <a:pt x="11552" y="21688"/>
                  </a:lnTo>
                  <a:lnTo>
                    <a:pt x="11916" y="21617"/>
                  </a:lnTo>
                  <a:lnTo>
                    <a:pt x="12253" y="21547"/>
                  </a:lnTo>
                  <a:lnTo>
                    <a:pt x="12617" y="21441"/>
                  </a:lnTo>
                  <a:lnTo>
                    <a:pt x="12902" y="21317"/>
                  </a:lnTo>
                  <a:lnTo>
                    <a:pt x="13162" y="21176"/>
                  </a:lnTo>
                  <a:lnTo>
                    <a:pt x="13396" y="21000"/>
                  </a:lnTo>
                  <a:lnTo>
                    <a:pt x="13655" y="20841"/>
                  </a:lnTo>
                  <a:lnTo>
                    <a:pt x="13863" y="20629"/>
                  </a:lnTo>
                  <a:lnTo>
                    <a:pt x="14045" y="20435"/>
                  </a:lnTo>
                  <a:lnTo>
                    <a:pt x="14200" y="20223"/>
                  </a:lnTo>
                  <a:lnTo>
                    <a:pt x="14356" y="19994"/>
                  </a:lnTo>
                  <a:lnTo>
                    <a:pt x="14460" y="19747"/>
                  </a:lnTo>
                  <a:lnTo>
                    <a:pt x="14512" y="19482"/>
                  </a:lnTo>
                  <a:lnTo>
                    <a:pt x="14512" y="19235"/>
                  </a:lnTo>
                  <a:lnTo>
                    <a:pt x="14512" y="19147"/>
                  </a:lnTo>
                  <a:lnTo>
                    <a:pt x="14512" y="18900"/>
                  </a:lnTo>
                  <a:lnTo>
                    <a:pt x="14512" y="18529"/>
                  </a:lnTo>
                  <a:lnTo>
                    <a:pt x="14512" y="18052"/>
                  </a:lnTo>
                  <a:lnTo>
                    <a:pt x="14512" y="17505"/>
                  </a:lnTo>
                  <a:lnTo>
                    <a:pt x="14512" y="16976"/>
                  </a:lnTo>
                  <a:lnTo>
                    <a:pt x="14512" y="16464"/>
                  </a:lnTo>
                  <a:lnTo>
                    <a:pt x="14512" y="15952"/>
                  </a:lnTo>
                  <a:lnTo>
                    <a:pt x="14512" y="15758"/>
                  </a:lnTo>
                  <a:lnTo>
                    <a:pt x="14616" y="15547"/>
                  </a:lnTo>
                  <a:lnTo>
                    <a:pt x="14694" y="15352"/>
                  </a:lnTo>
                  <a:lnTo>
                    <a:pt x="14798" y="15141"/>
                  </a:lnTo>
                  <a:lnTo>
                    <a:pt x="15161" y="14735"/>
                  </a:lnTo>
                  <a:lnTo>
                    <a:pt x="15602" y="14329"/>
                  </a:lnTo>
                  <a:lnTo>
                    <a:pt x="16745" y="13552"/>
                  </a:lnTo>
                  <a:lnTo>
                    <a:pt x="18043" y="12670"/>
                  </a:lnTo>
                  <a:lnTo>
                    <a:pt x="18744" y="12194"/>
                  </a:lnTo>
                  <a:lnTo>
                    <a:pt x="19341" y="11647"/>
                  </a:lnTo>
                  <a:lnTo>
                    <a:pt x="19938" y="11099"/>
                  </a:lnTo>
                  <a:lnTo>
                    <a:pt x="20483" y="10464"/>
                  </a:lnTo>
                  <a:lnTo>
                    <a:pt x="20743" y="10164"/>
                  </a:lnTo>
                  <a:lnTo>
                    <a:pt x="20950" y="9794"/>
                  </a:lnTo>
                  <a:lnTo>
                    <a:pt x="21132" y="9441"/>
                  </a:lnTo>
                  <a:lnTo>
                    <a:pt x="21288" y="9035"/>
                  </a:lnTo>
                  <a:lnTo>
                    <a:pt x="21444" y="8664"/>
                  </a:lnTo>
                  <a:lnTo>
                    <a:pt x="21548" y="8223"/>
                  </a:lnTo>
                  <a:lnTo>
                    <a:pt x="21600" y="7782"/>
                  </a:lnTo>
                  <a:lnTo>
                    <a:pt x="21600" y="7341"/>
                  </a:lnTo>
                  <a:lnTo>
                    <a:pt x="21600" y="6935"/>
                  </a:lnTo>
                  <a:lnTo>
                    <a:pt x="21548" y="6564"/>
                  </a:lnTo>
                  <a:lnTo>
                    <a:pt x="21496" y="6229"/>
                  </a:lnTo>
                  <a:lnTo>
                    <a:pt x="21392" y="5858"/>
                  </a:lnTo>
                  <a:lnTo>
                    <a:pt x="21288" y="5523"/>
                  </a:lnTo>
                  <a:lnTo>
                    <a:pt x="21132" y="5135"/>
                  </a:lnTo>
                  <a:lnTo>
                    <a:pt x="20950" y="4800"/>
                  </a:lnTo>
                  <a:lnTo>
                    <a:pt x="20743" y="4464"/>
                  </a:lnTo>
                  <a:lnTo>
                    <a:pt x="20535" y="4164"/>
                  </a:lnTo>
                  <a:lnTo>
                    <a:pt x="20301" y="3847"/>
                  </a:lnTo>
                  <a:lnTo>
                    <a:pt x="20042" y="3547"/>
                  </a:lnTo>
                  <a:lnTo>
                    <a:pt x="19782" y="3247"/>
                  </a:lnTo>
                  <a:lnTo>
                    <a:pt x="19133" y="2664"/>
                  </a:lnTo>
                  <a:lnTo>
                    <a:pt x="18458" y="2152"/>
                  </a:lnTo>
                  <a:lnTo>
                    <a:pt x="17705" y="1694"/>
                  </a:lnTo>
                  <a:lnTo>
                    <a:pt x="16849" y="1252"/>
                  </a:lnTo>
                  <a:lnTo>
                    <a:pt x="16407" y="1076"/>
                  </a:lnTo>
                  <a:lnTo>
                    <a:pt x="15940" y="900"/>
                  </a:lnTo>
                  <a:lnTo>
                    <a:pt x="15499" y="741"/>
                  </a:lnTo>
                  <a:lnTo>
                    <a:pt x="15057" y="600"/>
                  </a:lnTo>
                  <a:lnTo>
                    <a:pt x="14564" y="458"/>
                  </a:lnTo>
                  <a:lnTo>
                    <a:pt x="14045" y="335"/>
                  </a:lnTo>
                  <a:lnTo>
                    <a:pt x="13500" y="229"/>
                  </a:lnTo>
                  <a:lnTo>
                    <a:pt x="13006" y="158"/>
                  </a:lnTo>
                  <a:lnTo>
                    <a:pt x="12461" y="88"/>
                  </a:lnTo>
                  <a:lnTo>
                    <a:pt x="11968" y="52"/>
                  </a:lnTo>
                  <a:lnTo>
                    <a:pt x="11423" y="17"/>
                  </a:lnTo>
                  <a:lnTo>
                    <a:pt x="10825" y="17"/>
                  </a:lnTo>
                  <a:lnTo>
                    <a:pt x="10254" y="17"/>
                  </a:lnTo>
                  <a:lnTo>
                    <a:pt x="9709" y="52"/>
                  </a:lnTo>
                  <a:lnTo>
                    <a:pt x="9216" y="88"/>
                  </a:lnTo>
                  <a:lnTo>
                    <a:pt x="8671" y="158"/>
                  </a:lnTo>
                  <a:lnTo>
                    <a:pt x="8177" y="229"/>
                  </a:lnTo>
                  <a:lnTo>
                    <a:pt x="7632" y="335"/>
                  </a:lnTo>
                  <a:lnTo>
                    <a:pt x="7113" y="458"/>
                  </a:lnTo>
                  <a:lnTo>
                    <a:pt x="6620" y="600"/>
                  </a:lnTo>
                  <a:lnTo>
                    <a:pt x="6178" y="741"/>
                  </a:lnTo>
                  <a:lnTo>
                    <a:pt x="5737" y="900"/>
                  </a:lnTo>
                  <a:lnTo>
                    <a:pt x="5270" y="1076"/>
                  </a:lnTo>
                  <a:lnTo>
                    <a:pt x="4828" y="1252"/>
                  </a:lnTo>
                  <a:lnTo>
                    <a:pt x="3972" y="1694"/>
                  </a:lnTo>
                  <a:lnTo>
                    <a:pt x="3219" y="2152"/>
                  </a:lnTo>
                  <a:lnTo>
                    <a:pt x="2544" y="2664"/>
                  </a:lnTo>
                  <a:lnTo>
                    <a:pt x="1895" y="3247"/>
                  </a:lnTo>
                  <a:lnTo>
                    <a:pt x="1635" y="3547"/>
                  </a:lnTo>
                  <a:lnTo>
                    <a:pt x="1375" y="3847"/>
                  </a:lnTo>
                  <a:lnTo>
                    <a:pt x="1142" y="4164"/>
                  </a:lnTo>
                  <a:lnTo>
                    <a:pt x="934" y="4464"/>
                  </a:lnTo>
                  <a:lnTo>
                    <a:pt x="726" y="4800"/>
                  </a:lnTo>
                  <a:lnTo>
                    <a:pt x="545" y="5135"/>
                  </a:lnTo>
                  <a:lnTo>
                    <a:pt x="389" y="5523"/>
                  </a:lnTo>
                  <a:lnTo>
                    <a:pt x="285" y="5858"/>
                  </a:lnTo>
                  <a:lnTo>
                    <a:pt x="181" y="6229"/>
                  </a:lnTo>
                  <a:lnTo>
                    <a:pt x="129" y="6564"/>
                  </a:lnTo>
                  <a:lnTo>
                    <a:pt x="77" y="6935"/>
                  </a:lnTo>
                  <a:lnTo>
                    <a:pt x="77" y="7341"/>
                  </a:lnTo>
                  <a:lnTo>
                    <a:pt x="77" y="7782"/>
                  </a:lnTo>
                  <a:lnTo>
                    <a:pt x="129" y="8223"/>
                  </a:lnTo>
                  <a:lnTo>
                    <a:pt x="233" y="8664"/>
                  </a:lnTo>
                  <a:lnTo>
                    <a:pt x="389" y="9035"/>
                  </a:lnTo>
                  <a:lnTo>
                    <a:pt x="545" y="9441"/>
                  </a:lnTo>
                  <a:lnTo>
                    <a:pt x="726" y="9794"/>
                  </a:lnTo>
                  <a:lnTo>
                    <a:pt x="934" y="10164"/>
                  </a:lnTo>
                  <a:lnTo>
                    <a:pt x="1194" y="10464"/>
                  </a:lnTo>
                  <a:lnTo>
                    <a:pt x="1739" y="11099"/>
                  </a:lnTo>
                  <a:lnTo>
                    <a:pt x="2336" y="11647"/>
                  </a:lnTo>
                  <a:lnTo>
                    <a:pt x="2933" y="12194"/>
                  </a:lnTo>
                  <a:lnTo>
                    <a:pt x="3634" y="12670"/>
                  </a:lnTo>
                  <a:lnTo>
                    <a:pt x="4932" y="13552"/>
                  </a:lnTo>
                  <a:lnTo>
                    <a:pt x="6075" y="14329"/>
                  </a:lnTo>
                  <a:lnTo>
                    <a:pt x="6516" y="14735"/>
                  </a:lnTo>
                  <a:lnTo>
                    <a:pt x="6879" y="15141"/>
                  </a:lnTo>
                  <a:lnTo>
                    <a:pt x="6983" y="15352"/>
                  </a:lnTo>
                  <a:lnTo>
                    <a:pt x="7061" y="15547"/>
                  </a:lnTo>
                  <a:lnTo>
                    <a:pt x="7165" y="15758"/>
                  </a:lnTo>
                  <a:lnTo>
                    <a:pt x="7165" y="15952"/>
                  </a:lnTo>
                  <a:lnTo>
                    <a:pt x="7165" y="16464"/>
                  </a:lnTo>
                  <a:lnTo>
                    <a:pt x="7165" y="16976"/>
                  </a:lnTo>
                  <a:lnTo>
                    <a:pt x="7165" y="17505"/>
                  </a:lnTo>
                  <a:lnTo>
                    <a:pt x="7165" y="18052"/>
                  </a:lnTo>
                  <a:lnTo>
                    <a:pt x="7165" y="18529"/>
                  </a:lnTo>
                  <a:lnTo>
                    <a:pt x="7165" y="18900"/>
                  </a:lnTo>
                  <a:lnTo>
                    <a:pt x="7165" y="19147"/>
                  </a:lnTo>
                  <a:lnTo>
                    <a:pt x="7165" y="19235"/>
                  </a:lnTo>
                  <a:lnTo>
                    <a:pt x="7165" y="19482"/>
                  </a:lnTo>
                  <a:lnTo>
                    <a:pt x="7217" y="19747"/>
                  </a:lnTo>
                  <a:lnTo>
                    <a:pt x="7321" y="19994"/>
                  </a:lnTo>
                  <a:lnTo>
                    <a:pt x="7476" y="20223"/>
                  </a:lnTo>
                  <a:lnTo>
                    <a:pt x="7632" y="20435"/>
                  </a:lnTo>
                  <a:lnTo>
                    <a:pt x="7814" y="20629"/>
                  </a:lnTo>
                  <a:lnTo>
                    <a:pt x="8022" y="20841"/>
                  </a:lnTo>
                  <a:lnTo>
                    <a:pt x="8281" y="21000"/>
                  </a:lnTo>
                  <a:lnTo>
                    <a:pt x="8515" y="21176"/>
                  </a:lnTo>
                  <a:lnTo>
                    <a:pt x="8775" y="21317"/>
                  </a:lnTo>
                  <a:lnTo>
                    <a:pt x="9060" y="21441"/>
                  </a:lnTo>
                  <a:lnTo>
                    <a:pt x="9424" y="21547"/>
                  </a:lnTo>
                  <a:lnTo>
                    <a:pt x="9761" y="21617"/>
                  </a:lnTo>
                  <a:lnTo>
                    <a:pt x="10125" y="21688"/>
                  </a:lnTo>
                  <a:lnTo>
                    <a:pt x="10462" y="21723"/>
                  </a:lnTo>
                  <a:lnTo>
                    <a:pt x="10825" y="21723"/>
                  </a:lnTo>
                  <a:close/>
                </a:path>
                <a:path w="21600" h="21600" extrusionOk="0">
                  <a:moveTo>
                    <a:pt x="9242" y="14417"/>
                  </a:moveTo>
                  <a:lnTo>
                    <a:pt x="8541" y="12035"/>
                  </a:lnTo>
                  <a:lnTo>
                    <a:pt x="7295" y="10129"/>
                  </a:lnTo>
                  <a:lnTo>
                    <a:pt x="6905" y="9652"/>
                  </a:lnTo>
                  <a:lnTo>
                    <a:pt x="8541" y="10182"/>
                  </a:lnTo>
                  <a:lnTo>
                    <a:pt x="9787" y="9547"/>
                  </a:lnTo>
                  <a:lnTo>
                    <a:pt x="11189" y="10129"/>
                  </a:lnTo>
                  <a:lnTo>
                    <a:pt x="12279" y="9547"/>
                  </a:lnTo>
                  <a:lnTo>
                    <a:pt x="13370" y="10076"/>
                  </a:lnTo>
                  <a:lnTo>
                    <a:pt x="14850" y="9652"/>
                  </a:lnTo>
                  <a:lnTo>
                    <a:pt x="12902" y="12247"/>
                  </a:lnTo>
                  <a:lnTo>
                    <a:pt x="12357" y="14417"/>
                  </a:lnTo>
                  <a:moveTo>
                    <a:pt x="7191" y="15952"/>
                  </a:moveTo>
                  <a:lnTo>
                    <a:pt x="14512" y="15952"/>
                  </a:lnTo>
                  <a:lnTo>
                    <a:pt x="14512" y="17064"/>
                  </a:lnTo>
                  <a:lnTo>
                    <a:pt x="7191" y="17047"/>
                  </a:lnTo>
                  <a:lnTo>
                    <a:pt x="7191" y="18123"/>
                  </a:lnTo>
                  <a:lnTo>
                    <a:pt x="14512" y="18158"/>
                  </a:lnTo>
                  <a:lnTo>
                    <a:pt x="14538" y="19182"/>
                  </a:lnTo>
                  <a:lnTo>
                    <a:pt x="7217" y="19182"/>
                  </a:lnTo>
                </a:path>
              </a:pathLst>
            </a:custGeom>
            <a:solidFill>
              <a:srgbClr val="FFFFCC"/>
            </a:solidFill>
            <a:ln w="57150">
              <a:solidFill>
                <a:srgbClr val="FF0000"/>
              </a:solidFill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73" name="AutoShape 57" descr="羊皮纸"/>
          <p:cNvSpPr>
            <a:spLocks noChangeArrowheads="1"/>
          </p:cNvSpPr>
          <p:nvPr/>
        </p:nvSpPr>
        <p:spPr bwMode="auto">
          <a:xfrm>
            <a:off x="7724776" y="4555491"/>
            <a:ext cx="1223963" cy="576263"/>
          </a:xfrm>
          <a:prstGeom prst="wedgeRectCallout">
            <a:avLst>
              <a:gd name="adj1" fmla="val -6264"/>
              <a:gd name="adj2" fmla="val -149504"/>
            </a:avLst>
          </a:prstGeom>
          <a:blipFill dpi="0" rotWithShape="1">
            <a:blip r:embed="rId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电路图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5377" name="AutoShape 58"/>
          <p:cNvSpPr>
            <a:spLocks noChangeArrowheads="1"/>
          </p:cNvSpPr>
          <p:nvPr/>
        </p:nvSpPr>
        <p:spPr bwMode="auto">
          <a:xfrm>
            <a:off x="2597786" y="3940594"/>
            <a:ext cx="421512" cy="735130"/>
          </a:xfrm>
          <a:prstGeom prst="rightArrow">
            <a:avLst>
              <a:gd name="adj1" fmla="val 50000"/>
              <a:gd name="adj2" fmla="val 75556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78" name="Text Box 59"/>
          <p:cNvSpPr txBox="1">
            <a:spLocks noChangeArrowheads="1"/>
          </p:cNvSpPr>
          <p:nvPr/>
        </p:nvSpPr>
        <p:spPr bwMode="auto">
          <a:xfrm>
            <a:off x="3677285" y="5316220"/>
            <a:ext cx="31686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kumimoji="1" lang="zh-CN" altLang="en-US" sz="2400" b="1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76" name="Text Box 60"/>
          <p:cNvSpPr txBox="1">
            <a:spLocks noChangeArrowheads="1"/>
          </p:cNvSpPr>
          <p:nvPr/>
        </p:nvSpPr>
        <p:spPr bwMode="auto">
          <a:xfrm>
            <a:off x="815340" y="4992370"/>
            <a:ext cx="7327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理想电路元件：有某种确定的电磁性能的理想元件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9" name="Group 61"/>
          <p:cNvGrpSpPr/>
          <p:nvPr/>
        </p:nvGrpSpPr>
        <p:grpSpPr bwMode="auto">
          <a:xfrm>
            <a:off x="5334636" y="1139508"/>
            <a:ext cx="2016125" cy="576262"/>
            <a:chOff x="3470" y="799"/>
            <a:chExt cx="1270" cy="363"/>
          </a:xfrm>
        </p:grpSpPr>
        <p:sp>
          <p:nvSpPr>
            <p:cNvPr id="15384" name="Line 62"/>
            <p:cNvSpPr>
              <a:spLocks noChangeShapeType="1"/>
            </p:cNvSpPr>
            <p:nvPr/>
          </p:nvSpPr>
          <p:spPr bwMode="auto">
            <a:xfrm>
              <a:off x="3470" y="1026"/>
              <a:ext cx="589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5" name="Line 63"/>
            <p:cNvSpPr>
              <a:spLocks noChangeShapeType="1"/>
            </p:cNvSpPr>
            <p:nvPr/>
          </p:nvSpPr>
          <p:spPr bwMode="auto">
            <a:xfrm>
              <a:off x="4286" y="1026"/>
              <a:ext cx="454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6" name="Line 64"/>
            <p:cNvSpPr>
              <a:spLocks noChangeShapeType="1"/>
            </p:cNvSpPr>
            <p:nvPr/>
          </p:nvSpPr>
          <p:spPr bwMode="auto">
            <a:xfrm>
              <a:off x="4105" y="845"/>
              <a:ext cx="181" cy="181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7" name="Line 65"/>
            <p:cNvSpPr>
              <a:spLocks noChangeShapeType="1"/>
            </p:cNvSpPr>
            <p:nvPr/>
          </p:nvSpPr>
          <p:spPr bwMode="auto">
            <a:xfrm flipH="1">
              <a:off x="4150" y="799"/>
              <a:ext cx="91" cy="363"/>
            </a:xfrm>
            <a:prstGeom prst="line">
              <a:avLst/>
            </a:prstGeom>
            <a:noFill/>
            <a:ln w="38100" cap="sq">
              <a:solidFill>
                <a:srgbClr val="FF3300"/>
              </a:solidFill>
              <a:round/>
              <a:tailEnd type="triangle" w="med" len="med"/>
            </a:ln>
            <a:effectLst>
              <a:prstShdw prst="shdw17" dist="17961" dir="27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282" name="AutoShape 66"/>
          <p:cNvSpPr>
            <a:spLocks noChangeArrowheads="1"/>
          </p:cNvSpPr>
          <p:nvPr/>
        </p:nvSpPr>
        <p:spPr bwMode="auto">
          <a:xfrm>
            <a:off x="3389948" y="1068071"/>
            <a:ext cx="1439862" cy="576263"/>
          </a:xfrm>
          <a:prstGeom prst="wedgeRectCallout">
            <a:avLst>
              <a:gd name="adj1" fmla="val -39745"/>
              <a:gd name="adj2" fmla="val 82505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实际电路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281035" y="1139825"/>
            <a:ext cx="2953385" cy="41351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132570" y="5254625"/>
            <a:ext cx="19297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图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1-1 p8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1181101" y="1916114"/>
            <a:ext cx="9955213" cy="3422649"/>
            <a:chOff x="-367" y="2880"/>
            <a:chExt cx="6271" cy="2156"/>
          </a:xfrm>
        </p:grpSpPr>
        <p:sp>
          <p:nvSpPr>
            <p:cNvPr id="18435" name="Rectangle 3"/>
            <p:cNvSpPr>
              <a:spLocks noChangeArrowheads="1"/>
            </p:cNvSpPr>
            <p:nvPr/>
          </p:nvSpPr>
          <p:spPr bwMode="auto">
            <a:xfrm>
              <a:off x="144" y="2880"/>
              <a:ext cx="576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kumimoji="1" lang="zh-CN" altLang="en-US" sz="3200" b="1">
                  <a:latin typeface="Times New Roman" panose="02020603050405020304" pitchFamily="18" charset="0"/>
                  <a:ea typeface="黑体" panose="02010609060101010101" pitchFamily="49" charset="-122"/>
                </a:rPr>
                <a:t>集总参数元件： </a:t>
              </a:r>
              <a:endPara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18436" name="Object 4"/>
            <p:cNvGraphicFramePr>
              <a:graphicFrameLocks noChangeAspect="1"/>
            </p:cNvGraphicFramePr>
            <p:nvPr/>
          </p:nvGraphicFramePr>
          <p:xfrm>
            <a:off x="-367" y="3384"/>
            <a:ext cx="6245" cy="1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4" name="" r:id="rId1" imgW="2035175" imgH="528320" progId="Visio.Drawing.5">
                    <p:embed/>
                  </p:oleObj>
                </mc:Choice>
                <mc:Fallback>
                  <p:oleObj name="" r:id="rId1" imgW="2035175" imgH="528320" progId="Visio.Drawing.5">
                    <p:embed/>
                    <p:pic>
                      <p:nvPicPr>
                        <p:cNvPr id="0" name="图片 102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67" y="3384"/>
                          <a:ext cx="6245" cy="16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872490" y="589915"/>
            <a:ext cx="5904230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 marL="666750" indent="-666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顺序调整：对基尔霍夫定律简单介绍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558800" y="1734820"/>
            <a:ext cx="6888480" cy="4067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177530" y="1734820"/>
            <a:ext cx="1800860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 marL="666750" indent="-666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节点</a:t>
            </a:r>
            <a:endParaRPr kumimoji="1"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支路</a:t>
            </a:r>
            <a:endParaRPr kumimoji="1"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环路</a:t>
            </a:r>
            <a:endParaRPr kumimoji="1"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回路</a:t>
            </a:r>
            <a:endParaRPr kumimoji="1"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461010" y="1395095"/>
            <a:ext cx="6888480" cy="4067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7638415" y="1473200"/>
            <a:ext cx="3183890" cy="39122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6"/>
          <p:cNvSpPr txBox="1">
            <a:spLocks noChangeArrowheads="1"/>
          </p:cNvSpPr>
          <p:nvPr/>
        </p:nvSpPr>
        <p:spPr bwMode="auto">
          <a:xfrm>
            <a:off x="1722120" y="1859280"/>
            <a:ext cx="8389620" cy="2061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口诀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流出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正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相反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负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591946" y="1932148"/>
            <a:ext cx="7993063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1-2 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</a:rPr>
              <a:t>电流和电压的参考方向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/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(reference direction)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/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p12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626236" y="154783"/>
            <a:ext cx="79930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电流和电压的参考方向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(reference direction)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5164613" y="5108377"/>
          <a:ext cx="3529013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8" name="公式" r:id="rId1" imgW="1243965" imgH="406400" progId="Equation.3">
                  <p:embed/>
                </p:oleObj>
              </mc:Choice>
              <mc:Fallback>
                <p:oleObj name="公式" r:id="rId1" imgW="1243965" imgH="406400" progId="Equation.3">
                  <p:embed/>
                  <p:pic>
                    <p:nvPicPr>
                      <p:cNvPr id="0" name="图片 113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613" y="5108377"/>
                        <a:ext cx="3529013" cy="11461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>
                        <a:prstShdw prst="shdw17" dist="17961" dir="2700000">
                          <a:srgbClr val="997A5C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AutoShape 6"/>
          <p:cNvSpPr>
            <a:spLocks noChangeArrowheads="1"/>
          </p:cNvSpPr>
          <p:nvPr/>
        </p:nvSpPr>
        <p:spPr bwMode="auto">
          <a:xfrm>
            <a:off x="7031674" y="4238092"/>
            <a:ext cx="401912" cy="735130"/>
          </a:xfrm>
          <a:prstGeom prst="rightArrow">
            <a:avLst>
              <a:gd name="adj1" fmla="val 50000"/>
              <a:gd name="adj2" fmla="val 66728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583" name="AutoShape 7"/>
          <p:cNvSpPr>
            <a:spLocks noChangeArrowheads="1"/>
          </p:cNvSpPr>
          <p:nvPr/>
        </p:nvSpPr>
        <p:spPr bwMode="auto">
          <a:xfrm>
            <a:off x="3647123" y="3590392"/>
            <a:ext cx="647700" cy="73513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1488916" y="2010718"/>
            <a:ext cx="1079500" cy="460375"/>
          </a:xfrm>
          <a:prstGeom prst="rect">
            <a:avLst/>
          </a:prstGeom>
          <a:noFill/>
          <a:ln w="38100" algn="ctr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电流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585" name="AutoShape 9"/>
          <p:cNvSpPr>
            <a:spLocks noChangeArrowheads="1"/>
          </p:cNvSpPr>
          <p:nvPr/>
        </p:nvSpPr>
        <p:spPr bwMode="auto">
          <a:xfrm>
            <a:off x="3143885" y="1873987"/>
            <a:ext cx="647700" cy="73513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1488124" y="3778569"/>
            <a:ext cx="1728787" cy="460375"/>
          </a:xfrm>
          <a:prstGeom prst="rect">
            <a:avLst/>
          </a:prstGeom>
          <a:noFill/>
          <a:ln w="38100" algn="ctr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电流强度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3863024" y="1989138"/>
            <a:ext cx="4103687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带电粒子有规则的定向运动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问题：电子运动速度快吗？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4368165" y="3705860"/>
            <a:ext cx="626681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单位时间内通过导体横截面的电荷量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统计意义上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AutoShape 3"/>
          <p:cNvSpPr>
            <a:spLocks noChangeArrowheads="1"/>
          </p:cNvSpPr>
          <p:nvPr/>
        </p:nvSpPr>
        <p:spPr bwMode="auto">
          <a:xfrm>
            <a:off x="3180081" y="1538071"/>
            <a:ext cx="420021" cy="73513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1956119" y="1653224"/>
            <a:ext cx="1150937" cy="460375"/>
          </a:xfrm>
          <a:prstGeom prst="rect">
            <a:avLst/>
          </a:prstGeom>
          <a:noFill/>
          <a:ln w="38100" algn="ctr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单位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4034473" y="2701290"/>
            <a:ext cx="2305050" cy="1722120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1kA=10</a:t>
            </a:r>
            <a:r>
              <a:rPr kumimoji="1" lang="en-US" altLang="zh-CN" sz="2800" b="1" baseline="30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endParaRPr kumimoji="1" lang="en-US" altLang="zh-CN" sz="2800" b="1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</a:pP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1mA=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sz="2400" b="1" baseline="30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-3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endParaRPr kumimoji="1" lang="en-US" altLang="zh-CN" sz="2400" b="1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</a:pP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A=10</a:t>
            </a:r>
            <a:r>
              <a:rPr kumimoji="1" lang="en-US" altLang="zh-CN" sz="2400" b="1" baseline="30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-6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endParaRPr kumimoji="1" lang="en-US" altLang="zh-CN" sz="2400" b="1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3972244" y="1581786"/>
            <a:ext cx="2592387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（安培）、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kA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mA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endParaRPr kumimoji="1" lang="en-US" altLang="zh-CN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46605" y="2533493"/>
            <a:ext cx="799465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&lt;1&gt;.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电流的参考方向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(current reference direction)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79875" y="123033"/>
            <a:ext cx="7994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电流的参考方向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208214" y="1544639"/>
            <a:ext cx="1150937" cy="460375"/>
          </a:xfrm>
          <a:prstGeom prst="rect">
            <a:avLst/>
          </a:prstGeom>
          <a:noFill/>
          <a:ln w="38100" algn="ctr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方向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4079875" y="1544638"/>
            <a:ext cx="6121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规定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正电荷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的运动方向为电流的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实际方向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6" name="AutoShape 8"/>
          <p:cNvSpPr>
            <a:spLocks noChangeArrowheads="1"/>
          </p:cNvSpPr>
          <p:nvPr/>
        </p:nvSpPr>
        <p:spPr bwMode="auto">
          <a:xfrm>
            <a:off x="3503614" y="1429486"/>
            <a:ext cx="420021" cy="73513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2640013" y="1976439"/>
            <a:ext cx="66852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元件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导线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中电流流动的实际方向只有两种可能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: </a:t>
            </a:r>
            <a:endParaRPr kumimoji="1" lang="en-US" altLang="zh-CN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3648075" y="3105150"/>
            <a:ext cx="4389438" cy="1588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9" name="AutoShape 11"/>
          <p:cNvSpPr>
            <a:spLocks noChangeArrowheads="1"/>
          </p:cNvSpPr>
          <p:nvPr/>
        </p:nvSpPr>
        <p:spPr bwMode="auto">
          <a:xfrm>
            <a:off x="3719513" y="2600325"/>
            <a:ext cx="781050" cy="292100"/>
          </a:xfrm>
          <a:prstGeom prst="rightArrow">
            <a:avLst>
              <a:gd name="adj1" fmla="val 50000"/>
              <a:gd name="adj2" fmla="val 66848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4656139" y="2528889"/>
            <a:ext cx="1582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实际方向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 flipH="1">
            <a:off x="3719513" y="4113213"/>
            <a:ext cx="4392612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2" name="AutoShape 14"/>
          <p:cNvSpPr>
            <a:spLocks noChangeArrowheads="1"/>
          </p:cNvSpPr>
          <p:nvPr/>
        </p:nvSpPr>
        <p:spPr bwMode="auto">
          <a:xfrm flipH="1">
            <a:off x="7246938" y="3536950"/>
            <a:ext cx="781050" cy="268288"/>
          </a:xfrm>
          <a:prstGeom prst="rightArrow">
            <a:avLst>
              <a:gd name="adj1" fmla="val 50000"/>
              <a:gd name="adj2" fmla="val 72781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4656138" y="3463926"/>
            <a:ext cx="18716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实际方向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3790951" y="3463925"/>
            <a:ext cx="569913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3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  <a:endParaRPr kumimoji="1" lang="zh-CN" altLang="en-US" sz="36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1521" name="Rectangle 17"/>
          <p:cNvSpPr>
            <a:spLocks noChangeArrowheads="1"/>
          </p:cNvSpPr>
          <p:nvPr/>
        </p:nvSpPr>
        <p:spPr bwMode="auto">
          <a:xfrm>
            <a:off x="5159376" y="2920207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22" name="Rectangle 18"/>
          <p:cNvSpPr>
            <a:spLocks noChangeArrowheads="1"/>
          </p:cNvSpPr>
          <p:nvPr/>
        </p:nvSpPr>
        <p:spPr bwMode="auto">
          <a:xfrm>
            <a:off x="4943476" y="2920207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47" name="Rectangle 19"/>
          <p:cNvSpPr>
            <a:spLocks noChangeArrowheads="1"/>
          </p:cNvSpPr>
          <p:nvPr/>
        </p:nvSpPr>
        <p:spPr bwMode="auto">
          <a:xfrm>
            <a:off x="5159376" y="2955926"/>
            <a:ext cx="309880" cy="368300"/>
          </a:xfrm>
          <a:prstGeom prst="rect">
            <a:avLst/>
          </a:prstGeom>
          <a:solidFill>
            <a:srgbClr val="46ACA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48" name="Rectangle 20"/>
          <p:cNvSpPr>
            <a:spLocks noChangeArrowheads="1"/>
          </p:cNvSpPr>
          <p:nvPr/>
        </p:nvSpPr>
        <p:spPr bwMode="auto">
          <a:xfrm>
            <a:off x="5159376" y="3963988"/>
            <a:ext cx="309880" cy="368300"/>
          </a:xfrm>
          <a:prstGeom prst="rect">
            <a:avLst/>
          </a:prstGeom>
          <a:solidFill>
            <a:srgbClr val="46ACA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2927350" y="2816226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2927350" y="3824288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8256588" y="3824288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8256588" y="2816226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2135188" y="4640263"/>
            <a:ext cx="1079500" cy="521970"/>
          </a:xfrm>
          <a:prstGeom prst="rect">
            <a:avLst/>
          </a:prstGeom>
          <a:solidFill>
            <a:srgbClr val="99003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问题</a:t>
            </a:r>
            <a:endParaRPr kumimoji="1" lang="zh-CN" altLang="en-US" sz="2800" b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54" name="Text Box 26"/>
          <p:cNvSpPr txBox="1">
            <a:spLocks noChangeArrowheads="1"/>
          </p:cNvSpPr>
          <p:nvPr/>
        </p:nvSpPr>
        <p:spPr bwMode="auto">
          <a:xfrm>
            <a:off x="3430905" y="4639310"/>
            <a:ext cx="739394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复杂电路或电路中的电流未知、随时间变化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由于分析问题的需要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079875" y="123033"/>
            <a:ext cx="7994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电流的参考方向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2152968" y="1652429"/>
            <a:ext cx="33845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参考方向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453" name="Text Box 21"/>
          <p:cNvSpPr txBox="1">
            <a:spLocks noChangeArrowheads="1"/>
          </p:cNvSpPr>
          <p:nvPr/>
        </p:nvSpPr>
        <p:spPr bwMode="auto">
          <a:xfrm>
            <a:off x="7407117" y="3406458"/>
            <a:ext cx="217741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       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参考方向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2945607" y="3401220"/>
            <a:ext cx="93408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 &gt; 0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455" name="Text Box 23"/>
          <p:cNvSpPr txBox="1">
            <a:spLocks noChangeArrowheads="1"/>
          </p:cNvSpPr>
          <p:nvPr/>
        </p:nvSpPr>
        <p:spPr bwMode="auto">
          <a:xfrm>
            <a:off x="7601745" y="5147470"/>
            <a:ext cx="93408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 &lt; 0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456" name="Text Box 24"/>
          <p:cNvSpPr txBox="1">
            <a:spLocks noChangeArrowheads="1"/>
          </p:cNvSpPr>
          <p:nvPr/>
        </p:nvSpPr>
        <p:spPr bwMode="auto">
          <a:xfrm>
            <a:off x="3234056" y="2949258"/>
            <a:ext cx="16557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实际方向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457" name="Text Box 25"/>
          <p:cNvSpPr txBox="1">
            <a:spLocks noChangeArrowheads="1"/>
          </p:cNvSpPr>
          <p:nvPr/>
        </p:nvSpPr>
        <p:spPr bwMode="auto">
          <a:xfrm>
            <a:off x="8106093" y="4622483"/>
            <a:ext cx="16557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实际方向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458" name="Text Box 26"/>
          <p:cNvSpPr txBox="1">
            <a:spLocks noChangeArrowheads="1"/>
          </p:cNvSpPr>
          <p:nvPr/>
        </p:nvSpPr>
        <p:spPr bwMode="auto">
          <a:xfrm>
            <a:off x="996633" y="1054418"/>
            <a:ext cx="5080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电流的参考方向与实际方向的关系：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" name="Group 27"/>
          <p:cNvGrpSpPr/>
          <p:nvPr/>
        </p:nvGrpSpPr>
        <p:grpSpPr bwMode="auto">
          <a:xfrm>
            <a:off x="1865631" y="2301559"/>
            <a:ext cx="3529013" cy="708804"/>
            <a:chOff x="828" y="1962"/>
            <a:chExt cx="3273" cy="599"/>
          </a:xfrm>
        </p:grpSpPr>
        <p:sp>
          <p:nvSpPr>
            <p:cNvPr id="22561" name="Rectangle 28"/>
            <p:cNvSpPr>
              <a:spLocks noChangeArrowheads="1"/>
            </p:cNvSpPr>
            <p:nvPr/>
          </p:nvSpPr>
          <p:spPr bwMode="auto">
            <a:xfrm>
              <a:off x="2181" y="1962"/>
              <a:ext cx="576" cy="240"/>
            </a:xfrm>
            <a:prstGeom prst="rect">
              <a:avLst/>
            </a:prstGeom>
            <a:solidFill>
              <a:srgbClr val="46ACAE"/>
            </a:solidFill>
            <a:ln w="38100" cap="sq">
              <a:solidFill>
                <a:srgbClr val="FFCC99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2" name="Freeform 29"/>
            <p:cNvSpPr/>
            <p:nvPr/>
          </p:nvSpPr>
          <p:spPr bwMode="auto">
            <a:xfrm>
              <a:off x="828" y="2088"/>
              <a:ext cx="1344" cy="1"/>
            </a:xfrm>
            <a:custGeom>
              <a:avLst/>
              <a:gdLst>
                <a:gd name="T0" fmla="*/ 1344 w 1344"/>
                <a:gd name="T1" fmla="*/ 0 h 1"/>
                <a:gd name="T2" fmla="*/ 0 w 1344"/>
                <a:gd name="T3" fmla="*/ 0 h 1"/>
                <a:gd name="T4" fmla="*/ 0 60000 65536"/>
                <a:gd name="T5" fmla="*/ 0 60000 65536"/>
                <a:gd name="T6" fmla="*/ 0 w 1344"/>
                <a:gd name="T7" fmla="*/ 0 h 1"/>
                <a:gd name="T8" fmla="*/ 1344 w 134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44" h="1">
                  <a:moveTo>
                    <a:pt x="1344" y="0"/>
                  </a:moveTo>
                  <a:lnTo>
                    <a:pt x="0" y="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round/>
              <a:headEnd type="none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3" name="Freeform 30"/>
            <p:cNvSpPr/>
            <p:nvPr/>
          </p:nvSpPr>
          <p:spPr bwMode="auto">
            <a:xfrm>
              <a:off x="2766" y="2076"/>
              <a:ext cx="1320" cy="6"/>
            </a:xfrm>
            <a:custGeom>
              <a:avLst/>
              <a:gdLst>
                <a:gd name="T0" fmla="*/ 0 w 1320"/>
                <a:gd name="T1" fmla="*/ 0 h 6"/>
                <a:gd name="T2" fmla="*/ 1320 w 1320"/>
                <a:gd name="T3" fmla="*/ 6 h 6"/>
                <a:gd name="T4" fmla="*/ 0 60000 65536"/>
                <a:gd name="T5" fmla="*/ 0 60000 65536"/>
                <a:gd name="T6" fmla="*/ 0 w 1320"/>
                <a:gd name="T7" fmla="*/ 0 h 6"/>
                <a:gd name="T8" fmla="*/ 1320 w 1320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20" h="6">
                  <a:moveTo>
                    <a:pt x="0" y="0"/>
                  </a:moveTo>
                  <a:lnTo>
                    <a:pt x="1320" y="6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round/>
              <a:headEnd type="none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4" name="Text Box 31"/>
            <p:cNvSpPr txBox="1">
              <a:spLocks noChangeArrowheads="1"/>
            </p:cNvSpPr>
            <p:nvPr/>
          </p:nvSpPr>
          <p:spPr bwMode="auto">
            <a:xfrm>
              <a:off x="837" y="2171"/>
              <a:ext cx="455" cy="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5" name="Text Box 32"/>
            <p:cNvSpPr txBox="1">
              <a:spLocks noChangeArrowheads="1"/>
            </p:cNvSpPr>
            <p:nvPr/>
          </p:nvSpPr>
          <p:spPr bwMode="auto">
            <a:xfrm>
              <a:off x="3646" y="2172"/>
              <a:ext cx="455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33"/>
          <p:cNvGrpSpPr/>
          <p:nvPr/>
        </p:nvGrpSpPr>
        <p:grpSpPr bwMode="auto">
          <a:xfrm>
            <a:off x="6882130" y="4047808"/>
            <a:ext cx="3455988" cy="727942"/>
            <a:chOff x="828" y="1962"/>
            <a:chExt cx="3273" cy="593"/>
          </a:xfrm>
        </p:grpSpPr>
        <p:sp>
          <p:nvSpPr>
            <p:cNvPr id="22556" name="Rectangle 34"/>
            <p:cNvSpPr>
              <a:spLocks noChangeArrowheads="1"/>
            </p:cNvSpPr>
            <p:nvPr/>
          </p:nvSpPr>
          <p:spPr bwMode="auto">
            <a:xfrm>
              <a:off x="2181" y="1962"/>
              <a:ext cx="576" cy="240"/>
            </a:xfrm>
            <a:prstGeom prst="rect">
              <a:avLst/>
            </a:prstGeom>
            <a:solidFill>
              <a:srgbClr val="46ACAE"/>
            </a:solidFill>
            <a:ln w="38100" cap="sq">
              <a:solidFill>
                <a:srgbClr val="FFCC99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57" name="Freeform 35"/>
            <p:cNvSpPr/>
            <p:nvPr/>
          </p:nvSpPr>
          <p:spPr bwMode="auto">
            <a:xfrm>
              <a:off x="828" y="2088"/>
              <a:ext cx="1344" cy="1"/>
            </a:xfrm>
            <a:custGeom>
              <a:avLst/>
              <a:gdLst>
                <a:gd name="T0" fmla="*/ 1344 w 1344"/>
                <a:gd name="T1" fmla="*/ 0 h 1"/>
                <a:gd name="T2" fmla="*/ 0 w 1344"/>
                <a:gd name="T3" fmla="*/ 0 h 1"/>
                <a:gd name="T4" fmla="*/ 0 60000 65536"/>
                <a:gd name="T5" fmla="*/ 0 60000 65536"/>
                <a:gd name="T6" fmla="*/ 0 w 1344"/>
                <a:gd name="T7" fmla="*/ 0 h 1"/>
                <a:gd name="T8" fmla="*/ 1344 w 134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44" h="1">
                  <a:moveTo>
                    <a:pt x="1344" y="0"/>
                  </a:moveTo>
                  <a:lnTo>
                    <a:pt x="0" y="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round/>
              <a:headEnd type="none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8" name="Freeform 36"/>
            <p:cNvSpPr/>
            <p:nvPr/>
          </p:nvSpPr>
          <p:spPr bwMode="auto">
            <a:xfrm>
              <a:off x="2766" y="2076"/>
              <a:ext cx="1320" cy="6"/>
            </a:xfrm>
            <a:custGeom>
              <a:avLst/>
              <a:gdLst>
                <a:gd name="T0" fmla="*/ 0 w 1320"/>
                <a:gd name="T1" fmla="*/ 0 h 6"/>
                <a:gd name="T2" fmla="*/ 1320 w 1320"/>
                <a:gd name="T3" fmla="*/ 6 h 6"/>
                <a:gd name="T4" fmla="*/ 0 60000 65536"/>
                <a:gd name="T5" fmla="*/ 0 60000 65536"/>
                <a:gd name="T6" fmla="*/ 0 w 1320"/>
                <a:gd name="T7" fmla="*/ 0 h 6"/>
                <a:gd name="T8" fmla="*/ 1320 w 1320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20" h="6">
                  <a:moveTo>
                    <a:pt x="0" y="0"/>
                  </a:moveTo>
                  <a:lnTo>
                    <a:pt x="1320" y="6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round/>
              <a:headEnd type="none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9" name="Text Box 37"/>
            <p:cNvSpPr txBox="1">
              <a:spLocks noChangeArrowheads="1"/>
            </p:cNvSpPr>
            <p:nvPr/>
          </p:nvSpPr>
          <p:spPr bwMode="auto">
            <a:xfrm>
              <a:off x="837" y="2179"/>
              <a:ext cx="456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0" name="Text Box 38"/>
            <p:cNvSpPr txBox="1">
              <a:spLocks noChangeArrowheads="1"/>
            </p:cNvSpPr>
            <p:nvPr/>
          </p:nvSpPr>
          <p:spPr bwMode="auto">
            <a:xfrm>
              <a:off x="3645" y="2179"/>
              <a:ext cx="456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471" name="AutoShape 39"/>
          <p:cNvSpPr>
            <a:spLocks noChangeArrowheads="1"/>
          </p:cNvSpPr>
          <p:nvPr/>
        </p:nvSpPr>
        <p:spPr bwMode="auto">
          <a:xfrm>
            <a:off x="3089594" y="1869759"/>
            <a:ext cx="503237" cy="217487"/>
          </a:xfrm>
          <a:prstGeom prst="rightArrow">
            <a:avLst>
              <a:gd name="adj1" fmla="val 50000"/>
              <a:gd name="adj2" fmla="val 5784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2" name="AutoShape 40"/>
          <p:cNvSpPr>
            <a:spLocks noChangeArrowheads="1"/>
          </p:cNvSpPr>
          <p:nvPr/>
        </p:nvSpPr>
        <p:spPr bwMode="auto">
          <a:xfrm>
            <a:off x="7745730" y="3544570"/>
            <a:ext cx="503238" cy="215900"/>
          </a:xfrm>
          <a:prstGeom prst="rightArrow">
            <a:avLst>
              <a:gd name="adj1" fmla="val 50000"/>
              <a:gd name="adj2" fmla="val 58272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3" name="AutoShape 41"/>
          <p:cNvSpPr>
            <a:spLocks noChangeArrowheads="1"/>
          </p:cNvSpPr>
          <p:nvPr/>
        </p:nvSpPr>
        <p:spPr bwMode="auto">
          <a:xfrm>
            <a:off x="3089594" y="2806384"/>
            <a:ext cx="503237" cy="217487"/>
          </a:xfrm>
          <a:prstGeom prst="rightArrow">
            <a:avLst>
              <a:gd name="adj1" fmla="val 50000"/>
              <a:gd name="adj2" fmla="val 57847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4" name="Text Box 42"/>
          <p:cNvSpPr txBox="1">
            <a:spLocks noChangeArrowheads="1"/>
          </p:cNvSpPr>
          <p:nvPr/>
        </p:nvSpPr>
        <p:spPr bwMode="auto">
          <a:xfrm>
            <a:off x="6593205" y="4336733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endParaRPr kumimoji="1" lang="en-US" altLang="zh-CN" sz="2800" b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8475" name="Text Box 43"/>
          <p:cNvSpPr txBox="1">
            <a:spLocks noChangeArrowheads="1"/>
          </p:cNvSpPr>
          <p:nvPr/>
        </p:nvSpPr>
        <p:spPr bwMode="auto">
          <a:xfrm>
            <a:off x="1433830" y="2590483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endParaRPr kumimoji="1" lang="en-US" altLang="zh-CN" sz="2800" b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8476" name="Text Box 44"/>
          <p:cNvSpPr txBox="1">
            <a:spLocks noChangeArrowheads="1"/>
          </p:cNvSpPr>
          <p:nvPr/>
        </p:nvSpPr>
        <p:spPr bwMode="auto">
          <a:xfrm>
            <a:off x="9761855" y="4336733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endParaRPr kumimoji="1" lang="en-US" altLang="zh-CN" sz="2800" b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8477" name="Text Box 45"/>
          <p:cNvSpPr txBox="1">
            <a:spLocks noChangeArrowheads="1"/>
          </p:cNvSpPr>
          <p:nvPr/>
        </p:nvSpPr>
        <p:spPr bwMode="auto">
          <a:xfrm>
            <a:off x="4818380" y="2590483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endParaRPr kumimoji="1" lang="en-US" altLang="zh-CN" sz="2800" b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8478" name="AutoShape 46"/>
          <p:cNvSpPr>
            <a:spLocks noChangeArrowheads="1"/>
          </p:cNvSpPr>
          <p:nvPr/>
        </p:nvSpPr>
        <p:spPr bwMode="auto">
          <a:xfrm>
            <a:off x="7672706" y="4479609"/>
            <a:ext cx="576263" cy="217487"/>
          </a:xfrm>
          <a:prstGeom prst="leftArrow">
            <a:avLst>
              <a:gd name="adj1" fmla="val 50000"/>
              <a:gd name="adj2" fmla="val 66241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079875" y="123033"/>
            <a:ext cx="7994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电流的参考方向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066925" y="1493838"/>
            <a:ext cx="6521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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用箭头表示：箭头的指向为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电流的参考方向。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084389" y="3557588"/>
            <a:ext cx="75406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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用双下标表示：如</a:t>
            </a:r>
            <a:r>
              <a:rPr kumimoji="1" lang="zh-CN" altLang="en-US" sz="2400" b="1" i="1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 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i</a:t>
            </a:r>
            <a:r>
              <a:rPr kumimoji="1" lang="en-US" altLang="zh-CN" sz="2400" b="1" i="1" baseline="-25000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AB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,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电流的参考方向由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指向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2855913" y="2143127"/>
            <a:ext cx="5327650" cy="1374774"/>
            <a:chOff x="1201" y="1025"/>
            <a:chExt cx="3356" cy="866"/>
          </a:xfrm>
        </p:grpSpPr>
        <p:sp>
          <p:nvSpPr>
            <p:cNvPr id="23568" name="Text Box 6"/>
            <p:cNvSpPr txBox="1">
              <a:spLocks noChangeArrowheads="1"/>
            </p:cNvSpPr>
            <p:nvPr/>
          </p:nvSpPr>
          <p:spPr bwMode="auto">
            <a:xfrm>
              <a:off x="1474" y="1025"/>
              <a:ext cx="36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3569" name="AutoShape 7"/>
            <p:cNvSpPr>
              <a:spLocks noChangeArrowheads="1"/>
            </p:cNvSpPr>
            <p:nvPr/>
          </p:nvSpPr>
          <p:spPr bwMode="auto">
            <a:xfrm>
              <a:off x="1837" y="1207"/>
              <a:ext cx="615" cy="135"/>
            </a:xfrm>
            <a:prstGeom prst="rightArrow">
              <a:avLst>
                <a:gd name="adj1" fmla="val 50000"/>
                <a:gd name="adj2" fmla="val 113889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23570" name="Group 8"/>
            <p:cNvGrpSpPr/>
            <p:nvPr/>
          </p:nvGrpSpPr>
          <p:grpSpPr bwMode="auto">
            <a:xfrm>
              <a:off x="1655" y="1344"/>
              <a:ext cx="2404" cy="547"/>
              <a:chOff x="828" y="1962"/>
              <a:chExt cx="3273" cy="547"/>
            </a:xfrm>
          </p:grpSpPr>
          <p:sp>
            <p:nvSpPr>
              <p:cNvPr id="23573" name="Rectangle 9"/>
              <p:cNvSpPr>
                <a:spLocks noChangeArrowheads="1"/>
              </p:cNvSpPr>
              <p:nvPr/>
            </p:nvSpPr>
            <p:spPr bwMode="auto">
              <a:xfrm>
                <a:off x="2181" y="1962"/>
                <a:ext cx="576" cy="240"/>
              </a:xfrm>
              <a:prstGeom prst="rect">
                <a:avLst/>
              </a:prstGeom>
              <a:solidFill>
                <a:srgbClr val="46ACAE"/>
              </a:solidFill>
              <a:ln w="38100" cap="sq">
                <a:solidFill>
                  <a:srgbClr val="FFCC99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4" name="Freeform 10"/>
              <p:cNvSpPr/>
              <p:nvPr/>
            </p:nvSpPr>
            <p:spPr bwMode="auto">
              <a:xfrm>
                <a:off x="828" y="2088"/>
                <a:ext cx="1344" cy="1"/>
              </a:xfrm>
              <a:custGeom>
                <a:avLst/>
                <a:gdLst>
                  <a:gd name="T0" fmla="*/ 1344 w 1344"/>
                  <a:gd name="T1" fmla="*/ 0 h 1"/>
                  <a:gd name="T2" fmla="*/ 0 w 1344"/>
                  <a:gd name="T3" fmla="*/ 0 h 1"/>
                  <a:gd name="T4" fmla="*/ 0 60000 65536"/>
                  <a:gd name="T5" fmla="*/ 0 60000 65536"/>
                  <a:gd name="T6" fmla="*/ 0 w 1344"/>
                  <a:gd name="T7" fmla="*/ 0 h 1"/>
                  <a:gd name="T8" fmla="*/ 1344 w 1344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44" h="1">
                    <a:moveTo>
                      <a:pt x="134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sq">
                <a:solidFill>
                  <a:schemeClr val="tx1"/>
                </a:solidFill>
                <a:round/>
                <a:headEnd type="none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5" name="Freeform 11"/>
              <p:cNvSpPr/>
              <p:nvPr/>
            </p:nvSpPr>
            <p:spPr bwMode="auto">
              <a:xfrm>
                <a:off x="2766" y="2076"/>
                <a:ext cx="1320" cy="6"/>
              </a:xfrm>
              <a:custGeom>
                <a:avLst/>
                <a:gdLst>
                  <a:gd name="T0" fmla="*/ 0 w 1320"/>
                  <a:gd name="T1" fmla="*/ 0 h 6"/>
                  <a:gd name="T2" fmla="*/ 1320 w 1320"/>
                  <a:gd name="T3" fmla="*/ 6 h 6"/>
                  <a:gd name="T4" fmla="*/ 0 60000 65536"/>
                  <a:gd name="T5" fmla="*/ 0 60000 65536"/>
                  <a:gd name="T6" fmla="*/ 0 w 1320"/>
                  <a:gd name="T7" fmla="*/ 0 h 6"/>
                  <a:gd name="T8" fmla="*/ 1320 w 1320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20" h="6">
                    <a:moveTo>
                      <a:pt x="0" y="0"/>
                    </a:moveTo>
                    <a:lnTo>
                      <a:pt x="1320" y="6"/>
                    </a:lnTo>
                  </a:path>
                </a:pathLst>
              </a:custGeom>
              <a:noFill/>
              <a:ln w="38100" cap="sq">
                <a:solidFill>
                  <a:schemeClr val="tx1"/>
                </a:solidFill>
                <a:round/>
                <a:headEnd type="none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6" name="Text Box 12"/>
              <p:cNvSpPr txBox="1">
                <a:spLocks noChangeArrowheads="1"/>
              </p:cNvSpPr>
              <p:nvPr/>
            </p:nvSpPr>
            <p:spPr bwMode="auto">
              <a:xfrm>
                <a:off x="837" y="2221"/>
                <a:ext cx="4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kumimoji="1"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7" name="Text Box 13"/>
              <p:cNvSpPr txBox="1">
                <a:spLocks noChangeArrowheads="1"/>
              </p:cNvSpPr>
              <p:nvPr/>
            </p:nvSpPr>
            <p:spPr bwMode="auto">
              <a:xfrm>
                <a:off x="3646" y="2221"/>
                <a:ext cx="4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kumimoji="1"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571" name="Text Box 14"/>
            <p:cNvSpPr txBox="1">
              <a:spLocks noChangeArrowheads="1"/>
            </p:cNvSpPr>
            <p:nvPr/>
          </p:nvSpPr>
          <p:spPr bwMode="auto">
            <a:xfrm>
              <a:off x="1201" y="1253"/>
              <a:ext cx="40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A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3572" name="Text Box 15"/>
            <p:cNvSpPr txBox="1">
              <a:spLocks noChangeArrowheads="1"/>
            </p:cNvSpPr>
            <p:nvPr/>
          </p:nvSpPr>
          <p:spPr bwMode="auto">
            <a:xfrm>
              <a:off x="4149" y="1299"/>
              <a:ext cx="40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B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4" name="Group 16"/>
          <p:cNvGrpSpPr/>
          <p:nvPr/>
        </p:nvGrpSpPr>
        <p:grpSpPr bwMode="auto">
          <a:xfrm>
            <a:off x="2855913" y="4344988"/>
            <a:ext cx="5327650" cy="1404938"/>
            <a:chOff x="839" y="2367"/>
            <a:chExt cx="3356" cy="885"/>
          </a:xfrm>
        </p:grpSpPr>
        <p:sp>
          <p:nvSpPr>
            <p:cNvPr id="23559" name="Text Box 17"/>
            <p:cNvSpPr txBox="1">
              <a:spLocks noChangeArrowheads="1"/>
            </p:cNvSpPr>
            <p:nvPr/>
          </p:nvSpPr>
          <p:spPr bwMode="auto">
            <a:xfrm>
              <a:off x="1429" y="2367"/>
              <a:ext cx="63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kumimoji="1" lang="en-US" altLang="zh-CN" sz="3200" b="1" i="1" baseline="-25000">
                  <a:latin typeface="Times New Roman" panose="02020603050405020304" pitchFamily="18" charset="0"/>
                  <a:ea typeface="黑体" panose="02010609060101010101" pitchFamily="49" charset="-122"/>
                </a:rPr>
                <a:t>AB</a:t>
              </a:r>
              <a:endParaRPr kumimoji="1" lang="en-US" altLang="zh-CN" sz="3200" b="1" i="1" baseline="-250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3560" name="Group 18"/>
            <p:cNvGrpSpPr/>
            <p:nvPr/>
          </p:nvGrpSpPr>
          <p:grpSpPr bwMode="auto">
            <a:xfrm>
              <a:off x="1293" y="2705"/>
              <a:ext cx="2404" cy="547"/>
              <a:chOff x="828" y="1962"/>
              <a:chExt cx="3273" cy="547"/>
            </a:xfrm>
          </p:grpSpPr>
          <p:sp>
            <p:nvSpPr>
              <p:cNvPr id="23563" name="Rectangle 19"/>
              <p:cNvSpPr>
                <a:spLocks noChangeArrowheads="1"/>
              </p:cNvSpPr>
              <p:nvPr/>
            </p:nvSpPr>
            <p:spPr bwMode="auto">
              <a:xfrm>
                <a:off x="2181" y="1962"/>
                <a:ext cx="576" cy="240"/>
              </a:xfrm>
              <a:prstGeom prst="rect">
                <a:avLst/>
              </a:prstGeom>
              <a:solidFill>
                <a:srgbClr val="46ACAE"/>
              </a:solidFill>
              <a:ln w="38100" cap="sq">
                <a:solidFill>
                  <a:srgbClr val="FFCC99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kumimoji="1"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4" name="Freeform 20"/>
              <p:cNvSpPr/>
              <p:nvPr/>
            </p:nvSpPr>
            <p:spPr bwMode="auto">
              <a:xfrm>
                <a:off x="828" y="2088"/>
                <a:ext cx="1344" cy="1"/>
              </a:xfrm>
              <a:custGeom>
                <a:avLst/>
                <a:gdLst>
                  <a:gd name="T0" fmla="*/ 1344 w 1344"/>
                  <a:gd name="T1" fmla="*/ 0 h 1"/>
                  <a:gd name="T2" fmla="*/ 0 w 1344"/>
                  <a:gd name="T3" fmla="*/ 0 h 1"/>
                  <a:gd name="T4" fmla="*/ 0 60000 65536"/>
                  <a:gd name="T5" fmla="*/ 0 60000 65536"/>
                  <a:gd name="T6" fmla="*/ 0 w 1344"/>
                  <a:gd name="T7" fmla="*/ 0 h 1"/>
                  <a:gd name="T8" fmla="*/ 1344 w 1344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44" h="1">
                    <a:moveTo>
                      <a:pt x="134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sq">
                <a:solidFill>
                  <a:schemeClr val="tx1"/>
                </a:solidFill>
                <a:round/>
                <a:headEnd type="none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65" name="Freeform 21"/>
              <p:cNvSpPr/>
              <p:nvPr/>
            </p:nvSpPr>
            <p:spPr bwMode="auto">
              <a:xfrm>
                <a:off x="2766" y="2076"/>
                <a:ext cx="1320" cy="6"/>
              </a:xfrm>
              <a:custGeom>
                <a:avLst/>
                <a:gdLst>
                  <a:gd name="T0" fmla="*/ 0 w 1320"/>
                  <a:gd name="T1" fmla="*/ 0 h 6"/>
                  <a:gd name="T2" fmla="*/ 1320 w 1320"/>
                  <a:gd name="T3" fmla="*/ 6 h 6"/>
                  <a:gd name="T4" fmla="*/ 0 60000 65536"/>
                  <a:gd name="T5" fmla="*/ 0 60000 65536"/>
                  <a:gd name="T6" fmla="*/ 0 w 1320"/>
                  <a:gd name="T7" fmla="*/ 0 h 6"/>
                  <a:gd name="T8" fmla="*/ 1320 w 1320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20" h="6">
                    <a:moveTo>
                      <a:pt x="0" y="0"/>
                    </a:moveTo>
                    <a:lnTo>
                      <a:pt x="1320" y="6"/>
                    </a:lnTo>
                  </a:path>
                </a:pathLst>
              </a:custGeom>
              <a:noFill/>
              <a:ln w="38100" cap="sq">
                <a:solidFill>
                  <a:schemeClr val="tx1"/>
                </a:solidFill>
                <a:round/>
                <a:headEnd type="none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66" name="Text Box 22"/>
              <p:cNvSpPr txBox="1">
                <a:spLocks noChangeArrowheads="1"/>
              </p:cNvSpPr>
              <p:nvPr/>
            </p:nvSpPr>
            <p:spPr bwMode="auto">
              <a:xfrm>
                <a:off x="837" y="2221"/>
                <a:ext cx="4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kumimoji="1"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7" name="Text Box 23"/>
              <p:cNvSpPr txBox="1">
                <a:spLocks noChangeArrowheads="1"/>
              </p:cNvSpPr>
              <p:nvPr/>
            </p:nvSpPr>
            <p:spPr bwMode="auto">
              <a:xfrm>
                <a:off x="3646" y="2221"/>
                <a:ext cx="4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kumimoji="1"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561" name="Text Box 24"/>
            <p:cNvSpPr txBox="1">
              <a:spLocks noChangeArrowheads="1"/>
            </p:cNvSpPr>
            <p:nvPr/>
          </p:nvSpPr>
          <p:spPr bwMode="auto">
            <a:xfrm>
              <a:off x="839" y="2614"/>
              <a:ext cx="40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A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3562" name="Text Box 25"/>
            <p:cNvSpPr txBox="1">
              <a:spLocks noChangeArrowheads="1"/>
            </p:cNvSpPr>
            <p:nvPr/>
          </p:nvSpPr>
          <p:spPr bwMode="auto">
            <a:xfrm>
              <a:off x="3787" y="2660"/>
              <a:ext cx="40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B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电流参考方向的两种表示方式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3005456" y="1526382"/>
            <a:ext cx="515810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&lt;2&gt;. 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ctr"/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电压的参考方向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ctr"/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(voltage reference direction)</a:t>
            </a:r>
            <a:endParaRPr lang="en-US" altLang="zh-CN" sz="320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1584325" y="2607422"/>
            <a:ext cx="45058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单位：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V (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伏</a:t>
            </a:r>
            <a:r>
              <a:rPr kumimoji="1" lang="en-US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kV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mV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V</a:t>
            </a:r>
            <a:endParaRPr kumimoji="1" lang="en-US" altLang="zh-CN" sz="24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1584326" y="1197294"/>
            <a:ext cx="2449513" cy="460375"/>
          </a:xfrm>
          <a:prstGeom prst="rect">
            <a:avLst/>
          </a:prstGeom>
          <a:noFill/>
          <a:ln w="38100" cap="sq" algn="ctr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实际电压方向</a:t>
            </a: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  </a:t>
            </a:r>
            <a:endParaRPr kumimoji="1" lang="zh-CN" altLang="en-US" sz="2400" b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6396" name="AutoShape 12"/>
          <p:cNvSpPr>
            <a:spLocks noChangeArrowheads="1"/>
          </p:cNvSpPr>
          <p:nvPr/>
        </p:nvSpPr>
        <p:spPr bwMode="auto">
          <a:xfrm>
            <a:off x="4176713" y="1341755"/>
            <a:ext cx="576262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4681538" y="1197293"/>
            <a:ext cx="33131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电位真正降低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的方向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84325" y="4206875"/>
            <a:ext cx="355409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注意电源自身</a:t>
            </a:r>
            <a:endParaRPr kumimoji="1"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122" name="Rectangle 6"/>
          <p:cNvSpPr>
            <a:spLocks noGrp="1" noChangeArrowheads="1"/>
          </p:cNvSpPr>
          <p:nvPr>
            <p:custDataLst>
              <p:tags r:id="rId2"/>
            </p:custDataLst>
          </p:nvPr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电压的参考方向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1476853" y="1317784"/>
            <a:ext cx="3188970" cy="521970"/>
          </a:xfrm>
          <a:prstGeom prst="rect">
            <a:avLst/>
          </a:prstGeom>
          <a:noFill/>
          <a:ln w="38100" cap="sq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电压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降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的参考方向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2283143" y="5076192"/>
            <a:ext cx="1149350" cy="584199"/>
            <a:chOff x="1112" y="3202"/>
            <a:chExt cx="724" cy="368"/>
          </a:xfrm>
        </p:grpSpPr>
        <p:sp>
          <p:nvSpPr>
            <p:cNvPr id="27683" name="Text Box 6"/>
            <p:cNvSpPr txBox="1">
              <a:spLocks noChangeArrowheads="1"/>
            </p:cNvSpPr>
            <p:nvPr/>
          </p:nvSpPr>
          <p:spPr bwMode="auto">
            <a:xfrm>
              <a:off x="1112" y="3202"/>
              <a:ext cx="30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U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7684" name="Text Box 7"/>
            <p:cNvSpPr txBox="1">
              <a:spLocks noChangeArrowheads="1"/>
            </p:cNvSpPr>
            <p:nvPr/>
          </p:nvSpPr>
          <p:spPr bwMode="auto">
            <a:xfrm>
              <a:off x="1383" y="3202"/>
              <a:ext cx="45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3200" b="1">
                  <a:latin typeface="Times New Roman" panose="02020603050405020304" pitchFamily="18" charset="0"/>
                  <a:ea typeface="黑体" panose="02010609060101010101" pitchFamily="49" charset="-122"/>
                </a:rPr>
                <a:t>&gt; 0</a:t>
              </a:r>
              <a:endPara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Group 8"/>
          <p:cNvGrpSpPr/>
          <p:nvPr/>
        </p:nvGrpSpPr>
        <p:grpSpPr bwMode="auto">
          <a:xfrm>
            <a:off x="916305" y="2348865"/>
            <a:ext cx="4173538" cy="1144588"/>
            <a:chOff x="465" y="1729"/>
            <a:chExt cx="2415" cy="721"/>
          </a:xfrm>
        </p:grpSpPr>
        <p:sp>
          <p:nvSpPr>
            <p:cNvPr id="27680" name="Text Box 9"/>
            <p:cNvSpPr txBox="1">
              <a:spLocks noChangeArrowheads="1"/>
            </p:cNvSpPr>
            <p:nvPr/>
          </p:nvSpPr>
          <p:spPr bwMode="auto">
            <a:xfrm>
              <a:off x="1168" y="1729"/>
              <a:ext cx="933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参考方向</a:t>
              </a:r>
              <a:endPara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7681" name="Text Box 10"/>
            <p:cNvSpPr txBox="1">
              <a:spLocks noChangeArrowheads="1"/>
            </p:cNvSpPr>
            <p:nvPr/>
          </p:nvSpPr>
          <p:spPr bwMode="auto">
            <a:xfrm>
              <a:off x="465" y="2082"/>
              <a:ext cx="48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+</a:t>
              </a:r>
              <a:endPara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7682" name="Text Box 11"/>
            <p:cNvSpPr txBox="1">
              <a:spLocks noChangeArrowheads="1"/>
            </p:cNvSpPr>
            <p:nvPr/>
          </p:nvSpPr>
          <p:spPr bwMode="auto">
            <a:xfrm>
              <a:off x="2400" y="2063"/>
              <a:ext cx="48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–</a:t>
              </a:r>
              <a:endPara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12"/>
          <p:cNvGrpSpPr/>
          <p:nvPr/>
        </p:nvGrpSpPr>
        <p:grpSpPr bwMode="auto">
          <a:xfrm>
            <a:off x="768668" y="4137978"/>
            <a:ext cx="4032250" cy="768350"/>
            <a:chOff x="384" y="2681"/>
            <a:chExt cx="2400" cy="484"/>
          </a:xfrm>
        </p:grpSpPr>
        <p:sp>
          <p:nvSpPr>
            <p:cNvPr id="27677" name="Text Box 13"/>
            <p:cNvSpPr txBox="1">
              <a:spLocks noChangeArrowheads="1"/>
            </p:cNvSpPr>
            <p:nvPr/>
          </p:nvSpPr>
          <p:spPr bwMode="auto">
            <a:xfrm>
              <a:off x="384" y="2681"/>
              <a:ext cx="657" cy="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4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CommonBullets" pitchFamily="34" charset="2"/>
                </a:rPr>
                <a:t>+</a:t>
              </a:r>
              <a:endParaRPr kumimoji="1" lang="en-US" altLang="zh-CN" sz="4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CommonBullets" pitchFamily="34" charset="2"/>
              </a:endParaRPr>
            </a:p>
          </p:txBody>
        </p:sp>
        <p:sp>
          <p:nvSpPr>
            <p:cNvPr id="27678" name="Line 14"/>
            <p:cNvSpPr>
              <a:spLocks noChangeShapeType="1"/>
            </p:cNvSpPr>
            <p:nvPr/>
          </p:nvSpPr>
          <p:spPr bwMode="auto">
            <a:xfrm>
              <a:off x="2592" y="2971"/>
              <a:ext cx="192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9" name="Text Box 15"/>
            <p:cNvSpPr txBox="1">
              <a:spLocks noChangeArrowheads="1"/>
            </p:cNvSpPr>
            <p:nvPr/>
          </p:nvSpPr>
          <p:spPr bwMode="auto">
            <a:xfrm>
              <a:off x="1222" y="2742"/>
              <a:ext cx="101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实际方向</a:t>
              </a:r>
              <a:endPara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5" name="Group 16"/>
          <p:cNvGrpSpPr/>
          <p:nvPr/>
        </p:nvGrpSpPr>
        <p:grpSpPr bwMode="auto">
          <a:xfrm>
            <a:off x="6623368" y="4137978"/>
            <a:ext cx="4176712" cy="768350"/>
            <a:chOff x="3264" y="2681"/>
            <a:chExt cx="2496" cy="484"/>
          </a:xfrm>
        </p:grpSpPr>
        <p:sp>
          <p:nvSpPr>
            <p:cNvPr id="27674" name="Text Box 17"/>
            <p:cNvSpPr txBox="1">
              <a:spLocks noChangeArrowheads="1"/>
            </p:cNvSpPr>
            <p:nvPr/>
          </p:nvSpPr>
          <p:spPr bwMode="auto">
            <a:xfrm>
              <a:off x="5103" y="2681"/>
              <a:ext cx="657" cy="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4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CommonBullets" pitchFamily="34" charset="2"/>
                </a:rPr>
                <a:t>+</a:t>
              </a:r>
              <a:endParaRPr kumimoji="1" lang="en-US" altLang="zh-CN" sz="4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CommonBullets" pitchFamily="34" charset="2"/>
              </a:endParaRPr>
            </a:p>
          </p:txBody>
        </p:sp>
        <p:sp>
          <p:nvSpPr>
            <p:cNvPr id="27675" name="Line 18"/>
            <p:cNvSpPr>
              <a:spLocks noChangeShapeType="1"/>
            </p:cNvSpPr>
            <p:nvPr/>
          </p:nvSpPr>
          <p:spPr bwMode="auto">
            <a:xfrm>
              <a:off x="3264" y="2971"/>
              <a:ext cx="192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6" name="Text Box 19"/>
            <p:cNvSpPr txBox="1">
              <a:spLocks noChangeArrowheads="1"/>
            </p:cNvSpPr>
            <p:nvPr/>
          </p:nvSpPr>
          <p:spPr bwMode="auto">
            <a:xfrm>
              <a:off x="3920" y="2742"/>
              <a:ext cx="101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实际方向</a:t>
              </a:r>
              <a:endPara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Group 20"/>
          <p:cNvGrpSpPr/>
          <p:nvPr/>
        </p:nvGrpSpPr>
        <p:grpSpPr bwMode="auto">
          <a:xfrm>
            <a:off x="6790056" y="2348865"/>
            <a:ext cx="4010025" cy="1144588"/>
            <a:chOff x="3153" y="1729"/>
            <a:chExt cx="2415" cy="721"/>
          </a:xfrm>
        </p:grpSpPr>
        <p:sp>
          <p:nvSpPr>
            <p:cNvPr id="27671" name="Text Box 21"/>
            <p:cNvSpPr txBox="1">
              <a:spLocks noChangeArrowheads="1"/>
            </p:cNvSpPr>
            <p:nvPr/>
          </p:nvSpPr>
          <p:spPr bwMode="auto">
            <a:xfrm>
              <a:off x="3814" y="1729"/>
              <a:ext cx="1016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参考方向</a:t>
              </a:r>
              <a:endPara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7672" name="Text Box 22"/>
            <p:cNvSpPr txBox="1">
              <a:spLocks noChangeArrowheads="1"/>
            </p:cNvSpPr>
            <p:nvPr/>
          </p:nvSpPr>
          <p:spPr bwMode="auto">
            <a:xfrm>
              <a:off x="3153" y="2082"/>
              <a:ext cx="48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+</a:t>
              </a:r>
              <a:endPara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7673" name="Text Box 23"/>
            <p:cNvSpPr txBox="1">
              <a:spLocks noChangeArrowheads="1"/>
            </p:cNvSpPr>
            <p:nvPr/>
          </p:nvSpPr>
          <p:spPr bwMode="auto">
            <a:xfrm>
              <a:off x="5088" y="2063"/>
              <a:ext cx="48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–</a:t>
              </a:r>
              <a:endPara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Group 24"/>
          <p:cNvGrpSpPr/>
          <p:nvPr/>
        </p:nvGrpSpPr>
        <p:grpSpPr bwMode="auto">
          <a:xfrm>
            <a:off x="8144194" y="5076192"/>
            <a:ext cx="1143000" cy="584199"/>
            <a:chOff x="3811" y="3112"/>
            <a:chExt cx="720" cy="368"/>
          </a:xfrm>
        </p:grpSpPr>
        <p:sp>
          <p:nvSpPr>
            <p:cNvPr id="27669" name="Text Box 25"/>
            <p:cNvSpPr txBox="1">
              <a:spLocks noChangeArrowheads="1"/>
            </p:cNvSpPr>
            <p:nvPr/>
          </p:nvSpPr>
          <p:spPr bwMode="auto">
            <a:xfrm>
              <a:off x="4014" y="3112"/>
              <a:ext cx="51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zh-CN" altLang="en-US" sz="32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kumimoji="1" lang="en-US" altLang="zh-CN" sz="3200" b="1">
                  <a:latin typeface="Times New Roman" panose="02020603050405020304" pitchFamily="18" charset="0"/>
                  <a:ea typeface="黑体" panose="02010609060101010101" pitchFamily="49" charset="-122"/>
                </a:rPr>
                <a:t>&lt; 0</a:t>
              </a:r>
              <a:endPara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7670" name="Text Box 26"/>
            <p:cNvSpPr txBox="1">
              <a:spLocks noChangeArrowheads="1"/>
            </p:cNvSpPr>
            <p:nvPr/>
          </p:nvSpPr>
          <p:spPr bwMode="auto">
            <a:xfrm>
              <a:off x="3811" y="3112"/>
              <a:ext cx="30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U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8" name="Group 27"/>
          <p:cNvGrpSpPr/>
          <p:nvPr/>
        </p:nvGrpSpPr>
        <p:grpSpPr bwMode="auto">
          <a:xfrm>
            <a:off x="1068706" y="3356928"/>
            <a:ext cx="3529013" cy="609600"/>
            <a:chOff x="561" y="1104"/>
            <a:chExt cx="2223" cy="384"/>
          </a:xfrm>
        </p:grpSpPr>
        <p:sp>
          <p:nvSpPr>
            <p:cNvPr id="27666" name="Rectangle 28"/>
            <p:cNvSpPr>
              <a:spLocks noChangeArrowheads="1"/>
            </p:cNvSpPr>
            <p:nvPr/>
          </p:nvSpPr>
          <p:spPr bwMode="auto">
            <a:xfrm>
              <a:off x="1411" y="1104"/>
              <a:ext cx="460" cy="384"/>
            </a:xfrm>
            <a:prstGeom prst="rect">
              <a:avLst/>
            </a:prstGeom>
            <a:solidFill>
              <a:srgbClr val="46A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7667" name="Line 29"/>
            <p:cNvSpPr>
              <a:spLocks noChangeShapeType="1"/>
            </p:cNvSpPr>
            <p:nvPr/>
          </p:nvSpPr>
          <p:spPr bwMode="auto">
            <a:xfrm flipH="1">
              <a:off x="561" y="1294"/>
              <a:ext cx="844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8" name="Line 30"/>
            <p:cNvSpPr>
              <a:spLocks noChangeShapeType="1"/>
            </p:cNvSpPr>
            <p:nvPr/>
          </p:nvSpPr>
          <p:spPr bwMode="auto">
            <a:xfrm>
              <a:off x="1871" y="1294"/>
              <a:ext cx="913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31"/>
          <p:cNvGrpSpPr/>
          <p:nvPr/>
        </p:nvGrpSpPr>
        <p:grpSpPr bwMode="auto">
          <a:xfrm>
            <a:off x="6923406" y="3375978"/>
            <a:ext cx="3529013" cy="609600"/>
            <a:chOff x="561" y="1104"/>
            <a:chExt cx="2223" cy="384"/>
          </a:xfrm>
        </p:grpSpPr>
        <p:sp>
          <p:nvSpPr>
            <p:cNvPr id="27663" name="Rectangle 32"/>
            <p:cNvSpPr>
              <a:spLocks noChangeArrowheads="1"/>
            </p:cNvSpPr>
            <p:nvPr/>
          </p:nvSpPr>
          <p:spPr bwMode="auto">
            <a:xfrm>
              <a:off x="1411" y="1104"/>
              <a:ext cx="460" cy="384"/>
            </a:xfrm>
            <a:prstGeom prst="rect">
              <a:avLst/>
            </a:prstGeom>
            <a:solidFill>
              <a:srgbClr val="46A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7664" name="Line 33"/>
            <p:cNvSpPr>
              <a:spLocks noChangeShapeType="1"/>
            </p:cNvSpPr>
            <p:nvPr/>
          </p:nvSpPr>
          <p:spPr bwMode="auto">
            <a:xfrm flipH="1">
              <a:off x="561" y="1294"/>
              <a:ext cx="844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5" name="Line 34"/>
            <p:cNvSpPr>
              <a:spLocks noChangeShapeType="1"/>
            </p:cNvSpPr>
            <p:nvPr/>
          </p:nvSpPr>
          <p:spPr bwMode="auto">
            <a:xfrm>
              <a:off x="1871" y="1294"/>
              <a:ext cx="913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电压的参考方向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2512060" y="1809275"/>
            <a:ext cx="30988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kumimoji="1" lang="zh-CN" altLang="en-US" sz="3200" b="1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1851978" y="812800"/>
            <a:ext cx="462089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Wingdings 2" panose="05020102010507070707" pitchFamily="18" charset="2"/>
              </a:rPr>
              <a:t>电压参考方向的三种表示方式</a:t>
            </a:r>
            <a:r>
              <a:rPr kumimoji="1" lang="zh-CN" altLang="en-US" sz="3600" b="1">
                <a:latin typeface="Times New Roman" panose="02020603050405020304" pitchFamily="18" charset="0"/>
                <a:ea typeface="黑体" panose="02010609060101010101" pitchFamily="49" charset="-122"/>
                <a:sym typeface="Wingdings 2" panose="05020102010507070707" pitchFamily="18" charset="2"/>
              </a:rPr>
              <a:t>：</a:t>
            </a:r>
            <a:endParaRPr kumimoji="1" lang="zh-CN" altLang="en-US" sz="3600" b="1">
              <a:latin typeface="Times New Roman" panose="02020603050405020304" pitchFamily="18" charset="0"/>
              <a:ea typeface="黑体" panose="02010609060101010101" pitchFamily="49" charset="-122"/>
              <a:sym typeface="Wingdings 2" panose="05020102010507070707" pitchFamily="18" charset="2"/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2131060" y="2266475"/>
            <a:ext cx="30988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kumimoji="1" lang="zh-CN" altLang="en-US" sz="3200" b="1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1920718" y="1538288"/>
            <a:ext cx="22212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(1)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用箭头表示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Monotype Sorts" pitchFamily="2" charset="2"/>
            </a:endParaRP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1921034" y="2859088"/>
            <a:ext cx="283337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(2)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用正负极性表示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Monotype Sorts" pitchFamily="2" charset="2"/>
            </a:endParaRP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1981200" y="4357688"/>
            <a:ext cx="28908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(3)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用双下标表示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4162425" y="2093913"/>
            <a:ext cx="3962400" cy="457200"/>
            <a:chOff x="3072" y="1488"/>
            <a:chExt cx="2496" cy="288"/>
          </a:xfrm>
        </p:grpSpPr>
        <p:sp>
          <p:nvSpPr>
            <p:cNvPr id="28697" name="Rectangle 9"/>
            <p:cNvSpPr>
              <a:spLocks noChangeArrowheads="1"/>
            </p:cNvSpPr>
            <p:nvPr/>
          </p:nvSpPr>
          <p:spPr bwMode="auto">
            <a:xfrm>
              <a:off x="4099" y="1584"/>
              <a:ext cx="433" cy="192"/>
            </a:xfrm>
            <a:prstGeom prst="rect">
              <a:avLst/>
            </a:prstGeom>
            <a:solidFill>
              <a:srgbClr val="46A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8698" name="Line 10"/>
            <p:cNvSpPr>
              <a:spLocks noChangeShapeType="1"/>
            </p:cNvSpPr>
            <p:nvPr/>
          </p:nvSpPr>
          <p:spPr bwMode="auto">
            <a:xfrm flipH="1">
              <a:off x="3072" y="1681"/>
              <a:ext cx="1009" cy="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9" name="Line 11"/>
            <p:cNvSpPr>
              <a:spLocks noChangeShapeType="1"/>
            </p:cNvSpPr>
            <p:nvPr/>
          </p:nvSpPr>
          <p:spPr bwMode="auto">
            <a:xfrm>
              <a:off x="4559" y="1690"/>
              <a:ext cx="1009" cy="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0" name="Line 12"/>
            <p:cNvSpPr>
              <a:spLocks noChangeShapeType="1"/>
            </p:cNvSpPr>
            <p:nvPr/>
          </p:nvSpPr>
          <p:spPr bwMode="auto">
            <a:xfrm>
              <a:off x="3648" y="1488"/>
              <a:ext cx="1248" cy="0"/>
            </a:xfrm>
            <a:prstGeom prst="line">
              <a:avLst/>
            </a:prstGeom>
            <a:noFill/>
            <a:ln w="28575" cap="sq">
              <a:solidFill>
                <a:schemeClr val="hlink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5962578" y="1457643"/>
            <a:ext cx="47625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endParaRPr kumimoji="1" lang="en-US" altLang="zh-CN" sz="3200" b="1" i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" name="Group 14"/>
          <p:cNvGrpSpPr/>
          <p:nvPr/>
        </p:nvGrpSpPr>
        <p:grpSpPr bwMode="auto">
          <a:xfrm>
            <a:off x="4206875" y="3668713"/>
            <a:ext cx="3962400" cy="304800"/>
            <a:chOff x="3024" y="2592"/>
            <a:chExt cx="2496" cy="192"/>
          </a:xfrm>
        </p:grpSpPr>
        <p:sp>
          <p:nvSpPr>
            <p:cNvPr id="28694" name="Rectangle 15"/>
            <p:cNvSpPr>
              <a:spLocks noChangeArrowheads="1"/>
            </p:cNvSpPr>
            <p:nvPr/>
          </p:nvSpPr>
          <p:spPr bwMode="auto">
            <a:xfrm>
              <a:off x="4051" y="2592"/>
              <a:ext cx="433" cy="192"/>
            </a:xfrm>
            <a:prstGeom prst="rect">
              <a:avLst/>
            </a:prstGeom>
            <a:solidFill>
              <a:srgbClr val="46A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8695" name="Line 16"/>
            <p:cNvSpPr>
              <a:spLocks noChangeShapeType="1"/>
            </p:cNvSpPr>
            <p:nvPr/>
          </p:nvSpPr>
          <p:spPr bwMode="auto">
            <a:xfrm flipH="1">
              <a:off x="3024" y="2689"/>
              <a:ext cx="1009" cy="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6" name="Line 17"/>
            <p:cNvSpPr>
              <a:spLocks noChangeShapeType="1"/>
            </p:cNvSpPr>
            <p:nvPr/>
          </p:nvSpPr>
          <p:spPr bwMode="auto">
            <a:xfrm>
              <a:off x="4511" y="2698"/>
              <a:ext cx="1009" cy="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810" name="Text Box 18"/>
          <p:cNvSpPr txBox="1">
            <a:spLocks noChangeArrowheads="1"/>
          </p:cNvSpPr>
          <p:nvPr/>
        </p:nvSpPr>
        <p:spPr bwMode="auto">
          <a:xfrm>
            <a:off x="5960269" y="3133250"/>
            <a:ext cx="47625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endParaRPr kumimoji="1" lang="en-US" altLang="zh-CN" sz="3200" b="1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3811" name="Text Box 19"/>
          <p:cNvSpPr txBox="1">
            <a:spLocks noChangeArrowheads="1"/>
          </p:cNvSpPr>
          <p:nvPr/>
        </p:nvSpPr>
        <p:spPr bwMode="auto">
          <a:xfrm>
            <a:off x="4338162" y="3132138"/>
            <a:ext cx="50101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4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CommonBullets" pitchFamily="34" charset="2"/>
              </a:rPr>
              <a:t>+</a:t>
            </a:r>
            <a:endParaRPr kumimoji="1" lang="en-US" altLang="zh-CN" sz="4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CommonBullets" pitchFamily="34" charset="2"/>
            </a:endParaRPr>
          </a:p>
        </p:txBody>
      </p:sp>
      <p:sp>
        <p:nvSpPr>
          <p:cNvPr id="33812" name="Line 20"/>
          <p:cNvSpPr>
            <a:spLocks noChangeShapeType="1"/>
          </p:cNvSpPr>
          <p:nvPr/>
        </p:nvSpPr>
        <p:spPr bwMode="auto">
          <a:xfrm>
            <a:off x="7559675" y="3516313"/>
            <a:ext cx="3048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21"/>
          <p:cNvGrpSpPr/>
          <p:nvPr/>
        </p:nvGrpSpPr>
        <p:grpSpPr bwMode="auto">
          <a:xfrm>
            <a:off x="3935414" y="4968877"/>
            <a:ext cx="4362450" cy="809624"/>
            <a:chOff x="1519" y="3456"/>
            <a:chExt cx="2748" cy="510"/>
          </a:xfrm>
        </p:grpSpPr>
        <p:grpSp>
          <p:nvGrpSpPr>
            <p:cNvPr id="28688" name="Group 22"/>
            <p:cNvGrpSpPr/>
            <p:nvPr/>
          </p:nvGrpSpPr>
          <p:grpSpPr bwMode="auto">
            <a:xfrm>
              <a:off x="1664" y="3774"/>
              <a:ext cx="2496" cy="192"/>
              <a:chOff x="3024" y="3648"/>
              <a:chExt cx="2496" cy="192"/>
            </a:xfrm>
          </p:grpSpPr>
          <p:sp>
            <p:nvSpPr>
              <p:cNvPr id="28691" name="Rectangle 23"/>
              <p:cNvSpPr>
                <a:spLocks noChangeArrowheads="1"/>
              </p:cNvSpPr>
              <p:nvPr/>
            </p:nvSpPr>
            <p:spPr bwMode="auto">
              <a:xfrm>
                <a:off x="4051" y="3648"/>
                <a:ext cx="433" cy="192"/>
              </a:xfrm>
              <a:prstGeom prst="rect">
                <a:avLst/>
              </a:prstGeom>
              <a:solidFill>
                <a:srgbClr val="46AC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8692" name="Line 24"/>
              <p:cNvSpPr>
                <a:spLocks noChangeShapeType="1"/>
              </p:cNvSpPr>
              <p:nvPr/>
            </p:nvSpPr>
            <p:spPr bwMode="auto">
              <a:xfrm flipH="1">
                <a:off x="3024" y="3745"/>
                <a:ext cx="1009" cy="1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693" name="Line 25"/>
              <p:cNvSpPr>
                <a:spLocks noChangeShapeType="1"/>
              </p:cNvSpPr>
              <p:nvPr/>
            </p:nvSpPr>
            <p:spPr bwMode="auto">
              <a:xfrm>
                <a:off x="4511" y="3754"/>
                <a:ext cx="1009" cy="1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689" name="Text Box 26"/>
            <p:cNvSpPr txBox="1">
              <a:spLocks noChangeArrowheads="1"/>
            </p:cNvSpPr>
            <p:nvPr/>
          </p:nvSpPr>
          <p:spPr bwMode="auto">
            <a:xfrm>
              <a:off x="1519" y="3485"/>
              <a:ext cx="30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3200" b="1"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endPara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8690" name="Text Box 27"/>
            <p:cNvSpPr txBox="1">
              <a:spLocks noChangeArrowheads="1"/>
            </p:cNvSpPr>
            <p:nvPr/>
          </p:nvSpPr>
          <p:spPr bwMode="auto">
            <a:xfrm>
              <a:off x="3981" y="3456"/>
              <a:ext cx="28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3200" b="1">
                  <a:latin typeface="Times New Roman" panose="02020603050405020304" pitchFamily="18" charset="0"/>
                  <a:ea typeface="黑体" panose="02010609060101010101" pitchFamily="49" charset="-122"/>
                </a:rPr>
                <a:t>B</a:t>
              </a:r>
              <a:endPara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33820" name="Text Box 28"/>
          <p:cNvSpPr txBox="1">
            <a:spLocks noChangeArrowheads="1"/>
          </p:cNvSpPr>
          <p:nvPr/>
        </p:nvSpPr>
        <p:spPr bwMode="auto">
          <a:xfrm>
            <a:off x="5735442" y="4776312"/>
            <a:ext cx="84264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kumimoji="1" lang="en-US" altLang="zh-CN" sz="32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AB</a:t>
            </a:r>
            <a:endParaRPr kumimoji="1" lang="en-US" altLang="zh-CN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custDataLst>
              <p:tags r:id="rId1"/>
            </p:custDataLst>
          </p:nvPr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电压的参考方向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3973195" y="2424431"/>
            <a:ext cx="3240088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关联参考方向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p10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9703" name="AutoShape 7"/>
          <p:cNvSpPr>
            <a:spLocks noChangeArrowheads="1"/>
          </p:cNvSpPr>
          <p:nvPr/>
        </p:nvSpPr>
        <p:spPr bwMode="auto">
          <a:xfrm>
            <a:off x="4943475" y="692150"/>
            <a:ext cx="865188" cy="215900"/>
          </a:xfrm>
          <a:prstGeom prst="rightArrow">
            <a:avLst>
              <a:gd name="adj1" fmla="val 50000"/>
              <a:gd name="adj2" fmla="val 100184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880110" y="1019175"/>
            <a:ext cx="1057783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元件或支路的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i </a:t>
            </a:r>
            <a:r>
              <a:rPr kumimoji="1"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采用相同的参考方向称之为关联参考方向</a:t>
            </a:r>
            <a:endParaRPr kumimoji="1" lang="zh-CN" altLang="zh-CN" sz="2800" b="1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kumimoji="1"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反之，称为非关联参考方向</a:t>
            </a:r>
            <a:r>
              <a:rPr kumimoji="1" lang="zh-CN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800" b="1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9703" name="AutoShape 7"/>
          <p:cNvSpPr>
            <a:spLocks noChangeArrowheads="1"/>
          </p:cNvSpPr>
          <p:nvPr/>
        </p:nvSpPr>
        <p:spPr bwMode="auto">
          <a:xfrm>
            <a:off x="4943475" y="692150"/>
            <a:ext cx="865188" cy="215900"/>
          </a:xfrm>
          <a:prstGeom prst="rightArrow">
            <a:avLst>
              <a:gd name="adj1" fmla="val 50000"/>
              <a:gd name="adj2" fmla="val 100184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3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电路本课程的主要内容和地位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785" y="2165350"/>
            <a:ext cx="9322435" cy="35083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929006" y="1732915"/>
            <a:ext cx="7207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36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</a:t>
            </a:r>
            <a:endParaRPr kumimoji="1" lang="zh-CN" altLang="en-US" sz="36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2640330" y="1598930"/>
            <a:ext cx="8051165" cy="858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(1)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分析电路前必须选定电压和电流的参考方向。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2618105" y="2516505"/>
            <a:ext cx="8488045" cy="1513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(2)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参考方向一经选定，必须在图中相应位置标注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包括方向和</a:t>
            </a:r>
            <a:r>
              <a:rPr kumimoji="1"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符号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），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在计算过程中不得任意改变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2495550" y="3621405"/>
            <a:ext cx="8585835" cy="1852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）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参考方向不同时，其表达式相差一负号，但实际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         方向不变。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4477387" y="1012825"/>
            <a:ext cx="3051810" cy="313817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00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3600" b="1">
                <a:latin typeface="Times New Roman" panose="02020603050405020304" pitchFamily="18" charset="0"/>
                <a:ea typeface="黑体" panose="02010609060101010101" pitchFamily="49" charset="-122"/>
              </a:rPr>
              <a:t>1-3 </a:t>
            </a:r>
            <a:endParaRPr kumimoji="1" lang="en-US" altLang="zh-CN" sz="36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</a:pPr>
            <a:r>
              <a:rPr kumimoji="1" lang="zh-CN" altLang="en-US" sz="3600" b="1">
                <a:latin typeface="Times New Roman" panose="02020603050405020304" pitchFamily="18" charset="0"/>
                <a:ea typeface="黑体" panose="02010609060101010101" pitchFamily="49" charset="-122"/>
              </a:rPr>
              <a:t>电功率和能量 </a:t>
            </a:r>
            <a:endParaRPr kumimoji="1" lang="zh-CN" altLang="en-US" sz="36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</a:pPr>
            <a:r>
              <a:rPr kumimoji="1" lang="en-US" altLang="zh-CN" sz="3600" b="1">
                <a:latin typeface="Times New Roman" panose="02020603050405020304" pitchFamily="18" charset="0"/>
                <a:ea typeface="黑体" panose="02010609060101010101" pitchFamily="49" charset="-122"/>
              </a:rPr>
              <a:t>(power)</a:t>
            </a:r>
            <a:endParaRPr kumimoji="1" lang="en-US" altLang="zh-CN" sz="36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</a:pPr>
            <a:r>
              <a:rPr kumimoji="1" lang="en-US" altLang="zh-CN" sz="3600" b="1">
                <a:latin typeface="Times New Roman" panose="02020603050405020304" pitchFamily="18" charset="0"/>
                <a:ea typeface="黑体" panose="02010609060101010101" pitchFamily="49" charset="-122"/>
              </a:rPr>
              <a:t>p11</a:t>
            </a:r>
            <a:endParaRPr kumimoji="1" lang="en-US" altLang="zh-CN" sz="36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1895475" y="3511550"/>
            <a:ext cx="8676640" cy="2554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P10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algn="l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单位时间内，电场力将正电荷从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点移动到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点所做的功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122" name="Rectangle 6"/>
          <p:cNvSpPr>
            <a:spLocks noGrp="1" noChangeArrowheads="1"/>
          </p:cNvSpPr>
          <p:nvPr>
            <p:custDataLst>
              <p:tags r:id="rId1"/>
            </p:custDataLst>
          </p:nvPr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电压、电荷与电功率之间的关系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315460" y="989965"/>
            <a:ext cx="3057525" cy="19240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custDataLst>
              <p:tags r:id="rId1"/>
            </p:custDataLst>
          </p:nvPr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吸收与提供功率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3425" y="1104900"/>
            <a:ext cx="3013075" cy="4546600"/>
          </a:xfrm>
          <a:prstGeom prst="rect">
            <a:avLst/>
          </a:prstGeom>
        </p:spPr>
      </p:pic>
      <p:sp>
        <p:nvSpPr>
          <p:cNvPr id="4" name="Text Box 1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223385" y="1731010"/>
            <a:ext cx="7451090" cy="4215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、电阻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R1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。正电荷从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A-B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。即从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R1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的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+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到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-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，此时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R1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吸收功率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algn="l">
              <a:spcBef>
                <a:spcPct val="50000"/>
              </a:spcBef>
            </a:pP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、电源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Us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。正电荷从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-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到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+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，释放电能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algn="l">
              <a:spcBef>
                <a:spcPct val="50000"/>
              </a:spcBef>
            </a:pP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、理想电压、电流源既可以提供功率，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algn="l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也可以吸收功率（如充电电池。实际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algn="l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的电压、电流源不一定能吸收功率）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5" name="Object 5" descr="羊皮纸"/>
          <p:cNvGraphicFramePr>
            <a:graphicFrameLocks noChangeAspect="1"/>
          </p:cNvGraphicFramePr>
          <p:nvPr/>
        </p:nvGraphicFramePr>
        <p:xfrm>
          <a:off x="2145665" y="1014095"/>
          <a:ext cx="7446010" cy="2288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" name="Equation" r:id="rId1" imgW="1562100" imgH="482600" progId="Equation.3">
                  <p:embed/>
                </p:oleObj>
              </mc:Choice>
              <mc:Fallback>
                <p:oleObj name="Equation" r:id="rId1" imgW="1562100" imgH="482600" progId="Equation.3">
                  <p:embed/>
                  <p:pic>
                    <p:nvPicPr>
                      <p:cNvPr id="0" name="图片 165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665" y="1014095"/>
                        <a:ext cx="7446010" cy="2288540"/>
                      </a:xfrm>
                      <a:prstGeom prst="rect">
                        <a:avLst/>
                      </a:prstGeom>
                      <a:blipFill dpi="0" rotWithShape="0">
                        <a:blip r:embed="rId3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>
                        <a:prstShdw prst="shdw17" dist="17961" dir="2700000">
                          <a:srgbClr val="99997A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470219" y="6050598"/>
            <a:ext cx="55768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功率的单位：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W (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瓦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)        (Watt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，瓦特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en-US" altLang="zh-CN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6046788" y="6050918"/>
            <a:ext cx="55768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能量的单位：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J  (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焦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        (Joule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，焦耳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en-US" altLang="zh-CN" sz="24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6091" name="Object 11" descr="羊皮纸"/>
          <p:cNvGraphicFramePr>
            <a:graphicFrameLocks noChangeAspect="1"/>
          </p:cNvGraphicFramePr>
          <p:nvPr/>
        </p:nvGraphicFramePr>
        <p:xfrm>
          <a:off x="7117715" y="3577590"/>
          <a:ext cx="2473960" cy="2052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7" name="Equation" r:id="rId4" imgW="533400" imgH="444500" progId="Equation.3">
                  <p:embed/>
                </p:oleObj>
              </mc:Choice>
              <mc:Fallback>
                <p:oleObj name="Equation" r:id="rId4" imgW="533400" imgH="444500" progId="Equation.3">
                  <p:embed/>
                  <p:pic>
                    <p:nvPicPr>
                      <p:cNvPr id="0" name="图片 165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7715" y="3577590"/>
                        <a:ext cx="2473960" cy="2052955"/>
                      </a:xfrm>
                      <a:prstGeom prst="rect">
                        <a:avLst/>
                      </a:prstGeom>
                      <a:blipFill dpi="0" rotWithShape="0">
                        <a:blip r:embed="rId3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>
                        <a:prstShdw prst="shdw17" dist="17961" dir="2700000">
                          <a:srgbClr val="99997A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52980" y="3706495"/>
            <a:ext cx="3057525" cy="1924050"/>
          </a:xfrm>
          <a:prstGeom prst="rect">
            <a:avLst/>
          </a:prstGeom>
        </p:spPr>
      </p:pic>
      <p:sp>
        <p:nvSpPr>
          <p:cNvPr id="5122" name="Rectangle 6"/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电功率定义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custDataLst>
              <p:tags r:id="rId1"/>
            </p:custDataLst>
          </p:nvPr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电功率定义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45" y="1086485"/>
            <a:ext cx="10864850" cy="403479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871855" y="1065848"/>
            <a:ext cx="1039622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例：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、下图中，哪些元件发出功率，哪些吸收功率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    2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、发出与吸收功率是否守恒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提示，关联参考方向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122" name="Rectangle 6"/>
          <p:cNvSpPr>
            <a:spLocks noGrp="1" noChangeArrowheads="1"/>
          </p:cNvSpPr>
          <p:nvPr>
            <p:custDataLst>
              <p:tags r:id="rId1"/>
            </p:custDataLst>
          </p:nvPr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例题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96715" y="2183765"/>
            <a:ext cx="7577455" cy="390271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custDataLst>
              <p:tags r:id="rId1"/>
            </p:custDataLst>
          </p:nvPr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例题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56690" y="845185"/>
            <a:ext cx="8878570" cy="53181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5074" name="Text Box 2"/>
          <p:cNvSpPr txBox="1"/>
          <p:nvPr/>
        </p:nvSpPr>
        <p:spPr>
          <a:xfrm>
            <a:off x="1655445" y="1029335"/>
            <a:ext cx="7848600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/>
              <a:t>第一章 作业：</a:t>
            </a:r>
            <a:endParaRPr lang="en-US" altLang="zh-CN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/>
              <a:t>习题</a:t>
            </a:r>
            <a:endParaRPr lang="zh-CN" altLang="en-US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 dirty="0"/>
              <a:t>1-5         </a:t>
            </a:r>
            <a:r>
              <a:rPr lang="zh-CN" altLang="en-US" sz="3600" b="1" dirty="0"/>
              <a:t>吸收发送</a:t>
            </a:r>
            <a:r>
              <a:rPr lang="zh-CN" altLang="en-US" sz="3600" b="1" dirty="0"/>
              <a:t>功率</a:t>
            </a:r>
            <a:endParaRPr lang="zh-CN" altLang="en-US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36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525" y="1058545"/>
            <a:ext cx="7953375" cy="35242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4302444" y="2062480"/>
            <a:ext cx="3348037" cy="119888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3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1-4</a:t>
            </a:r>
            <a:endParaRPr kumimoji="1" lang="en-US" altLang="zh-CN" sz="36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/>
            <a:r>
              <a:rPr kumimoji="1" lang="en-US" altLang="zh-CN" sz="3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kumimoji="1" lang="zh-CN" altLang="en-US" sz="3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电路元件</a:t>
            </a:r>
            <a:endParaRPr kumimoji="1" lang="zh-CN" altLang="en-US" sz="36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626110" y="1524635"/>
            <a:ext cx="736600" cy="351091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mongolianVert"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3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二端元件</a:t>
            </a:r>
            <a:endParaRPr kumimoji="1" lang="zh-CN" altLang="en-US" sz="36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36868" name="Group 6"/>
          <p:cNvGrpSpPr/>
          <p:nvPr/>
        </p:nvGrpSpPr>
        <p:grpSpPr bwMode="auto">
          <a:xfrm>
            <a:off x="1992630" y="978535"/>
            <a:ext cx="3667760" cy="2154555"/>
            <a:chOff x="432" y="384"/>
            <a:chExt cx="1800" cy="950"/>
          </a:xfrm>
        </p:grpSpPr>
        <p:pic>
          <p:nvPicPr>
            <p:cNvPr id="36885" name="Picture 7" descr="mof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384"/>
              <a:ext cx="1800" cy="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86" name="Text Box 8"/>
            <p:cNvSpPr txBox="1">
              <a:spLocks noChangeArrowheads="1"/>
            </p:cNvSpPr>
            <p:nvPr/>
          </p:nvSpPr>
          <p:spPr bwMode="auto">
            <a:xfrm>
              <a:off x="1584" y="1104"/>
              <a:ext cx="62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碳膜电阻</a:t>
              </a:r>
              <a:endParaRPr kumimoji="1"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6869" name="Group 9"/>
          <p:cNvGrpSpPr/>
          <p:nvPr/>
        </p:nvGrpSpPr>
        <p:grpSpPr bwMode="auto">
          <a:xfrm>
            <a:off x="6547485" y="859155"/>
            <a:ext cx="2875280" cy="2558002"/>
            <a:chOff x="2352" y="384"/>
            <a:chExt cx="1080" cy="1080"/>
          </a:xfrm>
        </p:grpSpPr>
        <p:pic>
          <p:nvPicPr>
            <p:cNvPr id="36883" name="Picture 10" descr="2004123982199031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" y="384"/>
              <a:ext cx="1080" cy="1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84" name="Text Box 11"/>
            <p:cNvSpPr txBox="1">
              <a:spLocks noChangeArrowheads="1"/>
            </p:cNvSpPr>
            <p:nvPr/>
          </p:nvSpPr>
          <p:spPr bwMode="auto">
            <a:xfrm>
              <a:off x="2400" y="1296"/>
              <a:ext cx="768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2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贴片电阻</a:t>
              </a:r>
              <a:endPara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6871" name="Group 15"/>
          <p:cNvGrpSpPr/>
          <p:nvPr/>
        </p:nvGrpSpPr>
        <p:grpSpPr bwMode="auto">
          <a:xfrm>
            <a:off x="8077835" y="3234055"/>
            <a:ext cx="3935095" cy="3075940"/>
            <a:chOff x="3696" y="1536"/>
            <a:chExt cx="1776" cy="1201"/>
          </a:xfrm>
        </p:grpSpPr>
        <p:pic>
          <p:nvPicPr>
            <p:cNvPr id="36879" name="Picture 16" descr="dwq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6" y="1536"/>
              <a:ext cx="1776" cy="1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80" name="Text Box 17"/>
            <p:cNvSpPr txBox="1">
              <a:spLocks noChangeArrowheads="1"/>
            </p:cNvSpPr>
            <p:nvPr/>
          </p:nvSpPr>
          <p:spPr bwMode="auto">
            <a:xfrm>
              <a:off x="3744" y="2448"/>
              <a:ext cx="864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滑线电阻</a:t>
              </a:r>
              <a:endParaRPr kumimoji="1"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6872" name="Group 18"/>
          <p:cNvGrpSpPr/>
          <p:nvPr/>
        </p:nvGrpSpPr>
        <p:grpSpPr bwMode="auto">
          <a:xfrm>
            <a:off x="2174875" y="3998595"/>
            <a:ext cx="5450840" cy="2247265"/>
            <a:chOff x="694" y="2814"/>
            <a:chExt cx="2666" cy="1017"/>
          </a:xfrm>
        </p:grpSpPr>
        <p:pic>
          <p:nvPicPr>
            <p:cNvPr id="36876" name="Picture 19" descr="dwq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" y="2814"/>
              <a:ext cx="1200" cy="1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877" name="Picture 20" descr="dwq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0" y="2832"/>
              <a:ext cx="1200" cy="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8" name="Text Box 21"/>
            <p:cNvSpPr txBox="1">
              <a:spLocks noChangeArrowheads="1"/>
            </p:cNvSpPr>
            <p:nvPr/>
          </p:nvSpPr>
          <p:spPr bwMode="auto">
            <a:xfrm>
              <a:off x="1965" y="2880"/>
              <a:ext cx="195" cy="912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电位器</a:t>
              </a:r>
              <a:endParaRPr kumimoji="1"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/>
          <p:nvPr/>
        </p:nvGrpSpPr>
        <p:grpSpPr bwMode="auto">
          <a:xfrm>
            <a:off x="2009775" y="1305560"/>
            <a:ext cx="3561715" cy="3849903"/>
            <a:chOff x="672" y="432"/>
            <a:chExt cx="906" cy="1488"/>
          </a:xfrm>
        </p:grpSpPr>
        <p:pic>
          <p:nvPicPr>
            <p:cNvPr id="37900" name="Picture 3" descr="P_105240">
              <a:hlinkClick r:id="rId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432"/>
              <a:ext cx="906" cy="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01" name="Text Box 4"/>
            <p:cNvSpPr txBox="1">
              <a:spLocks noChangeArrowheads="1"/>
            </p:cNvSpPr>
            <p:nvPr/>
          </p:nvSpPr>
          <p:spPr bwMode="auto">
            <a:xfrm>
              <a:off x="672" y="1776"/>
              <a:ext cx="768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2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电解电容</a:t>
              </a:r>
              <a:endPara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11"/>
          <p:cNvGrpSpPr/>
          <p:nvPr/>
        </p:nvGrpSpPr>
        <p:grpSpPr bwMode="auto">
          <a:xfrm>
            <a:off x="6370955" y="1305560"/>
            <a:ext cx="4561840" cy="3608596"/>
            <a:chOff x="3651" y="2341"/>
            <a:chExt cx="1905" cy="1528"/>
          </a:xfrm>
        </p:grpSpPr>
        <p:graphicFrame>
          <p:nvGraphicFramePr>
            <p:cNvPr id="37896" name="Object 12"/>
            <p:cNvGraphicFramePr>
              <a:graphicFrameLocks noChangeAspect="1"/>
            </p:cNvGraphicFramePr>
            <p:nvPr/>
          </p:nvGraphicFramePr>
          <p:xfrm>
            <a:off x="3651" y="2341"/>
            <a:ext cx="1769" cy="1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86" name="Image" r:id="rId3" imgW="2614930" imgH="2137410" progId="Photoshop.Image.7">
                    <p:embed/>
                  </p:oleObj>
                </mc:Choice>
                <mc:Fallback>
                  <p:oleObj name="Image" r:id="rId3" imgW="2614930" imgH="2137410" progId="Photoshop.Image.7">
                    <p:embed/>
                    <p:pic>
                      <p:nvPicPr>
                        <p:cNvPr id="0" name="图片 184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2341"/>
                          <a:ext cx="1769" cy="1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49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7" name="Text Box 13"/>
            <p:cNvSpPr txBox="1">
              <a:spLocks noChangeArrowheads="1"/>
            </p:cNvSpPr>
            <p:nvPr/>
          </p:nvSpPr>
          <p:spPr bwMode="auto">
            <a:xfrm>
              <a:off x="4059" y="3612"/>
              <a:ext cx="1497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电力电容器</a:t>
              </a:r>
              <a:endPara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3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电路本课程的主要内容和地位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3" descr="EMI">
            <a:hlinkClick r:id="rId1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" y="1620520"/>
            <a:ext cx="5015865" cy="3993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5" descr="2004SEP15_NP_CM_CP_01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505" y="1620520"/>
            <a:ext cx="5153025" cy="3993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3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电路本课程的主要内容和地位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3" descr="直流稳压电源">
            <a:hlinkClick r:id="rId1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990" y="1097915"/>
            <a:ext cx="8170545" cy="450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3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电路本课程的主要内容和地位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二端电路元件的特点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custDataLst>
              <p:tags r:id="rId1"/>
            </p:custDataLst>
          </p:nvPr>
        </p:nvSpPr>
        <p:spPr bwMode="gray">
          <a:xfrm>
            <a:off x="1078865" y="1016000"/>
            <a:ext cx="10034270" cy="22644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集总元件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l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流入二端元件一个端子的电流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等于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从另一个端子流出的电流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l" eaLnBrk="1" hangingPunct="1"/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custDataLst>
              <p:tags r:id="rId2"/>
            </p:custDataLst>
          </p:nvPr>
        </p:nvSpPr>
        <p:spPr bwMode="gray">
          <a:xfrm>
            <a:off x="1078865" y="3137535"/>
            <a:ext cx="10034270" cy="22644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线性、非线性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l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二端、三端、四端等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2962594" y="1608773"/>
            <a:ext cx="5722937" cy="230695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3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1-5</a:t>
            </a:r>
            <a:endParaRPr kumimoji="1" lang="en-US" altLang="zh-CN" sz="36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/>
            <a:r>
              <a:rPr kumimoji="1" lang="en-US" altLang="zh-CN" sz="3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kumimoji="1" lang="zh-CN" altLang="en-US" sz="3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电阻元件</a:t>
            </a:r>
            <a:endParaRPr kumimoji="1" lang="zh-CN" altLang="en-US" sz="36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/>
            <a:r>
              <a:rPr kumimoji="1" lang="zh-CN" altLang="en-US" sz="3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3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(resistor)</a:t>
            </a:r>
            <a:endParaRPr kumimoji="1" lang="en-US" altLang="zh-CN" sz="36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/>
            <a:r>
              <a:rPr kumimoji="1" lang="en-US" altLang="zh-CN" sz="36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p13</a:t>
            </a:r>
            <a:endParaRPr kumimoji="1" lang="en-US" altLang="zh-CN" sz="36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电阻的伏安关系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6881" name="Rectangle 1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50341" y="5091431"/>
            <a:ext cx="7561263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4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电阻只能吸能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、电压在其上下降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电阻是无记忆、双向性的元件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6882" name="AutoShape 18" descr="羊皮纸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658813" y="1280796"/>
            <a:ext cx="1871662" cy="828675"/>
          </a:xfrm>
          <a:prstGeom prst="wedgeRectCallout">
            <a:avLst>
              <a:gd name="adj1" fmla="val -81620"/>
              <a:gd name="adj2" fmla="val 5862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zh-CN" altLang="en-US" sz="24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取关联参考方向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5" name="Group 19"/>
          <p:cNvGrpSpPr/>
          <p:nvPr/>
        </p:nvGrpSpPr>
        <p:grpSpPr bwMode="auto">
          <a:xfrm>
            <a:off x="3256280" y="961312"/>
            <a:ext cx="4248150" cy="1748234"/>
            <a:chOff x="2154" y="1881"/>
            <a:chExt cx="2676" cy="1101"/>
          </a:xfrm>
        </p:grpSpPr>
        <p:grpSp>
          <p:nvGrpSpPr>
            <p:cNvPr id="42001" name="Group 20"/>
            <p:cNvGrpSpPr/>
            <p:nvPr/>
          </p:nvGrpSpPr>
          <p:grpSpPr bwMode="auto">
            <a:xfrm>
              <a:off x="2336" y="1881"/>
              <a:ext cx="2086" cy="733"/>
              <a:chOff x="1751" y="3351"/>
              <a:chExt cx="1632" cy="587"/>
            </a:xfrm>
          </p:grpSpPr>
          <p:sp>
            <p:nvSpPr>
              <p:cNvPr id="42007" name="Text Box 21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2491" y="3351"/>
                <a:ext cx="207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28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R</a:t>
                </a:r>
                <a:endParaRPr kumimoji="1" lang="en-US" altLang="zh-CN" sz="2800" b="1" i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42008" name="Rectangle 22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2327" y="3702"/>
                <a:ext cx="480" cy="2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2009" name="Line 23"/>
              <p:cNvSpPr>
                <a:spLocks noChangeShapeType="1"/>
              </p:cNvSpPr>
              <p:nvPr>
                <p:custDataLst>
                  <p:tags r:id="rId6"/>
                </p:custDataLst>
              </p:nvPr>
            </p:nvSpPr>
            <p:spPr bwMode="auto">
              <a:xfrm flipH="1" flipV="1">
                <a:off x="1751" y="3820"/>
                <a:ext cx="57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10" name="Line 24"/>
              <p:cNvSpPr>
                <a:spLocks noChangeShapeType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2807" y="3820"/>
                <a:ext cx="57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2002" name="Text Box 2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152" y="2614"/>
              <a:ext cx="49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2003" name="AutoShape 2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245" y="2205"/>
              <a:ext cx="499" cy="91"/>
            </a:xfrm>
            <a:prstGeom prst="rightArrow">
              <a:avLst>
                <a:gd name="adj1" fmla="val 50000"/>
                <a:gd name="adj2" fmla="val 137088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2004" name="Text Box 2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744" y="2024"/>
              <a:ext cx="36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3200" b="1" i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2005" name="Text Box 2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154" y="2523"/>
              <a:ext cx="317" cy="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4000" b="1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40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2006" name="Text Box 2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241" y="2478"/>
              <a:ext cx="58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zh-CN" altLang="en-US" sz="4000" b="1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－</a:t>
              </a:r>
              <a:endPara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011363" y="8366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4400">
                <a:solidFill>
                  <a:srgbClr val="44463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</a:t>
            </a:r>
            <a:endParaRPr lang="zh-CN" altLang="en-US" sz="4400">
              <a:solidFill>
                <a:srgbClr val="444638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847851" y="113506"/>
            <a:ext cx="2105025" cy="521970"/>
          </a:xfrm>
          <a:prstGeom prst="rect">
            <a:avLst/>
          </a:prstGeom>
          <a:noFill/>
          <a:ln w="381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kumimoji="1" lang="zh-CN" altLang="en-US" sz="2800" b="1" i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～</a:t>
            </a:r>
            <a:r>
              <a:rPr kumimoji="1"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关系</a:t>
            </a:r>
            <a:endParaRPr kumimoji="1"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025901" y="330836"/>
            <a:ext cx="792163" cy="144463"/>
          </a:xfrm>
          <a:prstGeom prst="rightArrow">
            <a:avLst>
              <a:gd name="adj1" fmla="val 50000"/>
              <a:gd name="adj2" fmla="val 137088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384676" y="114935"/>
            <a:ext cx="48244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满足欧姆定律 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(Ohm’s Law)</a:t>
            </a:r>
            <a:endParaRPr kumimoji="1" lang="en-US" altLang="zh-CN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3378200" y="4121151"/>
          <a:ext cx="273685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8" imgW="708025" imgH="167640" progId="Equation.3">
                  <p:embed/>
                </p:oleObj>
              </mc:Choice>
              <mc:Fallback>
                <p:oleObj name="Equation" r:id="rId18" imgW="708025" imgH="167640" progId="Equation.3">
                  <p:embed/>
                  <p:pic>
                    <p:nvPicPr>
                      <p:cNvPr id="0" name="图片 206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4121151"/>
                        <a:ext cx="273685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3378200" y="3469959"/>
          <a:ext cx="1525588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1" imgW="405765" imgH="167640" progId="Equation.3">
                  <p:embed/>
                </p:oleObj>
              </mc:Choice>
              <mc:Fallback>
                <p:oleObj name="Equation" r:id="rId21" imgW="405765" imgH="167640" progId="Equation.3">
                  <p:embed/>
                  <p:pic>
                    <p:nvPicPr>
                      <p:cNvPr id="0" name="图片 206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3469959"/>
                        <a:ext cx="1525588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9"/>
          <p:cNvGrpSpPr/>
          <p:nvPr/>
        </p:nvGrpSpPr>
        <p:grpSpPr bwMode="auto">
          <a:xfrm>
            <a:off x="8395653" y="1454468"/>
            <a:ext cx="2882900" cy="2733674"/>
            <a:chOff x="3560" y="618"/>
            <a:chExt cx="1816" cy="1722"/>
          </a:xfrm>
        </p:grpSpPr>
        <p:sp>
          <p:nvSpPr>
            <p:cNvPr id="15" name="Line 10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3560" y="1435"/>
              <a:ext cx="15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6" name="Line 11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4241" y="933"/>
              <a:ext cx="0" cy="14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 flipV="1">
              <a:off x="3787" y="800"/>
              <a:ext cx="1089" cy="10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" name="Text Box 13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286" y="618"/>
              <a:ext cx="27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9" name="Text Box 14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103" y="1298"/>
              <a:ext cx="27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0" name="AutoShape 30" descr="羊皮纸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 rot="5400000">
            <a:off x="9738519" y="4084797"/>
            <a:ext cx="1081088" cy="2339975"/>
          </a:xfrm>
          <a:prstGeom prst="wedgeRectCallout">
            <a:avLst>
              <a:gd name="adj1" fmla="val -89530"/>
              <a:gd name="adj2" fmla="val 16892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伏安特性为一条过原点的直线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1" name="Object 31"/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3378201" y="2770823"/>
          <a:ext cx="14398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30" imgW="367030" imgH="135255" progId="Equation.3">
                  <p:embed/>
                </p:oleObj>
              </mc:Choice>
              <mc:Fallback>
                <p:oleObj name="Equation" r:id="rId30" imgW="367030" imgH="135255" progId="Equation.3">
                  <p:embed/>
                  <p:pic>
                    <p:nvPicPr>
                      <p:cNvPr id="0" name="图片 206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1" y="2770823"/>
                        <a:ext cx="143986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电阻的伏安关系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6882" name="AutoShape 18" descr="羊皮纸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658813" y="1280796"/>
            <a:ext cx="1871662" cy="828675"/>
          </a:xfrm>
          <a:prstGeom prst="wedgeRectCallout">
            <a:avLst>
              <a:gd name="adj1" fmla="val -81620"/>
              <a:gd name="adj2" fmla="val 5862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zh-CN" altLang="en-US" sz="24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取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非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关联参考方向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11363" y="8366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4400">
                <a:solidFill>
                  <a:srgbClr val="44463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</a:t>
            </a:r>
            <a:endParaRPr lang="zh-CN" altLang="en-US" sz="4400">
              <a:solidFill>
                <a:srgbClr val="444638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4019868" y="3423921"/>
          <a:ext cx="2013585" cy="721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5" imgW="520700" imgH="177165" progId="Equation.3">
                  <p:embed/>
                </p:oleObj>
              </mc:Choice>
              <mc:Fallback>
                <p:oleObj name="Equation" r:id="rId5" imgW="520700" imgH="177165" progId="Equation.3">
                  <p:embed/>
                  <p:pic>
                    <p:nvPicPr>
                      <p:cNvPr id="0" name="图片 206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868" y="3423921"/>
                        <a:ext cx="2013585" cy="721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1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4039713" y="2341246"/>
          <a:ext cx="1993900" cy="732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8" imgW="508000" imgH="177165" progId="Equation.3">
                  <p:embed/>
                </p:oleObj>
              </mc:Choice>
              <mc:Fallback>
                <p:oleObj name="Equation" r:id="rId8" imgW="508000" imgH="177165" progId="Equation.3">
                  <p:embed/>
                  <p:pic>
                    <p:nvPicPr>
                      <p:cNvPr id="0" name="图片 206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9713" y="2341246"/>
                        <a:ext cx="1993900" cy="732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/>
          <p:nvPr/>
        </p:nvGrpSpPr>
        <p:grpSpPr bwMode="auto">
          <a:xfrm>
            <a:off x="3805239" y="803140"/>
            <a:ext cx="3671887" cy="1628288"/>
            <a:chOff x="1610" y="1999"/>
            <a:chExt cx="2540" cy="1180"/>
          </a:xfrm>
        </p:grpSpPr>
        <p:grpSp>
          <p:nvGrpSpPr>
            <p:cNvPr id="44054" name="Group 8"/>
            <p:cNvGrpSpPr/>
            <p:nvPr/>
          </p:nvGrpSpPr>
          <p:grpSpPr bwMode="auto">
            <a:xfrm>
              <a:off x="1928" y="1999"/>
              <a:ext cx="2086" cy="757"/>
              <a:chOff x="1751" y="3332"/>
              <a:chExt cx="1632" cy="606"/>
            </a:xfrm>
          </p:grpSpPr>
          <p:sp>
            <p:nvSpPr>
              <p:cNvPr id="44060" name="Text Box 9"/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481" y="3332"/>
                <a:ext cx="228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28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R</a:t>
                </a:r>
                <a:endParaRPr kumimoji="1" lang="en-US" altLang="zh-CN" sz="2800" b="1" i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44061" name="Rectangle 10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327" y="3702"/>
                <a:ext cx="480" cy="236"/>
              </a:xfrm>
              <a:prstGeom prst="rect">
                <a:avLst/>
              </a:prstGeom>
              <a:solidFill>
                <a:srgbClr val="46AC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4062" name="Line 11"/>
              <p:cNvSpPr>
                <a:spLocks noChangeShapeType="1"/>
              </p:cNvSpPr>
              <p:nvPr>
                <p:custDataLst>
                  <p:tags r:id="rId12"/>
                </p:custDataLst>
              </p:nvPr>
            </p:nvSpPr>
            <p:spPr bwMode="auto">
              <a:xfrm flipH="1" flipV="1">
                <a:off x="1751" y="3820"/>
                <a:ext cx="57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63" name="Line 12"/>
              <p:cNvSpPr>
                <a:spLocks noChangeShapeType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807" y="3820"/>
                <a:ext cx="57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055" name="Text Box 1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744" y="2756"/>
              <a:ext cx="490" cy="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3200" b="1" i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56" name="AutoShape 14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837" y="2347"/>
              <a:ext cx="499" cy="91"/>
            </a:xfrm>
            <a:prstGeom prst="rightArrow">
              <a:avLst>
                <a:gd name="adj1" fmla="val 50000"/>
                <a:gd name="adj2" fmla="val 137088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4057" name="Text Box 15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336" y="2166"/>
              <a:ext cx="363" cy="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3200" b="1" i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58" name="Text Box 1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833" y="2614"/>
              <a:ext cx="31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4000" b="1">
                  <a:solidFill>
                    <a:srgbClr val="CC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40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59" name="Text Box 1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610" y="2615"/>
              <a:ext cx="589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4000" b="1">
                  <a:solidFill>
                    <a:srgbClr val="CC00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-</a:t>
              </a:r>
              <a:endParaRPr kumimoji="1" lang="en-US" altLang="zh-CN" sz="2400" b="1">
                <a:solidFill>
                  <a:srgbClr val="CC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6868" name="Text Box 4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784919" y="4276726"/>
            <a:ext cx="6345237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R 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称为电阻，单位：</a:t>
            </a:r>
            <a:r>
              <a:rPr kumimoji="1" lang="zh-CN" altLang="en-US" sz="320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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(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欧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)   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ctr"/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   (Ohm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，欧姆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)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6879" name="Text Box 15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1012508" y="4467226"/>
            <a:ext cx="1439862" cy="460375"/>
          </a:xfrm>
          <a:prstGeom prst="rect">
            <a:avLst/>
          </a:prstGeom>
          <a:noFill/>
          <a:ln w="38100" algn="ctr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单位</a:t>
            </a:r>
            <a:endParaRPr kumimoji="1"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6880" name="AutoShape 16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668271" y="4684713"/>
            <a:ext cx="792163" cy="144462"/>
          </a:xfrm>
          <a:prstGeom prst="rightArrow">
            <a:avLst>
              <a:gd name="adj1" fmla="val 50000"/>
              <a:gd name="adj2" fmla="val 137088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460751" y="5352733"/>
            <a:ext cx="756126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G 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称为电导，单位： 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S(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西门子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)  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ctr"/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 (Siemens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，西门子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) 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821815" y="4610100"/>
            <a:ext cx="7222490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对于电阻来说，</a:t>
            </a:r>
            <a:endParaRPr kumimoji="1"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Monotype Sorts" pitchFamily="2" charset="2"/>
            </a:endParaRPr>
          </a:p>
          <a:p>
            <a:pPr algn="l"/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上述结果说明电阻元件在任何时刻总是消耗功率的。</a:t>
            </a:r>
            <a:endParaRPr kumimoji="1"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6139181" y="3217863"/>
            <a:ext cx="4335463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3200" b="1" i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–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u i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 –(–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R i) i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 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3200" b="1" i="1" baseline="30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 R </a:t>
            </a:r>
            <a:endParaRPr kumimoji="1" lang="en-US" altLang="zh-CN" sz="3200" b="1" i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</a:pP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–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(–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u/ R) 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  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kumimoji="1" lang="en-US" altLang="zh-CN" sz="3200" b="1" i="1" baseline="30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/ R</a:t>
            </a:r>
            <a:endParaRPr kumimoji="1" lang="en-US" altLang="zh-CN" sz="3200" b="1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6028055" y="1514635"/>
            <a:ext cx="40386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32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u i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 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3200" b="1" baseline="30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kumimoji="1" lang="en-US" altLang="zh-CN" sz="3200" b="1" baseline="30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</a:rPr>
              <a:t> / R</a:t>
            </a:r>
            <a:endParaRPr kumimoji="1" lang="en-US" altLang="zh-CN" sz="3200" b="1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322423" y="948373"/>
            <a:ext cx="1101090" cy="460375"/>
          </a:xfrm>
          <a:prstGeom prst="rect">
            <a:avLst/>
          </a:prstGeom>
          <a:noFill/>
          <a:ln w="38100" cap="sq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Monotype Sorts" pitchFamily="2" charset="2"/>
              </a:rPr>
              <a:t>功率：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Monotype Sorts" pitchFamily="2" charset="2"/>
            </a:endParaRPr>
          </a:p>
        </p:txBody>
      </p:sp>
      <p:grpSp>
        <p:nvGrpSpPr>
          <p:cNvPr id="2" name="Group 7"/>
          <p:cNvGrpSpPr/>
          <p:nvPr/>
        </p:nvGrpSpPr>
        <p:grpSpPr bwMode="auto">
          <a:xfrm>
            <a:off x="1601789" y="2987540"/>
            <a:ext cx="3671887" cy="1628288"/>
            <a:chOff x="1610" y="1999"/>
            <a:chExt cx="2540" cy="1180"/>
          </a:xfrm>
        </p:grpSpPr>
        <p:grpSp>
          <p:nvGrpSpPr>
            <p:cNvPr id="44054" name="Group 8"/>
            <p:cNvGrpSpPr/>
            <p:nvPr/>
          </p:nvGrpSpPr>
          <p:grpSpPr bwMode="auto">
            <a:xfrm>
              <a:off x="1928" y="1999"/>
              <a:ext cx="2086" cy="757"/>
              <a:chOff x="1751" y="3332"/>
              <a:chExt cx="1632" cy="606"/>
            </a:xfrm>
          </p:grpSpPr>
          <p:sp>
            <p:nvSpPr>
              <p:cNvPr id="44060" name="Text Box 9"/>
              <p:cNvSpPr txBox="1">
                <a:spLocks noChangeArrowheads="1"/>
              </p:cNvSpPr>
              <p:nvPr/>
            </p:nvSpPr>
            <p:spPr bwMode="auto">
              <a:xfrm>
                <a:off x="2481" y="3332"/>
                <a:ext cx="228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28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R</a:t>
                </a:r>
                <a:endParaRPr kumimoji="1" lang="en-US" altLang="zh-CN" sz="2800" b="1" i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44061" name="Rectangle 10"/>
              <p:cNvSpPr>
                <a:spLocks noChangeArrowheads="1"/>
              </p:cNvSpPr>
              <p:nvPr/>
            </p:nvSpPr>
            <p:spPr bwMode="auto">
              <a:xfrm>
                <a:off x="2327" y="3702"/>
                <a:ext cx="480" cy="236"/>
              </a:xfrm>
              <a:prstGeom prst="rect">
                <a:avLst/>
              </a:prstGeom>
              <a:solidFill>
                <a:srgbClr val="46AC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4062" name="Line 11"/>
              <p:cNvSpPr>
                <a:spLocks noChangeShapeType="1"/>
              </p:cNvSpPr>
              <p:nvPr/>
            </p:nvSpPr>
            <p:spPr bwMode="auto">
              <a:xfrm flipH="1" flipV="1">
                <a:off x="1751" y="3820"/>
                <a:ext cx="57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63" name="Line 12"/>
              <p:cNvSpPr>
                <a:spLocks noChangeShapeType="1"/>
              </p:cNvSpPr>
              <p:nvPr/>
            </p:nvSpPr>
            <p:spPr bwMode="auto">
              <a:xfrm>
                <a:off x="2807" y="3820"/>
                <a:ext cx="57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055" name="Text Box 13"/>
            <p:cNvSpPr txBox="1">
              <a:spLocks noChangeArrowheads="1"/>
            </p:cNvSpPr>
            <p:nvPr/>
          </p:nvSpPr>
          <p:spPr bwMode="auto">
            <a:xfrm>
              <a:off x="2744" y="2756"/>
              <a:ext cx="490" cy="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3200" b="1" i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56" name="AutoShape 14"/>
            <p:cNvSpPr>
              <a:spLocks noChangeArrowheads="1"/>
            </p:cNvSpPr>
            <p:nvPr/>
          </p:nvSpPr>
          <p:spPr bwMode="auto">
            <a:xfrm>
              <a:off x="1837" y="2347"/>
              <a:ext cx="499" cy="91"/>
            </a:xfrm>
            <a:prstGeom prst="rightArrow">
              <a:avLst>
                <a:gd name="adj1" fmla="val 50000"/>
                <a:gd name="adj2" fmla="val 137088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4057" name="Text Box 15"/>
            <p:cNvSpPr txBox="1">
              <a:spLocks noChangeArrowheads="1"/>
            </p:cNvSpPr>
            <p:nvPr/>
          </p:nvSpPr>
          <p:spPr bwMode="auto">
            <a:xfrm>
              <a:off x="2336" y="2166"/>
              <a:ext cx="363" cy="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3200" b="1" i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58" name="Text Box 16"/>
            <p:cNvSpPr txBox="1">
              <a:spLocks noChangeArrowheads="1"/>
            </p:cNvSpPr>
            <p:nvPr/>
          </p:nvSpPr>
          <p:spPr bwMode="auto">
            <a:xfrm>
              <a:off x="3833" y="2614"/>
              <a:ext cx="31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4000" b="1">
                  <a:solidFill>
                    <a:srgbClr val="CC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40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59" name="Text Box 17"/>
            <p:cNvSpPr txBox="1">
              <a:spLocks noChangeArrowheads="1"/>
            </p:cNvSpPr>
            <p:nvPr/>
          </p:nvSpPr>
          <p:spPr bwMode="auto">
            <a:xfrm>
              <a:off x="1610" y="2615"/>
              <a:ext cx="589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4000" b="1">
                  <a:solidFill>
                    <a:srgbClr val="CC00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-</a:t>
              </a:r>
              <a:endParaRPr kumimoji="1" lang="en-US" altLang="zh-CN" sz="2400" b="1">
                <a:solidFill>
                  <a:srgbClr val="CC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4" name="Group 18"/>
          <p:cNvGrpSpPr/>
          <p:nvPr/>
        </p:nvGrpSpPr>
        <p:grpSpPr bwMode="auto">
          <a:xfrm>
            <a:off x="1725295" y="1110480"/>
            <a:ext cx="3714750" cy="1628911"/>
            <a:chOff x="567" y="1116"/>
            <a:chExt cx="2340" cy="1026"/>
          </a:xfrm>
        </p:grpSpPr>
        <p:grpSp>
          <p:nvGrpSpPr>
            <p:cNvPr id="44044" name="Group 19"/>
            <p:cNvGrpSpPr/>
            <p:nvPr/>
          </p:nvGrpSpPr>
          <p:grpSpPr bwMode="auto">
            <a:xfrm>
              <a:off x="805" y="1116"/>
              <a:ext cx="1863" cy="658"/>
              <a:chOff x="1751" y="3332"/>
              <a:chExt cx="1632" cy="606"/>
            </a:xfrm>
          </p:grpSpPr>
          <p:sp>
            <p:nvSpPr>
              <p:cNvPr id="44050" name="Text Box 20"/>
              <p:cNvSpPr txBox="1">
                <a:spLocks noChangeArrowheads="1"/>
              </p:cNvSpPr>
              <p:nvPr/>
            </p:nvSpPr>
            <p:spPr bwMode="auto">
              <a:xfrm>
                <a:off x="2479" y="3332"/>
                <a:ext cx="232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28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R</a:t>
                </a:r>
                <a:endParaRPr kumimoji="1" lang="en-US" altLang="zh-CN" sz="2800" b="1" i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44051" name="Rectangle 21"/>
              <p:cNvSpPr>
                <a:spLocks noChangeArrowheads="1"/>
              </p:cNvSpPr>
              <p:nvPr/>
            </p:nvSpPr>
            <p:spPr bwMode="auto">
              <a:xfrm>
                <a:off x="2327" y="3702"/>
                <a:ext cx="480" cy="236"/>
              </a:xfrm>
              <a:prstGeom prst="rect">
                <a:avLst/>
              </a:prstGeom>
              <a:solidFill>
                <a:srgbClr val="46AC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4052" name="Line 22"/>
              <p:cNvSpPr>
                <a:spLocks noChangeShapeType="1"/>
              </p:cNvSpPr>
              <p:nvPr/>
            </p:nvSpPr>
            <p:spPr bwMode="auto">
              <a:xfrm flipH="1" flipV="1">
                <a:off x="1751" y="3820"/>
                <a:ext cx="57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3" name="Line 23"/>
              <p:cNvSpPr>
                <a:spLocks noChangeShapeType="1"/>
              </p:cNvSpPr>
              <p:nvPr/>
            </p:nvSpPr>
            <p:spPr bwMode="auto">
              <a:xfrm>
                <a:off x="2807" y="3820"/>
                <a:ext cx="57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045" name="Text Box 24"/>
            <p:cNvSpPr txBox="1">
              <a:spLocks noChangeArrowheads="1"/>
            </p:cNvSpPr>
            <p:nvPr/>
          </p:nvSpPr>
          <p:spPr bwMode="auto">
            <a:xfrm>
              <a:off x="1534" y="1774"/>
              <a:ext cx="43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3200" b="1" i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46" name="AutoShape 25"/>
            <p:cNvSpPr>
              <a:spLocks noChangeArrowheads="1"/>
            </p:cNvSpPr>
            <p:nvPr/>
          </p:nvSpPr>
          <p:spPr bwMode="auto">
            <a:xfrm>
              <a:off x="724" y="1419"/>
              <a:ext cx="445" cy="79"/>
            </a:xfrm>
            <a:prstGeom prst="rightArrow">
              <a:avLst>
                <a:gd name="adj1" fmla="val 50000"/>
                <a:gd name="adj2" fmla="val 140823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4047" name="Text Box 26"/>
            <p:cNvSpPr txBox="1">
              <a:spLocks noChangeArrowheads="1"/>
            </p:cNvSpPr>
            <p:nvPr/>
          </p:nvSpPr>
          <p:spPr bwMode="auto">
            <a:xfrm>
              <a:off x="1169" y="1261"/>
              <a:ext cx="32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3200" b="1" i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48" name="Text Box 27"/>
            <p:cNvSpPr txBox="1">
              <a:spLocks noChangeArrowheads="1"/>
            </p:cNvSpPr>
            <p:nvPr/>
          </p:nvSpPr>
          <p:spPr bwMode="auto">
            <a:xfrm>
              <a:off x="567" y="1616"/>
              <a:ext cx="283" cy="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4000" b="1">
                  <a:solidFill>
                    <a:srgbClr val="CC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40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49" name="Text Box 28"/>
            <p:cNvSpPr txBox="1">
              <a:spLocks noChangeArrowheads="1"/>
            </p:cNvSpPr>
            <p:nvPr/>
          </p:nvSpPr>
          <p:spPr bwMode="auto">
            <a:xfrm>
              <a:off x="2381" y="1525"/>
              <a:ext cx="52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4000" b="1">
                  <a:solidFill>
                    <a:srgbClr val="CC00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-</a:t>
              </a:r>
              <a:endParaRPr kumimoji="1" lang="en-US" altLang="zh-CN" sz="2400" b="1">
                <a:solidFill>
                  <a:srgbClr val="CC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电阻功率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9" name="Text Box 29"/>
          <p:cNvSpPr txBox="1">
            <a:spLocks noChangeArrowheads="1"/>
          </p:cNvSpPr>
          <p:nvPr/>
        </p:nvSpPr>
        <p:spPr bwMode="auto">
          <a:xfrm>
            <a:off x="3056256" y="1915796"/>
            <a:ext cx="63166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可用功表示。从 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到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电阻消耗的能量：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0750" name="Object 30"/>
          <p:cNvGraphicFramePr>
            <a:graphicFrameLocks noChangeAspect="1"/>
          </p:cNvGraphicFramePr>
          <p:nvPr/>
        </p:nvGraphicFramePr>
        <p:xfrm>
          <a:off x="3608388" y="3060700"/>
          <a:ext cx="37973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8" name="Equation" r:id="rId1" imgW="32613600" imgH="8534400" progId="Equation.DSMT4">
                  <p:embed/>
                </p:oleObj>
              </mc:Choice>
              <mc:Fallback>
                <p:oleObj name="Equation" r:id="rId1" imgW="32613600" imgH="8534400" progId="Equation.DSMT4">
                  <p:embed/>
                  <p:pic>
                    <p:nvPicPr>
                      <p:cNvPr id="0" name="图片 215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388" y="3060700"/>
                        <a:ext cx="379730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1" name="Text Box 31"/>
          <p:cNvSpPr txBox="1">
            <a:spLocks noChangeArrowheads="1"/>
          </p:cNvSpPr>
          <p:nvPr/>
        </p:nvSpPr>
        <p:spPr bwMode="auto">
          <a:xfrm>
            <a:off x="1760855" y="1845945"/>
            <a:ext cx="1295400" cy="521970"/>
          </a:xfrm>
          <a:prstGeom prst="rect">
            <a:avLst/>
          </a:prstGeom>
          <a:noFill/>
          <a:ln w="38100" algn="ctr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能量：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122" name="Rectangle 6"/>
          <p:cNvSpPr>
            <a:spLocks noGrp="1" noChangeArrowheads="1"/>
          </p:cNvSpPr>
          <p:nvPr/>
        </p:nvSpPr>
        <p:spPr bwMode="gray">
          <a:xfrm>
            <a:off x="6841490" y="78740"/>
            <a:ext cx="5255895" cy="52959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电阻能量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438401" y="1727201"/>
            <a:ext cx="1862138" cy="2225675"/>
            <a:chOff x="426" y="1631"/>
            <a:chExt cx="1173" cy="1402"/>
          </a:xfrm>
        </p:grpSpPr>
        <p:sp>
          <p:nvSpPr>
            <p:cNvPr id="45077" name="Text Box 3"/>
            <p:cNvSpPr txBox="1">
              <a:spLocks noChangeArrowheads="1"/>
            </p:cNvSpPr>
            <p:nvPr/>
          </p:nvSpPr>
          <p:spPr bwMode="auto">
            <a:xfrm>
              <a:off x="1286" y="2236"/>
              <a:ext cx="26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5078" name="Text Box 4"/>
            <p:cNvSpPr txBox="1">
              <a:spLocks noChangeArrowheads="1"/>
            </p:cNvSpPr>
            <p:nvPr/>
          </p:nvSpPr>
          <p:spPr bwMode="auto">
            <a:xfrm>
              <a:off x="1421" y="1660"/>
              <a:ext cx="17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5079" name="Text Box 5"/>
            <p:cNvSpPr txBox="1">
              <a:spLocks noChangeArrowheads="1"/>
            </p:cNvSpPr>
            <p:nvPr/>
          </p:nvSpPr>
          <p:spPr bwMode="auto">
            <a:xfrm>
              <a:off x="486" y="2111"/>
              <a:ext cx="24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5080" name="Rectangle 6"/>
            <p:cNvSpPr>
              <a:spLocks noChangeArrowheads="1"/>
            </p:cNvSpPr>
            <p:nvPr/>
          </p:nvSpPr>
          <p:spPr bwMode="auto">
            <a:xfrm rot="5400000">
              <a:off x="503" y="1629"/>
              <a:ext cx="24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CommonBullets" pitchFamily="34" charset="2"/>
                </a:rPr>
                <a:t>+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CommonBullets" pitchFamily="34" charset="2"/>
              </a:endParaRPr>
            </a:p>
          </p:txBody>
        </p:sp>
        <p:sp>
          <p:nvSpPr>
            <p:cNvPr id="45081" name="Rectangle 7"/>
            <p:cNvSpPr>
              <a:spLocks noChangeArrowheads="1"/>
            </p:cNvSpPr>
            <p:nvPr/>
          </p:nvSpPr>
          <p:spPr bwMode="auto">
            <a:xfrm rot="5400000">
              <a:off x="1027" y="2255"/>
              <a:ext cx="391" cy="144"/>
            </a:xfrm>
            <a:prstGeom prst="rect">
              <a:avLst/>
            </a:prstGeom>
            <a:solidFill>
              <a:srgbClr val="FF9900"/>
            </a:solidFill>
            <a:ln w="12700" cap="sq">
              <a:solidFill>
                <a:srgbClr val="FF9900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5082" name="Line 8"/>
            <p:cNvSpPr>
              <a:spLocks noChangeShapeType="1"/>
            </p:cNvSpPr>
            <p:nvPr/>
          </p:nvSpPr>
          <p:spPr bwMode="auto">
            <a:xfrm rot="5400000" flipH="1" flipV="1">
              <a:off x="988" y="1896"/>
              <a:ext cx="47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3" name="Line 9"/>
            <p:cNvSpPr>
              <a:spLocks noChangeShapeType="1"/>
            </p:cNvSpPr>
            <p:nvPr/>
          </p:nvSpPr>
          <p:spPr bwMode="auto">
            <a:xfrm rot="5400000">
              <a:off x="988" y="2757"/>
              <a:ext cx="47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4" name="Oval 10"/>
            <p:cNvSpPr>
              <a:spLocks noChangeArrowheads="1"/>
            </p:cNvSpPr>
            <p:nvPr/>
          </p:nvSpPr>
          <p:spPr bwMode="auto">
            <a:xfrm rot="5400000">
              <a:off x="555" y="2835"/>
              <a:ext cx="68" cy="327"/>
            </a:xfrm>
            <a:prstGeom prst="ellipse">
              <a:avLst/>
            </a:prstGeom>
            <a:solidFill>
              <a:srgbClr val="FF9900"/>
            </a:solidFill>
            <a:ln w="12700">
              <a:solidFill>
                <a:srgbClr val="FF9900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5085" name="Rectangle 11"/>
            <p:cNvSpPr>
              <a:spLocks noChangeArrowheads="1"/>
            </p:cNvSpPr>
            <p:nvPr/>
          </p:nvSpPr>
          <p:spPr bwMode="auto">
            <a:xfrm>
              <a:off x="486" y="2684"/>
              <a:ext cx="227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CommonBullets" pitchFamily="34" charset="2"/>
                </a:rPr>
                <a:t>–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CommonBullets" pitchFamily="34" charset="2"/>
              </a:endParaRPr>
            </a:p>
          </p:txBody>
        </p:sp>
        <p:sp>
          <p:nvSpPr>
            <p:cNvPr id="45086" name="Line 12"/>
            <p:cNvSpPr>
              <a:spLocks noChangeShapeType="1"/>
            </p:cNvSpPr>
            <p:nvPr/>
          </p:nvSpPr>
          <p:spPr bwMode="auto">
            <a:xfrm>
              <a:off x="1400" y="1631"/>
              <a:ext cx="0" cy="3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087" name="Line 13"/>
            <p:cNvSpPr>
              <a:spLocks noChangeShapeType="1"/>
            </p:cNvSpPr>
            <p:nvPr/>
          </p:nvSpPr>
          <p:spPr bwMode="auto">
            <a:xfrm flipH="1">
              <a:off x="624" y="2992"/>
              <a:ext cx="5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088" name="Oval 14"/>
            <p:cNvSpPr>
              <a:spLocks noChangeArrowheads="1"/>
            </p:cNvSpPr>
            <p:nvPr/>
          </p:nvSpPr>
          <p:spPr bwMode="auto">
            <a:xfrm rot="5400000">
              <a:off x="556" y="1504"/>
              <a:ext cx="68" cy="327"/>
            </a:xfrm>
            <a:prstGeom prst="ellipse">
              <a:avLst/>
            </a:prstGeom>
            <a:solidFill>
              <a:srgbClr val="FF9900"/>
            </a:solidFill>
            <a:ln w="12700">
              <a:solidFill>
                <a:srgbClr val="FF9900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5089" name="Line 15"/>
            <p:cNvSpPr>
              <a:spLocks noChangeShapeType="1"/>
            </p:cNvSpPr>
            <p:nvPr/>
          </p:nvSpPr>
          <p:spPr bwMode="auto">
            <a:xfrm flipH="1">
              <a:off x="625" y="1661"/>
              <a:ext cx="5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9712" name="Text Box 16"/>
          <p:cNvSpPr txBox="1">
            <a:spLocks noChangeArrowheads="1"/>
          </p:cNvSpPr>
          <p:nvPr/>
        </p:nvSpPr>
        <p:spPr bwMode="auto">
          <a:xfrm>
            <a:off x="7425691" y="59214"/>
            <a:ext cx="46085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p15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电阻的开路与短路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9713" name="Text Box 17"/>
          <p:cNvSpPr txBox="1">
            <a:spLocks noChangeArrowheads="1"/>
          </p:cNvSpPr>
          <p:nvPr/>
        </p:nvSpPr>
        <p:spPr bwMode="auto">
          <a:xfrm>
            <a:off x="4395154" y="1557655"/>
            <a:ext cx="12969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短路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9714" name="Object 18"/>
          <p:cNvGraphicFramePr>
            <a:graphicFrameLocks noChangeAspect="1"/>
          </p:cNvGraphicFramePr>
          <p:nvPr/>
        </p:nvGraphicFramePr>
        <p:xfrm>
          <a:off x="4727575" y="2203450"/>
          <a:ext cx="21605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8" name="Equation" r:id="rId1" imgW="708025" imgH="135255" progId="Equation.3">
                  <p:embed/>
                </p:oleObj>
              </mc:Choice>
              <mc:Fallback>
                <p:oleObj name="Equation" r:id="rId1" imgW="708025" imgH="135255" progId="Equation.3">
                  <p:embed/>
                  <p:pic>
                    <p:nvPicPr>
                      <p:cNvPr id="0" name="图片 227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2203450"/>
                        <a:ext cx="21605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5" name="AutoShape 19"/>
          <p:cNvSpPr>
            <a:spLocks noChangeArrowheads="1"/>
          </p:cNvSpPr>
          <p:nvPr/>
        </p:nvSpPr>
        <p:spPr bwMode="auto">
          <a:xfrm>
            <a:off x="4440238" y="2924175"/>
            <a:ext cx="792162" cy="215900"/>
          </a:xfrm>
          <a:prstGeom prst="rightArrow">
            <a:avLst>
              <a:gd name="adj1" fmla="val 50000"/>
              <a:gd name="adj2" fmla="val 91728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29716" name="Object 20"/>
          <p:cNvGraphicFramePr>
            <a:graphicFrameLocks noChangeAspect="1"/>
          </p:cNvGraphicFramePr>
          <p:nvPr/>
        </p:nvGraphicFramePr>
        <p:xfrm>
          <a:off x="5303839" y="2779713"/>
          <a:ext cx="28082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9" name="Equation" r:id="rId3" imgW="933450" imgH="135255" progId="Equation.3">
                  <p:embed/>
                </p:oleObj>
              </mc:Choice>
              <mc:Fallback>
                <p:oleObj name="Equation" r:id="rId3" imgW="933450" imgH="135255" progId="Equation.3">
                  <p:embed/>
                  <p:pic>
                    <p:nvPicPr>
                      <p:cNvPr id="0" name="图片 227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9" y="2779713"/>
                        <a:ext cx="280828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4511994" y="3744913"/>
            <a:ext cx="12969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开路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9718" name="Object 22"/>
          <p:cNvGraphicFramePr>
            <a:graphicFrameLocks noChangeAspect="1"/>
          </p:cNvGraphicFramePr>
          <p:nvPr/>
        </p:nvGraphicFramePr>
        <p:xfrm>
          <a:off x="5757864" y="4264026"/>
          <a:ext cx="22320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0" name="Equation" r:id="rId5" imgW="708025" imgH="135255" progId="Equation.3">
                  <p:embed/>
                </p:oleObj>
              </mc:Choice>
              <mc:Fallback>
                <p:oleObj name="Equation" r:id="rId5" imgW="708025" imgH="135255" progId="Equation.3">
                  <p:embed/>
                  <p:pic>
                    <p:nvPicPr>
                      <p:cNvPr id="0" name="图片 227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7864" y="4264026"/>
                        <a:ext cx="22320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9" name="AutoShape 23"/>
          <p:cNvSpPr>
            <a:spLocks noChangeArrowheads="1"/>
          </p:cNvSpPr>
          <p:nvPr/>
        </p:nvSpPr>
        <p:spPr bwMode="auto">
          <a:xfrm>
            <a:off x="4462463" y="4911725"/>
            <a:ext cx="792162" cy="217488"/>
          </a:xfrm>
          <a:prstGeom prst="rightArrow">
            <a:avLst>
              <a:gd name="adj1" fmla="val 50000"/>
              <a:gd name="adj2" fmla="val 91058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29720" name="Object 24"/>
          <p:cNvGraphicFramePr>
            <a:graphicFrameLocks noChangeAspect="1"/>
          </p:cNvGraphicFramePr>
          <p:nvPr/>
        </p:nvGraphicFramePr>
        <p:xfrm>
          <a:off x="5757864" y="4911725"/>
          <a:ext cx="26638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1" name="Equation" r:id="rId7" imgW="933450" imgH="135255" progId="Equation.3">
                  <p:embed/>
                </p:oleObj>
              </mc:Choice>
              <mc:Fallback>
                <p:oleObj name="Equation" r:id="rId7" imgW="933450" imgH="135255" progId="Equation.3">
                  <p:embed/>
                  <p:pic>
                    <p:nvPicPr>
                      <p:cNvPr id="0" name="图片 227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7864" y="4911725"/>
                        <a:ext cx="266382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5"/>
          <p:cNvGrpSpPr/>
          <p:nvPr/>
        </p:nvGrpSpPr>
        <p:grpSpPr bwMode="auto">
          <a:xfrm>
            <a:off x="9075103" y="1827214"/>
            <a:ext cx="2305050" cy="2160587"/>
            <a:chOff x="4059" y="1752"/>
            <a:chExt cx="1452" cy="1361"/>
          </a:xfrm>
        </p:grpSpPr>
        <p:sp>
          <p:nvSpPr>
            <p:cNvPr id="45073" name="Line 26"/>
            <p:cNvSpPr>
              <a:spLocks noChangeShapeType="1"/>
            </p:cNvSpPr>
            <p:nvPr/>
          </p:nvSpPr>
          <p:spPr bwMode="auto">
            <a:xfrm>
              <a:off x="4059" y="2473"/>
              <a:ext cx="12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5074" name="Line 27"/>
            <p:cNvSpPr>
              <a:spLocks noChangeShapeType="1"/>
            </p:cNvSpPr>
            <p:nvPr/>
          </p:nvSpPr>
          <p:spPr bwMode="auto">
            <a:xfrm>
              <a:off x="4604" y="1872"/>
              <a:ext cx="0" cy="12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5075" name="Text Box 28"/>
            <p:cNvSpPr txBox="1">
              <a:spLocks noChangeArrowheads="1"/>
            </p:cNvSpPr>
            <p:nvPr/>
          </p:nvSpPr>
          <p:spPr bwMode="auto">
            <a:xfrm>
              <a:off x="4639" y="1752"/>
              <a:ext cx="219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76" name="Text Box 29"/>
            <p:cNvSpPr txBox="1">
              <a:spLocks noChangeArrowheads="1"/>
            </p:cNvSpPr>
            <p:nvPr/>
          </p:nvSpPr>
          <p:spPr bwMode="auto">
            <a:xfrm>
              <a:off x="5293" y="2352"/>
              <a:ext cx="21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2800" b="1" i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9726" name="Line 30"/>
          <p:cNvSpPr>
            <a:spLocks noChangeShapeType="1"/>
          </p:cNvSpPr>
          <p:nvPr/>
        </p:nvSpPr>
        <p:spPr bwMode="auto">
          <a:xfrm>
            <a:off x="9508490" y="2979738"/>
            <a:ext cx="935038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9727" name="Line 31"/>
          <p:cNvSpPr>
            <a:spLocks noChangeShapeType="1"/>
          </p:cNvSpPr>
          <p:nvPr/>
        </p:nvSpPr>
        <p:spPr bwMode="auto">
          <a:xfrm flipV="1">
            <a:off x="9940290" y="2403475"/>
            <a:ext cx="0" cy="10795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9728" name="Rectangle 32"/>
          <p:cNvSpPr>
            <a:spLocks noChangeArrowheads="1"/>
          </p:cNvSpPr>
          <p:nvPr/>
        </p:nvSpPr>
        <p:spPr bwMode="auto">
          <a:xfrm>
            <a:off x="3503613" y="2419350"/>
            <a:ext cx="431800" cy="865188"/>
          </a:xfrm>
          <a:prstGeom prst="rect">
            <a:avLst/>
          </a:prstGeom>
          <a:solidFill>
            <a:srgbClr val="3333CC"/>
          </a:solidFill>
          <a:ln w="9525" algn="ctr">
            <a:solidFill>
              <a:srgbClr val="3333CC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29" name="Line 33"/>
          <p:cNvSpPr>
            <a:spLocks noChangeShapeType="1"/>
          </p:cNvSpPr>
          <p:nvPr/>
        </p:nvSpPr>
        <p:spPr bwMode="auto">
          <a:xfrm>
            <a:off x="3719513" y="2347913"/>
            <a:ext cx="0" cy="1008062"/>
          </a:xfrm>
          <a:prstGeom prst="line">
            <a:avLst/>
          </a:prstGeom>
          <a:noFill/>
          <a:ln w="38100" cap="sq">
            <a:solidFill>
              <a:srgbClr val="FF9900"/>
            </a:solidFill>
            <a:round/>
          </a:ln>
          <a:effectLst>
            <a:prstShdw prst="shdw17" dist="17961" dir="2700000">
              <a:srgbClr val="995C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3416301" y="1757045"/>
            <a:ext cx="4810125" cy="218376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1-6</a:t>
            </a:r>
            <a:endParaRPr kumimoji="1" lang="en-US" sz="2800" b="1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</a:pPr>
            <a:r>
              <a:rPr kumimoji="1" lang="zh-CN" altLang="en-US" sz="3600" b="1">
                <a:latin typeface="Times New Roman" panose="02020603050405020304" pitchFamily="18" charset="0"/>
                <a:ea typeface="黑体" panose="02010609060101010101" pitchFamily="49" charset="-122"/>
              </a:rPr>
              <a:t>电压源和电流源</a:t>
            </a:r>
            <a:endParaRPr kumimoji="1" lang="zh-CN" altLang="en-US" sz="36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</a:pPr>
            <a:r>
              <a:rPr kumimoji="1" lang="en-US" altLang="zh-CN" sz="3600" b="1">
                <a:latin typeface="Times New Roman" panose="02020603050405020304" pitchFamily="18" charset="0"/>
                <a:ea typeface="黑体" panose="02010609060101010101" pitchFamily="49" charset="-122"/>
              </a:rPr>
              <a:t>p16</a:t>
            </a:r>
            <a:endParaRPr kumimoji="1" lang="en-US" altLang="zh-CN" sz="36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4086544" y="2510791"/>
            <a:ext cx="32400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&lt;1&gt;.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理想电压源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904048" y="1844359"/>
            <a:ext cx="7200900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2476500" indent="-2476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其两端电压总能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保持定值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或一定的时间函数，其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值与流过它的电流 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无关的元件叫理想电压源。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1904048" y="3173096"/>
            <a:ext cx="1800225" cy="4572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电路符号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8449629" y="93981"/>
            <a:ext cx="32400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&lt;1&gt;.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理想电压源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1904049" y="1268096"/>
            <a:ext cx="1368425" cy="460375"/>
          </a:xfrm>
          <a:prstGeom prst="rect">
            <a:avLst/>
          </a:prstGeom>
          <a:noFill/>
          <a:ln w="38100" algn="ctr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定义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8679" name="AutoShape 7"/>
          <p:cNvSpPr>
            <a:spLocks noChangeArrowheads="1"/>
          </p:cNvSpPr>
          <p:nvPr/>
        </p:nvSpPr>
        <p:spPr bwMode="auto">
          <a:xfrm>
            <a:off x="3704273" y="1412558"/>
            <a:ext cx="1008062" cy="144462"/>
          </a:xfrm>
          <a:prstGeom prst="rightArrow">
            <a:avLst>
              <a:gd name="adj1" fmla="val 50000"/>
              <a:gd name="adj2" fmla="val 174451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2450466" y="3825877"/>
            <a:ext cx="3382963" cy="2060574"/>
            <a:chOff x="1610" y="2658"/>
            <a:chExt cx="2131" cy="1298"/>
          </a:xfrm>
        </p:grpSpPr>
        <p:sp>
          <p:nvSpPr>
            <p:cNvPr id="46089" name="Text Box 9"/>
            <p:cNvSpPr txBox="1">
              <a:spLocks noChangeArrowheads="1"/>
            </p:cNvSpPr>
            <p:nvPr/>
          </p:nvSpPr>
          <p:spPr bwMode="auto">
            <a:xfrm>
              <a:off x="2200" y="2658"/>
              <a:ext cx="17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46090" name="Object 10"/>
            <p:cNvGraphicFramePr>
              <a:graphicFrameLocks noChangeAspect="1"/>
            </p:cNvGraphicFramePr>
            <p:nvPr/>
          </p:nvGraphicFramePr>
          <p:xfrm>
            <a:off x="2481" y="3566"/>
            <a:ext cx="304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06" name="Equation" r:id="rId1" imgW="135255" imgH="173990" progId="Equation.DSMT4">
                    <p:embed/>
                  </p:oleObj>
                </mc:Choice>
                <mc:Fallback>
                  <p:oleObj name="Equation" r:id="rId1" imgW="135255" imgH="173990" progId="Equation.DSMT4">
                    <p:embed/>
                    <p:pic>
                      <p:nvPicPr>
                        <p:cNvPr id="0" name="图片 236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1" y="3566"/>
                          <a:ext cx="304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91" name="Text Box 11"/>
            <p:cNvSpPr txBox="1">
              <a:spLocks noChangeArrowheads="1"/>
            </p:cNvSpPr>
            <p:nvPr/>
          </p:nvSpPr>
          <p:spPr bwMode="auto">
            <a:xfrm>
              <a:off x="1927" y="3385"/>
              <a:ext cx="27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rgbClr val="CC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6092" name="Text Box 12"/>
            <p:cNvSpPr txBox="1">
              <a:spLocks noChangeArrowheads="1"/>
            </p:cNvSpPr>
            <p:nvPr/>
          </p:nvSpPr>
          <p:spPr bwMode="auto">
            <a:xfrm>
              <a:off x="2970" y="3249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800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2400" b="1">
                <a:solidFill>
                  <a:srgbClr val="CC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6093" name="AutoShape 13"/>
            <p:cNvSpPr>
              <a:spLocks noChangeArrowheads="1"/>
            </p:cNvSpPr>
            <p:nvPr/>
          </p:nvSpPr>
          <p:spPr bwMode="auto">
            <a:xfrm>
              <a:off x="1610" y="3022"/>
              <a:ext cx="680" cy="91"/>
            </a:xfrm>
            <a:prstGeom prst="leftArrow">
              <a:avLst>
                <a:gd name="adj1" fmla="val 50000"/>
                <a:gd name="adj2" fmla="val 186813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46094" name="Group 14"/>
            <p:cNvGrpSpPr/>
            <p:nvPr/>
          </p:nvGrpSpPr>
          <p:grpSpPr bwMode="auto">
            <a:xfrm>
              <a:off x="1693" y="2985"/>
              <a:ext cx="2048" cy="536"/>
              <a:chOff x="1693" y="2985"/>
              <a:chExt cx="2048" cy="536"/>
            </a:xfrm>
          </p:grpSpPr>
          <p:sp>
            <p:nvSpPr>
              <p:cNvPr id="46095" name="Oval 15"/>
              <p:cNvSpPr>
                <a:spLocks noChangeArrowheads="1"/>
              </p:cNvSpPr>
              <p:nvPr/>
            </p:nvSpPr>
            <p:spPr bwMode="auto">
              <a:xfrm>
                <a:off x="2363" y="2985"/>
                <a:ext cx="547" cy="536"/>
              </a:xfrm>
              <a:prstGeom prst="ellipse">
                <a:avLst/>
              </a:prstGeom>
              <a:solidFill>
                <a:schemeClr val="accent1"/>
              </a:solidFill>
              <a:ln w="50800">
                <a:solidFill>
                  <a:srgbClr val="FF9900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6096" name="Line 16"/>
              <p:cNvSpPr>
                <a:spLocks noChangeShapeType="1"/>
              </p:cNvSpPr>
              <p:nvPr/>
            </p:nvSpPr>
            <p:spPr bwMode="auto">
              <a:xfrm rot="5400000">
                <a:off x="2717" y="2246"/>
                <a:ext cx="0" cy="20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6575425" y="3852545"/>
            <a:ext cx="543623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注意：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、电流方向，电压源向外提供功率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（其内部电压降的方向与电流方向相反，功率是负的）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    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2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、理想电压源可以吸收能量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93" name="Text Box 17"/>
          <p:cNvSpPr txBox="1">
            <a:spLocks noChangeArrowheads="1"/>
          </p:cNvSpPr>
          <p:nvPr/>
        </p:nvSpPr>
        <p:spPr bwMode="auto">
          <a:xfrm>
            <a:off x="1774825" y="2270602"/>
            <a:ext cx="5327650" cy="1235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AutoNum type="arabicParenBoth"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电源两端电压由电源本身决定，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   与外电路无关；与流经它的电流方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   向、大小无关。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0194" name="Text Box 18"/>
          <p:cNvSpPr txBox="1">
            <a:spLocks noChangeArrowheads="1"/>
          </p:cNvSpPr>
          <p:nvPr/>
        </p:nvSpPr>
        <p:spPr bwMode="auto">
          <a:xfrm>
            <a:off x="1774825" y="3863817"/>
            <a:ext cx="5003800" cy="792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AutoNum type="arabicParenBoth" startAt="2"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通过电压源的电流由电源及外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    电路共同决定。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0195" name="Text Box 19"/>
          <p:cNvSpPr txBox="1">
            <a:spLocks noChangeArrowheads="1"/>
          </p:cNvSpPr>
          <p:nvPr/>
        </p:nvSpPr>
        <p:spPr bwMode="auto">
          <a:xfrm>
            <a:off x="1631951" y="1357313"/>
            <a:ext cx="4905375" cy="460375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理想电压源的电压、电流关系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20"/>
          <p:cNvGrpSpPr/>
          <p:nvPr/>
        </p:nvGrpSpPr>
        <p:grpSpPr bwMode="auto">
          <a:xfrm>
            <a:off x="7175500" y="2132013"/>
            <a:ext cx="2954338" cy="2449512"/>
            <a:chOff x="3651" y="391"/>
            <a:chExt cx="1861" cy="1543"/>
          </a:xfrm>
        </p:grpSpPr>
        <p:sp>
          <p:nvSpPr>
            <p:cNvPr id="47111" name="Line 21"/>
            <p:cNvSpPr>
              <a:spLocks noChangeShapeType="1"/>
            </p:cNvSpPr>
            <p:nvPr/>
          </p:nvSpPr>
          <p:spPr bwMode="auto">
            <a:xfrm>
              <a:off x="3651" y="1525"/>
              <a:ext cx="15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7112" name="Line 22"/>
            <p:cNvSpPr>
              <a:spLocks noChangeShapeType="1"/>
            </p:cNvSpPr>
            <p:nvPr/>
          </p:nvSpPr>
          <p:spPr bwMode="auto">
            <a:xfrm>
              <a:off x="4332" y="527"/>
              <a:ext cx="0" cy="14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7113" name="Line 23"/>
            <p:cNvSpPr>
              <a:spLocks noChangeShapeType="1"/>
            </p:cNvSpPr>
            <p:nvPr/>
          </p:nvSpPr>
          <p:spPr bwMode="auto">
            <a:xfrm flipV="1">
              <a:off x="3696" y="1117"/>
              <a:ext cx="131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7114" name="Text Box 24"/>
            <p:cNvSpPr txBox="1">
              <a:spLocks noChangeArrowheads="1"/>
            </p:cNvSpPr>
            <p:nvPr/>
          </p:nvSpPr>
          <p:spPr bwMode="auto">
            <a:xfrm>
              <a:off x="4377" y="391"/>
              <a:ext cx="27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7115" name="Text Box 25"/>
            <p:cNvSpPr txBox="1">
              <a:spLocks noChangeArrowheads="1"/>
            </p:cNvSpPr>
            <p:nvPr/>
          </p:nvSpPr>
          <p:spPr bwMode="auto">
            <a:xfrm>
              <a:off x="5239" y="1389"/>
              <a:ext cx="27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47116" name="Object 26"/>
            <p:cNvGraphicFramePr>
              <a:graphicFrameLocks noChangeAspect="1"/>
            </p:cNvGraphicFramePr>
            <p:nvPr/>
          </p:nvGraphicFramePr>
          <p:xfrm>
            <a:off x="4395" y="799"/>
            <a:ext cx="507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30" name="Equation" r:id="rId1" imgW="270510" imgH="173990" progId="Equation.DSMT4">
                    <p:embed/>
                  </p:oleObj>
                </mc:Choice>
                <mc:Fallback>
                  <p:oleObj name="Equation" r:id="rId1" imgW="270510" imgH="173990" progId="Equation.DSMT4">
                    <p:embed/>
                    <p:pic>
                      <p:nvPicPr>
                        <p:cNvPr id="0" name="图片 246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5" y="799"/>
                          <a:ext cx="507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203" name="AutoShape 27" descr="羊皮纸"/>
          <p:cNvSpPr>
            <a:spLocks noChangeArrowheads="1"/>
          </p:cNvSpPr>
          <p:nvPr/>
        </p:nvSpPr>
        <p:spPr bwMode="auto">
          <a:xfrm>
            <a:off x="8112126" y="1339851"/>
            <a:ext cx="2016125" cy="576263"/>
          </a:xfrm>
          <a:prstGeom prst="wedgeRoundRectCallout">
            <a:avLst>
              <a:gd name="adj1" fmla="val -26301"/>
              <a:gd name="adj2" fmla="val 105370"/>
              <a:gd name="adj3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9525" algn="ctr">
            <a:solidFill>
              <a:schemeClr val="tx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伏安关系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1847850" y="1412876"/>
            <a:ext cx="647700" cy="52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919288" y="1485901"/>
            <a:ext cx="2520950" cy="2447925"/>
            <a:chOff x="249" y="2296"/>
            <a:chExt cx="1588" cy="1542"/>
          </a:xfrm>
        </p:grpSpPr>
        <p:sp>
          <p:nvSpPr>
            <p:cNvPr id="48140" name="Oval 4"/>
            <p:cNvSpPr>
              <a:spLocks noChangeArrowheads="1"/>
            </p:cNvSpPr>
            <p:nvPr/>
          </p:nvSpPr>
          <p:spPr bwMode="auto">
            <a:xfrm>
              <a:off x="249" y="3022"/>
              <a:ext cx="453" cy="453"/>
            </a:xfrm>
            <a:prstGeom prst="ellipse">
              <a:avLst/>
            </a:prstGeom>
            <a:solidFill>
              <a:schemeClr val="accent1"/>
            </a:solidFill>
            <a:ln w="50800" algn="ctr">
              <a:solidFill>
                <a:srgbClr val="FFCC00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8141" name="Rectangle 5"/>
            <p:cNvSpPr>
              <a:spLocks noChangeArrowheads="1"/>
            </p:cNvSpPr>
            <p:nvPr/>
          </p:nvSpPr>
          <p:spPr bwMode="auto">
            <a:xfrm>
              <a:off x="476" y="2704"/>
              <a:ext cx="998" cy="1134"/>
            </a:xfrm>
            <a:prstGeom prst="rect">
              <a:avLst/>
            </a:prstGeom>
            <a:noFill/>
            <a:ln w="38100" algn="ctr">
              <a:solidFill>
                <a:srgbClr val="FFCC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8142" name="Rectangle 6"/>
            <p:cNvSpPr>
              <a:spLocks noChangeArrowheads="1"/>
            </p:cNvSpPr>
            <p:nvPr/>
          </p:nvSpPr>
          <p:spPr bwMode="auto">
            <a:xfrm>
              <a:off x="1383" y="3022"/>
              <a:ext cx="182" cy="453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8143" name="AutoShape 7"/>
            <p:cNvSpPr>
              <a:spLocks noChangeArrowheads="1"/>
            </p:cNvSpPr>
            <p:nvPr/>
          </p:nvSpPr>
          <p:spPr bwMode="auto">
            <a:xfrm>
              <a:off x="748" y="2568"/>
              <a:ext cx="499" cy="91"/>
            </a:xfrm>
            <a:prstGeom prst="rightArrow">
              <a:avLst>
                <a:gd name="adj1" fmla="val 50000"/>
                <a:gd name="adj2" fmla="val 137088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8144" name="Text Box 8"/>
            <p:cNvSpPr txBox="1">
              <a:spLocks noChangeArrowheads="1"/>
            </p:cNvSpPr>
            <p:nvPr/>
          </p:nvSpPr>
          <p:spPr bwMode="auto">
            <a:xfrm>
              <a:off x="1565" y="3022"/>
              <a:ext cx="27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R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8145" name="Text Box 9"/>
            <p:cNvSpPr txBox="1">
              <a:spLocks noChangeArrowheads="1"/>
            </p:cNvSpPr>
            <p:nvPr/>
          </p:nvSpPr>
          <p:spPr bwMode="auto">
            <a:xfrm>
              <a:off x="1247" y="2296"/>
              <a:ext cx="27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8146" name="Text Box 10"/>
            <p:cNvSpPr txBox="1">
              <a:spLocks noChangeArrowheads="1"/>
            </p:cNvSpPr>
            <p:nvPr/>
          </p:nvSpPr>
          <p:spPr bwMode="auto">
            <a:xfrm>
              <a:off x="612" y="3385"/>
              <a:ext cx="27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-</a:t>
              </a:r>
              <a:endParaRPr kumimoji="1" lang="en-US" altLang="zh-CN" sz="3200" b="1" i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8147" name="Text Box 11"/>
            <p:cNvSpPr txBox="1">
              <a:spLocks noChangeArrowheads="1"/>
            </p:cNvSpPr>
            <p:nvPr/>
          </p:nvSpPr>
          <p:spPr bwMode="auto">
            <a:xfrm>
              <a:off x="612" y="2750"/>
              <a:ext cx="27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48148" name="Object 12"/>
            <p:cNvGraphicFramePr>
              <a:graphicFrameLocks noChangeAspect="1"/>
            </p:cNvGraphicFramePr>
            <p:nvPr/>
          </p:nvGraphicFramePr>
          <p:xfrm>
            <a:off x="748" y="3113"/>
            <a:ext cx="325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10" name="Equation" r:id="rId1" imgW="141605" imgH="173990" progId="Equation.3">
                    <p:embed/>
                  </p:oleObj>
                </mc:Choice>
                <mc:Fallback>
                  <p:oleObj name="Equation" r:id="rId1" imgW="141605" imgH="173990" progId="Equation.3">
                    <p:embed/>
                    <p:pic>
                      <p:nvPicPr>
                        <p:cNvPr id="0" name="图片 258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3113"/>
                          <a:ext cx="325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837" name="AutoShape 13" descr="羊皮纸"/>
          <p:cNvSpPr>
            <a:spLocks noChangeArrowheads="1"/>
          </p:cNvSpPr>
          <p:nvPr/>
        </p:nvSpPr>
        <p:spPr bwMode="auto">
          <a:xfrm>
            <a:off x="4418737" y="2997200"/>
            <a:ext cx="565150" cy="1352550"/>
          </a:xfrm>
          <a:prstGeom prst="wedgeRoundRectCallout">
            <a:avLst>
              <a:gd name="adj1" fmla="val -111486"/>
              <a:gd name="adj2" fmla="val -37634"/>
              <a:gd name="adj3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9525" algn="ctr">
            <a:solidFill>
              <a:schemeClr val="tx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外电路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77838" name="Object 14"/>
          <p:cNvGraphicFramePr>
            <a:graphicFrameLocks noChangeAspect="1"/>
          </p:cNvGraphicFramePr>
          <p:nvPr/>
        </p:nvGraphicFramePr>
        <p:xfrm>
          <a:off x="6638926" y="1978632"/>
          <a:ext cx="14732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1" name="Equation" r:id="rId4" imgW="14020800" imgH="5486400" progId="Equation.DSMT4">
                  <p:embed/>
                </p:oleObj>
              </mc:Choice>
              <mc:Fallback>
                <p:oleObj name="Equation" r:id="rId4" imgW="14020800" imgH="5486400" progId="Equation.DSMT4">
                  <p:embed/>
                  <p:pic>
                    <p:nvPicPr>
                      <p:cNvPr id="0" name="图片 258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8926" y="1978632"/>
                        <a:ext cx="147320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9" name="AutoShape 15"/>
          <p:cNvSpPr>
            <a:spLocks noChangeArrowheads="1"/>
          </p:cNvSpPr>
          <p:nvPr/>
        </p:nvSpPr>
        <p:spPr bwMode="auto">
          <a:xfrm rot="20120516">
            <a:off x="5612576" y="2438806"/>
            <a:ext cx="865188" cy="144462"/>
          </a:xfrm>
          <a:prstGeom prst="rightArrow">
            <a:avLst>
              <a:gd name="adj1" fmla="val 50000"/>
              <a:gd name="adj2" fmla="val 149726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7840" name="AutoShape 16"/>
          <p:cNvSpPr>
            <a:spLocks noChangeArrowheads="1"/>
          </p:cNvSpPr>
          <p:nvPr/>
        </p:nvSpPr>
        <p:spPr bwMode="auto">
          <a:xfrm>
            <a:off x="5675315" y="2852738"/>
            <a:ext cx="865187" cy="144462"/>
          </a:xfrm>
          <a:prstGeom prst="rightArrow">
            <a:avLst>
              <a:gd name="adj1" fmla="val 50000"/>
              <a:gd name="adj2" fmla="val 149726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7841" name="AutoShape 17"/>
          <p:cNvSpPr>
            <a:spLocks noChangeArrowheads="1"/>
          </p:cNvSpPr>
          <p:nvPr/>
        </p:nvSpPr>
        <p:spPr bwMode="auto">
          <a:xfrm rot="1602674">
            <a:off x="5631251" y="3285332"/>
            <a:ext cx="865188" cy="144463"/>
          </a:xfrm>
          <a:prstGeom prst="rightArrow">
            <a:avLst>
              <a:gd name="adj1" fmla="val 50000"/>
              <a:gd name="adj2" fmla="val 149725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77842" name="Object 18"/>
          <p:cNvGraphicFramePr>
            <a:graphicFrameLocks noChangeAspect="1"/>
          </p:cNvGraphicFramePr>
          <p:nvPr/>
        </p:nvGraphicFramePr>
        <p:xfrm>
          <a:off x="6643602" y="2667794"/>
          <a:ext cx="24479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2" name="Equation" r:id="rId6" imgW="791845" imgH="154305" progId="Equation.3">
                  <p:embed/>
                </p:oleObj>
              </mc:Choice>
              <mc:Fallback>
                <p:oleObj name="Equation" r:id="rId6" imgW="791845" imgH="154305" progId="Equation.3">
                  <p:embed/>
                  <p:pic>
                    <p:nvPicPr>
                      <p:cNvPr id="0" name="图片 258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602" y="2667794"/>
                        <a:ext cx="24479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3" name="Object 19"/>
          <p:cNvGraphicFramePr>
            <a:graphicFrameLocks noChangeAspect="1"/>
          </p:cNvGraphicFramePr>
          <p:nvPr/>
        </p:nvGraphicFramePr>
        <p:xfrm>
          <a:off x="6650761" y="3316290"/>
          <a:ext cx="25209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3" name="Equation" r:id="rId8" imgW="760095" imgH="154305" progId="Equation.3">
                  <p:embed/>
                </p:oleObj>
              </mc:Choice>
              <mc:Fallback>
                <p:oleObj name="Equation" r:id="rId8" imgW="760095" imgH="154305" progId="Equation.3">
                  <p:embed/>
                  <p:pic>
                    <p:nvPicPr>
                      <p:cNvPr id="0" name="图片 258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761" y="3316290"/>
                        <a:ext cx="252095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44" name="Text Box 20"/>
          <p:cNvSpPr txBox="1">
            <a:spLocks noChangeArrowheads="1"/>
          </p:cNvSpPr>
          <p:nvPr/>
        </p:nvSpPr>
        <p:spPr bwMode="auto">
          <a:xfrm>
            <a:off x="3227705" y="4916805"/>
            <a:ext cx="6788785" cy="116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为什么输出电流不发生变化，内阻为零</a:t>
            </a:r>
            <a:endParaRPr kumimoji="1"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理论上，理想电压源不能短路！</a:t>
            </a:r>
            <a:endParaRPr kumimoji="1"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2135189" y="1246188"/>
            <a:ext cx="2447925" cy="460375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电压源的功率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4583114" y="1946276"/>
            <a:ext cx="5545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MT Extra" panose="05050102010205020202" pitchFamily="18" charset="2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sym typeface="MT Extra" panose="05050102010205020202" pitchFamily="18" charset="2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MT Extra" panose="05050102010205020202" pitchFamily="18" charset="2"/>
              </a:rPr>
              <a:t>）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电压、电流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的方向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非关联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；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　　　　　　　　　　　　　　　</a:t>
            </a:r>
            <a:endParaRPr kumimoji="1"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6806" name="Line 6"/>
          <p:cNvSpPr>
            <a:spLocks noChangeShapeType="1"/>
          </p:cNvSpPr>
          <p:nvPr/>
        </p:nvSpPr>
        <p:spPr bwMode="auto">
          <a:xfrm>
            <a:off x="3216275" y="2052638"/>
            <a:ext cx="458788" cy="368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7"/>
          <p:cNvGrpSpPr/>
          <p:nvPr/>
        </p:nvGrpSpPr>
        <p:grpSpPr bwMode="auto">
          <a:xfrm>
            <a:off x="388620" y="1946275"/>
            <a:ext cx="3621405" cy="2632710"/>
            <a:chOff x="249" y="662"/>
            <a:chExt cx="1317" cy="1658"/>
          </a:xfrm>
        </p:grpSpPr>
        <p:sp>
          <p:nvSpPr>
            <p:cNvPr id="49190" name="Oval 8"/>
            <p:cNvSpPr>
              <a:spLocks noChangeArrowheads="1"/>
            </p:cNvSpPr>
            <p:nvPr/>
          </p:nvSpPr>
          <p:spPr bwMode="auto">
            <a:xfrm rot="10800000">
              <a:off x="647" y="1430"/>
              <a:ext cx="164" cy="327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CC00"/>
              </a:solidFill>
              <a:round/>
            </a:ln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9191" name="Text Box 9"/>
            <p:cNvSpPr txBox="1">
              <a:spLocks noChangeArrowheads="1"/>
            </p:cNvSpPr>
            <p:nvPr/>
          </p:nvSpPr>
          <p:spPr bwMode="auto">
            <a:xfrm rot="10800000">
              <a:off x="505" y="1114"/>
              <a:ext cx="26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92" name="Text Box 10"/>
            <p:cNvSpPr txBox="1">
              <a:spLocks noChangeArrowheads="1"/>
            </p:cNvSpPr>
            <p:nvPr/>
          </p:nvSpPr>
          <p:spPr bwMode="auto">
            <a:xfrm>
              <a:off x="533" y="1663"/>
              <a:ext cx="19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93" name="Text Box 11"/>
            <p:cNvSpPr txBox="1">
              <a:spLocks noChangeArrowheads="1"/>
            </p:cNvSpPr>
            <p:nvPr/>
          </p:nvSpPr>
          <p:spPr bwMode="auto">
            <a:xfrm>
              <a:off x="839" y="662"/>
              <a:ext cx="17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94" name="Oval 12"/>
            <p:cNvSpPr>
              <a:spLocks noChangeArrowheads="1"/>
            </p:cNvSpPr>
            <p:nvPr/>
          </p:nvSpPr>
          <p:spPr bwMode="auto">
            <a:xfrm rot="10800000">
              <a:off x="1332" y="1993"/>
              <a:ext cx="164" cy="327"/>
            </a:xfrm>
            <a:prstGeom prst="ellips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9195" name="Line 13"/>
            <p:cNvSpPr>
              <a:spLocks noChangeShapeType="1"/>
            </p:cNvSpPr>
            <p:nvPr/>
          </p:nvSpPr>
          <p:spPr bwMode="auto">
            <a:xfrm rot="5400000">
              <a:off x="1060" y="1837"/>
              <a:ext cx="0" cy="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196" name="Oval 14"/>
            <p:cNvSpPr>
              <a:spLocks noChangeArrowheads="1"/>
            </p:cNvSpPr>
            <p:nvPr/>
          </p:nvSpPr>
          <p:spPr bwMode="auto">
            <a:xfrm rot="10800000">
              <a:off x="1332" y="818"/>
              <a:ext cx="164" cy="327"/>
            </a:xfrm>
            <a:prstGeom prst="ellips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9197" name="Line 15"/>
            <p:cNvSpPr>
              <a:spLocks noChangeShapeType="1"/>
            </p:cNvSpPr>
            <p:nvPr/>
          </p:nvSpPr>
          <p:spPr bwMode="auto">
            <a:xfrm rot="5400000">
              <a:off x="1060" y="662"/>
              <a:ext cx="0" cy="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198" name="Text Box 16"/>
            <p:cNvSpPr txBox="1">
              <a:spLocks noChangeArrowheads="1"/>
            </p:cNvSpPr>
            <p:nvPr/>
          </p:nvSpPr>
          <p:spPr bwMode="auto">
            <a:xfrm>
              <a:off x="1318" y="1385"/>
              <a:ext cx="24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99" name="Text Box 17"/>
            <p:cNvSpPr txBox="1">
              <a:spLocks noChangeArrowheads="1"/>
            </p:cNvSpPr>
            <p:nvPr/>
          </p:nvSpPr>
          <p:spPr bwMode="auto">
            <a:xfrm rot="10800000">
              <a:off x="1304" y="956"/>
              <a:ext cx="26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200" name="Text Box 18"/>
            <p:cNvSpPr txBox="1">
              <a:spLocks noChangeArrowheads="1"/>
            </p:cNvSpPr>
            <p:nvPr/>
          </p:nvSpPr>
          <p:spPr bwMode="auto">
            <a:xfrm>
              <a:off x="1343" y="1725"/>
              <a:ext cx="19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201" name="Line 19"/>
            <p:cNvSpPr>
              <a:spLocks noChangeShapeType="1"/>
            </p:cNvSpPr>
            <p:nvPr/>
          </p:nvSpPr>
          <p:spPr bwMode="auto">
            <a:xfrm rot="10800000">
              <a:off x="740" y="982"/>
              <a:ext cx="0" cy="11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9202" name="Object 20"/>
            <p:cNvGraphicFramePr>
              <a:graphicFrameLocks noChangeAspect="1"/>
            </p:cNvGraphicFramePr>
            <p:nvPr/>
          </p:nvGraphicFramePr>
          <p:xfrm>
            <a:off x="249" y="1434"/>
            <a:ext cx="302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38" name="Equation" r:id="rId1" imgW="141605" imgH="173990" progId="Equation.3">
                    <p:embed/>
                  </p:oleObj>
                </mc:Choice>
                <mc:Fallback>
                  <p:oleObj name="Equation" r:id="rId1" imgW="141605" imgH="173990" progId="Equation.3">
                    <p:embed/>
                    <p:pic>
                      <p:nvPicPr>
                        <p:cNvPr id="0" name="图片 269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1434"/>
                          <a:ext cx="302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836" name="AutoShape 36"/>
          <p:cNvSpPr>
            <a:spLocks noChangeArrowheads="1"/>
          </p:cNvSpPr>
          <p:nvPr/>
        </p:nvSpPr>
        <p:spPr bwMode="auto">
          <a:xfrm>
            <a:off x="4800601" y="1444626"/>
            <a:ext cx="1008063" cy="142875"/>
          </a:xfrm>
          <a:prstGeom prst="rightArrow">
            <a:avLst>
              <a:gd name="adj1" fmla="val 50000"/>
              <a:gd name="adj2" fmla="val 176389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76837" name="Object 37"/>
          <p:cNvGraphicFramePr>
            <a:graphicFrameLocks noChangeAspect="1"/>
          </p:cNvGraphicFramePr>
          <p:nvPr/>
        </p:nvGraphicFramePr>
        <p:xfrm>
          <a:off x="6167439" y="1228726"/>
          <a:ext cx="141128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0" name="Equation" r:id="rId3" imgW="424815" imgH="173990" progId="Equation.3">
                  <p:embed/>
                </p:oleObj>
              </mc:Choice>
              <mc:Fallback>
                <p:oleObj name="Equation" r:id="rId3" imgW="424815" imgH="173990" progId="Equation.3">
                  <p:embed/>
                  <p:pic>
                    <p:nvPicPr>
                      <p:cNvPr id="0" name="图片 269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9" y="1228726"/>
                        <a:ext cx="1411287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38" name="Text Box 38"/>
          <p:cNvSpPr txBox="1">
            <a:spLocks noChangeArrowheads="1"/>
          </p:cNvSpPr>
          <p:nvPr/>
        </p:nvSpPr>
        <p:spPr bwMode="auto">
          <a:xfrm>
            <a:off x="6240464" y="2518412"/>
            <a:ext cx="395922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电流（正电荷 ）由低电位向         高电位移动，外力克服电场力作功电源发出功率</a:t>
            </a: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　　　　　　　　　　　　　　　　　</a:t>
            </a:r>
            <a:endParaRPr kumimoji="1" lang="zh-CN" altLang="en-US" sz="2400" b="1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76839" name="Object 39"/>
          <p:cNvGraphicFramePr>
            <a:graphicFrameLocks noChangeAspect="1"/>
          </p:cNvGraphicFramePr>
          <p:nvPr/>
        </p:nvGraphicFramePr>
        <p:xfrm>
          <a:off x="4583114" y="3819526"/>
          <a:ext cx="13938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1" name="Equation" r:id="rId5" imgW="457200" imgH="173990" progId="Equation.3">
                  <p:embed/>
                </p:oleObj>
              </mc:Choice>
              <mc:Fallback>
                <p:oleObj name="Equation" r:id="rId5" imgW="457200" imgH="173990" progId="Equation.3">
                  <p:embed/>
                  <p:pic>
                    <p:nvPicPr>
                      <p:cNvPr id="0" name="图片 269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4" y="3819526"/>
                        <a:ext cx="139382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40" name="AutoShape 40"/>
          <p:cNvSpPr>
            <a:spLocks noChangeArrowheads="1"/>
          </p:cNvSpPr>
          <p:nvPr/>
        </p:nvSpPr>
        <p:spPr bwMode="auto">
          <a:xfrm>
            <a:off x="6024563" y="4037013"/>
            <a:ext cx="792162" cy="144462"/>
          </a:xfrm>
          <a:prstGeom prst="rightArrow">
            <a:avLst>
              <a:gd name="adj1" fmla="val 50000"/>
              <a:gd name="adj2" fmla="val 137088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6841" name="Text Box 41"/>
          <p:cNvSpPr txBox="1">
            <a:spLocks noChangeArrowheads="1"/>
          </p:cNvSpPr>
          <p:nvPr/>
        </p:nvSpPr>
        <p:spPr bwMode="auto">
          <a:xfrm>
            <a:off x="6959600" y="3892550"/>
            <a:ext cx="3384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发出功率，起电源作用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6843" name="Rectangle 43"/>
          <p:cNvSpPr>
            <a:spLocks noChangeArrowheads="1"/>
          </p:cNvSpPr>
          <p:nvPr/>
        </p:nvSpPr>
        <p:spPr bwMode="auto">
          <a:xfrm>
            <a:off x="4369435" y="2809877"/>
            <a:ext cx="17132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物理意义：</a:t>
            </a:r>
            <a:endParaRPr kumimoji="1"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4" name="Text Box 4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403725" y="4948555"/>
            <a:ext cx="48882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电压降的方向与电流方向相反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6044565" y="2446338"/>
            <a:ext cx="4356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电场力做功 ， 电源吸收功率。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4391025" y="2446339"/>
            <a:ext cx="17132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物理意义：</a:t>
            </a:r>
            <a:endParaRPr kumimoji="1"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6821" name="Line 21"/>
          <p:cNvSpPr>
            <a:spLocks noChangeShapeType="1"/>
          </p:cNvSpPr>
          <p:nvPr/>
        </p:nvSpPr>
        <p:spPr bwMode="auto">
          <a:xfrm>
            <a:off x="3114040" y="2297430"/>
            <a:ext cx="458788" cy="368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22"/>
          <p:cNvGrpSpPr/>
          <p:nvPr/>
        </p:nvGrpSpPr>
        <p:grpSpPr bwMode="auto">
          <a:xfrm>
            <a:off x="610870" y="1775142"/>
            <a:ext cx="2860040" cy="2632393"/>
            <a:chOff x="249" y="2386"/>
            <a:chExt cx="1317" cy="1658"/>
          </a:xfrm>
        </p:grpSpPr>
        <p:sp>
          <p:nvSpPr>
            <p:cNvPr id="49177" name="Oval 23"/>
            <p:cNvSpPr>
              <a:spLocks noChangeArrowheads="1"/>
            </p:cNvSpPr>
            <p:nvPr/>
          </p:nvSpPr>
          <p:spPr bwMode="auto">
            <a:xfrm rot="10800000">
              <a:off x="647" y="3154"/>
              <a:ext cx="164" cy="327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CC00"/>
              </a:solidFill>
              <a:round/>
            </a:ln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9178" name="Text Box 24"/>
            <p:cNvSpPr txBox="1">
              <a:spLocks noChangeArrowheads="1"/>
            </p:cNvSpPr>
            <p:nvPr/>
          </p:nvSpPr>
          <p:spPr bwMode="auto">
            <a:xfrm rot="10800000">
              <a:off x="505" y="2838"/>
              <a:ext cx="26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79" name="Text Box 25"/>
            <p:cNvSpPr txBox="1">
              <a:spLocks noChangeArrowheads="1"/>
            </p:cNvSpPr>
            <p:nvPr/>
          </p:nvSpPr>
          <p:spPr bwMode="auto">
            <a:xfrm>
              <a:off x="533" y="3387"/>
              <a:ext cx="19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80" name="Text Box 26"/>
            <p:cNvSpPr txBox="1">
              <a:spLocks noChangeArrowheads="1"/>
            </p:cNvSpPr>
            <p:nvPr/>
          </p:nvSpPr>
          <p:spPr bwMode="auto">
            <a:xfrm>
              <a:off x="839" y="2386"/>
              <a:ext cx="17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81" name="Oval 27"/>
            <p:cNvSpPr>
              <a:spLocks noChangeArrowheads="1"/>
            </p:cNvSpPr>
            <p:nvPr/>
          </p:nvSpPr>
          <p:spPr bwMode="auto">
            <a:xfrm rot="10800000">
              <a:off x="1332" y="3717"/>
              <a:ext cx="164" cy="327"/>
            </a:xfrm>
            <a:prstGeom prst="ellips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9182" name="Line 28"/>
            <p:cNvSpPr>
              <a:spLocks noChangeShapeType="1"/>
            </p:cNvSpPr>
            <p:nvPr/>
          </p:nvSpPr>
          <p:spPr bwMode="auto">
            <a:xfrm rot="5400000">
              <a:off x="1060" y="3561"/>
              <a:ext cx="0" cy="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183" name="Oval 29"/>
            <p:cNvSpPr>
              <a:spLocks noChangeArrowheads="1"/>
            </p:cNvSpPr>
            <p:nvPr/>
          </p:nvSpPr>
          <p:spPr bwMode="auto">
            <a:xfrm rot="10800000">
              <a:off x="1332" y="2542"/>
              <a:ext cx="164" cy="327"/>
            </a:xfrm>
            <a:prstGeom prst="ellips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9184" name="Line 30"/>
            <p:cNvSpPr>
              <a:spLocks noChangeShapeType="1"/>
            </p:cNvSpPr>
            <p:nvPr/>
          </p:nvSpPr>
          <p:spPr bwMode="auto">
            <a:xfrm rot="5400000">
              <a:off x="1060" y="2386"/>
              <a:ext cx="0" cy="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185" name="Text Box 31"/>
            <p:cNvSpPr txBox="1">
              <a:spLocks noChangeArrowheads="1"/>
            </p:cNvSpPr>
            <p:nvPr/>
          </p:nvSpPr>
          <p:spPr bwMode="auto">
            <a:xfrm>
              <a:off x="1318" y="3109"/>
              <a:ext cx="24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86" name="Text Box 32"/>
            <p:cNvSpPr txBox="1">
              <a:spLocks noChangeArrowheads="1"/>
            </p:cNvSpPr>
            <p:nvPr/>
          </p:nvSpPr>
          <p:spPr bwMode="auto">
            <a:xfrm rot="10800000">
              <a:off x="1304" y="2680"/>
              <a:ext cx="26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87" name="Text Box 33"/>
            <p:cNvSpPr txBox="1">
              <a:spLocks noChangeArrowheads="1"/>
            </p:cNvSpPr>
            <p:nvPr/>
          </p:nvSpPr>
          <p:spPr bwMode="auto">
            <a:xfrm>
              <a:off x="1343" y="3449"/>
              <a:ext cx="19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88" name="Line 34"/>
            <p:cNvSpPr>
              <a:spLocks noChangeShapeType="1"/>
            </p:cNvSpPr>
            <p:nvPr/>
          </p:nvSpPr>
          <p:spPr bwMode="auto">
            <a:xfrm rot="10800000">
              <a:off x="740" y="2706"/>
              <a:ext cx="0" cy="11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9189" name="Object 35"/>
            <p:cNvGraphicFramePr>
              <a:graphicFrameLocks noChangeAspect="1"/>
            </p:cNvGraphicFramePr>
            <p:nvPr/>
          </p:nvGraphicFramePr>
          <p:xfrm>
            <a:off x="249" y="3158"/>
            <a:ext cx="302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39" name="Equation" r:id="rId1" imgW="141605" imgH="173990" progId="Equation.3">
                    <p:embed/>
                  </p:oleObj>
                </mc:Choice>
                <mc:Fallback>
                  <p:oleObj name="Equation" r:id="rId1" imgW="141605" imgH="173990" progId="Equation.3">
                    <p:embed/>
                    <p:pic>
                      <p:nvPicPr>
                        <p:cNvPr id="0" name="图片 269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3158"/>
                          <a:ext cx="302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842" name="Text Box 42"/>
          <p:cNvSpPr txBox="1">
            <a:spLocks noChangeArrowheads="1"/>
          </p:cNvSpPr>
          <p:nvPr/>
        </p:nvSpPr>
        <p:spPr bwMode="auto">
          <a:xfrm>
            <a:off x="4604704" y="1941513"/>
            <a:ext cx="51847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MT Extra" panose="05050102010205020202" pitchFamily="18" charset="2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sym typeface="MT Extra" panose="05050102010205020202" pitchFamily="18" charset="2"/>
              </a:rPr>
              <a:t>2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MT Extra" panose="05050102010205020202" pitchFamily="18" charset="2"/>
              </a:rPr>
              <a:t>）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电压、电流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的方向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关联；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　　　　　　　　　　　　　　　</a:t>
            </a:r>
            <a:endParaRPr kumimoji="1"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76844" name="Object 44"/>
          <p:cNvGraphicFramePr>
            <a:graphicFrameLocks noChangeAspect="1"/>
          </p:cNvGraphicFramePr>
          <p:nvPr/>
        </p:nvGraphicFramePr>
        <p:xfrm>
          <a:off x="4531679" y="3167063"/>
          <a:ext cx="139382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2" name="Equation" r:id="rId3" imgW="457200" imgH="173990" progId="Equation.3">
                  <p:embed/>
                </p:oleObj>
              </mc:Choice>
              <mc:Fallback>
                <p:oleObj name="Equation" r:id="rId3" imgW="457200" imgH="173990" progId="Equation.3">
                  <p:embed/>
                  <p:pic>
                    <p:nvPicPr>
                      <p:cNvPr id="0" name="图片 269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1679" y="3167063"/>
                        <a:ext cx="139382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45" name="AutoShape 45"/>
          <p:cNvSpPr>
            <a:spLocks noChangeArrowheads="1"/>
          </p:cNvSpPr>
          <p:nvPr/>
        </p:nvSpPr>
        <p:spPr bwMode="auto">
          <a:xfrm>
            <a:off x="6044566" y="3382963"/>
            <a:ext cx="792163" cy="144462"/>
          </a:xfrm>
          <a:prstGeom prst="rightArrow">
            <a:avLst>
              <a:gd name="adj1" fmla="val 50000"/>
              <a:gd name="adj2" fmla="val 137088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6846" name="Text Box 46"/>
          <p:cNvSpPr txBox="1">
            <a:spLocks noChangeArrowheads="1"/>
          </p:cNvSpPr>
          <p:nvPr/>
        </p:nvSpPr>
        <p:spPr bwMode="auto">
          <a:xfrm>
            <a:off x="7052628" y="3167063"/>
            <a:ext cx="2952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吸收功率，充当负载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76847" name="Object 47"/>
          <p:cNvGraphicFramePr>
            <a:graphicFrameLocks noChangeAspect="1"/>
          </p:cNvGraphicFramePr>
          <p:nvPr/>
        </p:nvGraphicFramePr>
        <p:xfrm>
          <a:off x="5612766" y="3887788"/>
          <a:ext cx="17430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3" name="Equation" r:id="rId5" imgW="566420" imgH="173990" progId="Equation.3">
                  <p:embed/>
                </p:oleObj>
              </mc:Choice>
              <mc:Fallback>
                <p:oleObj name="Equation" r:id="rId5" imgW="566420" imgH="173990" progId="Equation.3">
                  <p:embed/>
                  <p:pic>
                    <p:nvPicPr>
                      <p:cNvPr id="0" name="图片 269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2766" y="3887788"/>
                        <a:ext cx="17430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48" name="Text Box 48"/>
          <p:cNvSpPr txBox="1">
            <a:spLocks noChangeArrowheads="1"/>
          </p:cNvSpPr>
          <p:nvPr/>
        </p:nvSpPr>
        <p:spPr bwMode="auto">
          <a:xfrm>
            <a:off x="4315778" y="3887788"/>
            <a:ext cx="10080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或：</a:t>
            </a:r>
            <a:endParaRPr kumimoji="1" lang="zh-CN" altLang="en-US" sz="28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6849" name="AutoShape 49"/>
          <p:cNvSpPr>
            <a:spLocks noChangeArrowheads="1"/>
          </p:cNvSpPr>
          <p:nvPr/>
        </p:nvSpPr>
        <p:spPr bwMode="auto">
          <a:xfrm>
            <a:off x="7557454" y="4103688"/>
            <a:ext cx="720725" cy="144462"/>
          </a:xfrm>
          <a:prstGeom prst="rightArrow">
            <a:avLst>
              <a:gd name="adj1" fmla="val 50000"/>
              <a:gd name="adj2" fmla="val 124726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6850" name="Text Box 50"/>
          <p:cNvSpPr txBox="1">
            <a:spLocks noChangeArrowheads="1"/>
          </p:cNvSpPr>
          <p:nvPr/>
        </p:nvSpPr>
        <p:spPr bwMode="auto">
          <a:xfrm>
            <a:off x="8205154" y="3887788"/>
            <a:ext cx="1584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发出负功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4" name="Text Box 4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390265" y="4967605"/>
            <a:ext cx="48882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电压降的方向与电流方向相同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/>
          <p:cNvSpPr txBox="1">
            <a:spLocks noChangeArrowheads="1"/>
          </p:cNvSpPr>
          <p:nvPr/>
        </p:nvSpPr>
        <p:spPr bwMode="auto">
          <a:xfrm>
            <a:off x="1774825" y="836613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774826" y="1339851"/>
            <a:ext cx="3889375" cy="3041651"/>
            <a:chOff x="158" y="527"/>
            <a:chExt cx="2450" cy="1916"/>
          </a:xfrm>
        </p:grpSpPr>
        <p:graphicFrame>
          <p:nvGraphicFramePr>
            <p:cNvPr id="50191" name="Object 4"/>
            <p:cNvGraphicFramePr>
              <a:graphicFrameLocks noChangeAspect="1"/>
            </p:cNvGraphicFramePr>
            <p:nvPr/>
          </p:nvGraphicFramePr>
          <p:xfrm>
            <a:off x="1066" y="527"/>
            <a:ext cx="635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14" name="Equation" r:id="rId1" imgW="405765" imgH="135255" progId="Equation.3">
                    <p:embed/>
                  </p:oleObj>
                </mc:Choice>
                <mc:Fallback>
                  <p:oleObj name="Equation" r:id="rId1" imgW="405765" imgH="135255" progId="Equation.3">
                    <p:embed/>
                    <p:pic>
                      <p:nvPicPr>
                        <p:cNvPr id="0" name="图片 280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527"/>
                          <a:ext cx="635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2" name="Oval 5"/>
            <p:cNvSpPr>
              <a:spLocks noChangeArrowheads="1"/>
            </p:cNvSpPr>
            <p:nvPr/>
          </p:nvSpPr>
          <p:spPr bwMode="auto">
            <a:xfrm rot="10800000">
              <a:off x="647" y="1339"/>
              <a:ext cx="164" cy="327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CC00"/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0193" name="Text Box 6"/>
            <p:cNvSpPr txBox="1">
              <a:spLocks noChangeArrowheads="1"/>
            </p:cNvSpPr>
            <p:nvPr/>
          </p:nvSpPr>
          <p:spPr bwMode="auto">
            <a:xfrm rot="10800000">
              <a:off x="505" y="1023"/>
              <a:ext cx="26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194" name="Text Box 7"/>
            <p:cNvSpPr txBox="1">
              <a:spLocks noChangeArrowheads="1"/>
            </p:cNvSpPr>
            <p:nvPr/>
          </p:nvSpPr>
          <p:spPr bwMode="auto">
            <a:xfrm>
              <a:off x="533" y="1573"/>
              <a:ext cx="19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195" name="Text Box 8"/>
            <p:cNvSpPr txBox="1">
              <a:spLocks noChangeArrowheads="1"/>
            </p:cNvSpPr>
            <p:nvPr/>
          </p:nvSpPr>
          <p:spPr bwMode="auto">
            <a:xfrm>
              <a:off x="1474" y="2114"/>
              <a:ext cx="17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196" name="Line 9"/>
            <p:cNvSpPr>
              <a:spLocks noChangeShapeType="1"/>
            </p:cNvSpPr>
            <p:nvPr/>
          </p:nvSpPr>
          <p:spPr bwMode="auto">
            <a:xfrm rot="5400000">
              <a:off x="1060" y="1746"/>
              <a:ext cx="0" cy="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197" name="Line 10"/>
            <p:cNvSpPr>
              <a:spLocks noChangeShapeType="1"/>
            </p:cNvSpPr>
            <p:nvPr/>
          </p:nvSpPr>
          <p:spPr bwMode="auto">
            <a:xfrm rot="5400000">
              <a:off x="1060" y="571"/>
              <a:ext cx="0" cy="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198" name="Text Box 11"/>
            <p:cNvSpPr txBox="1">
              <a:spLocks noChangeArrowheads="1"/>
            </p:cNvSpPr>
            <p:nvPr/>
          </p:nvSpPr>
          <p:spPr bwMode="auto">
            <a:xfrm rot="10800000">
              <a:off x="1519" y="889"/>
              <a:ext cx="26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199" name="Text Box 12"/>
            <p:cNvSpPr txBox="1">
              <a:spLocks noChangeArrowheads="1"/>
            </p:cNvSpPr>
            <p:nvPr/>
          </p:nvSpPr>
          <p:spPr bwMode="auto">
            <a:xfrm>
              <a:off x="975" y="709"/>
              <a:ext cx="19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200" name="Line 13"/>
            <p:cNvSpPr>
              <a:spLocks noChangeShapeType="1"/>
            </p:cNvSpPr>
            <p:nvPr/>
          </p:nvSpPr>
          <p:spPr bwMode="auto">
            <a:xfrm rot="10800000">
              <a:off x="740" y="891"/>
              <a:ext cx="0" cy="11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0201" name="Object 14"/>
            <p:cNvGraphicFramePr>
              <a:graphicFrameLocks noChangeAspect="1"/>
            </p:cNvGraphicFramePr>
            <p:nvPr/>
          </p:nvGraphicFramePr>
          <p:xfrm>
            <a:off x="1222" y="880"/>
            <a:ext cx="282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15" name="Equation" r:id="rId3" imgW="135255" imgH="173990" progId="Equation.DSMT4">
                    <p:embed/>
                  </p:oleObj>
                </mc:Choice>
                <mc:Fallback>
                  <p:oleObj name="Equation" r:id="rId3" imgW="135255" imgH="173990" progId="Equation.DSMT4">
                    <p:embed/>
                    <p:pic>
                      <p:nvPicPr>
                        <p:cNvPr id="0" name="图片 280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2" y="880"/>
                          <a:ext cx="282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02" name="Oval 15"/>
            <p:cNvSpPr>
              <a:spLocks noChangeArrowheads="1"/>
            </p:cNvSpPr>
            <p:nvPr/>
          </p:nvSpPr>
          <p:spPr bwMode="auto">
            <a:xfrm rot="10800000">
              <a:off x="1851" y="1339"/>
              <a:ext cx="164" cy="327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CC00"/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0203" name="Text Box 16"/>
            <p:cNvSpPr txBox="1">
              <a:spLocks noChangeArrowheads="1"/>
            </p:cNvSpPr>
            <p:nvPr/>
          </p:nvSpPr>
          <p:spPr bwMode="auto">
            <a:xfrm rot="10800000">
              <a:off x="2064" y="980"/>
              <a:ext cx="26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204" name="Text Box 17"/>
            <p:cNvSpPr txBox="1">
              <a:spLocks noChangeArrowheads="1"/>
            </p:cNvSpPr>
            <p:nvPr/>
          </p:nvSpPr>
          <p:spPr bwMode="auto">
            <a:xfrm>
              <a:off x="2064" y="1570"/>
              <a:ext cx="19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205" name="Line 18"/>
            <p:cNvSpPr>
              <a:spLocks noChangeShapeType="1"/>
            </p:cNvSpPr>
            <p:nvPr/>
          </p:nvSpPr>
          <p:spPr bwMode="auto">
            <a:xfrm rot="5400000">
              <a:off x="1630" y="1748"/>
              <a:ext cx="3" cy="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06" name="Line 19"/>
            <p:cNvSpPr>
              <a:spLocks noChangeShapeType="1"/>
            </p:cNvSpPr>
            <p:nvPr/>
          </p:nvSpPr>
          <p:spPr bwMode="auto">
            <a:xfrm rot="16200000" flipV="1">
              <a:off x="1631" y="571"/>
              <a:ext cx="1" cy="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07" name="Line 20"/>
            <p:cNvSpPr>
              <a:spLocks noChangeShapeType="1"/>
            </p:cNvSpPr>
            <p:nvPr/>
          </p:nvSpPr>
          <p:spPr bwMode="auto">
            <a:xfrm rot="10800000">
              <a:off x="1944" y="891"/>
              <a:ext cx="0" cy="11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08" name="Rectangle 21"/>
            <p:cNvSpPr>
              <a:spLocks noChangeArrowheads="1"/>
            </p:cNvSpPr>
            <p:nvPr/>
          </p:nvSpPr>
          <p:spPr bwMode="auto">
            <a:xfrm>
              <a:off x="1156" y="800"/>
              <a:ext cx="409" cy="181"/>
            </a:xfrm>
            <a:prstGeom prst="rect">
              <a:avLst/>
            </a:prstGeom>
            <a:solidFill>
              <a:srgbClr val="FF9900"/>
            </a:solidFill>
            <a:ln w="9525" algn="ctr">
              <a:solidFill>
                <a:srgbClr val="FF9900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kumimoji="1" lang="zh-CN" altLang="en-US" sz="2400" b="1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209" name="Text Box 22"/>
            <p:cNvSpPr txBox="1">
              <a:spLocks noChangeArrowheads="1"/>
            </p:cNvSpPr>
            <p:nvPr/>
          </p:nvSpPr>
          <p:spPr bwMode="auto">
            <a:xfrm>
              <a:off x="2064" y="1344"/>
              <a:ext cx="544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10V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210" name="Text Box 23"/>
            <p:cNvSpPr txBox="1">
              <a:spLocks noChangeArrowheads="1"/>
            </p:cNvSpPr>
            <p:nvPr/>
          </p:nvSpPr>
          <p:spPr bwMode="auto">
            <a:xfrm>
              <a:off x="158" y="1344"/>
              <a:ext cx="43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5V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211" name="AutoShape 24"/>
            <p:cNvSpPr>
              <a:spLocks noChangeArrowheads="1"/>
            </p:cNvSpPr>
            <p:nvPr/>
          </p:nvSpPr>
          <p:spPr bwMode="auto">
            <a:xfrm>
              <a:off x="884" y="2115"/>
              <a:ext cx="545" cy="90"/>
            </a:xfrm>
            <a:prstGeom prst="rightArrow">
              <a:avLst>
                <a:gd name="adj1" fmla="val 50000"/>
                <a:gd name="adj2" fmla="val 151389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75801" name="Text Box 25"/>
          <p:cNvSpPr txBox="1">
            <a:spLocks noChangeArrowheads="1"/>
          </p:cNvSpPr>
          <p:nvPr/>
        </p:nvSpPr>
        <p:spPr bwMode="auto">
          <a:xfrm>
            <a:off x="2640014" y="836613"/>
            <a:ext cx="44656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计算图示电路各元件的功率。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5802" name="Text Box 26"/>
          <p:cNvSpPr txBox="1">
            <a:spLocks noChangeArrowheads="1"/>
          </p:cNvSpPr>
          <p:nvPr/>
        </p:nvSpPr>
        <p:spPr bwMode="auto">
          <a:xfrm>
            <a:off x="5808663" y="1484313"/>
            <a:ext cx="647700" cy="52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解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75803" name="Object 27"/>
          <p:cNvGraphicFramePr>
            <a:graphicFrameLocks noChangeAspect="1"/>
          </p:cNvGraphicFramePr>
          <p:nvPr/>
        </p:nvGraphicFramePr>
        <p:xfrm>
          <a:off x="6723064" y="1538289"/>
          <a:ext cx="29940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16" name="Equation" r:id="rId5" imgW="920750" imgH="173990" progId="Equation.DSMT4">
                  <p:embed/>
                </p:oleObj>
              </mc:Choice>
              <mc:Fallback>
                <p:oleObj name="Equation" r:id="rId5" imgW="920750" imgH="173990" progId="Equation.DSMT4">
                  <p:embed/>
                  <p:pic>
                    <p:nvPicPr>
                      <p:cNvPr id="0" name="图片 280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3064" y="1538289"/>
                        <a:ext cx="2994025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4" name="Object 28"/>
          <p:cNvGraphicFramePr>
            <a:graphicFrameLocks noChangeAspect="1"/>
          </p:cNvGraphicFramePr>
          <p:nvPr/>
        </p:nvGraphicFramePr>
        <p:xfrm>
          <a:off x="6723064" y="2187576"/>
          <a:ext cx="331311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17" name="Equation" r:id="rId7" imgW="965835" imgH="270510" progId="Equation.DSMT4">
                  <p:embed/>
                </p:oleObj>
              </mc:Choice>
              <mc:Fallback>
                <p:oleObj name="Equation" r:id="rId7" imgW="965835" imgH="270510" progId="Equation.DSMT4">
                  <p:embed/>
                  <p:pic>
                    <p:nvPicPr>
                      <p:cNvPr id="0" name="图片 280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3064" y="2187576"/>
                        <a:ext cx="331311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5" name="Object 29"/>
          <p:cNvGraphicFramePr>
            <a:graphicFrameLocks noChangeAspect="1"/>
          </p:cNvGraphicFramePr>
          <p:nvPr/>
        </p:nvGraphicFramePr>
        <p:xfrm>
          <a:off x="6738291" y="4730749"/>
          <a:ext cx="39147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18" name="Equation" r:id="rId9" imgW="1075690" imgH="186690" progId="Equation.DSMT4">
                  <p:embed/>
                </p:oleObj>
              </mc:Choice>
              <mc:Fallback>
                <p:oleObj name="Equation" r:id="rId9" imgW="1075690" imgH="186690" progId="Equation.DSMT4">
                  <p:embed/>
                  <p:pic>
                    <p:nvPicPr>
                      <p:cNvPr id="0" name="图片 280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291" y="4730749"/>
                        <a:ext cx="391477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6" name="Object 30"/>
          <p:cNvGraphicFramePr>
            <a:graphicFrameLocks noChangeAspect="1"/>
          </p:cNvGraphicFramePr>
          <p:nvPr/>
        </p:nvGraphicFramePr>
        <p:xfrm>
          <a:off x="6738291" y="3195638"/>
          <a:ext cx="417988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19" name="Equation" r:id="rId11" imgW="1236345" imgH="173990" progId="Equation.DSMT4">
                  <p:embed/>
                </p:oleObj>
              </mc:Choice>
              <mc:Fallback>
                <p:oleObj name="Equation" r:id="rId11" imgW="1236345" imgH="173990" progId="Equation.DSMT4">
                  <p:embed/>
                  <p:pic>
                    <p:nvPicPr>
                      <p:cNvPr id="0" name="图片 280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291" y="3195638"/>
                        <a:ext cx="4179887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7" name="Object 31"/>
          <p:cNvGraphicFramePr>
            <a:graphicFrameLocks noChangeAspect="1"/>
          </p:cNvGraphicFramePr>
          <p:nvPr/>
        </p:nvGraphicFramePr>
        <p:xfrm>
          <a:off x="6738291" y="4038998"/>
          <a:ext cx="35210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20" name="Equation" r:id="rId13" imgW="1094740" imgH="173990" progId="Equation.DSMT4">
                  <p:embed/>
                </p:oleObj>
              </mc:Choice>
              <mc:Fallback>
                <p:oleObj name="Equation" r:id="rId13" imgW="1094740" imgH="173990" progId="Equation.DSMT4">
                  <p:embed/>
                  <p:pic>
                    <p:nvPicPr>
                      <p:cNvPr id="0" name="图片 280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291" y="4038998"/>
                        <a:ext cx="35210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8" name="Text Box 32"/>
          <p:cNvSpPr txBox="1">
            <a:spLocks noChangeArrowheads="1"/>
          </p:cNvSpPr>
          <p:nvPr/>
        </p:nvSpPr>
        <p:spPr bwMode="auto">
          <a:xfrm>
            <a:off x="10758200" y="3282952"/>
            <a:ext cx="935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发出</a:t>
            </a:r>
            <a:endParaRPr kumimoji="1" lang="zh-CN" altLang="en-US" sz="2400" b="1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5809" name="Text Box 33"/>
          <p:cNvSpPr txBox="1">
            <a:spLocks noChangeArrowheads="1"/>
          </p:cNvSpPr>
          <p:nvPr/>
        </p:nvSpPr>
        <p:spPr bwMode="auto">
          <a:xfrm>
            <a:off x="10758199" y="4120357"/>
            <a:ext cx="935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吸收</a:t>
            </a:r>
            <a:endParaRPr kumimoji="1" lang="zh-CN" altLang="en-US" sz="2400" b="1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5810" name="Text Box 34"/>
          <p:cNvSpPr txBox="1">
            <a:spLocks noChangeArrowheads="1"/>
          </p:cNvSpPr>
          <p:nvPr/>
        </p:nvSpPr>
        <p:spPr bwMode="auto">
          <a:xfrm>
            <a:off x="10758198" y="4910138"/>
            <a:ext cx="935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吸收</a:t>
            </a:r>
            <a:endParaRPr kumimoji="1" lang="zh-CN" altLang="en-US" sz="2400" b="1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5811" name="Text Box 35"/>
          <p:cNvSpPr txBox="1">
            <a:spLocks noChangeArrowheads="1"/>
          </p:cNvSpPr>
          <p:nvPr/>
        </p:nvSpPr>
        <p:spPr bwMode="auto">
          <a:xfrm>
            <a:off x="3797521" y="5661782"/>
            <a:ext cx="4537075" cy="52197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满足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kumimoji="1"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P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（发）＝</a:t>
            </a:r>
            <a:r>
              <a:rPr kumimoji="1"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P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（吸）</a:t>
            </a:r>
            <a:endParaRPr kumimoji="1"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2566989" y="5369244"/>
            <a:ext cx="6408737" cy="977265"/>
          </a:xfrm>
          <a:prstGeom prst="rect">
            <a:avLst/>
          </a:prstGeom>
          <a:solidFill>
            <a:srgbClr val="00800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  <a:buFont typeface="Times New Roman" panose="02020603050405020304" pitchFamily="18" charset="0"/>
              <a:buNone/>
            </a:pP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实际电压源也不允许短路。因其内阻小，若短路，电流很大，可能烧毁电源。</a:t>
            </a:r>
            <a:endParaRPr kumimoji="1" lang="zh-CN" altLang="en-US" sz="2400" b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5375275" y="1698626"/>
            <a:ext cx="3384550" cy="2143124"/>
            <a:chOff x="2426" y="1070"/>
            <a:chExt cx="2132" cy="1350"/>
          </a:xfrm>
        </p:grpSpPr>
        <p:sp>
          <p:nvSpPr>
            <p:cNvPr id="51228" name="Line 4"/>
            <p:cNvSpPr>
              <a:spLocks noChangeShapeType="1"/>
            </p:cNvSpPr>
            <p:nvPr/>
          </p:nvSpPr>
          <p:spPr bwMode="auto">
            <a:xfrm>
              <a:off x="2861" y="1608"/>
              <a:ext cx="1694" cy="13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29" name="Text Box 5"/>
            <p:cNvSpPr txBox="1">
              <a:spLocks noChangeArrowheads="1"/>
            </p:cNvSpPr>
            <p:nvPr/>
          </p:nvSpPr>
          <p:spPr bwMode="auto">
            <a:xfrm>
              <a:off x="3864" y="1233"/>
              <a:ext cx="32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r>
                <a:rPr kumimoji="1" lang="en-US" altLang="zh-CN" sz="3200" b="1" i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s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30" name="Line 6"/>
            <p:cNvSpPr>
              <a:spLocks noChangeShapeType="1"/>
            </p:cNvSpPr>
            <p:nvPr/>
          </p:nvSpPr>
          <p:spPr bwMode="auto">
            <a:xfrm>
              <a:off x="2426" y="2091"/>
              <a:ext cx="21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1" name="Line 7"/>
            <p:cNvSpPr>
              <a:spLocks noChangeShapeType="1"/>
            </p:cNvSpPr>
            <p:nvPr/>
          </p:nvSpPr>
          <p:spPr bwMode="auto">
            <a:xfrm flipV="1">
              <a:off x="3285" y="1262"/>
              <a:ext cx="0" cy="114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2" name="Text Box 8"/>
            <p:cNvSpPr txBox="1">
              <a:spLocks noChangeArrowheads="1"/>
            </p:cNvSpPr>
            <p:nvPr/>
          </p:nvSpPr>
          <p:spPr bwMode="auto">
            <a:xfrm>
              <a:off x="2925" y="1070"/>
              <a:ext cx="258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33" name="Text Box 9"/>
            <p:cNvSpPr txBox="1">
              <a:spLocks noChangeArrowheads="1"/>
            </p:cNvSpPr>
            <p:nvPr/>
          </p:nvSpPr>
          <p:spPr bwMode="auto">
            <a:xfrm>
              <a:off x="4322" y="2052"/>
              <a:ext cx="18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34" name="Text Box 10"/>
            <p:cNvSpPr txBox="1">
              <a:spLocks noChangeArrowheads="1"/>
            </p:cNvSpPr>
            <p:nvPr/>
          </p:nvSpPr>
          <p:spPr bwMode="auto">
            <a:xfrm>
              <a:off x="2970" y="2090"/>
              <a:ext cx="254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O</a:t>
              </a:r>
              <a:endPara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35" name="Line 11"/>
            <p:cNvSpPr>
              <a:spLocks noChangeShapeType="1"/>
            </p:cNvSpPr>
            <p:nvPr/>
          </p:nvSpPr>
          <p:spPr bwMode="auto">
            <a:xfrm flipH="1">
              <a:off x="3311" y="1450"/>
              <a:ext cx="467" cy="15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9080343" y="134303"/>
            <a:ext cx="2092960" cy="460375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实际电压源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" name="Group 13"/>
          <p:cNvGrpSpPr/>
          <p:nvPr/>
        </p:nvGrpSpPr>
        <p:grpSpPr bwMode="auto">
          <a:xfrm>
            <a:off x="1246505" y="979805"/>
            <a:ext cx="2784475" cy="3446780"/>
            <a:chOff x="249" y="617"/>
            <a:chExt cx="1330" cy="2171"/>
          </a:xfrm>
        </p:grpSpPr>
        <p:sp>
          <p:nvSpPr>
            <p:cNvPr id="51211" name="Text Box 14"/>
            <p:cNvSpPr txBox="1">
              <a:spLocks noChangeArrowheads="1"/>
            </p:cNvSpPr>
            <p:nvPr/>
          </p:nvSpPr>
          <p:spPr bwMode="auto">
            <a:xfrm>
              <a:off x="703" y="617"/>
              <a:ext cx="17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51212" name="Group 15"/>
            <p:cNvGrpSpPr/>
            <p:nvPr/>
          </p:nvGrpSpPr>
          <p:grpSpPr bwMode="auto">
            <a:xfrm>
              <a:off x="249" y="799"/>
              <a:ext cx="1330" cy="1989"/>
              <a:chOff x="249" y="799"/>
              <a:chExt cx="1330" cy="1989"/>
            </a:xfrm>
          </p:grpSpPr>
          <p:sp>
            <p:nvSpPr>
              <p:cNvPr id="51213" name="Oval 16"/>
              <p:cNvSpPr>
                <a:spLocks noChangeArrowheads="1"/>
              </p:cNvSpPr>
              <p:nvPr/>
            </p:nvSpPr>
            <p:spPr bwMode="auto">
              <a:xfrm rot="10800000">
                <a:off x="647" y="1430"/>
                <a:ext cx="164" cy="327"/>
              </a:xfrm>
              <a:prstGeom prst="ellipse">
                <a:avLst/>
              </a:prstGeom>
              <a:solidFill>
                <a:schemeClr val="accent1"/>
              </a:solidFill>
              <a:ln w="57150">
                <a:solidFill>
                  <a:srgbClr val="FFCC00"/>
                </a:solidFill>
                <a:round/>
              </a:ln>
            </p:spPr>
            <p:txBody>
              <a:bodyPr wrap="squar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51214" name="Text Box 17"/>
              <p:cNvSpPr txBox="1">
                <a:spLocks noChangeArrowheads="1"/>
              </p:cNvSpPr>
              <p:nvPr/>
            </p:nvSpPr>
            <p:spPr bwMode="auto">
              <a:xfrm rot="10800000">
                <a:off x="505" y="1114"/>
                <a:ext cx="262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+</a:t>
                </a:r>
                <a:endPara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1215" name="Text Box 18"/>
              <p:cNvSpPr txBox="1">
                <a:spLocks noChangeArrowheads="1"/>
              </p:cNvSpPr>
              <p:nvPr/>
            </p:nvSpPr>
            <p:spPr bwMode="auto">
              <a:xfrm>
                <a:off x="533" y="1663"/>
                <a:ext cx="19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_</a:t>
                </a:r>
                <a:endPara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1216" name="Oval 19"/>
              <p:cNvSpPr>
                <a:spLocks noChangeArrowheads="1"/>
              </p:cNvSpPr>
              <p:nvPr/>
            </p:nvSpPr>
            <p:spPr bwMode="auto">
              <a:xfrm rot="10800000">
                <a:off x="1332" y="2461"/>
                <a:ext cx="164" cy="327"/>
              </a:xfrm>
              <a:prstGeom prst="ellipse">
                <a:avLst/>
              </a:prstGeom>
              <a:noFill/>
              <a:ln w="38100">
                <a:solidFill>
                  <a:srgbClr val="FFCC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51217" name="Line 20"/>
              <p:cNvSpPr>
                <a:spLocks noChangeShapeType="1"/>
              </p:cNvSpPr>
              <p:nvPr/>
            </p:nvSpPr>
            <p:spPr bwMode="auto">
              <a:xfrm rot="5400000">
                <a:off x="1060" y="2305"/>
                <a:ext cx="0" cy="6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18" name="Oval 21"/>
              <p:cNvSpPr>
                <a:spLocks noChangeArrowheads="1"/>
              </p:cNvSpPr>
              <p:nvPr/>
            </p:nvSpPr>
            <p:spPr bwMode="auto">
              <a:xfrm rot="10800000">
                <a:off x="1332" y="818"/>
                <a:ext cx="164" cy="327"/>
              </a:xfrm>
              <a:prstGeom prst="ellipse">
                <a:avLst/>
              </a:prstGeom>
              <a:noFill/>
              <a:ln w="38100">
                <a:solidFill>
                  <a:srgbClr val="FFCC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51219" name="Line 22"/>
              <p:cNvSpPr>
                <a:spLocks noChangeShapeType="1"/>
              </p:cNvSpPr>
              <p:nvPr/>
            </p:nvSpPr>
            <p:spPr bwMode="auto">
              <a:xfrm rot="5400000">
                <a:off x="1060" y="662"/>
                <a:ext cx="0" cy="6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20" name="Text Box 23"/>
              <p:cNvSpPr txBox="1">
                <a:spLocks noChangeArrowheads="1"/>
              </p:cNvSpPr>
              <p:nvPr/>
            </p:nvSpPr>
            <p:spPr bwMode="auto">
              <a:xfrm>
                <a:off x="1338" y="1615"/>
                <a:ext cx="241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u</a:t>
                </a:r>
                <a:endPara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1221" name="Text Box 24"/>
              <p:cNvSpPr txBox="1">
                <a:spLocks noChangeArrowheads="1"/>
              </p:cNvSpPr>
              <p:nvPr/>
            </p:nvSpPr>
            <p:spPr bwMode="auto">
              <a:xfrm rot="10800000">
                <a:off x="1304" y="956"/>
                <a:ext cx="262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+</a:t>
                </a:r>
                <a:endPara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1222" name="Text Box 25"/>
              <p:cNvSpPr txBox="1">
                <a:spLocks noChangeArrowheads="1"/>
              </p:cNvSpPr>
              <p:nvPr/>
            </p:nvSpPr>
            <p:spPr bwMode="auto">
              <a:xfrm>
                <a:off x="1338" y="2159"/>
                <a:ext cx="19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_</a:t>
                </a:r>
                <a:endPara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1223" name="Line 26"/>
              <p:cNvSpPr>
                <a:spLocks noChangeShapeType="1"/>
              </p:cNvSpPr>
              <p:nvPr/>
            </p:nvSpPr>
            <p:spPr bwMode="auto">
              <a:xfrm rot="10800000">
                <a:off x="740" y="982"/>
                <a:ext cx="8" cy="163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51224" name="Object 27"/>
              <p:cNvGraphicFramePr>
                <a:graphicFrameLocks noChangeAspect="1"/>
              </p:cNvGraphicFramePr>
              <p:nvPr/>
            </p:nvGraphicFramePr>
            <p:xfrm>
              <a:off x="249" y="1434"/>
              <a:ext cx="340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882" name="Equation" r:id="rId1" imgW="141605" imgH="173990" progId="Equation.3">
                      <p:embed/>
                    </p:oleObj>
                  </mc:Choice>
                  <mc:Fallback>
                    <p:oleObj name="Equation" r:id="rId1" imgW="141605" imgH="173990" progId="Equation.3">
                      <p:embed/>
                      <p:pic>
                        <p:nvPicPr>
                          <p:cNvPr id="0" name="图片 2888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9" y="1434"/>
                            <a:ext cx="340" cy="4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225" name="Rectangle 28"/>
              <p:cNvSpPr>
                <a:spLocks noChangeArrowheads="1"/>
              </p:cNvSpPr>
              <p:nvPr/>
            </p:nvSpPr>
            <p:spPr bwMode="auto">
              <a:xfrm>
                <a:off x="657" y="2115"/>
                <a:ext cx="182" cy="363"/>
              </a:xfrm>
              <a:prstGeom prst="rect">
                <a:avLst/>
              </a:prstGeom>
              <a:solidFill>
                <a:srgbClr val="46ACAE"/>
              </a:solidFill>
              <a:ln w="9525" algn="ctr">
                <a:solidFill>
                  <a:srgbClr val="FF99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51226" name="Object 29"/>
              <p:cNvGraphicFramePr>
                <a:graphicFrameLocks noChangeAspect="1"/>
              </p:cNvGraphicFramePr>
              <p:nvPr/>
            </p:nvGraphicFramePr>
            <p:xfrm>
              <a:off x="295" y="2115"/>
              <a:ext cx="302" cy="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883" name="Equation" r:id="rId3" imgW="141605" imgH="173990" progId="Equation.DSMT4">
                      <p:embed/>
                    </p:oleObj>
                  </mc:Choice>
                  <mc:Fallback>
                    <p:oleObj name="Equation" r:id="rId3" imgW="141605" imgH="173990" progId="Equation.DSMT4">
                      <p:embed/>
                      <p:pic>
                        <p:nvPicPr>
                          <p:cNvPr id="0" name="图片 288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5" y="2115"/>
                            <a:ext cx="302" cy="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227" name="AutoShape 30"/>
              <p:cNvSpPr>
                <a:spLocks noChangeArrowheads="1"/>
              </p:cNvSpPr>
              <p:nvPr/>
            </p:nvSpPr>
            <p:spPr bwMode="auto">
              <a:xfrm>
                <a:off x="975" y="799"/>
                <a:ext cx="499" cy="91"/>
              </a:xfrm>
              <a:prstGeom prst="rightArrow">
                <a:avLst>
                  <a:gd name="adj1" fmla="val 50000"/>
                  <a:gd name="adj2" fmla="val 137088"/>
                </a:avLst>
              </a:prstGeom>
              <a:solidFill>
                <a:schemeClr val="tx1"/>
              </a:solidFill>
              <a:ln w="9525" algn="ctr">
                <a:solidFill>
                  <a:srgbClr val="FFFFF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4303" name="AutoShape 31" descr="羊皮纸"/>
          <p:cNvSpPr>
            <a:spLocks noChangeArrowheads="1"/>
          </p:cNvSpPr>
          <p:nvPr/>
        </p:nvSpPr>
        <p:spPr bwMode="auto">
          <a:xfrm>
            <a:off x="1992314" y="4652963"/>
            <a:ext cx="1800225" cy="576262"/>
          </a:xfrm>
          <a:prstGeom prst="wedgeRoundRectCallout">
            <a:avLst>
              <a:gd name="adj1" fmla="val -2028"/>
              <a:gd name="adj2" fmla="val -110056"/>
              <a:gd name="adj3" fmla="val 1666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9525" algn="ctr">
            <a:solidFill>
              <a:schemeClr val="tx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考虑内阻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4304" name="Text Box 32"/>
          <p:cNvSpPr txBox="1">
            <a:spLocks noChangeArrowheads="1"/>
          </p:cNvSpPr>
          <p:nvPr/>
        </p:nvSpPr>
        <p:spPr bwMode="auto">
          <a:xfrm>
            <a:off x="4511676" y="1557338"/>
            <a:ext cx="1584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伏安特性</a:t>
            </a:r>
            <a:endParaRPr kumimoji="1"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54305" name="Object 33"/>
          <p:cNvGraphicFramePr>
            <a:graphicFrameLocks noChangeAspect="1"/>
          </p:cNvGraphicFramePr>
          <p:nvPr/>
        </p:nvGraphicFramePr>
        <p:xfrm>
          <a:off x="6888164" y="836614"/>
          <a:ext cx="24479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4" name="Equation" r:id="rId6" imgW="663575" imgH="173990" progId="Equation.3">
                  <p:embed/>
                </p:oleObj>
              </mc:Choice>
              <mc:Fallback>
                <p:oleObj name="Equation" r:id="rId6" imgW="663575" imgH="173990" progId="Equation.3">
                  <p:embed/>
                  <p:pic>
                    <p:nvPicPr>
                      <p:cNvPr id="0" name="图片 288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4" y="836614"/>
                        <a:ext cx="244792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06" name="Text Box 34"/>
          <p:cNvSpPr txBox="1">
            <a:spLocks noChangeArrowheads="1"/>
          </p:cNvSpPr>
          <p:nvPr/>
        </p:nvSpPr>
        <p:spPr bwMode="auto">
          <a:xfrm>
            <a:off x="3935413" y="4149725"/>
            <a:ext cx="35290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一个好的电压源要求</a:t>
            </a:r>
            <a:endParaRPr kumimoji="1"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54307" name="Object 35"/>
          <p:cNvGraphicFramePr>
            <a:graphicFrameLocks noChangeAspect="1"/>
          </p:cNvGraphicFramePr>
          <p:nvPr/>
        </p:nvGraphicFramePr>
        <p:xfrm>
          <a:off x="7680326" y="4076701"/>
          <a:ext cx="140017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5" name="Equation" r:id="rId8" imgW="424815" imgH="173990" progId="Equation.3">
                  <p:embed/>
                </p:oleObj>
              </mc:Choice>
              <mc:Fallback>
                <p:oleObj name="Equation" r:id="rId8" imgW="424815" imgH="173990" progId="Equation.3">
                  <p:embed/>
                  <p:pic>
                    <p:nvPicPr>
                      <p:cNvPr id="0" name="图片 288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326" y="4076701"/>
                        <a:ext cx="1400175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3939541" y="2533651"/>
            <a:ext cx="30972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&lt;2&gt;.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理想电流源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3428684" y="1361758"/>
            <a:ext cx="5184775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2476500" indent="-2476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其输出电流总能保持定值或一定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的时间函数，其值与它的两端电压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u </a:t>
            </a:r>
            <a:endParaRPr kumimoji="1" lang="en-US" altLang="zh-CN" sz="2800" b="1" i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无关的元件叫理想电流源。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548959" y="2946083"/>
            <a:ext cx="1800225" cy="4572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电路符号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8759826" y="99061"/>
            <a:ext cx="30972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&lt;2&gt;.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理想电流源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620396" y="1945959"/>
            <a:ext cx="1368425" cy="460375"/>
          </a:xfrm>
          <a:prstGeom prst="rect">
            <a:avLst/>
          </a:prstGeom>
          <a:noFill/>
          <a:ln w="38100" algn="ctr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定义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3254" name="AutoShape 6"/>
          <p:cNvSpPr>
            <a:spLocks noChangeArrowheads="1"/>
          </p:cNvSpPr>
          <p:nvPr/>
        </p:nvSpPr>
        <p:spPr bwMode="auto">
          <a:xfrm>
            <a:off x="2349183" y="2009458"/>
            <a:ext cx="1008062" cy="144462"/>
          </a:xfrm>
          <a:prstGeom prst="rightArrow">
            <a:avLst>
              <a:gd name="adj1" fmla="val 50000"/>
              <a:gd name="adj2" fmla="val 174451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" name="Group 7"/>
          <p:cNvGrpSpPr/>
          <p:nvPr/>
        </p:nvGrpSpPr>
        <p:grpSpPr bwMode="auto">
          <a:xfrm>
            <a:off x="3212783" y="2730184"/>
            <a:ext cx="3382962" cy="1889124"/>
            <a:chOff x="1973" y="1616"/>
            <a:chExt cx="2131" cy="1190"/>
          </a:xfrm>
        </p:grpSpPr>
        <p:sp>
          <p:nvSpPr>
            <p:cNvPr id="52243" name="Line 8"/>
            <p:cNvSpPr>
              <a:spLocks noChangeShapeType="1"/>
            </p:cNvSpPr>
            <p:nvPr/>
          </p:nvSpPr>
          <p:spPr bwMode="auto">
            <a:xfrm rot="5400000">
              <a:off x="3080" y="1248"/>
              <a:ext cx="0" cy="204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44" name="Oval 9"/>
            <p:cNvSpPr>
              <a:spLocks noChangeArrowheads="1"/>
            </p:cNvSpPr>
            <p:nvPr/>
          </p:nvSpPr>
          <p:spPr bwMode="auto">
            <a:xfrm>
              <a:off x="2726" y="1987"/>
              <a:ext cx="547" cy="536"/>
            </a:xfrm>
            <a:prstGeom prst="ellipse">
              <a:avLst/>
            </a:prstGeom>
            <a:solidFill>
              <a:schemeClr val="accent1"/>
            </a:solidFill>
            <a:ln w="50800">
              <a:solidFill>
                <a:srgbClr val="FF9900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2245" name="Text Box 10"/>
            <p:cNvSpPr txBox="1">
              <a:spLocks noChangeArrowheads="1"/>
            </p:cNvSpPr>
            <p:nvPr/>
          </p:nvSpPr>
          <p:spPr bwMode="auto">
            <a:xfrm>
              <a:off x="2881" y="2477"/>
              <a:ext cx="24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2246" name="Object 11"/>
            <p:cNvGraphicFramePr>
              <a:graphicFrameLocks noChangeAspect="1"/>
            </p:cNvGraphicFramePr>
            <p:nvPr/>
          </p:nvGraphicFramePr>
          <p:xfrm>
            <a:off x="2619" y="1616"/>
            <a:ext cx="238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02" name="Equation" r:id="rId1" imgW="102870" imgH="173990" progId="Equation.DSMT4">
                    <p:embed/>
                  </p:oleObj>
                </mc:Choice>
                <mc:Fallback>
                  <p:oleObj name="Equation" r:id="rId1" imgW="102870" imgH="173990" progId="Equation.DSMT4">
                    <p:embed/>
                    <p:pic>
                      <p:nvPicPr>
                        <p:cNvPr id="0" name="图片 298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9" y="1616"/>
                          <a:ext cx="238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47" name="Text Box 12"/>
            <p:cNvSpPr txBox="1">
              <a:spLocks noChangeArrowheads="1"/>
            </p:cNvSpPr>
            <p:nvPr/>
          </p:nvSpPr>
          <p:spPr bwMode="auto">
            <a:xfrm>
              <a:off x="2290" y="2387"/>
              <a:ext cx="27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rgbClr val="CC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48" name="Text Box 13"/>
            <p:cNvSpPr txBox="1">
              <a:spLocks noChangeArrowheads="1"/>
            </p:cNvSpPr>
            <p:nvPr/>
          </p:nvSpPr>
          <p:spPr bwMode="auto">
            <a:xfrm>
              <a:off x="3333" y="2251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800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2400" b="1">
                <a:solidFill>
                  <a:srgbClr val="CC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49" name="AutoShape 14"/>
            <p:cNvSpPr>
              <a:spLocks noChangeArrowheads="1"/>
            </p:cNvSpPr>
            <p:nvPr/>
          </p:nvSpPr>
          <p:spPr bwMode="auto">
            <a:xfrm>
              <a:off x="1973" y="2024"/>
              <a:ext cx="680" cy="91"/>
            </a:xfrm>
            <a:prstGeom prst="leftArrow">
              <a:avLst>
                <a:gd name="adj1" fmla="val 50000"/>
                <a:gd name="adj2" fmla="val 186813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2250" name="Line 15"/>
            <p:cNvSpPr>
              <a:spLocks noChangeShapeType="1"/>
            </p:cNvSpPr>
            <p:nvPr/>
          </p:nvSpPr>
          <p:spPr bwMode="auto">
            <a:xfrm>
              <a:off x="3016" y="1979"/>
              <a:ext cx="0" cy="544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3" name="Group 19"/>
          <p:cNvGrpSpPr/>
          <p:nvPr/>
        </p:nvGrpSpPr>
        <p:grpSpPr bwMode="auto">
          <a:xfrm>
            <a:off x="9097646" y="1700530"/>
            <a:ext cx="2206625" cy="2952750"/>
            <a:chOff x="4150" y="2024"/>
            <a:chExt cx="1390" cy="1860"/>
          </a:xfrm>
        </p:grpSpPr>
        <p:sp>
          <p:nvSpPr>
            <p:cNvPr id="52237" name="Line 20"/>
            <p:cNvSpPr>
              <a:spLocks noChangeShapeType="1"/>
            </p:cNvSpPr>
            <p:nvPr/>
          </p:nvSpPr>
          <p:spPr bwMode="auto">
            <a:xfrm flipV="1">
              <a:off x="4150" y="3126"/>
              <a:ext cx="12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2238" name="Line 21"/>
            <p:cNvSpPr>
              <a:spLocks noChangeShapeType="1"/>
            </p:cNvSpPr>
            <p:nvPr/>
          </p:nvSpPr>
          <p:spPr bwMode="auto">
            <a:xfrm flipH="1">
              <a:off x="4558" y="2230"/>
              <a:ext cx="0" cy="15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2239" name="Line 22"/>
            <p:cNvSpPr>
              <a:spLocks noChangeShapeType="1"/>
            </p:cNvSpPr>
            <p:nvPr/>
          </p:nvSpPr>
          <p:spPr bwMode="auto">
            <a:xfrm>
              <a:off x="5041" y="2437"/>
              <a:ext cx="1" cy="144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2240" name="Text Box 23"/>
            <p:cNvSpPr txBox="1">
              <a:spLocks noChangeArrowheads="1"/>
            </p:cNvSpPr>
            <p:nvPr/>
          </p:nvSpPr>
          <p:spPr bwMode="auto">
            <a:xfrm>
              <a:off x="4578" y="2024"/>
              <a:ext cx="29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41" name="Text Box 24"/>
            <p:cNvSpPr txBox="1">
              <a:spLocks noChangeArrowheads="1"/>
            </p:cNvSpPr>
            <p:nvPr/>
          </p:nvSpPr>
          <p:spPr bwMode="auto">
            <a:xfrm>
              <a:off x="5241" y="3058"/>
              <a:ext cx="299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2242" name="Object 25"/>
            <p:cNvGraphicFramePr>
              <a:graphicFrameLocks noChangeAspect="1"/>
            </p:cNvGraphicFramePr>
            <p:nvPr/>
          </p:nvGraphicFramePr>
          <p:xfrm>
            <a:off x="5108" y="2230"/>
            <a:ext cx="430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03" name="Equation" r:id="rId3" imgW="238125" imgH="173990" progId="Equation.DSMT4">
                    <p:embed/>
                  </p:oleObj>
                </mc:Choice>
                <mc:Fallback>
                  <p:oleObj name="Equation" r:id="rId3" imgW="238125" imgH="173990" progId="Equation.DSMT4">
                    <p:embed/>
                    <p:pic>
                      <p:nvPicPr>
                        <p:cNvPr id="0" name="图片 298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8" y="2230"/>
                          <a:ext cx="430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74" name="AutoShape 26" descr="羊皮纸"/>
          <p:cNvSpPr>
            <a:spLocks noChangeArrowheads="1"/>
          </p:cNvSpPr>
          <p:nvPr/>
        </p:nvSpPr>
        <p:spPr bwMode="auto">
          <a:xfrm>
            <a:off x="10829925" y="4934585"/>
            <a:ext cx="935038" cy="865188"/>
          </a:xfrm>
          <a:prstGeom prst="wedgeRoundRectCallout">
            <a:avLst>
              <a:gd name="adj1" fmla="val -80967"/>
              <a:gd name="adj2" fmla="val -74220"/>
              <a:gd name="adj3" fmla="val 1666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9525" algn="ctr">
            <a:solidFill>
              <a:schemeClr val="tx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伏安关系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8759826" y="99061"/>
            <a:ext cx="30972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&lt;2&gt;.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理想电流源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3264" name="Text Box 16"/>
          <p:cNvSpPr txBox="1">
            <a:spLocks noChangeArrowheads="1"/>
          </p:cNvSpPr>
          <p:nvPr/>
        </p:nvSpPr>
        <p:spPr bwMode="auto">
          <a:xfrm>
            <a:off x="1991360" y="2246948"/>
            <a:ext cx="901255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(1)   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电流源的输出电流由电源本身决定，与外电路无关；与它两端电压方向、大小无关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3265" name="Text Box 17"/>
          <p:cNvSpPr txBox="1">
            <a:spLocks noChangeArrowheads="1"/>
          </p:cNvSpPr>
          <p:nvPr/>
        </p:nvSpPr>
        <p:spPr bwMode="auto">
          <a:xfrm>
            <a:off x="1991995" y="3778885"/>
            <a:ext cx="947991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AutoNum type="arabicParenBoth" startAt="2"/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   电流源两端的电压由电源及外电路共同决定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3266" name="Text Box 18"/>
          <p:cNvSpPr txBox="1">
            <a:spLocks noChangeArrowheads="1"/>
          </p:cNvSpPr>
          <p:nvPr/>
        </p:nvSpPr>
        <p:spPr bwMode="auto">
          <a:xfrm>
            <a:off x="1363504" y="1376363"/>
            <a:ext cx="4541520" cy="460375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理想电流源的电压、电流关系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1992313" y="476251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2227" name="AutoShape 3" descr="羊皮纸"/>
          <p:cNvSpPr>
            <a:spLocks noChangeArrowheads="1"/>
          </p:cNvSpPr>
          <p:nvPr/>
        </p:nvSpPr>
        <p:spPr bwMode="auto">
          <a:xfrm>
            <a:off x="4511675" y="2832100"/>
            <a:ext cx="565150" cy="1352550"/>
          </a:xfrm>
          <a:prstGeom prst="wedgeRoundRectCallout">
            <a:avLst>
              <a:gd name="adj1" fmla="val -111486"/>
              <a:gd name="adj2" fmla="val -37634"/>
              <a:gd name="adj3" fmla="val 16667"/>
            </a:avLst>
          </a:prstGeom>
          <a:blipFill dpi="0" rotWithShape="1">
            <a:blip r:embed="rId1"/>
            <a:srcRect/>
            <a:tile tx="0" ty="0" sx="100000" sy="100000" flip="none" algn="tl"/>
          </a:blipFill>
          <a:ln w="9525" algn="ctr">
            <a:solidFill>
              <a:schemeClr val="tx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外电路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2228" name="AutoShape 4"/>
          <p:cNvSpPr>
            <a:spLocks noChangeArrowheads="1"/>
          </p:cNvSpPr>
          <p:nvPr/>
        </p:nvSpPr>
        <p:spPr bwMode="auto">
          <a:xfrm rot="-772628">
            <a:off x="4943475" y="1392238"/>
            <a:ext cx="865188" cy="144462"/>
          </a:xfrm>
          <a:prstGeom prst="rightArrow">
            <a:avLst>
              <a:gd name="adj1" fmla="val 50000"/>
              <a:gd name="adj2" fmla="val 149726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2229" name="AutoShape 5"/>
          <p:cNvSpPr>
            <a:spLocks noChangeArrowheads="1"/>
          </p:cNvSpPr>
          <p:nvPr/>
        </p:nvSpPr>
        <p:spPr bwMode="auto">
          <a:xfrm>
            <a:off x="5016500" y="2184401"/>
            <a:ext cx="865188" cy="144463"/>
          </a:xfrm>
          <a:prstGeom prst="rightArrow">
            <a:avLst>
              <a:gd name="adj1" fmla="val 50000"/>
              <a:gd name="adj2" fmla="val 149725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2230" name="AutoShape 6"/>
          <p:cNvSpPr>
            <a:spLocks noChangeArrowheads="1"/>
          </p:cNvSpPr>
          <p:nvPr/>
        </p:nvSpPr>
        <p:spPr bwMode="auto">
          <a:xfrm rot="1047492">
            <a:off x="5232400" y="3048001"/>
            <a:ext cx="865188" cy="144463"/>
          </a:xfrm>
          <a:prstGeom prst="rightArrow">
            <a:avLst>
              <a:gd name="adj1" fmla="val 50000"/>
              <a:gd name="adj2" fmla="val 149725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6543676" y="1897064"/>
          <a:ext cx="29368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0" name="Equation" r:id="rId2" imgW="779145" imgH="154305" progId="Equation.3">
                  <p:embed/>
                </p:oleObj>
              </mc:Choice>
              <mc:Fallback>
                <p:oleObj name="Equation" r:id="rId2" imgW="779145" imgH="154305" progId="Equation.3">
                  <p:embed/>
                  <p:pic>
                    <p:nvPicPr>
                      <p:cNvPr id="0" name="图片 309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676" y="1897064"/>
                        <a:ext cx="293687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6442075" y="2976563"/>
          <a:ext cx="29670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1" name="Equation" r:id="rId4" imgW="811530" imgH="154305" progId="Equation.3">
                  <p:embed/>
                </p:oleObj>
              </mc:Choice>
              <mc:Fallback>
                <p:oleObj name="Equation" r:id="rId4" imgW="811530" imgH="154305" progId="Equation.3">
                  <p:embed/>
                  <p:pic>
                    <p:nvPicPr>
                      <p:cNvPr id="0" name="图片 309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075" y="2976563"/>
                        <a:ext cx="296703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7192328" y="3503613"/>
            <a:ext cx="3529012" cy="52197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电流源不能开路！</a:t>
            </a:r>
            <a:endParaRPr kumimoji="1"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1990725" y="1463676"/>
            <a:ext cx="2520950" cy="2447925"/>
            <a:chOff x="158" y="799"/>
            <a:chExt cx="1588" cy="1542"/>
          </a:xfrm>
        </p:grpSpPr>
        <p:sp>
          <p:nvSpPr>
            <p:cNvPr id="53262" name="Rectangle 11"/>
            <p:cNvSpPr>
              <a:spLocks noChangeArrowheads="1"/>
            </p:cNvSpPr>
            <p:nvPr/>
          </p:nvSpPr>
          <p:spPr bwMode="auto">
            <a:xfrm>
              <a:off x="385" y="799"/>
              <a:ext cx="998" cy="1542"/>
            </a:xfrm>
            <a:prstGeom prst="rect">
              <a:avLst/>
            </a:prstGeom>
            <a:noFill/>
            <a:ln w="38100" algn="ctr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3263" name="Oval 12"/>
            <p:cNvSpPr>
              <a:spLocks noChangeArrowheads="1"/>
            </p:cNvSpPr>
            <p:nvPr/>
          </p:nvSpPr>
          <p:spPr bwMode="auto">
            <a:xfrm>
              <a:off x="158" y="1480"/>
              <a:ext cx="453" cy="453"/>
            </a:xfrm>
            <a:prstGeom prst="ellipse">
              <a:avLst/>
            </a:prstGeom>
            <a:solidFill>
              <a:schemeClr val="accent1"/>
            </a:solidFill>
            <a:ln w="50800" algn="ctr">
              <a:solidFill>
                <a:srgbClr val="FFCC00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3264" name="Rectangle 13"/>
            <p:cNvSpPr>
              <a:spLocks noChangeArrowheads="1"/>
            </p:cNvSpPr>
            <p:nvPr/>
          </p:nvSpPr>
          <p:spPr bwMode="auto">
            <a:xfrm>
              <a:off x="1292" y="1344"/>
              <a:ext cx="182" cy="453"/>
            </a:xfrm>
            <a:prstGeom prst="rect">
              <a:avLst/>
            </a:prstGeom>
            <a:solidFill>
              <a:srgbClr val="46A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3265" name="AutoShape 14"/>
            <p:cNvSpPr>
              <a:spLocks noChangeArrowheads="1"/>
            </p:cNvSpPr>
            <p:nvPr/>
          </p:nvSpPr>
          <p:spPr bwMode="auto">
            <a:xfrm rot="-5400000">
              <a:off x="45" y="1094"/>
              <a:ext cx="499" cy="91"/>
            </a:xfrm>
            <a:prstGeom prst="rightArrow">
              <a:avLst>
                <a:gd name="adj1" fmla="val 50000"/>
                <a:gd name="adj2" fmla="val 137088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3266" name="Text Box 15"/>
            <p:cNvSpPr txBox="1">
              <a:spLocks noChangeArrowheads="1"/>
            </p:cNvSpPr>
            <p:nvPr/>
          </p:nvSpPr>
          <p:spPr bwMode="auto">
            <a:xfrm>
              <a:off x="1474" y="1117"/>
              <a:ext cx="27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R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67" name="Text Box 16"/>
            <p:cNvSpPr txBox="1">
              <a:spLocks noChangeArrowheads="1"/>
            </p:cNvSpPr>
            <p:nvPr/>
          </p:nvSpPr>
          <p:spPr bwMode="auto">
            <a:xfrm>
              <a:off x="657" y="1525"/>
              <a:ext cx="27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68" name="Text Box 17"/>
            <p:cNvSpPr txBox="1">
              <a:spLocks noChangeArrowheads="1"/>
            </p:cNvSpPr>
            <p:nvPr/>
          </p:nvSpPr>
          <p:spPr bwMode="auto">
            <a:xfrm>
              <a:off x="476" y="1797"/>
              <a:ext cx="27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-</a:t>
              </a:r>
              <a:endParaRPr kumimoji="1" lang="en-US" altLang="zh-CN" sz="3200" b="1" i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69" name="Text Box 18"/>
            <p:cNvSpPr txBox="1">
              <a:spLocks noChangeArrowheads="1"/>
            </p:cNvSpPr>
            <p:nvPr/>
          </p:nvSpPr>
          <p:spPr bwMode="auto">
            <a:xfrm>
              <a:off x="521" y="1162"/>
              <a:ext cx="27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3270" name="Object 19"/>
            <p:cNvGraphicFramePr>
              <a:graphicFrameLocks noChangeAspect="1"/>
            </p:cNvGraphicFramePr>
            <p:nvPr/>
          </p:nvGraphicFramePr>
          <p:xfrm>
            <a:off x="476" y="890"/>
            <a:ext cx="260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2" name="Equation" r:id="rId6" imgW="109220" imgH="173990" progId="Equation.3">
                    <p:embed/>
                  </p:oleObj>
                </mc:Choice>
                <mc:Fallback>
                  <p:oleObj name="Equation" r:id="rId6" imgW="109220" imgH="173990" progId="Equation.3">
                    <p:embed/>
                    <p:pic>
                      <p:nvPicPr>
                        <p:cNvPr id="0" name="图片 309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890"/>
                          <a:ext cx="260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1" name="Line 20"/>
            <p:cNvSpPr>
              <a:spLocks noChangeShapeType="1"/>
            </p:cNvSpPr>
            <p:nvPr/>
          </p:nvSpPr>
          <p:spPr bwMode="auto">
            <a:xfrm>
              <a:off x="158" y="1706"/>
              <a:ext cx="454" cy="0"/>
            </a:xfrm>
            <a:prstGeom prst="line">
              <a:avLst/>
            </a:prstGeom>
            <a:noFill/>
            <a:ln w="5715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52245" name="Text Box 21"/>
          <p:cNvSpPr txBox="1">
            <a:spLocks noChangeArrowheads="1"/>
          </p:cNvSpPr>
          <p:nvPr/>
        </p:nvSpPr>
        <p:spPr bwMode="auto">
          <a:xfrm>
            <a:off x="1992314" y="4632326"/>
            <a:ext cx="2808287" cy="504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实际电流源的产生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2246" name="Text Box 22"/>
          <p:cNvSpPr txBox="1">
            <a:spLocks noChangeArrowheads="1"/>
          </p:cNvSpPr>
          <p:nvPr/>
        </p:nvSpPr>
        <p:spPr bwMode="auto">
          <a:xfrm>
            <a:off x="2351088" y="5157789"/>
            <a:ext cx="7848600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可由稳流电子设备产生，如晶体管的集电极电流与负载无关；光电池在一定光线照射下光电池被激发产生一定值的电流等。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52247" name="Object 23"/>
          <p:cNvGraphicFramePr>
            <a:graphicFrameLocks noChangeAspect="1"/>
          </p:cNvGraphicFramePr>
          <p:nvPr/>
        </p:nvGraphicFramePr>
        <p:xfrm>
          <a:off x="6527800" y="1031875"/>
          <a:ext cx="15113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3" name="Equation" r:id="rId8" imgW="405765" imgH="173990" progId="Equation.3">
                  <p:embed/>
                </p:oleObj>
              </mc:Choice>
              <mc:Fallback>
                <p:oleObj name="Equation" r:id="rId8" imgW="405765" imgH="173990" progId="Equation.3">
                  <p:embed/>
                  <p:pic>
                    <p:nvPicPr>
                      <p:cNvPr id="0" name="图片 309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1031875"/>
                        <a:ext cx="15113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1018540" y="1388110"/>
            <a:ext cx="3549015" cy="460375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电流源发出的功率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4567239" y="2787651"/>
            <a:ext cx="5545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MT Extra" panose="05050102010205020202" pitchFamily="18" charset="2"/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MT Extra" panose="05050102010205020202" pitchFamily="18" charset="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MT Extra" panose="05050102010205020202" pitchFamily="18" charset="2"/>
              </a:rPr>
              <a:t>）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电压、电流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的方向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非关联；　　　　　　　　　　　　　　　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4711701" y="1586231"/>
            <a:ext cx="1008063" cy="142875"/>
          </a:xfrm>
          <a:prstGeom prst="rightArrow">
            <a:avLst>
              <a:gd name="adj1" fmla="val 50000"/>
              <a:gd name="adj2" fmla="val 176389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6096001" y="1370331"/>
          <a:ext cx="137636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8" name="Equation" r:id="rId1" imgW="405765" imgH="173990" progId="Equation.3">
                  <p:embed/>
                </p:oleObj>
              </mc:Choice>
              <mc:Fallback>
                <p:oleObj name="Equation" r:id="rId1" imgW="405765" imgH="173990" progId="Equation.3">
                  <p:embed/>
                  <p:pic>
                    <p:nvPicPr>
                      <p:cNvPr id="0" name="图片 32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1370331"/>
                        <a:ext cx="137636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6" name="AutoShape 6"/>
          <p:cNvSpPr>
            <a:spLocks noChangeArrowheads="1"/>
          </p:cNvSpPr>
          <p:nvPr/>
        </p:nvSpPr>
        <p:spPr bwMode="auto">
          <a:xfrm>
            <a:off x="6151563" y="3870326"/>
            <a:ext cx="792162" cy="144463"/>
          </a:xfrm>
          <a:prstGeom prst="rightArrow">
            <a:avLst>
              <a:gd name="adj1" fmla="val 50000"/>
              <a:gd name="adj2" fmla="val 137087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6943725" y="3725863"/>
            <a:ext cx="3384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发出功率，起电源作用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15"/>
          <p:cNvGrpSpPr/>
          <p:nvPr/>
        </p:nvGrpSpPr>
        <p:grpSpPr bwMode="auto">
          <a:xfrm>
            <a:off x="413385" y="2099310"/>
            <a:ext cx="3765550" cy="2384425"/>
            <a:chOff x="295" y="818"/>
            <a:chExt cx="1271" cy="1502"/>
          </a:xfrm>
        </p:grpSpPr>
        <p:sp>
          <p:nvSpPr>
            <p:cNvPr id="54303" name="Line 16"/>
            <p:cNvSpPr>
              <a:spLocks noChangeShapeType="1"/>
            </p:cNvSpPr>
            <p:nvPr/>
          </p:nvSpPr>
          <p:spPr bwMode="auto">
            <a:xfrm rot="10800000">
              <a:off x="740" y="982"/>
              <a:ext cx="0" cy="1175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4" name="Oval 17"/>
            <p:cNvSpPr>
              <a:spLocks noChangeArrowheads="1"/>
            </p:cNvSpPr>
            <p:nvPr/>
          </p:nvSpPr>
          <p:spPr bwMode="auto">
            <a:xfrm rot="10800000">
              <a:off x="647" y="1430"/>
              <a:ext cx="164" cy="327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CC00"/>
              </a:solidFill>
              <a:round/>
            </a:ln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4305" name="Oval 18"/>
            <p:cNvSpPr>
              <a:spLocks noChangeArrowheads="1"/>
            </p:cNvSpPr>
            <p:nvPr/>
          </p:nvSpPr>
          <p:spPr bwMode="auto">
            <a:xfrm rot="10800000">
              <a:off x="1372" y="1993"/>
              <a:ext cx="164" cy="327"/>
            </a:xfrm>
            <a:prstGeom prst="ellips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4306" name="Line 19"/>
            <p:cNvSpPr>
              <a:spLocks noChangeShapeType="1"/>
            </p:cNvSpPr>
            <p:nvPr/>
          </p:nvSpPr>
          <p:spPr bwMode="auto">
            <a:xfrm rot="5400000">
              <a:off x="1060" y="1837"/>
              <a:ext cx="0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7" name="Oval 20"/>
            <p:cNvSpPr>
              <a:spLocks noChangeArrowheads="1"/>
            </p:cNvSpPr>
            <p:nvPr/>
          </p:nvSpPr>
          <p:spPr bwMode="auto">
            <a:xfrm rot="10800000">
              <a:off x="1374" y="818"/>
              <a:ext cx="164" cy="327"/>
            </a:xfrm>
            <a:prstGeom prst="ellips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4308" name="Line 21"/>
            <p:cNvSpPr>
              <a:spLocks noChangeShapeType="1"/>
            </p:cNvSpPr>
            <p:nvPr/>
          </p:nvSpPr>
          <p:spPr bwMode="auto">
            <a:xfrm rot="5400000">
              <a:off x="1060" y="662"/>
              <a:ext cx="0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9" name="Text Box 22"/>
            <p:cNvSpPr txBox="1">
              <a:spLocks noChangeArrowheads="1"/>
            </p:cNvSpPr>
            <p:nvPr/>
          </p:nvSpPr>
          <p:spPr bwMode="auto">
            <a:xfrm>
              <a:off x="1318" y="1385"/>
              <a:ext cx="24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310" name="Text Box 23"/>
            <p:cNvSpPr txBox="1">
              <a:spLocks noChangeArrowheads="1"/>
            </p:cNvSpPr>
            <p:nvPr/>
          </p:nvSpPr>
          <p:spPr bwMode="auto">
            <a:xfrm rot="10800000">
              <a:off x="1304" y="1062"/>
              <a:ext cx="26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311" name="Text Box 24"/>
            <p:cNvSpPr txBox="1">
              <a:spLocks noChangeArrowheads="1"/>
            </p:cNvSpPr>
            <p:nvPr/>
          </p:nvSpPr>
          <p:spPr bwMode="auto">
            <a:xfrm>
              <a:off x="1351" y="1625"/>
              <a:ext cx="19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312" name="Object 25"/>
            <p:cNvGraphicFramePr>
              <a:graphicFrameLocks noChangeAspect="1"/>
            </p:cNvGraphicFramePr>
            <p:nvPr/>
          </p:nvGraphicFramePr>
          <p:xfrm>
            <a:off x="295" y="1344"/>
            <a:ext cx="242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60" name="Equation" r:id="rId3" imgW="109220" imgH="173990" progId="Equation.3">
                    <p:embed/>
                  </p:oleObj>
                </mc:Choice>
                <mc:Fallback>
                  <p:oleObj name="Equation" r:id="rId3" imgW="109220" imgH="173990" progId="Equation.3">
                    <p:embed/>
                    <p:pic>
                      <p:nvPicPr>
                        <p:cNvPr id="0" name="图片 320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1344"/>
                          <a:ext cx="242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13" name="Line 26"/>
            <p:cNvSpPr>
              <a:spLocks noChangeShapeType="1"/>
            </p:cNvSpPr>
            <p:nvPr/>
          </p:nvSpPr>
          <p:spPr bwMode="auto">
            <a:xfrm flipV="1">
              <a:off x="647" y="1616"/>
              <a:ext cx="164" cy="6"/>
            </a:xfrm>
            <a:prstGeom prst="line">
              <a:avLst/>
            </a:prstGeom>
            <a:noFill/>
            <a:ln w="5715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4314" name="AutoShape 27"/>
            <p:cNvSpPr>
              <a:spLocks noChangeArrowheads="1"/>
            </p:cNvSpPr>
            <p:nvPr/>
          </p:nvSpPr>
          <p:spPr bwMode="auto">
            <a:xfrm>
              <a:off x="612" y="981"/>
              <a:ext cx="91" cy="408"/>
            </a:xfrm>
            <a:prstGeom prst="upArrow">
              <a:avLst>
                <a:gd name="adj1" fmla="val 50000"/>
                <a:gd name="adj2" fmla="val 112088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51228" name="Object 28"/>
          <p:cNvGraphicFramePr>
            <a:graphicFrameLocks noChangeAspect="1"/>
          </p:cNvGraphicFramePr>
          <p:nvPr/>
        </p:nvGraphicFramePr>
        <p:xfrm>
          <a:off x="4640263" y="3670936"/>
          <a:ext cx="13763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1" name="Equation" r:id="rId5" imgW="405765" imgH="173990" progId="Equation.3">
                  <p:embed/>
                </p:oleObj>
              </mc:Choice>
              <mc:Fallback>
                <p:oleObj name="Equation" r:id="rId5" imgW="405765" imgH="173990" progId="Equation.3">
                  <p:embed/>
                  <p:pic>
                    <p:nvPicPr>
                      <p:cNvPr id="0" name="图片 32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263" y="3670936"/>
                        <a:ext cx="1376362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9" name="AutoShape 9"/>
          <p:cNvSpPr>
            <a:spLocks noChangeArrowheads="1"/>
          </p:cNvSpPr>
          <p:nvPr/>
        </p:nvSpPr>
        <p:spPr bwMode="auto">
          <a:xfrm>
            <a:off x="6295073" y="2636521"/>
            <a:ext cx="792162" cy="144463"/>
          </a:xfrm>
          <a:prstGeom prst="rightArrow">
            <a:avLst>
              <a:gd name="adj1" fmla="val 50000"/>
              <a:gd name="adj2" fmla="val 137087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1210" name="Text Box 10"/>
          <p:cNvSpPr txBox="1">
            <a:spLocks noChangeArrowheads="1"/>
          </p:cNvSpPr>
          <p:nvPr/>
        </p:nvSpPr>
        <p:spPr bwMode="auto">
          <a:xfrm>
            <a:off x="7158673" y="2420620"/>
            <a:ext cx="2952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吸收功率，充当负载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51211" name="Object 11"/>
          <p:cNvGraphicFramePr>
            <a:graphicFrameLocks noChangeAspect="1"/>
          </p:cNvGraphicFramePr>
          <p:nvPr/>
        </p:nvGraphicFramePr>
        <p:xfrm>
          <a:off x="5790249" y="3428683"/>
          <a:ext cx="17430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9" name="Equation" r:id="rId1" imgW="566420" imgH="173990" progId="Equation.3">
                  <p:embed/>
                </p:oleObj>
              </mc:Choice>
              <mc:Fallback>
                <p:oleObj name="Equation" r:id="rId1" imgW="566420" imgH="173990" progId="Equation.3">
                  <p:embed/>
                  <p:pic>
                    <p:nvPicPr>
                      <p:cNvPr id="0" name="图片 32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0249" y="3428683"/>
                        <a:ext cx="17430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2" name="Text Box 12"/>
          <p:cNvSpPr txBox="1">
            <a:spLocks noChangeArrowheads="1"/>
          </p:cNvSpPr>
          <p:nvPr/>
        </p:nvSpPr>
        <p:spPr bwMode="auto">
          <a:xfrm>
            <a:off x="4421823" y="3357246"/>
            <a:ext cx="10080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或：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1213" name="AutoShape 13"/>
          <p:cNvSpPr>
            <a:spLocks noChangeArrowheads="1"/>
          </p:cNvSpPr>
          <p:nvPr/>
        </p:nvSpPr>
        <p:spPr bwMode="auto">
          <a:xfrm>
            <a:off x="7663499" y="3644583"/>
            <a:ext cx="720725" cy="144462"/>
          </a:xfrm>
          <a:prstGeom prst="rightArrow">
            <a:avLst>
              <a:gd name="adj1" fmla="val 50000"/>
              <a:gd name="adj2" fmla="val 124726"/>
            </a:avLst>
          </a:prstGeom>
          <a:solidFill>
            <a:srgbClr val="FF3300"/>
          </a:solidFill>
          <a:ln w="9525" algn="ctr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1214" name="Text Box 14"/>
          <p:cNvSpPr txBox="1">
            <a:spLocks noChangeArrowheads="1"/>
          </p:cNvSpPr>
          <p:nvPr/>
        </p:nvSpPr>
        <p:spPr bwMode="auto">
          <a:xfrm>
            <a:off x="8455661" y="3501708"/>
            <a:ext cx="1584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发出负功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51229" name="Object 29"/>
          <p:cNvGraphicFramePr>
            <a:graphicFrameLocks noChangeAspect="1"/>
          </p:cNvGraphicFramePr>
          <p:nvPr/>
        </p:nvGraphicFramePr>
        <p:xfrm>
          <a:off x="4782186" y="2349184"/>
          <a:ext cx="137636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2" name="Equation" r:id="rId3" imgW="405765" imgH="173990" progId="Equation.3">
                  <p:embed/>
                </p:oleObj>
              </mc:Choice>
              <mc:Fallback>
                <p:oleObj name="Equation" r:id="rId3" imgW="405765" imgH="173990" progId="Equation.3">
                  <p:embed/>
                  <p:pic>
                    <p:nvPicPr>
                      <p:cNvPr id="0" name="图片 32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2186" y="2349184"/>
                        <a:ext cx="137636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0"/>
          <p:cNvGrpSpPr/>
          <p:nvPr/>
        </p:nvGrpSpPr>
        <p:grpSpPr bwMode="auto">
          <a:xfrm>
            <a:off x="871855" y="1863090"/>
            <a:ext cx="3118485" cy="2588895"/>
            <a:chOff x="249" y="2501"/>
            <a:chExt cx="1270" cy="1470"/>
          </a:xfrm>
        </p:grpSpPr>
        <p:sp>
          <p:nvSpPr>
            <p:cNvPr id="54291" name="Line 31"/>
            <p:cNvSpPr>
              <a:spLocks noChangeShapeType="1"/>
            </p:cNvSpPr>
            <p:nvPr/>
          </p:nvSpPr>
          <p:spPr bwMode="auto">
            <a:xfrm rot="10800000">
              <a:off x="694" y="2648"/>
              <a:ext cx="0" cy="1175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292" name="Oval 32"/>
            <p:cNvSpPr>
              <a:spLocks noChangeArrowheads="1"/>
            </p:cNvSpPr>
            <p:nvPr/>
          </p:nvSpPr>
          <p:spPr bwMode="auto">
            <a:xfrm rot="10800000">
              <a:off x="601" y="3113"/>
              <a:ext cx="164" cy="295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CC00"/>
              </a:solidFill>
              <a:round/>
            </a:ln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4293" name="Oval 33"/>
            <p:cNvSpPr>
              <a:spLocks noChangeArrowheads="1"/>
            </p:cNvSpPr>
            <p:nvPr/>
          </p:nvSpPr>
          <p:spPr bwMode="auto">
            <a:xfrm rot="10800000">
              <a:off x="1286" y="3676"/>
              <a:ext cx="164" cy="295"/>
            </a:xfrm>
            <a:prstGeom prst="ellips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4294" name="Line 34"/>
            <p:cNvSpPr>
              <a:spLocks noChangeShapeType="1"/>
            </p:cNvSpPr>
            <p:nvPr/>
          </p:nvSpPr>
          <p:spPr bwMode="auto">
            <a:xfrm rot="5400000">
              <a:off x="1014" y="3503"/>
              <a:ext cx="0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295" name="Oval 35"/>
            <p:cNvSpPr>
              <a:spLocks noChangeArrowheads="1"/>
            </p:cNvSpPr>
            <p:nvPr/>
          </p:nvSpPr>
          <p:spPr bwMode="auto">
            <a:xfrm rot="10800000">
              <a:off x="1286" y="2501"/>
              <a:ext cx="164" cy="295"/>
            </a:xfrm>
            <a:prstGeom prst="ellips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4296" name="Line 36"/>
            <p:cNvSpPr>
              <a:spLocks noChangeShapeType="1"/>
            </p:cNvSpPr>
            <p:nvPr/>
          </p:nvSpPr>
          <p:spPr bwMode="auto">
            <a:xfrm rot="5400000">
              <a:off x="1014" y="2328"/>
              <a:ext cx="0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297" name="Text Box 37"/>
            <p:cNvSpPr txBox="1">
              <a:spLocks noChangeArrowheads="1"/>
            </p:cNvSpPr>
            <p:nvPr/>
          </p:nvSpPr>
          <p:spPr bwMode="auto">
            <a:xfrm>
              <a:off x="1272" y="3067"/>
              <a:ext cx="24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298" name="Text Box 38"/>
            <p:cNvSpPr txBox="1">
              <a:spLocks noChangeArrowheads="1"/>
            </p:cNvSpPr>
            <p:nvPr/>
          </p:nvSpPr>
          <p:spPr bwMode="auto">
            <a:xfrm rot="10800000">
              <a:off x="1257" y="2773"/>
              <a:ext cx="262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299" name="Text Box 39"/>
            <p:cNvSpPr txBox="1">
              <a:spLocks noChangeArrowheads="1"/>
            </p:cNvSpPr>
            <p:nvPr/>
          </p:nvSpPr>
          <p:spPr bwMode="auto">
            <a:xfrm>
              <a:off x="1297" y="3285"/>
              <a:ext cx="196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300" name="Object 40"/>
            <p:cNvGraphicFramePr>
              <a:graphicFrameLocks noChangeAspect="1"/>
            </p:cNvGraphicFramePr>
            <p:nvPr/>
          </p:nvGraphicFramePr>
          <p:xfrm>
            <a:off x="249" y="3010"/>
            <a:ext cx="242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63" name="Equation" r:id="rId5" imgW="109220" imgH="173990" progId="Equation.3">
                    <p:embed/>
                  </p:oleObj>
                </mc:Choice>
                <mc:Fallback>
                  <p:oleObj name="Equation" r:id="rId5" imgW="109220" imgH="173990" progId="Equation.3">
                    <p:embed/>
                    <p:pic>
                      <p:nvPicPr>
                        <p:cNvPr id="0" name="图片 320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3010"/>
                          <a:ext cx="242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01" name="Line 41"/>
            <p:cNvSpPr>
              <a:spLocks noChangeShapeType="1"/>
            </p:cNvSpPr>
            <p:nvPr/>
          </p:nvSpPr>
          <p:spPr bwMode="auto">
            <a:xfrm flipV="1">
              <a:off x="601" y="3282"/>
              <a:ext cx="164" cy="3"/>
            </a:xfrm>
            <a:prstGeom prst="line">
              <a:avLst/>
            </a:prstGeom>
            <a:noFill/>
            <a:ln w="5715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4302" name="AutoShape 42"/>
            <p:cNvSpPr>
              <a:spLocks noChangeArrowheads="1"/>
            </p:cNvSpPr>
            <p:nvPr/>
          </p:nvSpPr>
          <p:spPr bwMode="auto">
            <a:xfrm>
              <a:off x="567" y="2614"/>
              <a:ext cx="90" cy="408"/>
            </a:xfrm>
            <a:prstGeom prst="downArrow">
              <a:avLst>
                <a:gd name="adj1" fmla="val 50000"/>
                <a:gd name="adj2" fmla="val 113333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745173" y="1202691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1443039" y="1209675"/>
            <a:ext cx="44656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计算图示电路各元件的功率。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6325870" y="2148840"/>
            <a:ext cx="4638675" cy="116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问题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endParaRPr kumimoji="1" lang="en-US" altLang="zh-CN" sz="2800" b="1" i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algn="ctr">
              <a:spcBef>
                <a:spcPct val="50000"/>
              </a:spcBef>
            </a:pPr>
            <a:r>
              <a:rPr kumimoji="1" lang="zh-CN" altLang="en-US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电流源和电压源谁发出功率</a:t>
            </a:r>
            <a:endParaRPr kumimoji="1" lang="zh-CN" altLang="en-US" sz="2800" b="1" i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grpSp>
        <p:nvGrpSpPr>
          <p:cNvPr id="2" name="Group 12"/>
          <p:cNvGrpSpPr/>
          <p:nvPr/>
        </p:nvGrpSpPr>
        <p:grpSpPr bwMode="auto">
          <a:xfrm>
            <a:off x="290195" y="1754194"/>
            <a:ext cx="5975985" cy="2709856"/>
            <a:chOff x="317" y="543"/>
            <a:chExt cx="2029" cy="1527"/>
          </a:xfrm>
        </p:grpSpPr>
        <p:sp>
          <p:nvSpPr>
            <p:cNvPr id="55309" name="Line 13"/>
            <p:cNvSpPr>
              <a:spLocks noChangeShapeType="1"/>
            </p:cNvSpPr>
            <p:nvPr/>
          </p:nvSpPr>
          <p:spPr bwMode="auto">
            <a:xfrm rot="10800000">
              <a:off x="1944" y="891"/>
              <a:ext cx="0" cy="1175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0" name="Oval 14"/>
            <p:cNvSpPr>
              <a:spLocks noChangeArrowheads="1"/>
            </p:cNvSpPr>
            <p:nvPr/>
          </p:nvSpPr>
          <p:spPr bwMode="auto">
            <a:xfrm rot="10800000">
              <a:off x="647" y="1339"/>
              <a:ext cx="164" cy="327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CC00"/>
              </a:solidFill>
              <a:round/>
            </a:ln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5311" name="Text Box 15"/>
            <p:cNvSpPr txBox="1">
              <a:spLocks noChangeArrowheads="1"/>
            </p:cNvSpPr>
            <p:nvPr/>
          </p:nvSpPr>
          <p:spPr bwMode="auto">
            <a:xfrm rot="10800000">
              <a:off x="505" y="1043"/>
              <a:ext cx="26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2" name="Text Box 16"/>
            <p:cNvSpPr txBox="1">
              <a:spLocks noChangeArrowheads="1"/>
            </p:cNvSpPr>
            <p:nvPr/>
          </p:nvSpPr>
          <p:spPr bwMode="auto">
            <a:xfrm>
              <a:off x="533" y="1592"/>
              <a:ext cx="19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13" name="Text Box 17"/>
            <p:cNvSpPr txBox="1">
              <a:spLocks noChangeArrowheads="1"/>
            </p:cNvSpPr>
            <p:nvPr/>
          </p:nvSpPr>
          <p:spPr bwMode="auto">
            <a:xfrm>
              <a:off x="1587" y="1331"/>
              <a:ext cx="241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4" name="Line 18"/>
            <p:cNvSpPr>
              <a:spLocks noChangeShapeType="1"/>
            </p:cNvSpPr>
            <p:nvPr/>
          </p:nvSpPr>
          <p:spPr bwMode="auto">
            <a:xfrm rot="5400000">
              <a:off x="1060" y="1746"/>
              <a:ext cx="0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5" name="Line 19"/>
            <p:cNvSpPr>
              <a:spLocks noChangeShapeType="1"/>
            </p:cNvSpPr>
            <p:nvPr/>
          </p:nvSpPr>
          <p:spPr bwMode="auto">
            <a:xfrm rot="5400000">
              <a:off x="1060" y="571"/>
              <a:ext cx="0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6" name="Line 20"/>
            <p:cNvSpPr>
              <a:spLocks noChangeShapeType="1"/>
            </p:cNvSpPr>
            <p:nvPr/>
          </p:nvSpPr>
          <p:spPr bwMode="auto">
            <a:xfrm rot="10800000">
              <a:off x="740" y="891"/>
              <a:ext cx="0" cy="1175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7" name="Oval 21"/>
            <p:cNvSpPr>
              <a:spLocks noChangeArrowheads="1"/>
            </p:cNvSpPr>
            <p:nvPr/>
          </p:nvSpPr>
          <p:spPr bwMode="auto">
            <a:xfrm rot="10800000">
              <a:off x="1851" y="1339"/>
              <a:ext cx="164" cy="327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CC00"/>
              </a:solidFill>
              <a:round/>
            </a:ln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5318" name="Text Box 22"/>
            <p:cNvSpPr txBox="1">
              <a:spLocks noChangeArrowheads="1"/>
            </p:cNvSpPr>
            <p:nvPr/>
          </p:nvSpPr>
          <p:spPr bwMode="auto">
            <a:xfrm rot="10800000">
              <a:off x="1701" y="1000"/>
              <a:ext cx="26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9" name="Text Box 23"/>
            <p:cNvSpPr txBox="1">
              <a:spLocks noChangeArrowheads="1"/>
            </p:cNvSpPr>
            <p:nvPr/>
          </p:nvSpPr>
          <p:spPr bwMode="auto">
            <a:xfrm>
              <a:off x="1748" y="1589"/>
              <a:ext cx="19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20" name="Line 24"/>
            <p:cNvSpPr>
              <a:spLocks noChangeShapeType="1"/>
            </p:cNvSpPr>
            <p:nvPr/>
          </p:nvSpPr>
          <p:spPr bwMode="auto">
            <a:xfrm rot="5400000">
              <a:off x="1630" y="1748"/>
              <a:ext cx="3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1" name="Line 25"/>
            <p:cNvSpPr>
              <a:spLocks noChangeShapeType="1"/>
            </p:cNvSpPr>
            <p:nvPr/>
          </p:nvSpPr>
          <p:spPr bwMode="auto">
            <a:xfrm rot="16200000" flipV="1">
              <a:off x="1631" y="571"/>
              <a:ext cx="1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2" name="Text Box 26"/>
            <p:cNvSpPr txBox="1">
              <a:spLocks noChangeArrowheads="1"/>
            </p:cNvSpPr>
            <p:nvPr/>
          </p:nvSpPr>
          <p:spPr bwMode="auto">
            <a:xfrm>
              <a:off x="2064" y="1344"/>
              <a:ext cx="28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2A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23" name="Text Box 27"/>
            <p:cNvSpPr txBox="1">
              <a:spLocks noChangeArrowheads="1"/>
            </p:cNvSpPr>
            <p:nvPr/>
          </p:nvSpPr>
          <p:spPr bwMode="auto">
            <a:xfrm>
              <a:off x="317" y="1344"/>
              <a:ext cx="27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5V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25" name="Text Box 29"/>
            <p:cNvSpPr txBox="1">
              <a:spLocks noChangeArrowheads="1"/>
            </p:cNvSpPr>
            <p:nvPr/>
          </p:nvSpPr>
          <p:spPr bwMode="auto">
            <a:xfrm>
              <a:off x="1202" y="543"/>
              <a:ext cx="178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26" name="AutoShape 30"/>
            <p:cNvSpPr>
              <a:spLocks noChangeArrowheads="1"/>
            </p:cNvSpPr>
            <p:nvPr/>
          </p:nvSpPr>
          <p:spPr bwMode="auto">
            <a:xfrm>
              <a:off x="2018" y="890"/>
              <a:ext cx="91" cy="363"/>
            </a:xfrm>
            <a:prstGeom prst="upArrow">
              <a:avLst>
                <a:gd name="adj1" fmla="val 50000"/>
                <a:gd name="adj2" fmla="val 99725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5327" name="Line 31"/>
            <p:cNvSpPr>
              <a:spLocks noChangeShapeType="1"/>
            </p:cNvSpPr>
            <p:nvPr/>
          </p:nvSpPr>
          <p:spPr bwMode="auto">
            <a:xfrm flipV="1">
              <a:off x="1851" y="1499"/>
              <a:ext cx="167" cy="18"/>
            </a:xfrm>
            <a:prstGeom prst="line">
              <a:avLst/>
            </a:prstGeom>
            <a:noFill/>
            <a:ln w="5715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745173" y="1202691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1443039" y="1209675"/>
            <a:ext cx="44656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计算图示电路各元件的功率。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12"/>
          <p:cNvGrpSpPr/>
          <p:nvPr/>
        </p:nvGrpSpPr>
        <p:grpSpPr bwMode="auto">
          <a:xfrm>
            <a:off x="118745" y="1724025"/>
            <a:ext cx="5975985" cy="2740025"/>
            <a:chOff x="317" y="526"/>
            <a:chExt cx="2029" cy="1544"/>
          </a:xfrm>
        </p:grpSpPr>
        <p:sp>
          <p:nvSpPr>
            <p:cNvPr id="55309" name="Line 13"/>
            <p:cNvSpPr>
              <a:spLocks noChangeShapeType="1"/>
            </p:cNvSpPr>
            <p:nvPr/>
          </p:nvSpPr>
          <p:spPr bwMode="auto">
            <a:xfrm rot="10800000">
              <a:off x="1944" y="891"/>
              <a:ext cx="0" cy="1175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0" name="Oval 14"/>
            <p:cNvSpPr>
              <a:spLocks noChangeArrowheads="1"/>
            </p:cNvSpPr>
            <p:nvPr/>
          </p:nvSpPr>
          <p:spPr bwMode="auto">
            <a:xfrm rot="10800000">
              <a:off x="647" y="1339"/>
              <a:ext cx="164" cy="327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CC00"/>
              </a:solidFill>
              <a:round/>
            </a:ln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5311" name="Text Box 15"/>
            <p:cNvSpPr txBox="1">
              <a:spLocks noChangeArrowheads="1"/>
            </p:cNvSpPr>
            <p:nvPr/>
          </p:nvSpPr>
          <p:spPr bwMode="auto">
            <a:xfrm rot="10800000">
              <a:off x="505" y="1043"/>
              <a:ext cx="26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2" name="Text Box 16"/>
            <p:cNvSpPr txBox="1">
              <a:spLocks noChangeArrowheads="1"/>
            </p:cNvSpPr>
            <p:nvPr/>
          </p:nvSpPr>
          <p:spPr bwMode="auto">
            <a:xfrm>
              <a:off x="533" y="1592"/>
              <a:ext cx="19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13" name="Text Box 17"/>
            <p:cNvSpPr txBox="1">
              <a:spLocks noChangeArrowheads="1"/>
            </p:cNvSpPr>
            <p:nvPr/>
          </p:nvSpPr>
          <p:spPr bwMode="auto">
            <a:xfrm>
              <a:off x="1587" y="1331"/>
              <a:ext cx="241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4" name="Line 18"/>
            <p:cNvSpPr>
              <a:spLocks noChangeShapeType="1"/>
            </p:cNvSpPr>
            <p:nvPr/>
          </p:nvSpPr>
          <p:spPr bwMode="auto">
            <a:xfrm rot="5400000">
              <a:off x="1060" y="1746"/>
              <a:ext cx="0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5" name="Line 19"/>
            <p:cNvSpPr>
              <a:spLocks noChangeShapeType="1"/>
            </p:cNvSpPr>
            <p:nvPr/>
          </p:nvSpPr>
          <p:spPr bwMode="auto">
            <a:xfrm rot="5400000">
              <a:off x="1060" y="571"/>
              <a:ext cx="0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6" name="Line 20"/>
            <p:cNvSpPr>
              <a:spLocks noChangeShapeType="1"/>
            </p:cNvSpPr>
            <p:nvPr/>
          </p:nvSpPr>
          <p:spPr bwMode="auto">
            <a:xfrm rot="10800000">
              <a:off x="740" y="891"/>
              <a:ext cx="0" cy="1175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7" name="Oval 21"/>
            <p:cNvSpPr>
              <a:spLocks noChangeArrowheads="1"/>
            </p:cNvSpPr>
            <p:nvPr/>
          </p:nvSpPr>
          <p:spPr bwMode="auto">
            <a:xfrm rot="10800000">
              <a:off x="1851" y="1339"/>
              <a:ext cx="164" cy="327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CC00"/>
              </a:solidFill>
              <a:round/>
            </a:ln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5318" name="Text Box 22"/>
            <p:cNvSpPr txBox="1">
              <a:spLocks noChangeArrowheads="1"/>
            </p:cNvSpPr>
            <p:nvPr/>
          </p:nvSpPr>
          <p:spPr bwMode="auto">
            <a:xfrm rot="10800000">
              <a:off x="1701" y="1000"/>
              <a:ext cx="26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9" name="Text Box 23"/>
            <p:cNvSpPr txBox="1">
              <a:spLocks noChangeArrowheads="1"/>
            </p:cNvSpPr>
            <p:nvPr/>
          </p:nvSpPr>
          <p:spPr bwMode="auto">
            <a:xfrm>
              <a:off x="1748" y="1589"/>
              <a:ext cx="19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20" name="Line 24"/>
            <p:cNvSpPr>
              <a:spLocks noChangeShapeType="1"/>
            </p:cNvSpPr>
            <p:nvPr/>
          </p:nvSpPr>
          <p:spPr bwMode="auto">
            <a:xfrm rot="5400000">
              <a:off x="1630" y="1748"/>
              <a:ext cx="3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1" name="Line 25"/>
            <p:cNvSpPr>
              <a:spLocks noChangeShapeType="1"/>
            </p:cNvSpPr>
            <p:nvPr/>
          </p:nvSpPr>
          <p:spPr bwMode="auto">
            <a:xfrm rot="16200000" flipV="1">
              <a:off x="1631" y="571"/>
              <a:ext cx="1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2" name="Text Box 26"/>
            <p:cNvSpPr txBox="1">
              <a:spLocks noChangeArrowheads="1"/>
            </p:cNvSpPr>
            <p:nvPr/>
          </p:nvSpPr>
          <p:spPr bwMode="auto">
            <a:xfrm>
              <a:off x="2064" y="1344"/>
              <a:ext cx="28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2A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23" name="Text Box 27"/>
            <p:cNvSpPr txBox="1">
              <a:spLocks noChangeArrowheads="1"/>
            </p:cNvSpPr>
            <p:nvPr/>
          </p:nvSpPr>
          <p:spPr bwMode="auto">
            <a:xfrm>
              <a:off x="317" y="1344"/>
              <a:ext cx="27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5V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25" name="Text Box 29"/>
            <p:cNvSpPr txBox="1">
              <a:spLocks noChangeArrowheads="1"/>
            </p:cNvSpPr>
            <p:nvPr/>
          </p:nvSpPr>
          <p:spPr bwMode="auto">
            <a:xfrm>
              <a:off x="767" y="526"/>
              <a:ext cx="712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R=1000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26" name="AutoShape 30"/>
            <p:cNvSpPr>
              <a:spLocks noChangeArrowheads="1"/>
            </p:cNvSpPr>
            <p:nvPr/>
          </p:nvSpPr>
          <p:spPr bwMode="auto">
            <a:xfrm>
              <a:off x="2018" y="890"/>
              <a:ext cx="91" cy="363"/>
            </a:xfrm>
            <a:prstGeom prst="upArrow">
              <a:avLst>
                <a:gd name="adj1" fmla="val 50000"/>
                <a:gd name="adj2" fmla="val 99725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5327" name="Line 31"/>
            <p:cNvSpPr>
              <a:spLocks noChangeShapeType="1"/>
            </p:cNvSpPr>
            <p:nvPr/>
          </p:nvSpPr>
          <p:spPr bwMode="auto">
            <a:xfrm flipV="1">
              <a:off x="1851" y="1499"/>
              <a:ext cx="167" cy="18"/>
            </a:xfrm>
            <a:prstGeom prst="line">
              <a:avLst/>
            </a:prstGeom>
            <a:noFill/>
            <a:ln w="5715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3801110" y="5039360"/>
            <a:ext cx="7388225" cy="52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kumimoji="1"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07735" y="1397000"/>
            <a:ext cx="5897245" cy="4615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注意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endParaRPr kumimoji="1" lang="en-US" altLang="zh-CN" sz="2800" b="1" i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algn="ctr">
              <a:spcBef>
                <a:spcPct val="50000"/>
              </a:spcBef>
            </a:pPr>
            <a:r>
              <a:rPr kumimoji="1" lang="zh-CN" altLang="en-US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通常电流电压源不能直接连接</a:t>
            </a:r>
            <a:endParaRPr kumimoji="1" lang="zh-CN" altLang="en-US" sz="2800" b="1" i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algn="l"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、谁电压大。</a:t>
            </a:r>
            <a:endParaRPr kumimoji="1"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l"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、电流源内阻无穷大</a:t>
            </a:r>
            <a:endParaRPr kumimoji="1"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l"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、电流源为保证电流不变，其端电压增加的。当开路时，等效电阻无穷大，相当于端电压无穷大</a:t>
            </a:r>
            <a:endParaRPr kumimoji="1"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l">
              <a:spcBef>
                <a:spcPct val="50000"/>
              </a:spcBef>
            </a:pPr>
            <a:endParaRPr kumimoji="1"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07870" y="2218690"/>
            <a:ext cx="911860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065905" y="4464050"/>
            <a:ext cx="1624330" cy="20859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4" grpId="1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745173" y="1202691"/>
            <a:ext cx="647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12"/>
          <p:cNvGrpSpPr/>
          <p:nvPr/>
        </p:nvGrpSpPr>
        <p:grpSpPr bwMode="auto">
          <a:xfrm>
            <a:off x="2531473" y="2425234"/>
            <a:ext cx="2235472" cy="2086962"/>
            <a:chOff x="1587" y="890"/>
            <a:chExt cx="759" cy="1176"/>
          </a:xfrm>
        </p:grpSpPr>
        <p:sp>
          <p:nvSpPr>
            <p:cNvPr id="55309" name="Line 13"/>
            <p:cNvSpPr>
              <a:spLocks noChangeShapeType="1"/>
            </p:cNvSpPr>
            <p:nvPr/>
          </p:nvSpPr>
          <p:spPr bwMode="auto">
            <a:xfrm rot="10800000">
              <a:off x="1944" y="891"/>
              <a:ext cx="0" cy="1175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3" name="Text Box 17"/>
            <p:cNvSpPr txBox="1">
              <a:spLocks noChangeArrowheads="1"/>
            </p:cNvSpPr>
            <p:nvPr/>
          </p:nvSpPr>
          <p:spPr bwMode="auto">
            <a:xfrm>
              <a:off x="1587" y="1331"/>
              <a:ext cx="241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7" name="Oval 21"/>
            <p:cNvSpPr>
              <a:spLocks noChangeArrowheads="1"/>
            </p:cNvSpPr>
            <p:nvPr/>
          </p:nvSpPr>
          <p:spPr bwMode="auto">
            <a:xfrm rot="10800000">
              <a:off x="1851" y="1339"/>
              <a:ext cx="164" cy="327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CC00"/>
              </a:solidFill>
              <a:round/>
            </a:ln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5318" name="Text Box 22"/>
            <p:cNvSpPr txBox="1">
              <a:spLocks noChangeArrowheads="1"/>
            </p:cNvSpPr>
            <p:nvPr/>
          </p:nvSpPr>
          <p:spPr bwMode="auto">
            <a:xfrm rot="10800000">
              <a:off x="1701" y="1000"/>
              <a:ext cx="26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9" name="Text Box 23"/>
            <p:cNvSpPr txBox="1">
              <a:spLocks noChangeArrowheads="1"/>
            </p:cNvSpPr>
            <p:nvPr/>
          </p:nvSpPr>
          <p:spPr bwMode="auto">
            <a:xfrm>
              <a:off x="1748" y="1589"/>
              <a:ext cx="19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22" name="Text Box 26"/>
            <p:cNvSpPr txBox="1">
              <a:spLocks noChangeArrowheads="1"/>
            </p:cNvSpPr>
            <p:nvPr/>
          </p:nvSpPr>
          <p:spPr bwMode="auto">
            <a:xfrm>
              <a:off x="2064" y="1344"/>
              <a:ext cx="28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2A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26" name="AutoShape 30"/>
            <p:cNvSpPr>
              <a:spLocks noChangeArrowheads="1"/>
            </p:cNvSpPr>
            <p:nvPr/>
          </p:nvSpPr>
          <p:spPr bwMode="auto">
            <a:xfrm>
              <a:off x="2018" y="890"/>
              <a:ext cx="91" cy="363"/>
            </a:xfrm>
            <a:prstGeom prst="upArrow">
              <a:avLst>
                <a:gd name="adj1" fmla="val 50000"/>
                <a:gd name="adj2" fmla="val 99725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5327" name="Line 31"/>
            <p:cNvSpPr>
              <a:spLocks noChangeShapeType="1"/>
            </p:cNvSpPr>
            <p:nvPr/>
          </p:nvSpPr>
          <p:spPr bwMode="auto">
            <a:xfrm flipV="1">
              <a:off x="1851" y="1499"/>
              <a:ext cx="167" cy="18"/>
            </a:xfrm>
            <a:prstGeom prst="line">
              <a:avLst/>
            </a:prstGeom>
            <a:noFill/>
            <a:ln w="5715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3801110" y="5039360"/>
            <a:ext cx="7388225" cy="52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kumimoji="1"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96000" y="1047750"/>
            <a:ext cx="4205605" cy="5008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Oval 2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9166269" y="2290497"/>
            <a:ext cx="483027" cy="580303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FFCC00"/>
            </a:solidFill>
            <a:round/>
          </a:ln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Text Box 2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9530291" y="2647257"/>
            <a:ext cx="77166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</a:t>
            </a:r>
            <a:endParaRPr kumimoji="1" lang="en-US" altLang="zh-CN" sz="3200" b="1" i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627444" y="1611474"/>
            <a:ext cx="577276" cy="583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_</a:t>
            </a:r>
            <a:endParaRPr kumimoji="1" lang="en-US" altLang="zh-CN" sz="3200" b="1" i="1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" name="Text Box 1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530080" y="2201863"/>
            <a:ext cx="116649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u=5v</a:t>
            </a:r>
            <a:endParaRPr kumimoji="1" lang="en-US" altLang="zh-CN" sz="2800" b="1" i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>
              <a:spcBef>
                <a:spcPct val="50000"/>
              </a:spcBef>
            </a:pPr>
            <a:endParaRPr kumimoji="1" lang="en-US" altLang="zh-CN" sz="2800" b="1" i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9418320" y="1968500"/>
            <a:ext cx="1434465" cy="698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845800" y="1968500"/>
            <a:ext cx="0" cy="322389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9391015" y="5158105"/>
            <a:ext cx="1461770" cy="3429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3" idx="4"/>
            <a:endCxn id="3" idx="0"/>
          </p:cNvCxnSpPr>
          <p:nvPr>
            <p:custDataLst>
              <p:tags r:id="rId7"/>
            </p:custDataLst>
          </p:nvPr>
        </p:nvCxnSpPr>
        <p:spPr>
          <a:xfrm>
            <a:off x="9407525" y="2290445"/>
            <a:ext cx="0" cy="58039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4" grpId="1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/>
          <p:nvPr/>
        </p:nvGrpSpPr>
        <p:grpSpPr bwMode="auto">
          <a:xfrm>
            <a:off x="118745" y="1724025"/>
            <a:ext cx="5975985" cy="2740025"/>
            <a:chOff x="317" y="526"/>
            <a:chExt cx="2029" cy="1544"/>
          </a:xfrm>
        </p:grpSpPr>
        <p:sp>
          <p:nvSpPr>
            <p:cNvPr id="55309" name="Line 13"/>
            <p:cNvSpPr>
              <a:spLocks noChangeShapeType="1"/>
            </p:cNvSpPr>
            <p:nvPr/>
          </p:nvSpPr>
          <p:spPr bwMode="auto">
            <a:xfrm rot="10800000">
              <a:off x="1944" y="891"/>
              <a:ext cx="0" cy="1175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0" name="Oval 14"/>
            <p:cNvSpPr>
              <a:spLocks noChangeArrowheads="1"/>
            </p:cNvSpPr>
            <p:nvPr/>
          </p:nvSpPr>
          <p:spPr bwMode="auto">
            <a:xfrm rot="10800000">
              <a:off x="647" y="1339"/>
              <a:ext cx="164" cy="327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CC00"/>
              </a:solidFill>
              <a:round/>
            </a:ln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5311" name="Text Box 15"/>
            <p:cNvSpPr txBox="1">
              <a:spLocks noChangeArrowheads="1"/>
            </p:cNvSpPr>
            <p:nvPr/>
          </p:nvSpPr>
          <p:spPr bwMode="auto">
            <a:xfrm rot="10800000">
              <a:off x="505" y="1043"/>
              <a:ext cx="26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2" name="Text Box 16"/>
            <p:cNvSpPr txBox="1">
              <a:spLocks noChangeArrowheads="1"/>
            </p:cNvSpPr>
            <p:nvPr/>
          </p:nvSpPr>
          <p:spPr bwMode="auto">
            <a:xfrm>
              <a:off x="533" y="1592"/>
              <a:ext cx="19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13" name="Text Box 17"/>
            <p:cNvSpPr txBox="1">
              <a:spLocks noChangeArrowheads="1"/>
            </p:cNvSpPr>
            <p:nvPr/>
          </p:nvSpPr>
          <p:spPr bwMode="auto">
            <a:xfrm>
              <a:off x="1587" y="1331"/>
              <a:ext cx="241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4" name="Line 18"/>
            <p:cNvSpPr>
              <a:spLocks noChangeShapeType="1"/>
            </p:cNvSpPr>
            <p:nvPr/>
          </p:nvSpPr>
          <p:spPr bwMode="auto">
            <a:xfrm rot="5400000">
              <a:off x="1060" y="1746"/>
              <a:ext cx="0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5" name="Line 19"/>
            <p:cNvSpPr>
              <a:spLocks noChangeShapeType="1"/>
            </p:cNvSpPr>
            <p:nvPr/>
          </p:nvSpPr>
          <p:spPr bwMode="auto">
            <a:xfrm rot="5400000">
              <a:off x="1060" y="571"/>
              <a:ext cx="0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6" name="Line 20"/>
            <p:cNvSpPr>
              <a:spLocks noChangeShapeType="1"/>
            </p:cNvSpPr>
            <p:nvPr/>
          </p:nvSpPr>
          <p:spPr bwMode="auto">
            <a:xfrm rot="10800000">
              <a:off x="740" y="891"/>
              <a:ext cx="0" cy="1175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7" name="Oval 21"/>
            <p:cNvSpPr>
              <a:spLocks noChangeArrowheads="1"/>
            </p:cNvSpPr>
            <p:nvPr/>
          </p:nvSpPr>
          <p:spPr bwMode="auto">
            <a:xfrm rot="10800000">
              <a:off x="1851" y="1339"/>
              <a:ext cx="164" cy="327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CC00"/>
              </a:solidFill>
              <a:round/>
            </a:ln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5318" name="Text Box 22"/>
            <p:cNvSpPr txBox="1">
              <a:spLocks noChangeArrowheads="1"/>
            </p:cNvSpPr>
            <p:nvPr/>
          </p:nvSpPr>
          <p:spPr bwMode="auto">
            <a:xfrm rot="10800000">
              <a:off x="1701" y="1000"/>
              <a:ext cx="26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9" name="Text Box 23"/>
            <p:cNvSpPr txBox="1">
              <a:spLocks noChangeArrowheads="1"/>
            </p:cNvSpPr>
            <p:nvPr/>
          </p:nvSpPr>
          <p:spPr bwMode="auto">
            <a:xfrm>
              <a:off x="1748" y="1589"/>
              <a:ext cx="19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20" name="Line 24"/>
            <p:cNvSpPr>
              <a:spLocks noChangeShapeType="1"/>
            </p:cNvSpPr>
            <p:nvPr/>
          </p:nvSpPr>
          <p:spPr bwMode="auto">
            <a:xfrm rot="5400000">
              <a:off x="1630" y="1748"/>
              <a:ext cx="3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1" name="Line 25"/>
            <p:cNvSpPr>
              <a:spLocks noChangeShapeType="1"/>
            </p:cNvSpPr>
            <p:nvPr/>
          </p:nvSpPr>
          <p:spPr bwMode="auto">
            <a:xfrm rot="16200000" flipV="1">
              <a:off x="1631" y="571"/>
              <a:ext cx="1" cy="64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2" name="Text Box 26"/>
            <p:cNvSpPr txBox="1">
              <a:spLocks noChangeArrowheads="1"/>
            </p:cNvSpPr>
            <p:nvPr/>
          </p:nvSpPr>
          <p:spPr bwMode="auto">
            <a:xfrm>
              <a:off x="2064" y="1344"/>
              <a:ext cx="28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2A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23" name="Text Box 27"/>
            <p:cNvSpPr txBox="1">
              <a:spLocks noChangeArrowheads="1"/>
            </p:cNvSpPr>
            <p:nvPr/>
          </p:nvSpPr>
          <p:spPr bwMode="auto">
            <a:xfrm>
              <a:off x="317" y="1344"/>
              <a:ext cx="27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5V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25" name="Text Box 29"/>
            <p:cNvSpPr txBox="1">
              <a:spLocks noChangeArrowheads="1"/>
            </p:cNvSpPr>
            <p:nvPr/>
          </p:nvSpPr>
          <p:spPr bwMode="auto">
            <a:xfrm>
              <a:off x="767" y="526"/>
              <a:ext cx="712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R=1000</a:t>
              </a:r>
              <a:endPara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26" name="AutoShape 30"/>
            <p:cNvSpPr>
              <a:spLocks noChangeArrowheads="1"/>
            </p:cNvSpPr>
            <p:nvPr/>
          </p:nvSpPr>
          <p:spPr bwMode="auto">
            <a:xfrm>
              <a:off x="2018" y="890"/>
              <a:ext cx="91" cy="363"/>
            </a:xfrm>
            <a:prstGeom prst="upArrow">
              <a:avLst>
                <a:gd name="adj1" fmla="val 50000"/>
                <a:gd name="adj2" fmla="val 99725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5327" name="Line 31"/>
            <p:cNvSpPr>
              <a:spLocks noChangeShapeType="1"/>
            </p:cNvSpPr>
            <p:nvPr/>
          </p:nvSpPr>
          <p:spPr bwMode="auto">
            <a:xfrm flipV="1">
              <a:off x="1851" y="1499"/>
              <a:ext cx="167" cy="18"/>
            </a:xfrm>
            <a:prstGeom prst="line">
              <a:avLst/>
            </a:prstGeom>
            <a:noFill/>
            <a:ln w="57150">
              <a:solidFill>
                <a:srgbClr val="FF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3801110" y="5039360"/>
            <a:ext cx="7388225" cy="52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kumimoji="1"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17005" y="1077595"/>
            <a:ext cx="4511040" cy="1814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注意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endParaRPr kumimoji="1" lang="en-US" altLang="zh-CN" sz="2800" b="1" i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algn="l">
              <a:spcBef>
                <a:spcPct val="50000"/>
              </a:spcBef>
            </a:pPr>
            <a:r>
              <a:rPr kumimoji="1"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R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的电压降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1000*2=2000V</a:t>
            </a:r>
            <a:endParaRPr kumimoji="1"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l"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u=2005V</a:t>
            </a:r>
            <a:endParaRPr kumimoji="1"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07870" y="2218690"/>
            <a:ext cx="911860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 Box 2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636731" y="2459931"/>
            <a:ext cx="77166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</a:t>
            </a:r>
            <a:endParaRPr kumimoji="1" lang="en-US" altLang="zh-CN" sz="3200" b="1" i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58373" name="Object 5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6601144" y="2985340"/>
          <a:ext cx="22447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8" name="Equation" r:id="rId4" imgW="688975" imgH="135255" progId="Equation.DSMT4">
                  <p:embed/>
                </p:oleObj>
              </mc:Choice>
              <mc:Fallback>
                <p:oleObj name="Equation" r:id="rId4" imgW="688975" imgH="135255" progId="Equation.DSMT4">
                  <p:embed/>
                  <p:pic>
                    <p:nvPicPr>
                      <p:cNvPr id="0" name="图片 329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1144" y="2985340"/>
                        <a:ext cx="22447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6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6601144" y="3615577"/>
          <a:ext cx="12620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9" name="Equation" r:id="rId7" imgW="367030" imgH="135255" progId="Equation.DSMT4">
                  <p:embed/>
                </p:oleObj>
              </mc:Choice>
              <mc:Fallback>
                <p:oleObj name="Equation" r:id="rId7" imgW="367030" imgH="135255" progId="Equation.DSMT4">
                  <p:embed/>
                  <p:pic>
                    <p:nvPicPr>
                      <p:cNvPr id="0" name="图片 329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1144" y="3615577"/>
                        <a:ext cx="12620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Text Box 9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0475079" y="4397060"/>
            <a:ext cx="935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发出</a:t>
            </a:r>
            <a:endParaRPr kumimoji="1" lang="zh-CN" altLang="en-US" sz="2400" b="1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8378" name="Text Box 1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0475079" y="5231651"/>
            <a:ext cx="935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吸收</a:t>
            </a:r>
            <a:endParaRPr kumimoji="1" lang="zh-CN" altLang="en-US" sz="2400" b="1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76670" y="4377055"/>
          <a:ext cx="3804920" cy="50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1" imgW="1612900" imgH="215900" progId="Equation.KSEE3">
                  <p:embed/>
                </p:oleObj>
              </mc:Choice>
              <mc:Fallback>
                <p:oleObj name="" r:id="rId11" imgW="16129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76670" y="4377055"/>
                        <a:ext cx="3804920" cy="509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6447155" y="5155565"/>
          <a:ext cx="24574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4" imgW="1041400" imgH="228600" progId="Equation.KSEE3">
                  <p:embed/>
                </p:oleObj>
              </mc:Choice>
              <mc:Fallback>
                <p:oleObj name="" r:id="rId14" imgW="10414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447155" y="5155565"/>
                        <a:ext cx="2457450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4" grpId="1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3935889" y="4933993"/>
            <a:ext cx="6408737" cy="1605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  <a:buFont typeface="Times New Roman" panose="02020603050405020304" pitchFamily="18" charset="0"/>
              <a:buNone/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Rs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无穷大，流过其的电阻为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endParaRPr kumimoji="1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  <a:buFont typeface="Times New Roman" panose="02020603050405020304" pitchFamily="18" charset="0"/>
              <a:buNone/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实际电流源也不允许开路。因其内阻大，若开路，电压很高，可能烧毁电源。</a:t>
            </a:r>
            <a:endParaRPr kumimoji="1" lang="zh-CN" altLang="en-US" sz="24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5375275" y="1828801"/>
            <a:ext cx="3641725" cy="2143124"/>
            <a:chOff x="2426" y="1070"/>
            <a:chExt cx="2294" cy="1350"/>
          </a:xfrm>
        </p:grpSpPr>
        <p:sp>
          <p:nvSpPr>
            <p:cNvPr id="56350" name="Line 4"/>
            <p:cNvSpPr>
              <a:spLocks noChangeShapeType="1"/>
            </p:cNvSpPr>
            <p:nvPr/>
          </p:nvSpPr>
          <p:spPr bwMode="auto">
            <a:xfrm>
              <a:off x="3560" y="1071"/>
              <a:ext cx="499" cy="127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51" name="Text Box 5"/>
            <p:cNvSpPr txBox="1">
              <a:spLocks noChangeArrowheads="1"/>
            </p:cNvSpPr>
            <p:nvPr/>
          </p:nvSpPr>
          <p:spPr bwMode="auto">
            <a:xfrm>
              <a:off x="4469" y="1568"/>
              <a:ext cx="25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r>
                <a:rPr kumimoji="1" lang="en-US" altLang="zh-CN" sz="3200" b="1" i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s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52" name="Line 6"/>
            <p:cNvSpPr>
              <a:spLocks noChangeShapeType="1"/>
            </p:cNvSpPr>
            <p:nvPr/>
          </p:nvSpPr>
          <p:spPr bwMode="auto">
            <a:xfrm>
              <a:off x="2426" y="2091"/>
              <a:ext cx="21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53" name="Line 7"/>
            <p:cNvSpPr>
              <a:spLocks noChangeShapeType="1"/>
            </p:cNvSpPr>
            <p:nvPr/>
          </p:nvSpPr>
          <p:spPr bwMode="auto">
            <a:xfrm flipV="1">
              <a:off x="3285" y="1262"/>
              <a:ext cx="0" cy="114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54" name="Text Box 8"/>
            <p:cNvSpPr txBox="1">
              <a:spLocks noChangeArrowheads="1"/>
            </p:cNvSpPr>
            <p:nvPr/>
          </p:nvSpPr>
          <p:spPr bwMode="auto">
            <a:xfrm>
              <a:off x="2925" y="1070"/>
              <a:ext cx="258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55" name="Text Box 9"/>
            <p:cNvSpPr txBox="1">
              <a:spLocks noChangeArrowheads="1"/>
            </p:cNvSpPr>
            <p:nvPr/>
          </p:nvSpPr>
          <p:spPr bwMode="auto">
            <a:xfrm>
              <a:off x="4322" y="2052"/>
              <a:ext cx="18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endParaRPr kumimoji="1" lang="en-US" altLang="zh-CN" sz="32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56" name="Text Box 10"/>
            <p:cNvSpPr txBox="1">
              <a:spLocks noChangeArrowheads="1"/>
            </p:cNvSpPr>
            <p:nvPr/>
          </p:nvSpPr>
          <p:spPr bwMode="auto">
            <a:xfrm>
              <a:off x="2970" y="2090"/>
              <a:ext cx="254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O</a:t>
              </a:r>
              <a:endPara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57" name="Line 11"/>
            <p:cNvSpPr>
              <a:spLocks noChangeShapeType="1"/>
            </p:cNvSpPr>
            <p:nvPr/>
          </p:nvSpPr>
          <p:spPr bwMode="auto">
            <a:xfrm flipH="1">
              <a:off x="4001" y="1911"/>
              <a:ext cx="467" cy="15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1880870" y="206376"/>
            <a:ext cx="2092960" cy="460375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实际电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流</a:t>
            </a:r>
            <a:r>
              <a:rPr kumimoji="1" lang="zh-CN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源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357" name="AutoShape 13" descr="羊皮纸"/>
          <p:cNvSpPr>
            <a:spLocks noChangeArrowheads="1"/>
          </p:cNvSpPr>
          <p:nvPr/>
        </p:nvSpPr>
        <p:spPr bwMode="auto">
          <a:xfrm>
            <a:off x="1458596" y="4563746"/>
            <a:ext cx="1800225" cy="576263"/>
          </a:xfrm>
          <a:prstGeom prst="wedgeRoundRectCallout">
            <a:avLst>
              <a:gd name="adj1" fmla="val 36421"/>
              <a:gd name="adj2" fmla="val -148620"/>
              <a:gd name="adj3" fmla="val 16667"/>
            </a:avLst>
          </a:prstGeom>
          <a:blipFill dpi="0" rotWithShape="1">
            <a:blip r:embed="rId1"/>
            <a:srcRect/>
            <a:tile tx="0" ty="0" sx="100000" sy="100000" flip="none" algn="tl"/>
          </a:blipFill>
          <a:ln w="9525" algn="ctr">
            <a:solidFill>
              <a:schemeClr val="tx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考虑内阻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7358" name="Text Box 14"/>
          <p:cNvSpPr txBox="1">
            <a:spLocks noChangeArrowheads="1"/>
          </p:cNvSpPr>
          <p:nvPr/>
        </p:nvSpPr>
        <p:spPr bwMode="auto">
          <a:xfrm>
            <a:off x="4872039" y="822325"/>
            <a:ext cx="1584325" cy="368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伏安特性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57359" name="Object 15"/>
          <p:cNvGraphicFramePr>
            <a:graphicFrameLocks noChangeAspect="1"/>
          </p:cNvGraphicFramePr>
          <p:nvPr/>
        </p:nvGraphicFramePr>
        <p:xfrm>
          <a:off x="7165976" y="814389"/>
          <a:ext cx="2181225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2" name="Equation" r:id="rId2" imgW="592455" imgH="360680" progId="Equation.3">
                  <p:embed/>
                </p:oleObj>
              </mc:Choice>
              <mc:Fallback>
                <p:oleObj name="Equation" r:id="rId2" imgW="592455" imgH="360680" progId="Equation.3">
                  <p:embed/>
                  <p:pic>
                    <p:nvPicPr>
                      <p:cNvPr id="0" name="图片 340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5976" y="814389"/>
                        <a:ext cx="2181225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0" name="Text Box 16"/>
          <p:cNvSpPr txBox="1">
            <a:spLocks noChangeArrowheads="1"/>
          </p:cNvSpPr>
          <p:nvPr/>
        </p:nvSpPr>
        <p:spPr bwMode="auto">
          <a:xfrm>
            <a:off x="3935413" y="4279900"/>
            <a:ext cx="35290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一个好的电流源要求</a:t>
            </a:r>
            <a:endParaRPr kumimoji="1"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57361" name="Object 17"/>
          <p:cNvGraphicFramePr>
            <a:graphicFrameLocks noChangeAspect="1"/>
          </p:cNvGraphicFramePr>
          <p:nvPr/>
        </p:nvGraphicFramePr>
        <p:xfrm>
          <a:off x="7629526" y="4206876"/>
          <a:ext cx="150177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3" name="Equation" r:id="rId4" imgW="457200" imgH="173990" progId="Equation.3">
                  <p:embed/>
                </p:oleObj>
              </mc:Choice>
              <mc:Fallback>
                <p:oleObj name="Equation" r:id="rId4" imgW="457200" imgH="173990" progId="Equation.3">
                  <p:embed/>
                  <p:pic>
                    <p:nvPicPr>
                      <p:cNvPr id="0" name="图片 340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9526" y="4206876"/>
                        <a:ext cx="1501775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8"/>
          <p:cNvGrpSpPr/>
          <p:nvPr/>
        </p:nvGrpSpPr>
        <p:grpSpPr bwMode="auto">
          <a:xfrm>
            <a:off x="600075" y="1111250"/>
            <a:ext cx="3840480" cy="3154680"/>
            <a:chOff x="158" y="618"/>
            <a:chExt cx="1679" cy="1987"/>
          </a:xfrm>
        </p:grpSpPr>
        <p:grpSp>
          <p:nvGrpSpPr>
            <p:cNvPr id="56331" name="Group 19"/>
            <p:cNvGrpSpPr/>
            <p:nvPr/>
          </p:nvGrpSpPr>
          <p:grpSpPr bwMode="auto">
            <a:xfrm>
              <a:off x="158" y="618"/>
              <a:ext cx="1679" cy="1987"/>
              <a:chOff x="158" y="618"/>
              <a:chExt cx="1679" cy="1987"/>
            </a:xfrm>
          </p:grpSpPr>
          <p:grpSp>
            <p:nvGrpSpPr>
              <p:cNvPr id="56333" name="Group 20"/>
              <p:cNvGrpSpPr/>
              <p:nvPr/>
            </p:nvGrpSpPr>
            <p:grpSpPr bwMode="auto">
              <a:xfrm>
                <a:off x="158" y="778"/>
                <a:ext cx="1578" cy="1827"/>
                <a:chOff x="113" y="832"/>
                <a:chExt cx="1457" cy="1670"/>
              </a:xfrm>
            </p:grpSpPr>
            <p:sp>
              <p:nvSpPr>
                <p:cNvPr id="56336" name="Line 21"/>
                <p:cNvSpPr>
                  <a:spLocks noChangeShapeType="1"/>
                </p:cNvSpPr>
                <p:nvPr/>
              </p:nvSpPr>
              <p:spPr bwMode="auto">
                <a:xfrm>
                  <a:off x="1156" y="981"/>
                  <a:ext cx="0" cy="136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56337" name="Oval 22"/>
                <p:cNvSpPr>
                  <a:spLocks noChangeArrowheads="1"/>
                </p:cNvSpPr>
                <p:nvPr/>
              </p:nvSpPr>
              <p:spPr bwMode="auto">
                <a:xfrm rot="10800000">
                  <a:off x="1338" y="2203"/>
                  <a:ext cx="151" cy="299"/>
                </a:xfrm>
                <a:prstGeom prst="ellipse">
                  <a:avLst/>
                </a:prstGeom>
                <a:noFill/>
                <a:ln w="38100">
                  <a:solidFill>
                    <a:srgbClr val="FFCC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6338" name="Line 23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" y="1963"/>
                  <a:ext cx="12" cy="76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339" name="Oval 24"/>
                <p:cNvSpPr>
                  <a:spLocks noChangeArrowheads="1"/>
                </p:cNvSpPr>
                <p:nvPr/>
              </p:nvSpPr>
              <p:spPr bwMode="auto">
                <a:xfrm rot="10800000">
                  <a:off x="1338" y="832"/>
                  <a:ext cx="151" cy="299"/>
                </a:xfrm>
                <a:prstGeom prst="ellipse">
                  <a:avLst/>
                </a:prstGeom>
                <a:noFill/>
                <a:ln w="38100">
                  <a:solidFill>
                    <a:srgbClr val="FFCC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6340" name="Line 25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5" y="598"/>
                  <a:ext cx="1" cy="76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34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347" y="1629"/>
                  <a:ext cx="223" cy="3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2800" b="1" i="1">
                      <a:latin typeface="Times New Roman" panose="02020603050405020304" pitchFamily="18" charset="0"/>
                      <a:ea typeface="黑体" panose="02010609060101010101" pitchFamily="49" charset="-122"/>
                      <a:sym typeface="Symbol" panose="05050102010706020507" pitchFamily="18" charset="2"/>
                    </a:rPr>
                    <a:t>u</a:t>
                  </a:r>
                  <a:endParaRPr kumimoji="1" lang="en-US" altLang="zh-CN" sz="28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56342" name="Text Box 27"/>
                <p:cNvSpPr txBox="1">
                  <a:spLocks noChangeArrowheads="1"/>
                </p:cNvSpPr>
                <p:nvPr/>
              </p:nvSpPr>
              <p:spPr bwMode="auto">
                <a:xfrm rot="10800000">
                  <a:off x="1312" y="973"/>
                  <a:ext cx="242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3200" b="1" i="1">
                      <a:latin typeface="Times New Roman" panose="02020603050405020304" pitchFamily="18" charset="0"/>
                      <a:ea typeface="黑体" panose="02010609060101010101" pitchFamily="49" charset="-122"/>
                      <a:sym typeface="Symbol" panose="05050102010706020507" pitchFamily="18" charset="2"/>
                    </a:rPr>
                    <a:t>+</a:t>
                  </a:r>
                  <a:endParaRPr kumimoji="1" lang="en-US" altLang="zh-CN" sz="32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56343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338" y="1857"/>
                  <a:ext cx="196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3200" b="1" i="1"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_</a:t>
                  </a:r>
                  <a:endParaRPr kumimoji="1" lang="en-US" altLang="zh-CN" sz="3200" b="1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56344" name="Line 29"/>
                <p:cNvSpPr>
                  <a:spLocks noChangeShapeType="1"/>
                </p:cNvSpPr>
                <p:nvPr/>
              </p:nvSpPr>
              <p:spPr bwMode="auto">
                <a:xfrm rot="10800000">
                  <a:off x="604" y="982"/>
                  <a:ext cx="8" cy="135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graphicFrame>
              <p:nvGraphicFramePr>
                <p:cNvPr id="56345" name="Object 30"/>
                <p:cNvGraphicFramePr>
                  <a:graphicFrameLocks noChangeAspect="1"/>
                </p:cNvGraphicFramePr>
                <p:nvPr/>
              </p:nvGraphicFramePr>
              <p:xfrm>
                <a:off x="113" y="1344"/>
                <a:ext cx="272" cy="4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004" name="Equation" r:id="rId6" imgW="109220" imgH="173990" progId="Equation.3">
                        <p:embed/>
                      </p:oleObj>
                    </mc:Choice>
                    <mc:Fallback>
                      <p:oleObj name="Equation" r:id="rId6" imgW="109220" imgH="173990" progId="Equation.3">
                        <p:embed/>
                        <p:pic>
                          <p:nvPicPr>
                            <p:cNvPr id="0" name="图片 3400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3" y="1344"/>
                              <a:ext cx="272" cy="4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6346" name="Rectangle 31"/>
                <p:cNvSpPr>
                  <a:spLocks noChangeArrowheads="1"/>
                </p:cNvSpPr>
                <p:nvPr/>
              </p:nvSpPr>
              <p:spPr bwMode="auto">
                <a:xfrm>
                  <a:off x="1065" y="1434"/>
                  <a:ext cx="182" cy="363"/>
                </a:xfrm>
                <a:prstGeom prst="rect">
                  <a:avLst/>
                </a:prstGeom>
                <a:solidFill>
                  <a:srgbClr val="46ACAE"/>
                </a:solidFill>
                <a:ln w="9525" algn="ctr">
                  <a:solidFill>
                    <a:srgbClr val="FF9900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56347" name="Object 32"/>
                <p:cNvGraphicFramePr>
                  <a:graphicFrameLocks noChangeAspect="1"/>
                </p:cNvGraphicFramePr>
                <p:nvPr/>
              </p:nvGraphicFramePr>
              <p:xfrm>
                <a:off x="748" y="1434"/>
                <a:ext cx="343" cy="3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005" name="Equation" r:id="rId8" imgW="167640" imgH="173990" progId="Equation.3">
                        <p:embed/>
                      </p:oleObj>
                    </mc:Choice>
                    <mc:Fallback>
                      <p:oleObj name="Equation" r:id="rId8" imgW="167640" imgH="173990" progId="Equation.3">
                        <p:embed/>
                        <p:pic>
                          <p:nvPicPr>
                            <p:cNvPr id="0" name="图片 3400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48" y="1434"/>
                              <a:ext cx="343" cy="36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6348" name="AutoShape 33"/>
                <p:cNvSpPr>
                  <a:spLocks noChangeArrowheads="1"/>
                </p:cNvSpPr>
                <p:nvPr/>
              </p:nvSpPr>
              <p:spPr bwMode="auto">
                <a:xfrm rot="-5400000">
                  <a:off x="227" y="1139"/>
                  <a:ext cx="499" cy="91"/>
                </a:xfrm>
                <a:prstGeom prst="rightArrow">
                  <a:avLst>
                    <a:gd name="adj1" fmla="val 50000"/>
                    <a:gd name="adj2" fmla="val 137088"/>
                  </a:avLst>
                </a:prstGeom>
                <a:solidFill>
                  <a:schemeClr val="tx1"/>
                </a:solidFill>
                <a:ln w="9525" algn="ctr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6349" name="Oval 34"/>
                <p:cNvSpPr>
                  <a:spLocks noChangeArrowheads="1"/>
                </p:cNvSpPr>
                <p:nvPr/>
              </p:nvSpPr>
              <p:spPr bwMode="auto">
                <a:xfrm rot="10800000">
                  <a:off x="517" y="1444"/>
                  <a:ext cx="151" cy="299"/>
                </a:xfrm>
                <a:prstGeom prst="ellipse">
                  <a:avLst/>
                </a:prstGeom>
                <a:solidFill>
                  <a:schemeClr val="accent1"/>
                </a:solidFill>
                <a:ln w="57150">
                  <a:solidFill>
                    <a:srgbClr val="FFCC00"/>
                  </a:solidFill>
                  <a:round/>
                </a:ln>
              </p:spPr>
              <p:txBody>
                <a:bodyPr wrap="square"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56334" name="Text Box 35"/>
              <p:cNvSpPr txBox="1">
                <a:spLocks noChangeArrowheads="1"/>
              </p:cNvSpPr>
              <p:nvPr/>
            </p:nvSpPr>
            <p:spPr bwMode="auto">
              <a:xfrm>
                <a:off x="1519" y="618"/>
                <a:ext cx="318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i</a:t>
                </a:r>
                <a:endPara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6335" name="Line 36"/>
              <p:cNvSpPr>
                <a:spLocks noChangeShapeType="1"/>
              </p:cNvSpPr>
              <p:nvPr/>
            </p:nvSpPr>
            <p:spPr bwMode="auto">
              <a:xfrm>
                <a:off x="1292" y="754"/>
                <a:ext cx="273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56332" name="Line 37"/>
            <p:cNvSpPr>
              <a:spLocks noChangeShapeType="1"/>
            </p:cNvSpPr>
            <p:nvPr/>
          </p:nvSpPr>
          <p:spPr bwMode="auto">
            <a:xfrm>
              <a:off x="596" y="1599"/>
              <a:ext cx="163" cy="4"/>
            </a:xfrm>
            <a:prstGeom prst="line">
              <a:avLst/>
            </a:prstGeom>
            <a:noFill/>
            <a:ln w="38100" cap="sq">
              <a:solidFill>
                <a:srgbClr val="FFCC00"/>
              </a:solidFill>
              <a:round/>
            </a:ln>
            <a:effectLst>
              <a:prstShdw prst="shdw17" dist="17961" dir="2700000">
                <a:srgbClr val="997A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1760855" y="1941830"/>
            <a:ext cx="8353425" cy="281686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8   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受控电源 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非独立源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/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(controlled source  or  dependent source)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/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p18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/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非期中考试内容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3763010" y="123190"/>
            <a:ext cx="8353425" cy="5111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受控电源 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非独立源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/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2135189" y="1985329"/>
            <a:ext cx="835342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1333500" indent="-1333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电压或电流的大小和方向不是给定的时间函数，而是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受电路中某个地方的电压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或电流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控制的电源，称受控源。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2135189" y="3284538"/>
            <a:ext cx="1908175" cy="4572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电路符号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3143251" y="4076700"/>
            <a:ext cx="2735263" cy="1083804"/>
            <a:chOff x="1066" y="2741"/>
            <a:chExt cx="1008" cy="399"/>
          </a:xfrm>
        </p:grpSpPr>
        <p:sp>
          <p:nvSpPr>
            <p:cNvPr id="57361" name="AutoShape 6"/>
            <p:cNvSpPr>
              <a:spLocks noChangeArrowheads="1"/>
            </p:cNvSpPr>
            <p:nvPr/>
          </p:nvSpPr>
          <p:spPr bwMode="auto">
            <a:xfrm rot="5400000">
              <a:off x="1436" y="2790"/>
              <a:ext cx="267" cy="432"/>
            </a:xfrm>
            <a:prstGeom prst="diamond">
              <a:avLst/>
            </a:prstGeom>
            <a:solidFill>
              <a:schemeClr val="accent1"/>
            </a:solidFill>
            <a:ln w="57150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7362" name="Line 7"/>
            <p:cNvSpPr>
              <a:spLocks noChangeShapeType="1"/>
            </p:cNvSpPr>
            <p:nvPr/>
          </p:nvSpPr>
          <p:spPr bwMode="auto">
            <a:xfrm>
              <a:off x="1114" y="3005"/>
              <a:ext cx="9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3" name="Oval 8"/>
            <p:cNvSpPr>
              <a:spLocks noChangeArrowheads="1"/>
            </p:cNvSpPr>
            <p:nvPr/>
          </p:nvSpPr>
          <p:spPr bwMode="auto">
            <a:xfrm>
              <a:off x="2026" y="2981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7364" name="Oval 9"/>
            <p:cNvSpPr>
              <a:spLocks noChangeArrowheads="1"/>
            </p:cNvSpPr>
            <p:nvPr/>
          </p:nvSpPr>
          <p:spPr bwMode="auto">
            <a:xfrm>
              <a:off x="1066" y="2981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7365" name="Text Box 10"/>
            <p:cNvSpPr txBox="1">
              <a:spLocks noChangeArrowheads="1"/>
            </p:cNvSpPr>
            <p:nvPr/>
          </p:nvSpPr>
          <p:spPr bwMode="auto">
            <a:xfrm>
              <a:off x="1162" y="2741"/>
              <a:ext cx="247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latin typeface="Times New Roman" panose="02020603050405020304" pitchFamily="18" charset="0"/>
                  <a:ea typeface="黑体" panose="02010609060101010101" pitchFamily="49" charset="-122"/>
                </a:rPr>
                <a:t>+</a:t>
              </a:r>
              <a:endPara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7366" name="Text Box 11"/>
            <p:cNvSpPr txBox="1">
              <a:spLocks noChangeArrowheads="1"/>
            </p:cNvSpPr>
            <p:nvPr/>
          </p:nvSpPr>
          <p:spPr bwMode="auto">
            <a:xfrm>
              <a:off x="1731" y="2741"/>
              <a:ext cx="247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latin typeface="Times New Roman" panose="02020603050405020304" pitchFamily="18" charset="0"/>
                  <a:ea typeface="黑体" panose="02010609060101010101" pitchFamily="49" charset="-122"/>
                </a:rPr>
                <a:t>–</a:t>
              </a:r>
              <a:endPara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56332" name="Text Box 12" descr="羊皮纸"/>
          <p:cNvSpPr txBox="1">
            <a:spLocks noChangeArrowheads="1"/>
          </p:cNvSpPr>
          <p:nvPr/>
        </p:nvSpPr>
        <p:spPr bwMode="auto">
          <a:xfrm>
            <a:off x="3648076" y="5589588"/>
            <a:ext cx="1960563" cy="457200"/>
          </a:xfrm>
          <a:prstGeom prst="rect">
            <a:avLst/>
          </a:prstGeom>
          <a:blipFill dpi="0" rotWithShape="1">
            <a:blip r:embed="rId1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受控电压源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1847850" y="1412876"/>
            <a:ext cx="2051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&lt;1&gt;. 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定义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6335" name="Text Box 15" descr="羊皮纸"/>
          <p:cNvSpPr txBox="1">
            <a:spLocks noChangeArrowheads="1"/>
          </p:cNvSpPr>
          <p:nvPr/>
        </p:nvSpPr>
        <p:spPr bwMode="auto">
          <a:xfrm>
            <a:off x="6959601" y="5589588"/>
            <a:ext cx="1960563" cy="457200"/>
          </a:xfrm>
          <a:prstGeom prst="rect">
            <a:avLst/>
          </a:prstGeom>
          <a:blipFill dpi="0" rotWithShape="1">
            <a:blip r:embed="rId1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受控电流源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3" name="Group 16"/>
          <p:cNvGrpSpPr/>
          <p:nvPr/>
        </p:nvGrpSpPr>
        <p:grpSpPr bwMode="auto">
          <a:xfrm>
            <a:off x="6600826" y="4221164"/>
            <a:ext cx="2735263" cy="936625"/>
            <a:chOff x="3198" y="2795"/>
            <a:chExt cx="1723" cy="590"/>
          </a:xfrm>
        </p:grpSpPr>
        <p:sp>
          <p:nvSpPr>
            <p:cNvPr id="57355" name="Line 17"/>
            <p:cNvSpPr>
              <a:spLocks noChangeShapeType="1"/>
            </p:cNvSpPr>
            <p:nvPr/>
          </p:nvSpPr>
          <p:spPr bwMode="auto">
            <a:xfrm>
              <a:off x="3280" y="3156"/>
              <a:ext cx="155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56" name="Oval 18"/>
            <p:cNvSpPr>
              <a:spLocks noChangeArrowheads="1"/>
            </p:cNvSpPr>
            <p:nvPr/>
          </p:nvSpPr>
          <p:spPr bwMode="auto">
            <a:xfrm>
              <a:off x="4839" y="3115"/>
              <a:ext cx="82" cy="8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7357" name="Oval 19"/>
            <p:cNvSpPr>
              <a:spLocks noChangeArrowheads="1"/>
            </p:cNvSpPr>
            <p:nvPr/>
          </p:nvSpPr>
          <p:spPr bwMode="auto">
            <a:xfrm>
              <a:off x="3198" y="3115"/>
              <a:ext cx="82" cy="8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7358" name="AutoShape 20"/>
            <p:cNvSpPr>
              <a:spLocks noChangeArrowheads="1"/>
            </p:cNvSpPr>
            <p:nvPr/>
          </p:nvSpPr>
          <p:spPr bwMode="auto">
            <a:xfrm>
              <a:off x="3424" y="2795"/>
              <a:ext cx="771" cy="91"/>
            </a:xfrm>
            <a:prstGeom prst="rightArrow">
              <a:avLst>
                <a:gd name="adj1" fmla="val 50000"/>
                <a:gd name="adj2" fmla="val 211813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7359" name="AutoShape 21"/>
            <p:cNvSpPr>
              <a:spLocks noChangeArrowheads="1"/>
            </p:cNvSpPr>
            <p:nvPr/>
          </p:nvSpPr>
          <p:spPr bwMode="auto">
            <a:xfrm rot="5400000">
              <a:off x="3831" y="2787"/>
              <a:ext cx="457" cy="739"/>
            </a:xfrm>
            <a:prstGeom prst="diamond">
              <a:avLst/>
            </a:prstGeom>
            <a:solidFill>
              <a:schemeClr val="accent1"/>
            </a:solidFill>
            <a:ln w="57150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7360" name="Line 22"/>
            <p:cNvSpPr>
              <a:spLocks noChangeShapeType="1"/>
            </p:cNvSpPr>
            <p:nvPr/>
          </p:nvSpPr>
          <p:spPr bwMode="auto">
            <a:xfrm>
              <a:off x="4059" y="2931"/>
              <a:ext cx="0" cy="45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885509" y="980123"/>
            <a:ext cx="20161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&lt;2&gt;.  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分类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8372" name="Text Box 34"/>
          <p:cNvSpPr txBox="1">
            <a:spLocks noChangeArrowheads="1"/>
          </p:cNvSpPr>
          <p:nvPr/>
        </p:nvSpPr>
        <p:spPr bwMode="auto">
          <a:xfrm>
            <a:off x="2051685" y="1970088"/>
            <a:ext cx="698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）电流控制的电流源（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CCCS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8373" name="Text Box 35"/>
          <p:cNvSpPr txBox="1">
            <a:spLocks noChangeArrowheads="1"/>
          </p:cNvSpPr>
          <p:nvPr/>
        </p:nvSpPr>
        <p:spPr bwMode="auto">
          <a:xfrm>
            <a:off x="2051685" y="2674938"/>
            <a:ext cx="698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）电压控制的电压源（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VCVS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8374" name="Text Box 36"/>
          <p:cNvSpPr txBox="1">
            <a:spLocks noChangeArrowheads="1"/>
          </p:cNvSpPr>
          <p:nvPr/>
        </p:nvSpPr>
        <p:spPr bwMode="auto">
          <a:xfrm>
            <a:off x="2051685" y="3409951"/>
            <a:ext cx="698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）电流控制的电压源（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CCVS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8375" name="Text Box 37"/>
          <p:cNvSpPr txBox="1">
            <a:spLocks noChangeArrowheads="1"/>
          </p:cNvSpPr>
          <p:nvPr/>
        </p:nvSpPr>
        <p:spPr bwMode="auto">
          <a:xfrm>
            <a:off x="2051685" y="4114801"/>
            <a:ext cx="698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）电压控制的电流源（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VCCS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1782763" y="2247901"/>
            <a:ext cx="647700" cy="52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5912700" y="1956738"/>
            <a:ext cx="2376487" cy="460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求：电压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zh-CN" altLang="en-US" sz="24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  <a:endParaRPr kumimoji="1" lang="zh-CN" altLang="en-US" sz="2400" b="1" baseline="-25000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6103938" y="2752726"/>
            <a:ext cx="647700" cy="52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解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1387476" y="2101851"/>
            <a:ext cx="4608513" cy="2522538"/>
            <a:chOff x="158" y="2340"/>
            <a:chExt cx="2903" cy="1589"/>
          </a:xfrm>
        </p:grpSpPr>
        <p:grpSp>
          <p:nvGrpSpPr>
            <p:cNvPr id="59403" name="Group 9"/>
            <p:cNvGrpSpPr/>
            <p:nvPr/>
          </p:nvGrpSpPr>
          <p:grpSpPr bwMode="auto">
            <a:xfrm>
              <a:off x="158" y="2340"/>
              <a:ext cx="2903" cy="1589"/>
              <a:chOff x="204" y="2295"/>
              <a:chExt cx="2540" cy="1589"/>
            </a:xfrm>
          </p:grpSpPr>
          <p:sp>
            <p:nvSpPr>
              <p:cNvPr id="59405" name="Line 10"/>
              <p:cNvSpPr>
                <a:spLocks noChangeShapeType="1"/>
              </p:cNvSpPr>
              <p:nvPr/>
            </p:nvSpPr>
            <p:spPr bwMode="auto">
              <a:xfrm>
                <a:off x="1529" y="3838"/>
                <a:ext cx="89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06" name="Line 11"/>
              <p:cNvSpPr>
                <a:spLocks noChangeShapeType="1"/>
              </p:cNvSpPr>
              <p:nvPr/>
            </p:nvSpPr>
            <p:spPr bwMode="auto">
              <a:xfrm>
                <a:off x="1474" y="2858"/>
                <a:ext cx="89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07" name="Text Box 12"/>
              <p:cNvSpPr txBox="1">
                <a:spLocks noChangeArrowheads="1"/>
              </p:cNvSpPr>
              <p:nvPr/>
            </p:nvSpPr>
            <p:spPr bwMode="auto">
              <a:xfrm>
                <a:off x="1746" y="2295"/>
                <a:ext cx="593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32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5i</a:t>
                </a:r>
                <a:r>
                  <a:rPr kumimoji="1" lang="en-US" altLang="zh-CN" sz="3200" b="1" baseline="-2500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  <a:endParaRPr kumimoji="1"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9408" name="Text Box 13"/>
              <p:cNvSpPr txBox="1">
                <a:spLocks noChangeArrowheads="1"/>
              </p:cNvSpPr>
              <p:nvPr/>
            </p:nvSpPr>
            <p:spPr bwMode="auto">
              <a:xfrm>
                <a:off x="2270" y="2780"/>
                <a:ext cx="25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32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+</a:t>
                </a:r>
                <a:endParaRPr kumimoji="1" lang="en-US" altLang="zh-CN" sz="3200" b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9409" name="Text Box 14"/>
              <p:cNvSpPr txBox="1">
                <a:spLocks noChangeArrowheads="1"/>
              </p:cNvSpPr>
              <p:nvPr/>
            </p:nvSpPr>
            <p:spPr bwMode="auto">
              <a:xfrm>
                <a:off x="2312" y="3429"/>
                <a:ext cx="30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3200" b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_</a:t>
                </a:r>
                <a:endParaRPr kumimoji="1"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9410" name="Text Box 15"/>
              <p:cNvSpPr txBox="1">
                <a:spLocks noChangeArrowheads="1"/>
              </p:cNvSpPr>
              <p:nvPr/>
            </p:nvSpPr>
            <p:spPr bwMode="auto">
              <a:xfrm>
                <a:off x="2312" y="3211"/>
                <a:ext cx="432" cy="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24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u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2</a:t>
                </a:r>
                <a:endPara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9411" name="Line 16"/>
              <p:cNvSpPr>
                <a:spLocks noChangeShapeType="1"/>
              </p:cNvSpPr>
              <p:nvPr/>
            </p:nvSpPr>
            <p:spPr bwMode="auto">
              <a:xfrm>
                <a:off x="1007" y="2853"/>
                <a:ext cx="51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12" name="Line 17"/>
              <p:cNvSpPr>
                <a:spLocks noChangeShapeType="1"/>
              </p:cNvSpPr>
              <p:nvPr/>
            </p:nvSpPr>
            <p:spPr bwMode="auto">
              <a:xfrm>
                <a:off x="1492" y="2853"/>
                <a:ext cx="27" cy="103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13" name="Line 18"/>
              <p:cNvSpPr>
                <a:spLocks noChangeShapeType="1"/>
              </p:cNvSpPr>
              <p:nvPr/>
            </p:nvSpPr>
            <p:spPr bwMode="auto">
              <a:xfrm flipH="1" flipV="1">
                <a:off x="1007" y="3838"/>
                <a:ext cx="51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14" name="Text Box 19"/>
              <p:cNvSpPr txBox="1">
                <a:spLocks noChangeArrowheads="1"/>
              </p:cNvSpPr>
              <p:nvPr/>
            </p:nvSpPr>
            <p:spPr bwMode="auto">
              <a:xfrm>
                <a:off x="907" y="3345"/>
                <a:ext cx="19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3200" b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_</a:t>
                </a:r>
                <a:endParaRPr kumimoji="1"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9415" name="Text Box 20"/>
              <p:cNvSpPr txBox="1">
                <a:spLocks noChangeArrowheads="1"/>
              </p:cNvSpPr>
              <p:nvPr/>
            </p:nvSpPr>
            <p:spPr bwMode="auto">
              <a:xfrm>
                <a:off x="204" y="3112"/>
                <a:ext cx="952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32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u</a:t>
                </a:r>
                <a:r>
                  <a:rPr kumimoji="1" lang="en-US" altLang="zh-CN" sz="3200" b="1" baseline="-2500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  <a:r>
                  <a:rPr kumimoji="1" lang="en-US" altLang="zh-CN" sz="32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=6V</a:t>
                </a:r>
                <a:endParaRPr kumimoji="1" lang="en-US" altLang="zh-CN" sz="32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9416" name="Text Box 21"/>
              <p:cNvSpPr txBox="1">
                <a:spLocks noChangeArrowheads="1"/>
              </p:cNvSpPr>
              <p:nvPr/>
            </p:nvSpPr>
            <p:spPr bwMode="auto">
              <a:xfrm>
                <a:off x="1111" y="3202"/>
                <a:ext cx="464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3200" b="1" i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i</a:t>
                </a:r>
                <a:r>
                  <a:rPr kumimoji="1" lang="en-US" altLang="zh-CN" sz="3200" b="1" baseline="-2500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  <a:endParaRPr kumimoji="1"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9417" name="AutoShape 22"/>
              <p:cNvSpPr>
                <a:spLocks noChangeArrowheads="1"/>
              </p:cNvSpPr>
              <p:nvPr/>
            </p:nvSpPr>
            <p:spPr bwMode="auto">
              <a:xfrm>
                <a:off x="1735" y="2625"/>
                <a:ext cx="483" cy="462"/>
              </a:xfrm>
              <a:prstGeom prst="flowChartSort">
                <a:avLst/>
              </a:prstGeom>
              <a:solidFill>
                <a:schemeClr val="accent1"/>
              </a:solidFill>
              <a:ln w="57150">
                <a:solidFill>
                  <a:srgbClr val="000000"/>
                </a:solidFill>
                <a:miter lim="800000"/>
              </a:ln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59418" name="Text Box 23"/>
              <p:cNvSpPr txBox="1">
                <a:spLocks noChangeArrowheads="1"/>
              </p:cNvSpPr>
              <p:nvPr/>
            </p:nvSpPr>
            <p:spPr bwMode="auto">
              <a:xfrm>
                <a:off x="843" y="2777"/>
                <a:ext cx="255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32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+</a:t>
                </a:r>
                <a:endParaRPr kumimoji="1" lang="en-US" altLang="zh-CN" sz="3200" b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9419" name="Rectangle 24"/>
              <p:cNvSpPr>
                <a:spLocks noChangeArrowheads="1"/>
              </p:cNvSpPr>
              <p:nvPr/>
            </p:nvSpPr>
            <p:spPr bwMode="auto">
              <a:xfrm>
                <a:off x="1442" y="3098"/>
                <a:ext cx="168" cy="392"/>
              </a:xfrm>
              <a:prstGeom prst="rect">
                <a:avLst/>
              </a:prstGeom>
              <a:solidFill>
                <a:srgbClr val="46ACAE"/>
              </a:solidFill>
              <a:ln w="9525" algn="ctr">
                <a:solidFill>
                  <a:srgbClr val="FF99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59420" name="Text Box 25"/>
              <p:cNvSpPr txBox="1">
                <a:spLocks noChangeArrowheads="1"/>
              </p:cNvSpPr>
              <p:nvPr/>
            </p:nvSpPr>
            <p:spPr bwMode="auto">
              <a:xfrm>
                <a:off x="1474" y="2431"/>
                <a:ext cx="25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32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+</a:t>
                </a:r>
                <a:endParaRPr kumimoji="1" lang="en-US" altLang="zh-CN" sz="3200" b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9421" name="Text Box 26"/>
              <p:cNvSpPr txBox="1">
                <a:spLocks noChangeArrowheads="1"/>
              </p:cNvSpPr>
              <p:nvPr/>
            </p:nvSpPr>
            <p:spPr bwMode="auto">
              <a:xfrm>
                <a:off x="2200" y="2432"/>
                <a:ext cx="256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kumimoji="1" lang="en-US" altLang="zh-CN" sz="3200" b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-</a:t>
                </a:r>
                <a:endParaRPr kumimoji="1"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9422" name="Line 27"/>
              <p:cNvSpPr>
                <a:spLocks noChangeShapeType="1"/>
              </p:cNvSpPr>
              <p:nvPr/>
            </p:nvSpPr>
            <p:spPr bwMode="auto">
              <a:xfrm>
                <a:off x="1338" y="2976"/>
                <a:ext cx="0" cy="27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59404" name="Text Box 28"/>
            <p:cNvSpPr txBox="1">
              <a:spLocks noChangeArrowheads="1"/>
            </p:cNvSpPr>
            <p:nvPr/>
          </p:nvSpPr>
          <p:spPr bwMode="auto">
            <a:xfrm>
              <a:off x="1746" y="3249"/>
              <a:ext cx="453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3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60445" name="Object 29"/>
          <p:cNvGraphicFramePr>
            <a:graphicFrameLocks noChangeAspect="1"/>
          </p:cNvGraphicFramePr>
          <p:nvPr/>
        </p:nvGraphicFramePr>
        <p:xfrm>
          <a:off x="7103349" y="2682876"/>
          <a:ext cx="20637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2" name="Equation" r:id="rId1" imgW="688975" imgH="238125" progId="Equation.3">
                  <p:embed/>
                </p:oleObj>
              </mc:Choice>
              <mc:Fallback>
                <p:oleObj name="Equation" r:id="rId1" imgW="688975" imgH="238125" progId="Equation.3">
                  <p:embed/>
                  <p:pic>
                    <p:nvPicPr>
                      <p:cNvPr id="0" name="图片 349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349" y="2682876"/>
                        <a:ext cx="206375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6" name="Object 30"/>
          <p:cNvGraphicFramePr>
            <a:graphicFrameLocks noChangeAspect="1"/>
          </p:cNvGraphicFramePr>
          <p:nvPr/>
        </p:nvGraphicFramePr>
        <p:xfrm>
          <a:off x="7100944" y="3471864"/>
          <a:ext cx="29178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3" name="Equation" r:id="rId3" imgW="869315" imgH="295910" progId="Equation.3">
                  <p:embed/>
                </p:oleObj>
              </mc:Choice>
              <mc:Fallback>
                <p:oleObj name="Equation" r:id="rId3" imgW="869315" imgH="295910" progId="Equation.3">
                  <p:embed/>
                  <p:pic>
                    <p:nvPicPr>
                      <p:cNvPr id="0" name="图片 349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0944" y="3471864"/>
                        <a:ext cx="291782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2084071" y="1839119"/>
            <a:ext cx="8208963" cy="206121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1-8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基尔霍夫定律  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 Kirchhoff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’s Laws )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ctr">
              <a:spcBef>
                <a:spcPct val="50000"/>
              </a:spcBef>
            </a:pP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p20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493714" y="1390017"/>
            <a:ext cx="7443787" cy="418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66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indent="-4572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基尔霍夫电流定律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KCL )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主要应用于结点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 algn="just">
              <a:lnSpc>
                <a:spcPct val="15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基尔霍夫电压定律( KVL )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主要应用于回路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(loop)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由支路组成的闭合路径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04305" y="1092200"/>
            <a:ext cx="5015230" cy="46736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5074" name="Text Box 2"/>
          <p:cNvSpPr txBox="1"/>
          <p:nvPr/>
        </p:nvSpPr>
        <p:spPr>
          <a:xfrm>
            <a:off x="1655445" y="1029335"/>
            <a:ext cx="7848600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/>
              <a:t>第一章 作业：</a:t>
            </a:r>
            <a:endParaRPr lang="en-US" altLang="zh-CN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/>
              <a:t>习题</a:t>
            </a:r>
            <a:endParaRPr lang="zh-CN" altLang="en-US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 dirty="0"/>
              <a:t>1-5         </a:t>
            </a:r>
            <a:r>
              <a:rPr lang="zh-CN" altLang="en-US" sz="3600" b="1" dirty="0"/>
              <a:t>吸收发送</a:t>
            </a:r>
            <a:r>
              <a:rPr lang="zh-CN" altLang="en-US" sz="3600" b="1" dirty="0"/>
              <a:t>功率</a:t>
            </a:r>
            <a:endParaRPr lang="zh-CN" altLang="en-US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 dirty="0"/>
              <a:t>1-16       </a:t>
            </a:r>
            <a:r>
              <a:rPr lang="zh-CN" altLang="en-US" sz="3600" b="1" dirty="0"/>
              <a:t>受控源吸收发送</a:t>
            </a:r>
            <a:r>
              <a:rPr lang="zh-CN" altLang="en-US" sz="3600" b="1" dirty="0"/>
              <a:t>功率</a:t>
            </a:r>
            <a:endParaRPr lang="zh-CN" altLang="en-US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36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3126740" y="1941673"/>
            <a:ext cx="5329238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&lt;2&gt;.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基尔霍夫电流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定律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KCL)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p21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633730" y="1288415"/>
            <a:ext cx="99599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   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在集总参数电路中，任意时刻，对任意结点流出或流入该结点电流的代数和等于零。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1965325" y="2757170"/>
          <a:ext cx="2305050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10" name="Equation" r:id="rId1" imgW="553720" imgH="340995" progId="Equation.3">
                  <p:embed/>
                </p:oleObj>
              </mc:Choice>
              <mc:Fallback>
                <p:oleObj name="Equation" r:id="rId1" imgW="553720" imgH="340995" progId="Equation.3">
                  <p:embed/>
                  <p:pic>
                    <p:nvPicPr>
                      <p:cNvPr id="0" name="图片 36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2757170"/>
                        <a:ext cx="2305050" cy="12017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CC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7"/>
          <p:cNvGraphicFramePr>
            <a:graphicFrameLocks noChangeAspect="1"/>
          </p:cNvGraphicFramePr>
          <p:nvPr/>
        </p:nvGraphicFramePr>
        <p:xfrm>
          <a:off x="4125278" y="4218940"/>
          <a:ext cx="3576637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11" name="Equation" r:id="rId3" imgW="27736800" imgH="6096000" progId="Equation.DSMT4">
                  <p:embed/>
                </p:oleObj>
              </mc:Choice>
              <mc:Fallback>
                <p:oleObj name="Equation" r:id="rId3" imgW="27736800" imgH="6096000" progId="Equation.DSMT4">
                  <p:embed/>
                  <p:pic>
                    <p:nvPicPr>
                      <p:cNvPr id="0" name="图片 363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5278" y="4218940"/>
                        <a:ext cx="3576637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0" name="AutoShape 8" descr="羊皮纸"/>
          <p:cNvSpPr>
            <a:spLocks noChangeArrowheads="1"/>
          </p:cNvSpPr>
          <p:nvPr/>
        </p:nvSpPr>
        <p:spPr bwMode="auto">
          <a:xfrm>
            <a:off x="8511541" y="3512820"/>
            <a:ext cx="1439863" cy="1296988"/>
          </a:xfrm>
          <a:prstGeom prst="wedgeRectCallout">
            <a:avLst>
              <a:gd name="adj1" fmla="val -87046"/>
              <a:gd name="adj2" fmla="val 2784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9525" algn="ctr">
            <a:solidFill>
              <a:schemeClr val="tx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流进的电流等于流出的电流</a:t>
            </a:r>
            <a:endParaRPr kumimoji="1"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5316221" y="1779271"/>
            <a:ext cx="33131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令流出为“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+”</a:t>
            </a:r>
            <a:r>
              <a:rPr kumimoji="1"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，有：</a:t>
            </a:r>
            <a:endParaRPr kumimoji="1"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918846" y="1131729"/>
            <a:ext cx="576263" cy="52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9"/>
          <p:cNvGrpSpPr/>
          <p:nvPr/>
        </p:nvGrpSpPr>
        <p:grpSpPr bwMode="auto">
          <a:xfrm>
            <a:off x="1063308" y="1707834"/>
            <a:ext cx="3384550" cy="2592387"/>
            <a:chOff x="385" y="2160"/>
            <a:chExt cx="2132" cy="1633"/>
          </a:xfrm>
        </p:grpSpPr>
        <p:sp>
          <p:nvSpPr>
            <p:cNvPr id="63500" name="Line 10"/>
            <p:cNvSpPr>
              <a:spLocks noChangeShapeType="1"/>
            </p:cNvSpPr>
            <p:nvPr/>
          </p:nvSpPr>
          <p:spPr bwMode="auto">
            <a:xfrm>
              <a:off x="385" y="2886"/>
              <a:ext cx="1134" cy="0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3501" name="Line 11"/>
            <p:cNvSpPr>
              <a:spLocks noChangeShapeType="1"/>
            </p:cNvSpPr>
            <p:nvPr/>
          </p:nvSpPr>
          <p:spPr bwMode="auto">
            <a:xfrm>
              <a:off x="793" y="2160"/>
              <a:ext cx="726" cy="726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3502" name="Line 12"/>
            <p:cNvSpPr>
              <a:spLocks noChangeShapeType="1"/>
            </p:cNvSpPr>
            <p:nvPr/>
          </p:nvSpPr>
          <p:spPr bwMode="auto">
            <a:xfrm flipH="1">
              <a:off x="975" y="2886"/>
              <a:ext cx="544" cy="907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3503" name="Line 13"/>
            <p:cNvSpPr>
              <a:spLocks noChangeShapeType="1"/>
            </p:cNvSpPr>
            <p:nvPr/>
          </p:nvSpPr>
          <p:spPr bwMode="auto">
            <a:xfrm flipV="1">
              <a:off x="1519" y="2205"/>
              <a:ext cx="408" cy="681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3504" name="Line 14"/>
            <p:cNvSpPr>
              <a:spLocks noChangeShapeType="1"/>
            </p:cNvSpPr>
            <p:nvPr/>
          </p:nvSpPr>
          <p:spPr bwMode="auto">
            <a:xfrm>
              <a:off x="1519" y="2886"/>
              <a:ext cx="998" cy="726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3505" name="Line 15"/>
            <p:cNvSpPr>
              <a:spLocks noChangeShapeType="1"/>
            </p:cNvSpPr>
            <p:nvPr/>
          </p:nvSpPr>
          <p:spPr bwMode="auto">
            <a:xfrm flipH="1">
              <a:off x="1701" y="2387"/>
              <a:ext cx="227" cy="3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3506" name="Line 16"/>
            <p:cNvSpPr>
              <a:spLocks noChangeShapeType="1"/>
            </p:cNvSpPr>
            <p:nvPr/>
          </p:nvSpPr>
          <p:spPr bwMode="auto">
            <a:xfrm flipH="1" flipV="1">
              <a:off x="1610" y="3067"/>
              <a:ext cx="499" cy="3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3507" name="Line 17"/>
            <p:cNvSpPr>
              <a:spLocks noChangeShapeType="1"/>
            </p:cNvSpPr>
            <p:nvPr/>
          </p:nvSpPr>
          <p:spPr bwMode="auto">
            <a:xfrm flipH="1">
              <a:off x="1202" y="3203"/>
              <a:ext cx="272" cy="40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3508" name="Line 18"/>
            <p:cNvSpPr>
              <a:spLocks noChangeShapeType="1"/>
            </p:cNvSpPr>
            <p:nvPr/>
          </p:nvSpPr>
          <p:spPr bwMode="auto">
            <a:xfrm flipH="1">
              <a:off x="567" y="2976"/>
              <a:ext cx="58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3509" name="Line 19"/>
            <p:cNvSpPr>
              <a:spLocks noChangeShapeType="1"/>
            </p:cNvSpPr>
            <p:nvPr/>
          </p:nvSpPr>
          <p:spPr bwMode="auto">
            <a:xfrm flipH="1" flipV="1">
              <a:off x="1020" y="2251"/>
              <a:ext cx="363" cy="40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aphicFrame>
          <p:nvGraphicFramePr>
            <p:cNvPr id="63510" name="Object 20"/>
            <p:cNvGraphicFramePr>
              <a:graphicFrameLocks noChangeAspect="1"/>
            </p:cNvGraphicFramePr>
            <p:nvPr/>
          </p:nvGraphicFramePr>
          <p:xfrm>
            <a:off x="1837" y="2478"/>
            <a:ext cx="274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12" name="Equation" r:id="rId1" imgW="90170" imgH="167640" progId="Equation.3">
                    <p:embed/>
                  </p:oleObj>
                </mc:Choice>
                <mc:Fallback>
                  <p:oleObj name="Equation" r:id="rId1" imgW="90170" imgH="167640" progId="Equation.3">
                    <p:embed/>
                    <p:pic>
                      <p:nvPicPr>
                        <p:cNvPr id="0" name="图片 363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2478"/>
                          <a:ext cx="274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511" name="Object 21"/>
            <p:cNvGraphicFramePr>
              <a:graphicFrameLocks noChangeAspect="1"/>
            </p:cNvGraphicFramePr>
            <p:nvPr/>
          </p:nvGraphicFramePr>
          <p:xfrm>
            <a:off x="1202" y="2160"/>
            <a:ext cx="302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13" name="Equation" r:id="rId3" imgW="102870" imgH="173990" progId="Equation.3">
                    <p:embed/>
                  </p:oleObj>
                </mc:Choice>
                <mc:Fallback>
                  <p:oleObj name="Equation" r:id="rId3" imgW="102870" imgH="173990" progId="Equation.3">
                    <p:embed/>
                    <p:pic>
                      <p:nvPicPr>
                        <p:cNvPr id="0" name="图片 363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2160"/>
                          <a:ext cx="302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512" name="Object 22"/>
            <p:cNvGraphicFramePr>
              <a:graphicFrameLocks noChangeAspect="1"/>
            </p:cNvGraphicFramePr>
            <p:nvPr/>
          </p:nvGraphicFramePr>
          <p:xfrm>
            <a:off x="657" y="2931"/>
            <a:ext cx="302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14" name="Equation" r:id="rId5" imgW="102870" imgH="167640" progId="Equation.3">
                    <p:embed/>
                  </p:oleObj>
                </mc:Choice>
                <mc:Fallback>
                  <p:oleObj name="Equation" r:id="rId5" imgW="102870" imgH="167640" progId="Equation.3">
                    <p:embed/>
                    <p:pic>
                      <p:nvPicPr>
                        <p:cNvPr id="0" name="图片 363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931"/>
                          <a:ext cx="302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513" name="Object 23"/>
            <p:cNvGraphicFramePr>
              <a:graphicFrameLocks noChangeAspect="1"/>
            </p:cNvGraphicFramePr>
            <p:nvPr/>
          </p:nvGraphicFramePr>
          <p:xfrm>
            <a:off x="1338" y="3294"/>
            <a:ext cx="301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15" name="Equation" r:id="rId7" imgW="102870" imgH="173990" progId="Equation.3">
                    <p:embed/>
                  </p:oleObj>
                </mc:Choice>
                <mc:Fallback>
                  <p:oleObj name="Equation" r:id="rId7" imgW="102870" imgH="173990" progId="Equation.3">
                    <p:embed/>
                    <p:pic>
                      <p:nvPicPr>
                        <p:cNvPr id="0" name="图片 363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3294"/>
                          <a:ext cx="301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514" name="Object 24"/>
            <p:cNvGraphicFramePr>
              <a:graphicFrameLocks noChangeAspect="1"/>
            </p:cNvGraphicFramePr>
            <p:nvPr/>
          </p:nvGraphicFramePr>
          <p:xfrm>
            <a:off x="1701" y="3203"/>
            <a:ext cx="302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16" name="Equation" r:id="rId9" imgW="102870" imgH="167640" progId="Equation.3">
                    <p:embed/>
                  </p:oleObj>
                </mc:Choice>
                <mc:Fallback>
                  <p:oleObj name="Equation" r:id="rId9" imgW="102870" imgH="167640" progId="Equation.3">
                    <p:embed/>
                    <p:pic>
                      <p:nvPicPr>
                        <p:cNvPr id="0" name="图片 363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1" y="3203"/>
                          <a:ext cx="302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537" name="Object 25"/>
          <p:cNvGraphicFramePr>
            <a:graphicFrameLocks noChangeAspect="1"/>
          </p:cNvGraphicFramePr>
          <p:nvPr/>
        </p:nvGraphicFramePr>
        <p:xfrm>
          <a:off x="5516245" y="2644776"/>
          <a:ext cx="460851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17" name="Equation" r:id="rId11" imgW="1203960" imgH="173990" progId="Equation.3">
                  <p:embed/>
                </p:oleObj>
              </mc:Choice>
              <mc:Fallback>
                <p:oleObj name="Equation" r:id="rId11" imgW="1203960" imgH="173990" progId="Equation.3">
                  <p:embed/>
                  <p:pic>
                    <p:nvPicPr>
                      <p:cNvPr id="0" name="图片 363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245" y="2644776"/>
                        <a:ext cx="4608513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8" name="Object 26"/>
          <p:cNvGraphicFramePr>
            <a:graphicFrameLocks noChangeAspect="1"/>
          </p:cNvGraphicFramePr>
          <p:nvPr/>
        </p:nvGraphicFramePr>
        <p:xfrm>
          <a:off x="5515928" y="3636010"/>
          <a:ext cx="356711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18" name="Equation" r:id="rId13" imgW="933450" imgH="173990" progId="Equation.3">
                  <p:embed/>
                </p:oleObj>
              </mc:Choice>
              <mc:Fallback>
                <p:oleObj name="Equation" r:id="rId13" imgW="933450" imgH="173990" progId="Equation.3">
                  <p:embed/>
                  <p:pic>
                    <p:nvPicPr>
                      <p:cNvPr id="0" name="图片 363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5928" y="3636010"/>
                        <a:ext cx="3567112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7175501" y="1498600"/>
            <a:ext cx="3249613" cy="3327400"/>
            <a:chOff x="3424" y="210"/>
            <a:chExt cx="2047" cy="2096"/>
          </a:xfrm>
        </p:grpSpPr>
        <p:sp>
          <p:nvSpPr>
            <p:cNvPr id="64527" name="Rectangle 3"/>
            <p:cNvSpPr>
              <a:spLocks noChangeArrowheads="1"/>
            </p:cNvSpPr>
            <p:nvPr/>
          </p:nvSpPr>
          <p:spPr bwMode="auto">
            <a:xfrm>
              <a:off x="4286" y="573"/>
              <a:ext cx="771" cy="136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4528" name="Line 4"/>
            <p:cNvSpPr>
              <a:spLocks noChangeShapeType="1"/>
            </p:cNvSpPr>
            <p:nvPr/>
          </p:nvSpPr>
          <p:spPr bwMode="auto">
            <a:xfrm>
              <a:off x="3424" y="573"/>
              <a:ext cx="8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oval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4529" name="Line 5"/>
            <p:cNvSpPr>
              <a:spLocks noChangeShapeType="1"/>
            </p:cNvSpPr>
            <p:nvPr/>
          </p:nvSpPr>
          <p:spPr bwMode="auto">
            <a:xfrm>
              <a:off x="3424" y="1253"/>
              <a:ext cx="8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4530" name="Line 6"/>
            <p:cNvSpPr>
              <a:spLocks noChangeShapeType="1"/>
            </p:cNvSpPr>
            <p:nvPr/>
          </p:nvSpPr>
          <p:spPr bwMode="auto">
            <a:xfrm>
              <a:off x="3424" y="1933"/>
              <a:ext cx="8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4531" name="Rectangle 7"/>
            <p:cNvSpPr>
              <a:spLocks noChangeArrowheads="1"/>
            </p:cNvSpPr>
            <p:nvPr/>
          </p:nvSpPr>
          <p:spPr bwMode="auto">
            <a:xfrm>
              <a:off x="4195" y="799"/>
              <a:ext cx="182" cy="273"/>
            </a:xfrm>
            <a:prstGeom prst="rect">
              <a:avLst/>
            </a:prstGeom>
            <a:solidFill>
              <a:srgbClr val="46ACAE"/>
            </a:solidFill>
            <a:ln w="9525" algn="ctr">
              <a:solidFill>
                <a:srgbClr val="FF9900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4532" name="Rectangle 8"/>
            <p:cNvSpPr>
              <a:spLocks noChangeArrowheads="1"/>
            </p:cNvSpPr>
            <p:nvPr/>
          </p:nvSpPr>
          <p:spPr bwMode="auto">
            <a:xfrm>
              <a:off x="4195" y="1480"/>
              <a:ext cx="182" cy="273"/>
            </a:xfrm>
            <a:prstGeom prst="rect">
              <a:avLst/>
            </a:prstGeom>
            <a:solidFill>
              <a:srgbClr val="46ACAE"/>
            </a:solidFill>
            <a:ln w="9525" algn="ctr">
              <a:solidFill>
                <a:srgbClr val="FF9900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4533" name="Rectangle 9"/>
            <p:cNvSpPr>
              <a:spLocks noChangeArrowheads="1"/>
            </p:cNvSpPr>
            <p:nvPr/>
          </p:nvSpPr>
          <p:spPr bwMode="auto">
            <a:xfrm>
              <a:off x="4966" y="1072"/>
              <a:ext cx="182" cy="273"/>
            </a:xfrm>
            <a:prstGeom prst="rect">
              <a:avLst/>
            </a:prstGeom>
            <a:solidFill>
              <a:srgbClr val="46ACAE"/>
            </a:solidFill>
            <a:ln w="9525" algn="ctr">
              <a:solidFill>
                <a:srgbClr val="FF9900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4534" name="Line 10"/>
            <p:cNvSpPr>
              <a:spLocks noChangeShapeType="1"/>
            </p:cNvSpPr>
            <p:nvPr/>
          </p:nvSpPr>
          <p:spPr bwMode="auto">
            <a:xfrm flipH="1">
              <a:off x="3696" y="663"/>
              <a:ext cx="36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4535" name="Line 11"/>
            <p:cNvSpPr>
              <a:spLocks noChangeShapeType="1"/>
            </p:cNvSpPr>
            <p:nvPr/>
          </p:nvSpPr>
          <p:spPr bwMode="auto">
            <a:xfrm flipH="1">
              <a:off x="3651" y="2024"/>
              <a:ext cx="36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4536" name="Line 12"/>
            <p:cNvSpPr>
              <a:spLocks noChangeShapeType="1"/>
            </p:cNvSpPr>
            <p:nvPr/>
          </p:nvSpPr>
          <p:spPr bwMode="auto">
            <a:xfrm flipH="1">
              <a:off x="3651" y="1344"/>
              <a:ext cx="36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4537" name="Line 13"/>
            <p:cNvSpPr>
              <a:spLocks noChangeShapeType="1"/>
            </p:cNvSpPr>
            <p:nvPr/>
          </p:nvSpPr>
          <p:spPr bwMode="auto">
            <a:xfrm>
              <a:off x="4422" y="1344"/>
              <a:ext cx="0" cy="49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4538" name="Line 14"/>
            <p:cNvSpPr>
              <a:spLocks noChangeShapeType="1"/>
            </p:cNvSpPr>
            <p:nvPr/>
          </p:nvSpPr>
          <p:spPr bwMode="auto">
            <a:xfrm>
              <a:off x="4422" y="663"/>
              <a:ext cx="0" cy="49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4539" name="Line 15"/>
            <p:cNvSpPr>
              <a:spLocks noChangeShapeType="1"/>
            </p:cNvSpPr>
            <p:nvPr/>
          </p:nvSpPr>
          <p:spPr bwMode="auto">
            <a:xfrm>
              <a:off x="5148" y="527"/>
              <a:ext cx="0" cy="49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4540" name="Text Box 16"/>
            <p:cNvSpPr txBox="1">
              <a:spLocks noChangeArrowheads="1"/>
            </p:cNvSpPr>
            <p:nvPr/>
          </p:nvSpPr>
          <p:spPr bwMode="auto">
            <a:xfrm>
              <a:off x="4150" y="210"/>
              <a:ext cx="31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r>
                <a:rPr kumimoji="1"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 </a:t>
              </a:r>
              <a:endParaRPr kumimoji="1" lang="en-US" altLang="zh-CN" sz="2400" b="1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4541" name="Text Box 17"/>
            <p:cNvSpPr txBox="1">
              <a:spLocks noChangeArrowheads="1"/>
            </p:cNvSpPr>
            <p:nvPr/>
          </p:nvSpPr>
          <p:spPr bwMode="auto">
            <a:xfrm>
              <a:off x="4105" y="1979"/>
              <a:ext cx="31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 </a:t>
              </a:r>
              <a:endParaRPr kumimoji="1" lang="en-US" altLang="zh-CN" sz="2800" b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4542" name="Rectangle 18"/>
            <p:cNvSpPr>
              <a:spLocks noChangeArrowheads="1"/>
            </p:cNvSpPr>
            <p:nvPr/>
          </p:nvSpPr>
          <p:spPr bwMode="auto">
            <a:xfrm>
              <a:off x="4422" y="1117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800" b="1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kumimoji="1" lang="en-US" altLang="zh-CN" sz="2800" b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64543" name="Object 19"/>
            <p:cNvGraphicFramePr>
              <a:graphicFrameLocks noChangeAspect="1"/>
            </p:cNvGraphicFramePr>
            <p:nvPr/>
          </p:nvGraphicFramePr>
          <p:xfrm>
            <a:off x="4513" y="1389"/>
            <a:ext cx="278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86" name="Equation" r:id="rId1" imgW="102870" imgH="173990" progId="Equation.3">
                    <p:embed/>
                  </p:oleObj>
                </mc:Choice>
                <mc:Fallback>
                  <p:oleObj name="Equation" r:id="rId1" imgW="102870" imgH="173990" progId="Equation.3">
                    <p:embed/>
                    <p:pic>
                      <p:nvPicPr>
                        <p:cNvPr id="0" name="图片 373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1389"/>
                          <a:ext cx="278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44" name="Object 20"/>
            <p:cNvGraphicFramePr>
              <a:graphicFrameLocks noChangeAspect="1"/>
            </p:cNvGraphicFramePr>
            <p:nvPr/>
          </p:nvGraphicFramePr>
          <p:xfrm>
            <a:off x="5193" y="618"/>
            <a:ext cx="278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87" name="Equation" r:id="rId3" imgW="102870" imgH="173990" progId="Equation.3">
                    <p:embed/>
                  </p:oleObj>
                </mc:Choice>
                <mc:Fallback>
                  <p:oleObj name="Equation" r:id="rId3" imgW="102870" imgH="173990" progId="Equation.3">
                    <p:embed/>
                    <p:pic>
                      <p:nvPicPr>
                        <p:cNvPr id="0" name="图片 373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618"/>
                          <a:ext cx="278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45" name="Object 21"/>
            <p:cNvGraphicFramePr>
              <a:graphicFrameLocks noChangeAspect="1"/>
            </p:cNvGraphicFramePr>
            <p:nvPr/>
          </p:nvGraphicFramePr>
          <p:xfrm>
            <a:off x="4468" y="754"/>
            <a:ext cx="278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88" name="Equation" r:id="rId5" imgW="102870" imgH="167640" progId="Equation.3">
                    <p:embed/>
                  </p:oleObj>
                </mc:Choice>
                <mc:Fallback>
                  <p:oleObj name="Equation" r:id="rId5" imgW="102870" imgH="167640" progId="Equation.3">
                    <p:embed/>
                    <p:pic>
                      <p:nvPicPr>
                        <p:cNvPr id="0" name="图片 373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8" y="754"/>
                          <a:ext cx="278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46" name="Object 22"/>
            <p:cNvGraphicFramePr>
              <a:graphicFrameLocks noChangeAspect="1"/>
            </p:cNvGraphicFramePr>
            <p:nvPr/>
          </p:nvGraphicFramePr>
          <p:xfrm>
            <a:off x="3754" y="220"/>
            <a:ext cx="253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89" name="Equation" r:id="rId7" imgW="90170" imgH="167640" progId="Equation.3">
                    <p:embed/>
                  </p:oleObj>
                </mc:Choice>
                <mc:Fallback>
                  <p:oleObj name="Equation" r:id="rId7" imgW="90170" imgH="167640" progId="Equation.3">
                    <p:embed/>
                    <p:pic>
                      <p:nvPicPr>
                        <p:cNvPr id="0" name="图片 373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4" y="220"/>
                          <a:ext cx="253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47" name="Object 23"/>
            <p:cNvGraphicFramePr>
              <a:graphicFrameLocks noChangeAspect="1"/>
            </p:cNvGraphicFramePr>
            <p:nvPr/>
          </p:nvGraphicFramePr>
          <p:xfrm>
            <a:off x="3685" y="1515"/>
            <a:ext cx="277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90" name="Equation" r:id="rId9" imgW="102870" imgH="173990" progId="Equation.3">
                    <p:embed/>
                  </p:oleObj>
                </mc:Choice>
                <mc:Fallback>
                  <p:oleObj name="Equation" r:id="rId9" imgW="102870" imgH="173990" progId="Equation.3">
                    <p:embed/>
                    <p:pic>
                      <p:nvPicPr>
                        <p:cNvPr id="0" name="图片 373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5" y="1515"/>
                          <a:ext cx="277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48" name="Object 24"/>
            <p:cNvGraphicFramePr>
              <a:graphicFrameLocks noChangeAspect="1"/>
            </p:cNvGraphicFramePr>
            <p:nvPr/>
          </p:nvGraphicFramePr>
          <p:xfrm>
            <a:off x="3742" y="890"/>
            <a:ext cx="278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91" name="Equation" r:id="rId11" imgW="102870" imgH="167640" progId="Equation.3">
                    <p:embed/>
                  </p:oleObj>
                </mc:Choice>
                <mc:Fallback>
                  <p:oleObj name="Equation" r:id="rId11" imgW="102870" imgH="167640" progId="Equation.3">
                    <p:embed/>
                    <p:pic>
                      <p:nvPicPr>
                        <p:cNvPr id="0" name="图片 373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890"/>
                          <a:ext cx="278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3513" name="Object 25"/>
          <p:cNvGraphicFramePr>
            <a:graphicFrameLocks noChangeAspect="1"/>
          </p:cNvGraphicFramePr>
          <p:nvPr/>
        </p:nvGraphicFramePr>
        <p:xfrm>
          <a:off x="2908300" y="1498600"/>
          <a:ext cx="27686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92" name="Equation" r:id="rId13" imgW="721360" imgH="173990" progId="Equation.3">
                  <p:embed/>
                </p:oleObj>
              </mc:Choice>
              <mc:Fallback>
                <p:oleObj name="Equation" r:id="rId13" imgW="721360" imgH="173990" progId="Equation.3">
                  <p:embed/>
                  <p:pic>
                    <p:nvPicPr>
                      <p:cNvPr id="0" name="图片 373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1498600"/>
                        <a:ext cx="276860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14" name="Text Box 26"/>
          <p:cNvSpPr txBox="1">
            <a:spLocks noChangeArrowheads="1"/>
          </p:cNvSpPr>
          <p:nvPr/>
        </p:nvSpPr>
        <p:spPr bwMode="auto">
          <a:xfrm>
            <a:off x="2063751" y="1497172"/>
            <a:ext cx="576263" cy="52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63515" name="Object 27"/>
          <p:cNvGraphicFramePr>
            <a:graphicFrameLocks noChangeAspect="1"/>
          </p:cNvGraphicFramePr>
          <p:nvPr/>
        </p:nvGraphicFramePr>
        <p:xfrm>
          <a:off x="2782888" y="2073275"/>
          <a:ext cx="312896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93" name="Equation" r:id="rId15" imgW="811530" imgH="173990" progId="Equation.3">
                  <p:embed/>
                </p:oleObj>
              </mc:Choice>
              <mc:Fallback>
                <p:oleObj name="Equation" r:id="rId15" imgW="811530" imgH="173990" progId="Equation.3">
                  <p:embed/>
                  <p:pic>
                    <p:nvPicPr>
                      <p:cNvPr id="0" name="图片 373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073275"/>
                        <a:ext cx="3128962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6" name="Object 28"/>
          <p:cNvGraphicFramePr>
            <a:graphicFrameLocks noChangeAspect="1"/>
          </p:cNvGraphicFramePr>
          <p:nvPr/>
        </p:nvGraphicFramePr>
        <p:xfrm>
          <a:off x="2908300" y="2649539"/>
          <a:ext cx="276860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94" name="Equation" r:id="rId17" imgW="721360" imgH="173990" progId="Equation.3">
                  <p:embed/>
                </p:oleObj>
              </mc:Choice>
              <mc:Fallback>
                <p:oleObj name="Equation" r:id="rId17" imgW="721360" imgH="173990" progId="Equation.3">
                  <p:embed/>
                  <p:pic>
                    <p:nvPicPr>
                      <p:cNvPr id="0" name="图片 373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2649539"/>
                        <a:ext cx="2768600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17" name="Text Box 29"/>
          <p:cNvSpPr txBox="1">
            <a:spLocks noChangeArrowheads="1"/>
          </p:cNvSpPr>
          <p:nvPr/>
        </p:nvSpPr>
        <p:spPr bwMode="auto">
          <a:xfrm>
            <a:off x="454661" y="3570605"/>
            <a:ext cx="22336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三式相加得：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63518" name="Object 30"/>
          <p:cNvGraphicFramePr>
            <a:graphicFrameLocks noChangeAspect="1"/>
          </p:cNvGraphicFramePr>
          <p:nvPr/>
        </p:nvGraphicFramePr>
        <p:xfrm>
          <a:off x="2831148" y="3505519"/>
          <a:ext cx="276860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95" name="Equation" r:id="rId19" imgW="721360" imgH="173990" progId="Equation.3">
                  <p:embed/>
                </p:oleObj>
              </mc:Choice>
              <mc:Fallback>
                <p:oleObj name="Equation" r:id="rId19" imgW="721360" imgH="173990" progId="Equation.3">
                  <p:embed/>
                  <p:pic>
                    <p:nvPicPr>
                      <p:cNvPr id="0" name="图片 373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1148" y="3505519"/>
                        <a:ext cx="2768600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20" name="Oval 32"/>
          <p:cNvSpPr>
            <a:spLocks noChangeArrowheads="1"/>
          </p:cNvSpPr>
          <p:nvPr/>
        </p:nvSpPr>
        <p:spPr bwMode="auto">
          <a:xfrm>
            <a:off x="7896225" y="1570038"/>
            <a:ext cx="2305050" cy="3167062"/>
          </a:xfrm>
          <a:prstGeom prst="ellipse">
            <a:avLst/>
          </a:prstGeom>
          <a:noFill/>
          <a:ln w="38100" algn="ctr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" name="Text Box 31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990725" y="5102860"/>
            <a:ext cx="8484870" cy="460375"/>
          </a:xfrm>
          <a:prstGeom prst="rect">
            <a:avLst/>
          </a:prstGeom>
          <a:solidFill>
            <a:srgbClr val="008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表明</a:t>
            </a:r>
            <a:r>
              <a:rPr kumimoji="1" lang="en-US" altLang="zh-CN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KCL</a:t>
            </a: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可推广应用于电路中包围多个结点的任一闭合面</a:t>
            </a:r>
            <a:endParaRPr kumimoji="1" lang="zh-CN" altLang="en-US" sz="2400" b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3086100" y="2267585"/>
            <a:ext cx="5904230" cy="2212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 marL="666750" indent="-666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&lt;3&gt;.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基尔霍夫电压定律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KVL)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p22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2361565" y="1249681"/>
            <a:ext cx="7632700" cy="977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666750" indent="-666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在</a:t>
            </a:r>
            <a:r>
              <a:rPr kumimoji="1" lang="zh-CN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集总参数电路中，任一时刻，</a:t>
            </a:r>
            <a:endParaRPr kumimoji="1" lang="zh-CN" altLang="zh-CN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沿任一闭合路径绕行，各支路电压的代数和等于零</a:t>
            </a:r>
            <a:r>
              <a:rPr kumimoji="1" lang="zh-CN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70662" name="Object 6"/>
          <p:cNvGraphicFramePr>
            <a:graphicFrameLocks noChangeAspect="1"/>
          </p:cNvGraphicFramePr>
          <p:nvPr/>
        </p:nvGraphicFramePr>
        <p:xfrm>
          <a:off x="3074036" y="2581594"/>
          <a:ext cx="223202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4" name="Equation" r:id="rId1" imgW="579755" imgH="340995" progId="Equation.3">
                  <p:embed/>
                </p:oleObj>
              </mc:Choice>
              <mc:Fallback>
                <p:oleObj name="Equation" r:id="rId1" imgW="579755" imgH="340995" progId="Equation.3">
                  <p:embed/>
                  <p:pic>
                    <p:nvPicPr>
                      <p:cNvPr id="0" name="图片 379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036" y="2581594"/>
                        <a:ext cx="2232025" cy="11017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CC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3" name="Object 7"/>
          <p:cNvGraphicFramePr>
            <a:graphicFrameLocks noChangeAspect="1"/>
          </p:cNvGraphicFramePr>
          <p:nvPr/>
        </p:nvGraphicFramePr>
        <p:xfrm>
          <a:off x="5260658" y="4228465"/>
          <a:ext cx="36036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5" name="Equation" r:id="rId3" imgW="30784800" imgH="6096000" progId="Equation.DSMT4">
                  <p:embed/>
                </p:oleObj>
              </mc:Choice>
              <mc:Fallback>
                <p:oleObj name="Equation" r:id="rId3" imgW="30784800" imgH="6096000" progId="Equation.DSMT4">
                  <p:embed/>
                  <p:pic>
                    <p:nvPicPr>
                      <p:cNvPr id="0" name="图片 379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0658" y="4228465"/>
                        <a:ext cx="36036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511810" y="855345"/>
            <a:ext cx="5904230" cy="3884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 marL="666750" indent="-666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、电压降（电流）参考方向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顺时针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、假设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u1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可以为电阻，顺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向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假设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u2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电阻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顺向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4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假设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u3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为电源，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逆向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5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、假设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u4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为电源，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顺向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88455" y="1081405"/>
            <a:ext cx="5003800" cy="44545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18540" y="4813935"/>
            <a:ext cx="387032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u1+u2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？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u3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？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u4=0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提示，关联方向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p22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511810" y="855345"/>
            <a:ext cx="5904230" cy="3884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 marL="666750" indent="-666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、电压降（电流）参考方向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顺时针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、假设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u1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可以为电阻，顺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向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假设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u2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电阻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顺向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4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假设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u3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为电源，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逆向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5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、假设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u4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为电源，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顺向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88455" y="1081405"/>
            <a:ext cx="5003800" cy="44545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18540" y="4813935"/>
            <a:ext cx="387032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u1+u2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-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u3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u4=0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提示，关联方向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p22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6"/>
          <p:cNvSpPr txBox="1">
            <a:spLocks noChangeArrowheads="1"/>
          </p:cNvSpPr>
          <p:nvPr/>
        </p:nvSpPr>
        <p:spPr bwMode="auto">
          <a:xfrm>
            <a:off x="1722120" y="1859280"/>
            <a:ext cx="8389620" cy="2061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口诀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流出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正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相反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负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5421630" y="2117725"/>
            <a:ext cx="630174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）选定回路绕行方向，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/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顺时针（电压降）或逆时针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.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注意：电阻上电压降的方向与电流方向有关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6233479" y="4204178"/>
            <a:ext cx="464343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–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–U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S1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4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S4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972820" y="1602363"/>
            <a:ext cx="3887788" cy="3441819"/>
            <a:chOff x="340" y="1937"/>
            <a:chExt cx="2239" cy="2090"/>
          </a:xfrm>
        </p:grpSpPr>
        <p:sp>
          <p:nvSpPr>
            <p:cNvPr id="65574" name="Oval 9"/>
            <p:cNvSpPr>
              <a:spLocks noChangeArrowheads="1"/>
            </p:cNvSpPr>
            <p:nvPr/>
          </p:nvSpPr>
          <p:spPr bwMode="auto">
            <a:xfrm rot="5400000">
              <a:off x="843" y="2517"/>
              <a:ext cx="158" cy="299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9900"/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5575" name="Oval 10"/>
            <p:cNvSpPr>
              <a:spLocks noChangeArrowheads="1"/>
            </p:cNvSpPr>
            <p:nvPr/>
          </p:nvSpPr>
          <p:spPr bwMode="auto">
            <a:xfrm>
              <a:off x="1091" y="3502"/>
              <a:ext cx="150" cy="315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rgbClr val="FF9900"/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5576" name="Line 11"/>
            <p:cNvSpPr>
              <a:spLocks noChangeShapeType="1"/>
            </p:cNvSpPr>
            <p:nvPr/>
          </p:nvSpPr>
          <p:spPr bwMode="auto">
            <a:xfrm>
              <a:off x="923" y="2352"/>
              <a:ext cx="1248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77" name="Rectangle 12"/>
            <p:cNvSpPr>
              <a:spLocks noChangeArrowheads="1"/>
            </p:cNvSpPr>
            <p:nvPr/>
          </p:nvSpPr>
          <p:spPr bwMode="auto">
            <a:xfrm>
              <a:off x="1343" y="2228"/>
              <a:ext cx="106" cy="224"/>
            </a:xfrm>
            <a:prstGeom prst="rect">
              <a:avLst/>
            </a:prstGeom>
            <a:solidFill>
              <a:srgbClr val="46ACAE"/>
            </a:solidFill>
            <a:ln w="28575">
              <a:solidFill>
                <a:srgbClr val="FF99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5578" name="Line 13"/>
            <p:cNvSpPr>
              <a:spLocks noChangeShapeType="1"/>
            </p:cNvSpPr>
            <p:nvPr/>
          </p:nvSpPr>
          <p:spPr bwMode="auto">
            <a:xfrm>
              <a:off x="923" y="2352"/>
              <a:ext cx="0" cy="130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79" name="Rectangle 14"/>
            <p:cNvSpPr>
              <a:spLocks noChangeArrowheads="1"/>
            </p:cNvSpPr>
            <p:nvPr/>
          </p:nvSpPr>
          <p:spPr bwMode="auto">
            <a:xfrm rot="16200000">
              <a:off x="879" y="3063"/>
              <a:ext cx="112" cy="213"/>
            </a:xfrm>
            <a:prstGeom prst="rect">
              <a:avLst/>
            </a:prstGeom>
            <a:solidFill>
              <a:srgbClr val="46ACAE"/>
            </a:solidFill>
            <a:ln w="28575">
              <a:solidFill>
                <a:srgbClr val="FF99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5580" name="Line 15"/>
            <p:cNvSpPr>
              <a:spLocks noChangeShapeType="1"/>
            </p:cNvSpPr>
            <p:nvPr/>
          </p:nvSpPr>
          <p:spPr bwMode="auto">
            <a:xfrm>
              <a:off x="923" y="3657"/>
              <a:ext cx="1248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81" name="Rectangle 16"/>
            <p:cNvSpPr>
              <a:spLocks noChangeArrowheads="1"/>
            </p:cNvSpPr>
            <p:nvPr/>
          </p:nvSpPr>
          <p:spPr bwMode="auto">
            <a:xfrm>
              <a:off x="1691" y="3543"/>
              <a:ext cx="106" cy="224"/>
            </a:xfrm>
            <a:prstGeom prst="rect">
              <a:avLst/>
            </a:prstGeom>
            <a:solidFill>
              <a:srgbClr val="46ACAE"/>
            </a:solidFill>
            <a:ln w="28575">
              <a:solidFill>
                <a:srgbClr val="FF99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5582" name="Line 17"/>
            <p:cNvSpPr>
              <a:spLocks noChangeShapeType="1"/>
            </p:cNvSpPr>
            <p:nvPr/>
          </p:nvSpPr>
          <p:spPr bwMode="auto">
            <a:xfrm>
              <a:off x="2171" y="2352"/>
              <a:ext cx="0" cy="130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83" name="Rectangle 18"/>
            <p:cNvSpPr>
              <a:spLocks noChangeArrowheads="1"/>
            </p:cNvSpPr>
            <p:nvPr/>
          </p:nvSpPr>
          <p:spPr bwMode="auto">
            <a:xfrm rot="16200000">
              <a:off x="2115" y="2906"/>
              <a:ext cx="112" cy="213"/>
            </a:xfrm>
            <a:prstGeom prst="rect">
              <a:avLst/>
            </a:prstGeom>
            <a:solidFill>
              <a:srgbClr val="46ACAE"/>
            </a:solidFill>
            <a:ln w="28575">
              <a:solidFill>
                <a:srgbClr val="FF99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5584" name="Line 19"/>
            <p:cNvSpPr>
              <a:spLocks noChangeShapeType="1"/>
            </p:cNvSpPr>
            <p:nvPr/>
          </p:nvSpPr>
          <p:spPr bwMode="auto">
            <a:xfrm>
              <a:off x="2171" y="3655"/>
              <a:ext cx="348" cy="23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85" name="Line 20"/>
            <p:cNvSpPr>
              <a:spLocks noChangeShapeType="1"/>
            </p:cNvSpPr>
            <p:nvPr/>
          </p:nvSpPr>
          <p:spPr bwMode="auto">
            <a:xfrm flipV="1">
              <a:off x="2159" y="2096"/>
              <a:ext cx="420" cy="25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86" name="Line 21"/>
            <p:cNvSpPr>
              <a:spLocks noChangeShapeType="1"/>
            </p:cNvSpPr>
            <p:nvPr/>
          </p:nvSpPr>
          <p:spPr bwMode="auto">
            <a:xfrm flipH="1">
              <a:off x="575" y="3655"/>
              <a:ext cx="336" cy="20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87" name="Line 22"/>
            <p:cNvSpPr>
              <a:spLocks noChangeShapeType="1"/>
            </p:cNvSpPr>
            <p:nvPr/>
          </p:nvSpPr>
          <p:spPr bwMode="auto">
            <a:xfrm>
              <a:off x="575" y="2065"/>
              <a:ext cx="348" cy="28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88" name="Line 23"/>
            <p:cNvSpPr>
              <a:spLocks noChangeShapeType="1"/>
            </p:cNvSpPr>
            <p:nvPr/>
          </p:nvSpPr>
          <p:spPr bwMode="auto">
            <a:xfrm>
              <a:off x="839" y="3384"/>
              <a:ext cx="0" cy="27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89" name="Line 24"/>
            <p:cNvSpPr>
              <a:spLocks noChangeShapeType="1"/>
            </p:cNvSpPr>
            <p:nvPr/>
          </p:nvSpPr>
          <p:spPr bwMode="auto">
            <a:xfrm flipH="1" flipV="1">
              <a:off x="1429" y="3702"/>
              <a:ext cx="240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90" name="Line 25"/>
            <p:cNvSpPr>
              <a:spLocks noChangeShapeType="1"/>
            </p:cNvSpPr>
            <p:nvPr/>
          </p:nvSpPr>
          <p:spPr bwMode="auto">
            <a:xfrm>
              <a:off x="1792" y="2250"/>
              <a:ext cx="28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91" name="Line 26"/>
            <p:cNvSpPr>
              <a:spLocks noChangeShapeType="1"/>
            </p:cNvSpPr>
            <p:nvPr/>
          </p:nvSpPr>
          <p:spPr bwMode="auto">
            <a:xfrm flipV="1">
              <a:off x="2245" y="3249"/>
              <a:ext cx="0" cy="27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92" name="Text Box 27"/>
            <p:cNvSpPr txBox="1">
              <a:spLocks noChangeArrowheads="1"/>
            </p:cNvSpPr>
            <p:nvPr/>
          </p:nvSpPr>
          <p:spPr bwMode="auto">
            <a:xfrm>
              <a:off x="522" y="3342"/>
              <a:ext cx="366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593" name="Text Box 28"/>
            <p:cNvSpPr txBox="1">
              <a:spLocks noChangeArrowheads="1"/>
            </p:cNvSpPr>
            <p:nvPr/>
          </p:nvSpPr>
          <p:spPr bwMode="auto">
            <a:xfrm>
              <a:off x="575" y="2320"/>
              <a:ext cx="204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594" name="Text Box 29"/>
            <p:cNvSpPr txBox="1">
              <a:spLocks noChangeArrowheads="1"/>
            </p:cNvSpPr>
            <p:nvPr/>
          </p:nvSpPr>
          <p:spPr bwMode="auto">
            <a:xfrm>
              <a:off x="340" y="2527"/>
              <a:ext cx="432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S1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595" name="Text Box 30"/>
            <p:cNvSpPr txBox="1">
              <a:spLocks noChangeArrowheads="1"/>
            </p:cNvSpPr>
            <p:nvPr/>
          </p:nvSpPr>
          <p:spPr bwMode="auto">
            <a:xfrm>
              <a:off x="443" y="3029"/>
              <a:ext cx="396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596" name="Text Box 31"/>
            <p:cNvSpPr txBox="1">
              <a:spLocks noChangeArrowheads="1"/>
            </p:cNvSpPr>
            <p:nvPr/>
          </p:nvSpPr>
          <p:spPr bwMode="auto">
            <a:xfrm>
              <a:off x="1307" y="3364"/>
              <a:ext cx="432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4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597" name="Text Box 32"/>
            <p:cNvSpPr txBox="1">
              <a:spLocks noChangeArrowheads="1"/>
            </p:cNvSpPr>
            <p:nvPr/>
          </p:nvSpPr>
          <p:spPr bwMode="auto">
            <a:xfrm>
              <a:off x="875" y="3653"/>
              <a:ext cx="16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2400" b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598" name="Text Box 33"/>
            <p:cNvSpPr txBox="1">
              <a:spLocks noChangeArrowheads="1"/>
            </p:cNvSpPr>
            <p:nvPr/>
          </p:nvSpPr>
          <p:spPr bwMode="auto">
            <a:xfrm>
              <a:off x="1259" y="3747"/>
              <a:ext cx="312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599" name="Text Box 34"/>
            <p:cNvSpPr txBox="1">
              <a:spLocks noChangeArrowheads="1"/>
            </p:cNvSpPr>
            <p:nvPr/>
          </p:nvSpPr>
          <p:spPr bwMode="auto">
            <a:xfrm>
              <a:off x="1019" y="3747"/>
              <a:ext cx="432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S4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600" name="Text Box 35"/>
            <p:cNvSpPr txBox="1">
              <a:spLocks noChangeArrowheads="1"/>
            </p:cNvSpPr>
            <p:nvPr/>
          </p:nvSpPr>
          <p:spPr bwMode="auto">
            <a:xfrm>
              <a:off x="1727" y="3701"/>
              <a:ext cx="372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4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601" name="Text Box 36"/>
            <p:cNvSpPr txBox="1">
              <a:spLocks noChangeArrowheads="1"/>
            </p:cNvSpPr>
            <p:nvPr/>
          </p:nvSpPr>
          <p:spPr bwMode="auto">
            <a:xfrm>
              <a:off x="2290" y="3298"/>
              <a:ext cx="272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3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602" name="Text Box 37"/>
            <p:cNvSpPr txBox="1">
              <a:spLocks noChangeArrowheads="1"/>
            </p:cNvSpPr>
            <p:nvPr/>
          </p:nvSpPr>
          <p:spPr bwMode="auto">
            <a:xfrm>
              <a:off x="2200" y="2888"/>
              <a:ext cx="363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3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603" name="Text Box 38"/>
            <p:cNvSpPr txBox="1">
              <a:spLocks noChangeArrowheads="1"/>
            </p:cNvSpPr>
            <p:nvPr/>
          </p:nvSpPr>
          <p:spPr bwMode="auto">
            <a:xfrm>
              <a:off x="1343" y="1981"/>
              <a:ext cx="396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604" name="Text Box 39"/>
            <p:cNvSpPr txBox="1">
              <a:spLocks noChangeArrowheads="1"/>
            </p:cNvSpPr>
            <p:nvPr/>
          </p:nvSpPr>
          <p:spPr bwMode="auto">
            <a:xfrm>
              <a:off x="1837" y="1937"/>
              <a:ext cx="300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605" name="Text Box 40"/>
            <p:cNvSpPr txBox="1">
              <a:spLocks noChangeArrowheads="1"/>
            </p:cNvSpPr>
            <p:nvPr/>
          </p:nvSpPr>
          <p:spPr bwMode="auto">
            <a:xfrm>
              <a:off x="431" y="2573"/>
              <a:ext cx="20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kumimoji="1" lang="zh-CN" altLang="en-US" sz="2400" b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606" name="Text Box 41"/>
            <p:cNvSpPr txBox="1">
              <a:spLocks noChangeArrowheads="1"/>
            </p:cNvSpPr>
            <p:nvPr/>
          </p:nvSpPr>
          <p:spPr bwMode="auto">
            <a:xfrm>
              <a:off x="567" y="2709"/>
              <a:ext cx="16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kumimoji="1" lang="en-US" altLang="zh-CN" sz="2400" b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" name="Group 42"/>
          <p:cNvGrpSpPr/>
          <p:nvPr/>
        </p:nvGrpSpPr>
        <p:grpSpPr bwMode="auto">
          <a:xfrm>
            <a:off x="3565208" y="2827973"/>
            <a:ext cx="492125" cy="819150"/>
            <a:chOff x="1673" y="401"/>
            <a:chExt cx="310" cy="516"/>
          </a:xfrm>
        </p:grpSpPr>
        <p:sp>
          <p:nvSpPr>
            <p:cNvPr id="65570" name="Line 43"/>
            <p:cNvSpPr>
              <a:spLocks noChangeShapeType="1"/>
            </p:cNvSpPr>
            <p:nvPr/>
          </p:nvSpPr>
          <p:spPr bwMode="auto">
            <a:xfrm>
              <a:off x="1764" y="917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1" name="Line 44"/>
            <p:cNvSpPr>
              <a:spLocks noChangeShapeType="1"/>
            </p:cNvSpPr>
            <p:nvPr/>
          </p:nvSpPr>
          <p:spPr bwMode="auto">
            <a:xfrm>
              <a:off x="1764" y="485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2" name="Line 45"/>
            <p:cNvSpPr>
              <a:spLocks noChangeShapeType="1"/>
            </p:cNvSpPr>
            <p:nvPr/>
          </p:nvSpPr>
          <p:spPr bwMode="auto">
            <a:xfrm rot="-5400000">
              <a:off x="1764" y="485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3" name="Text Box 46"/>
            <p:cNvSpPr txBox="1">
              <a:spLocks noChangeArrowheads="1"/>
            </p:cNvSpPr>
            <p:nvPr/>
          </p:nvSpPr>
          <p:spPr bwMode="auto">
            <a:xfrm>
              <a:off x="1673" y="592"/>
              <a:ext cx="31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r>
                <a:rPr kumimoji="1" lang="en-US" altLang="zh-CN" sz="1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3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4" name="Group 47"/>
          <p:cNvGrpSpPr/>
          <p:nvPr/>
        </p:nvGrpSpPr>
        <p:grpSpPr bwMode="auto">
          <a:xfrm>
            <a:off x="2126934" y="3116898"/>
            <a:ext cx="492125" cy="819150"/>
            <a:chOff x="1674" y="401"/>
            <a:chExt cx="310" cy="516"/>
          </a:xfrm>
        </p:grpSpPr>
        <p:sp>
          <p:nvSpPr>
            <p:cNvPr id="65566" name="Line 48"/>
            <p:cNvSpPr>
              <a:spLocks noChangeShapeType="1"/>
            </p:cNvSpPr>
            <p:nvPr/>
          </p:nvSpPr>
          <p:spPr bwMode="auto">
            <a:xfrm>
              <a:off x="1764" y="917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7" name="Line 49"/>
            <p:cNvSpPr>
              <a:spLocks noChangeShapeType="1"/>
            </p:cNvSpPr>
            <p:nvPr/>
          </p:nvSpPr>
          <p:spPr bwMode="auto">
            <a:xfrm>
              <a:off x="1764" y="485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8" name="Line 50"/>
            <p:cNvSpPr>
              <a:spLocks noChangeShapeType="1"/>
            </p:cNvSpPr>
            <p:nvPr/>
          </p:nvSpPr>
          <p:spPr bwMode="auto">
            <a:xfrm rot="-5400000">
              <a:off x="1764" y="485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9" name="Text Box 51"/>
            <p:cNvSpPr txBox="1">
              <a:spLocks noChangeArrowheads="1"/>
            </p:cNvSpPr>
            <p:nvPr/>
          </p:nvSpPr>
          <p:spPr bwMode="auto">
            <a:xfrm>
              <a:off x="1674" y="592"/>
              <a:ext cx="31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r>
                <a:rPr kumimoji="1" lang="en-US" altLang="zh-CN" sz="1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" name="Group 52"/>
          <p:cNvGrpSpPr/>
          <p:nvPr/>
        </p:nvGrpSpPr>
        <p:grpSpPr bwMode="auto">
          <a:xfrm>
            <a:off x="2557146" y="2323148"/>
            <a:ext cx="1058863" cy="460375"/>
            <a:chOff x="3291" y="1677"/>
            <a:chExt cx="667" cy="290"/>
          </a:xfrm>
        </p:grpSpPr>
        <p:sp>
          <p:nvSpPr>
            <p:cNvPr id="65561" name="Line 53"/>
            <p:cNvSpPr>
              <a:spLocks noChangeShapeType="1"/>
            </p:cNvSpPr>
            <p:nvPr/>
          </p:nvSpPr>
          <p:spPr bwMode="auto">
            <a:xfrm>
              <a:off x="3790" y="1824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5562" name="Group 54"/>
            <p:cNvGrpSpPr/>
            <p:nvPr/>
          </p:nvGrpSpPr>
          <p:grpSpPr bwMode="auto">
            <a:xfrm>
              <a:off x="3291" y="1728"/>
              <a:ext cx="168" cy="168"/>
              <a:chOff x="3303" y="1716"/>
              <a:chExt cx="168" cy="168"/>
            </a:xfrm>
          </p:grpSpPr>
          <p:sp>
            <p:nvSpPr>
              <p:cNvPr id="65564" name="Line 55"/>
              <p:cNvSpPr>
                <a:spLocks noChangeShapeType="1"/>
              </p:cNvSpPr>
              <p:nvPr/>
            </p:nvSpPr>
            <p:spPr bwMode="auto">
              <a:xfrm>
                <a:off x="3303" y="1812"/>
                <a:ext cx="1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65" name="Line 56"/>
              <p:cNvSpPr>
                <a:spLocks noChangeShapeType="1"/>
              </p:cNvSpPr>
              <p:nvPr/>
            </p:nvSpPr>
            <p:spPr bwMode="auto">
              <a:xfrm rot="-5400000">
                <a:off x="3303" y="1800"/>
                <a:ext cx="1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5563" name="Text Box 57"/>
            <p:cNvSpPr txBox="1">
              <a:spLocks noChangeArrowheads="1"/>
            </p:cNvSpPr>
            <p:nvPr/>
          </p:nvSpPr>
          <p:spPr bwMode="auto">
            <a:xfrm>
              <a:off x="3459" y="1677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r>
                <a:rPr kumimoji="1" lang="en-US" altLang="zh-CN" sz="1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7" name="Group 58"/>
          <p:cNvGrpSpPr/>
          <p:nvPr/>
        </p:nvGrpSpPr>
        <p:grpSpPr bwMode="auto">
          <a:xfrm>
            <a:off x="3206433" y="3834448"/>
            <a:ext cx="925512" cy="460375"/>
            <a:chOff x="1408" y="3695"/>
            <a:chExt cx="583" cy="290"/>
          </a:xfrm>
        </p:grpSpPr>
        <p:grpSp>
          <p:nvGrpSpPr>
            <p:cNvPr id="65556" name="Group 59"/>
            <p:cNvGrpSpPr/>
            <p:nvPr/>
          </p:nvGrpSpPr>
          <p:grpSpPr bwMode="auto">
            <a:xfrm>
              <a:off x="1823" y="3760"/>
              <a:ext cx="168" cy="168"/>
              <a:chOff x="3303" y="1716"/>
              <a:chExt cx="168" cy="168"/>
            </a:xfrm>
          </p:grpSpPr>
          <p:sp>
            <p:nvSpPr>
              <p:cNvPr id="65559" name="Line 60"/>
              <p:cNvSpPr>
                <a:spLocks noChangeShapeType="1"/>
              </p:cNvSpPr>
              <p:nvPr/>
            </p:nvSpPr>
            <p:spPr bwMode="auto">
              <a:xfrm>
                <a:off x="3303" y="1812"/>
                <a:ext cx="1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60" name="Line 61"/>
              <p:cNvSpPr>
                <a:spLocks noChangeShapeType="1"/>
              </p:cNvSpPr>
              <p:nvPr/>
            </p:nvSpPr>
            <p:spPr bwMode="auto">
              <a:xfrm rot="-5400000">
                <a:off x="3303" y="1800"/>
                <a:ext cx="1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5557" name="Text Box 62"/>
            <p:cNvSpPr txBox="1">
              <a:spLocks noChangeArrowheads="1"/>
            </p:cNvSpPr>
            <p:nvPr/>
          </p:nvSpPr>
          <p:spPr bwMode="auto">
            <a:xfrm>
              <a:off x="1536" y="3695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r>
                <a:rPr kumimoji="1" lang="en-US" altLang="zh-CN" sz="1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4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5558" name="Line 63"/>
            <p:cNvSpPr>
              <a:spLocks noChangeShapeType="1"/>
            </p:cNvSpPr>
            <p:nvPr/>
          </p:nvSpPr>
          <p:spPr bwMode="auto">
            <a:xfrm>
              <a:off x="1408" y="3856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0720" name="Text Box 64"/>
          <p:cNvSpPr txBox="1">
            <a:spLocks noChangeArrowheads="1"/>
          </p:cNvSpPr>
          <p:nvPr/>
        </p:nvSpPr>
        <p:spPr bwMode="auto">
          <a:xfrm>
            <a:off x="6130608" y="1403668"/>
            <a:ext cx="4464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）标定各元件电压参考方向</a:t>
            </a:r>
            <a:r>
              <a:rPr kumimoji="1" lang="zh-CN" altLang="en-US" sz="2400" b="1">
                <a:solidFill>
                  <a:srgbClr val="F8FF65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  </a:t>
            </a:r>
            <a:endParaRPr kumimoji="1" lang="zh-CN" altLang="en-US" sz="2400" b="1">
              <a:solidFill>
                <a:srgbClr val="F8FF65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0721" name="Text Box 65"/>
          <p:cNvSpPr txBox="1">
            <a:spLocks noChangeArrowheads="1"/>
          </p:cNvSpPr>
          <p:nvPr/>
        </p:nvSpPr>
        <p:spPr bwMode="auto">
          <a:xfrm>
            <a:off x="7025641" y="5439253"/>
            <a:ext cx="37449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4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S4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S1</a:t>
            </a:r>
            <a:r>
              <a:rPr kumimoji="1" lang="en-US" altLang="zh-CN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endParaRPr kumimoji="1" lang="en-US" altLang="zh-CN" sz="2400" b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0722" name="Text Box 66"/>
          <p:cNvSpPr txBox="1">
            <a:spLocks noChangeArrowheads="1"/>
          </p:cNvSpPr>
          <p:nvPr/>
        </p:nvSpPr>
        <p:spPr bwMode="auto">
          <a:xfrm>
            <a:off x="6162041" y="5440680"/>
            <a:ext cx="12239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或：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0723" name="Text Box 67"/>
          <p:cNvSpPr txBox="1">
            <a:spLocks noChangeArrowheads="1"/>
          </p:cNvSpPr>
          <p:nvPr/>
        </p:nvSpPr>
        <p:spPr bwMode="auto">
          <a:xfrm>
            <a:off x="6233796" y="3463133"/>
            <a:ext cx="50768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–R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+R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–R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+R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4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4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S1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–U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S4</a:t>
            </a:r>
            <a:endParaRPr kumimoji="1" lang="en-US" altLang="zh-CN" sz="2800" b="1" i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9" name="Group 68"/>
          <p:cNvGrpSpPr/>
          <p:nvPr/>
        </p:nvGrpSpPr>
        <p:grpSpPr bwMode="auto">
          <a:xfrm>
            <a:off x="2773046" y="2827973"/>
            <a:ext cx="403225" cy="1092200"/>
            <a:chOff x="4980" y="1428"/>
            <a:chExt cx="212" cy="594"/>
          </a:xfrm>
        </p:grpSpPr>
        <p:sp>
          <p:nvSpPr>
            <p:cNvPr id="65554" name="Arc 69"/>
            <p:cNvSpPr/>
            <p:nvPr/>
          </p:nvSpPr>
          <p:spPr bwMode="auto">
            <a:xfrm>
              <a:off x="4980" y="1428"/>
              <a:ext cx="212" cy="594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1724"/>
                    <a:pt x="6697" y="3106"/>
                    <a:pt x="16268" y="668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1724"/>
                    <a:pt x="6697" y="3106"/>
                    <a:pt x="16268" y="668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38100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5" name="Text Box 70"/>
            <p:cNvSpPr txBox="1">
              <a:spLocks noChangeArrowheads="1"/>
            </p:cNvSpPr>
            <p:nvPr/>
          </p:nvSpPr>
          <p:spPr bwMode="auto">
            <a:xfrm>
              <a:off x="5037" y="1580"/>
              <a:ext cx="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kumimoji="1"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7908290" y="4823460"/>
            <a:ext cx="21615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U4=I4R4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4759009" y="2409825"/>
            <a:ext cx="5616575" cy="460375"/>
          </a:xfrm>
          <a:prstGeom prst="rect">
            <a:avLst/>
          </a:prstGeom>
          <a:solidFill>
            <a:srgbClr val="008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KVL</a:t>
            </a: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也适用于电路中任一假想的回路</a:t>
            </a:r>
            <a:endParaRPr kumimoji="1" lang="zh-CN" altLang="en-US" sz="2400" b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66563" name="Group 3"/>
          <p:cNvGrpSpPr/>
          <p:nvPr/>
        </p:nvGrpSpPr>
        <p:grpSpPr bwMode="auto">
          <a:xfrm>
            <a:off x="549275" y="909638"/>
            <a:ext cx="3170238" cy="4268788"/>
            <a:chOff x="158" y="209"/>
            <a:chExt cx="1997" cy="2689"/>
          </a:xfrm>
        </p:grpSpPr>
        <p:sp>
          <p:nvSpPr>
            <p:cNvPr id="66569" name="Text Box 4"/>
            <p:cNvSpPr txBox="1">
              <a:spLocks noChangeArrowheads="1"/>
            </p:cNvSpPr>
            <p:nvPr/>
          </p:nvSpPr>
          <p:spPr bwMode="auto">
            <a:xfrm>
              <a:off x="158" y="209"/>
              <a:ext cx="363" cy="329"/>
            </a:xfrm>
            <a:prstGeom prst="rect">
              <a:avLst/>
            </a:prstGeom>
            <a:solidFill>
              <a:srgbClr val="99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例</a:t>
              </a:r>
              <a:endPara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66570" name="Group 5"/>
            <p:cNvGrpSpPr/>
            <p:nvPr/>
          </p:nvGrpSpPr>
          <p:grpSpPr bwMode="auto">
            <a:xfrm>
              <a:off x="1202" y="527"/>
              <a:ext cx="953" cy="2042"/>
              <a:chOff x="2789" y="2024"/>
              <a:chExt cx="953" cy="2042"/>
            </a:xfrm>
          </p:grpSpPr>
          <p:sp>
            <p:nvSpPr>
              <p:cNvPr id="66590" name="Freeform 6"/>
              <p:cNvSpPr/>
              <p:nvPr/>
            </p:nvSpPr>
            <p:spPr bwMode="auto">
              <a:xfrm>
                <a:off x="2789" y="2024"/>
                <a:ext cx="953" cy="2042"/>
              </a:xfrm>
              <a:custGeom>
                <a:avLst/>
                <a:gdLst>
                  <a:gd name="T0" fmla="*/ 102 w 1557"/>
                  <a:gd name="T1" fmla="*/ 1970 h 2117"/>
                  <a:gd name="T2" fmla="*/ 527 w 1557"/>
                  <a:gd name="T3" fmla="*/ 1378 h 2117"/>
                  <a:gd name="T4" fmla="*/ 442 w 1557"/>
                  <a:gd name="T5" fmla="*/ 197 h 2117"/>
                  <a:gd name="T6" fmla="*/ 0 w 1557"/>
                  <a:gd name="T7" fmla="*/ 197 h 21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7"/>
                  <a:gd name="T13" fmla="*/ 0 h 2117"/>
                  <a:gd name="T14" fmla="*/ 1557 w 1557"/>
                  <a:gd name="T15" fmla="*/ 2117 h 21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7" h="2117">
                    <a:moveTo>
                      <a:pt x="272" y="2117"/>
                    </a:moveTo>
                    <a:cubicBezTo>
                      <a:pt x="763" y="1958"/>
                      <a:pt x="1255" y="1800"/>
                      <a:pt x="1406" y="1482"/>
                    </a:cubicBezTo>
                    <a:cubicBezTo>
                      <a:pt x="1557" y="1164"/>
                      <a:pt x="1413" y="424"/>
                      <a:pt x="1179" y="212"/>
                    </a:cubicBezTo>
                    <a:cubicBezTo>
                      <a:pt x="945" y="0"/>
                      <a:pt x="189" y="212"/>
                      <a:pt x="0" y="212"/>
                    </a:cubicBezTo>
                  </a:path>
                </a:pathLst>
              </a:custGeom>
              <a:noFill/>
              <a:ln w="38100" cap="flat" cmpd="sng">
                <a:solidFill>
                  <a:schemeClr val="hlink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66591" name="Rectangle 7"/>
              <p:cNvSpPr>
                <a:spLocks noChangeArrowheads="1"/>
              </p:cNvSpPr>
              <p:nvPr/>
            </p:nvSpPr>
            <p:spPr bwMode="auto">
              <a:xfrm>
                <a:off x="3560" y="2795"/>
                <a:ext cx="182" cy="454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6571" name="Oval 8"/>
            <p:cNvSpPr>
              <a:spLocks noChangeArrowheads="1"/>
            </p:cNvSpPr>
            <p:nvPr/>
          </p:nvSpPr>
          <p:spPr bwMode="auto">
            <a:xfrm>
              <a:off x="1020" y="2070"/>
              <a:ext cx="317" cy="318"/>
            </a:xfrm>
            <a:prstGeom prst="ellipse">
              <a:avLst/>
            </a:prstGeom>
            <a:solidFill>
              <a:schemeClr val="accent1"/>
            </a:solidFill>
            <a:ln w="57150" algn="ctr">
              <a:solidFill>
                <a:srgbClr val="FF9900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6572" name="Line 9"/>
            <p:cNvSpPr>
              <a:spLocks noChangeShapeType="1"/>
            </p:cNvSpPr>
            <p:nvPr/>
          </p:nvSpPr>
          <p:spPr bwMode="auto">
            <a:xfrm>
              <a:off x="1111" y="391"/>
              <a:ext cx="0" cy="36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6573" name="Line 10"/>
            <p:cNvSpPr>
              <a:spLocks noChangeShapeType="1"/>
            </p:cNvSpPr>
            <p:nvPr/>
          </p:nvSpPr>
          <p:spPr bwMode="auto">
            <a:xfrm flipH="1">
              <a:off x="748" y="754"/>
              <a:ext cx="363" cy="54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6574" name="Line 11"/>
            <p:cNvSpPr>
              <a:spLocks noChangeShapeType="1"/>
            </p:cNvSpPr>
            <p:nvPr/>
          </p:nvSpPr>
          <p:spPr bwMode="auto">
            <a:xfrm>
              <a:off x="430" y="1299"/>
              <a:ext cx="318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6575" name="Line 12"/>
            <p:cNvSpPr>
              <a:spLocks noChangeShapeType="1"/>
            </p:cNvSpPr>
            <p:nvPr/>
          </p:nvSpPr>
          <p:spPr bwMode="auto">
            <a:xfrm>
              <a:off x="748" y="1299"/>
              <a:ext cx="635" cy="13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6576" name="Line 13"/>
            <p:cNvSpPr>
              <a:spLocks noChangeShapeType="1"/>
            </p:cNvSpPr>
            <p:nvPr/>
          </p:nvSpPr>
          <p:spPr bwMode="auto">
            <a:xfrm>
              <a:off x="1383" y="2614"/>
              <a:ext cx="408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6577" name="Rectangle 14"/>
            <p:cNvSpPr>
              <a:spLocks noChangeArrowheads="1"/>
            </p:cNvSpPr>
            <p:nvPr/>
          </p:nvSpPr>
          <p:spPr bwMode="auto">
            <a:xfrm rot="2139095">
              <a:off x="838" y="861"/>
              <a:ext cx="161" cy="317"/>
            </a:xfrm>
            <a:prstGeom prst="rect">
              <a:avLst/>
            </a:prstGeom>
            <a:solidFill>
              <a:srgbClr val="46ACAE"/>
            </a:solidFill>
            <a:ln w="9525" algn="ctr">
              <a:solidFill>
                <a:srgbClr val="FF9900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6578" name="Rectangle 15"/>
            <p:cNvSpPr>
              <a:spLocks noChangeArrowheads="1"/>
            </p:cNvSpPr>
            <p:nvPr/>
          </p:nvSpPr>
          <p:spPr bwMode="auto">
            <a:xfrm rot="-1522980">
              <a:off x="793" y="1435"/>
              <a:ext cx="182" cy="317"/>
            </a:xfrm>
            <a:prstGeom prst="rect">
              <a:avLst/>
            </a:prstGeom>
            <a:solidFill>
              <a:srgbClr val="46ACAE"/>
            </a:solidFill>
            <a:ln w="9525" algn="ctr">
              <a:solidFill>
                <a:srgbClr val="FF9900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6579" name="Text Box 16"/>
            <p:cNvSpPr txBox="1">
              <a:spLocks noChangeArrowheads="1"/>
            </p:cNvSpPr>
            <p:nvPr/>
          </p:nvSpPr>
          <p:spPr bwMode="auto">
            <a:xfrm>
              <a:off x="1201" y="346"/>
              <a:ext cx="27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a</a:t>
              </a:r>
              <a:endPara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6580" name="Text Box 17"/>
            <p:cNvSpPr txBox="1">
              <a:spLocks noChangeArrowheads="1"/>
            </p:cNvSpPr>
            <p:nvPr/>
          </p:nvSpPr>
          <p:spPr bwMode="auto">
            <a:xfrm>
              <a:off x="702" y="2115"/>
              <a:ext cx="36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50000"/>
                </a:lnSpc>
              </a:pPr>
              <a:endParaRPr kumimoji="1"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50000"/>
                </a:lnSpc>
              </a:pP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r>
                <a:rPr kumimoji="1"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s</a:t>
              </a:r>
              <a:endPara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6581" name="Text Box 18"/>
            <p:cNvSpPr txBox="1">
              <a:spLocks noChangeArrowheads="1"/>
            </p:cNvSpPr>
            <p:nvPr/>
          </p:nvSpPr>
          <p:spPr bwMode="auto">
            <a:xfrm>
              <a:off x="1337" y="2569"/>
              <a:ext cx="27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b</a:t>
              </a:r>
              <a:endPara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6582" name="Text Box 19"/>
            <p:cNvSpPr txBox="1">
              <a:spLocks noChangeArrowheads="1"/>
            </p:cNvSpPr>
            <p:nvPr/>
          </p:nvSpPr>
          <p:spPr bwMode="auto">
            <a:xfrm rot="-1304209">
              <a:off x="929" y="2342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_</a:t>
              </a:r>
              <a:endPara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6583" name="Text Box 20"/>
            <p:cNvSpPr txBox="1">
              <a:spLocks noChangeArrowheads="1"/>
            </p:cNvSpPr>
            <p:nvPr/>
          </p:nvSpPr>
          <p:spPr bwMode="auto">
            <a:xfrm rot="-1238253">
              <a:off x="521" y="1661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_</a:t>
              </a:r>
              <a:endPara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6584" name="Text Box 21"/>
            <p:cNvSpPr txBox="1">
              <a:spLocks noChangeArrowheads="1"/>
            </p:cNvSpPr>
            <p:nvPr/>
          </p:nvSpPr>
          <p:spPr bwMode="auto">
            <a:xfrm>
              <a:off x="521" y="890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-</a:t>
              </a:r>
              <a:endPara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6585" name="Text Box 22"/>
            <p:cNvSpPr txBox="1">
              <a:spLocks noChangeArrowheads="1"/>
            </p:cNvSpPr>
            <p:nvPr/>
          </p:nvSpPr>
          <p:spPr bwMode="auto">
            <a:xfrm>
              <a:off x="702" y="1934"/>
              <a:ext cx="27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6586" name="Text Box 23"/>
            <p:cNvSpPr txBox="1">
              <a:spLocks noChangeArrowheads="1"/>
            </p:cNvSpPr>
            <p:nvPr/>
          </p:nvSpPr>
          <p:spPr bwMode="auto">
            <a:xfrm>
              <a:off x="521" y="1299"/>
              <a:ext cx="27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6587" name="Text Box 24"/>
            <p:cNvSpPr txBox="1">
              <a:spLocks noChangeArrowheads="1"/>
            </p:cNvSpPr>
            <p:nvPr/>
          </p:nvSpPr>
          <p:spPr bwMode="auto">
            <a:xfrm>
              <a:off x="748" y="437"/>
              <a:ext cx="27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6588" name="Text Box 25"/>
            <p:cNvSpPr txBox="1">
              <a:spLocks noChangeArrowheads="1"/>
            </p:cNvSpPr>
            <p:nvPr/>
          </p:nvSpPr>
          <p:spPr bwMode="auto">
            <a:xfrm>
              <a:off x="385" y="1525"/>
              <a:ext cx="36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50000"/>
                </a:lnSpc>
              </a:pPr>
              <a:endParaRPr kumimoji="1"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50000"/>
                </a:lnSpc>
              </a:pP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r>
                <a:rPr kumimoji="1"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  <a:endPara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6589" name="Text Box 26"/>
            <p:cNvSpPr txBox="1">
              <a:spLocks noChangeArrowheads="1"/>
            </p:cNvSpPr>
            <p:nvPr/>
          </p:nvSpPr>
          <p:spPr bwMode="auto">
            <a:xfrm>
              <a:off x="475" y="618"/>
              <a:ext cx="36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50000"/>
                </a:lnSpc>
              </a:pPr>
              <a:endParaRPr kumimoji="1"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  <a:p>
              <a:pPr algn="ctr">
                <a:lnSpc>
                  <a:spcPct val="50000"/>
                </a:lnSpc>
              </a:pP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U</a:t>
              </a:r>
              <a:r>
                <a:rPr kumimoji="1"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  <a:endPara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69659" name="Object 27"/>
          <p:cNvGraphicFramePr>
            <a:graphicFrameLocks noChangeAspect="1"/>
          </p:cNvGraphicFramePr>
          <p:nvPr/>
        </p:nvGraphicFramePr>
        <p:xfrm>
          <a:off x="5684839" y="3648075"/>
          <a:ext cx="30575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6" name="Equation" r:id="rId1" imgW="1004570" imgH="173990" progId="Equation.3">
                  <p:embed/>
                </p:oleObj>
              </mc:Choice>
              <mc:Fallback>
                <p:oleObj name="Equation" r:id="rId1" imgW="1004570" imgH="173990" progId="Equation.3">
                  <p:embed/>
                  <p:pic>
                    <p:nvPicPr>
                      <p:cNvPr id="0" name="图片 389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4839" y="3648075"/>
                        <a:ext cx="305752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7053581" y="130653"/>
            <a:ext cx="46275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&lt;4&gt;. KCL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、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KVL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小结：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709930" y="1224915"/>
            <a:ext cx="942149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(1) KCL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是对支路电流的线性约束，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KVL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是对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回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路电压的线性约束。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2151380" y="2246948"/>
            <a:ext cx="7467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(2) KCL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KVL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与组成支路的元件性质及参数无关。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2971165" y="3084515"/>
            <a:ext cx="739140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(3)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KCL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表明在每一节点上电荷是守恒的；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KVL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是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能量守恒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的具体体现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电压与路径无关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4398645" y="4660583"/>
            <a:ext cx="6629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(4) KCL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KVL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只适用于集总参数的电路。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1843406" y="108109"/>
            <a:ext cx="1527175" cy="521970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1-2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：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93470" y="1076325"/>
            <a:ext cx="6943725" cy="647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900035" y="1146175"/>
            <a:ext cx="1828800" cy="495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19195" y="1929765"/>
            <a:ext cx="5212715" cy="409130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1843406" y="108109"/>
            <a:ext cx="1527175" cy="521970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1-2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：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93470" y="1076325"/>
            <a:ext cx="6943725" cy="647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900035" y="1146175"/>
            <a:ext cx="1828800" cy="495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91540" y="1724025"/>
            <a:ext cx="5212715" cy="40913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816090" y="2024380"/>
            <a:ext cx="4081145" cy="1346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471285" y="4572635"/>
            <a:ext cx="4798695" cy="5613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1843406" y="108109"/>
            <a:ext cx="1527175" cy="521970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1-</a:t>
            </a:r>
            <a:r>
              <a:rPr kumimoji="1" lang="en-IE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：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84250" y="1029335"/>
            <a:ext cx="10224135" cy="47999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1843406" y="108109"/>
            <a:ext cx="1527175" cy="521970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1-</a:t>
            </a:r>
            <a:r>
              <a:rPr kumimoji="1" lang="en-IE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：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45990" y="1114425"/>
            <a:ext cx="3933825" cy="3152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1605" y="1009015"/>
            <a:ext cx="4401820" cy="24472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998585" y="1009015"/>
            <a:ext cx="2581275" cy="3743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007735" y="5359400"/>
            <a:ext cx="4438650" cy="8096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1843406" y="108109"/>
            <a:ext cx="1527175" cy="521970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1-</a:t>
            </a:r>
            <a:r>
              <a:rPr kumimoji="1" lang="en-IE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：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89075" y="895985"/>
            <a:ext cx="8572500" cy="17335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89985" y="2629535"/>
            <a:ext cx="4811395" cy="34537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1843406" y="108109"/>
            <a:ext cx="1527175" cy="521970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1-4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：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7395" y="1071245"/>
            <a:ext cx="10216515" cy="465328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1843406" y="108109"/>
            <a:ext cx="1527175" cy="521970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1-4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：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1190" y="970915"/>
            <a:ext cx="4496435" cy="54260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862965"/>
            <a:ext cx="4966970" cy="27279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785" y="3667125"/>
            <a:ext cx="4054475" cy="25914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1843406" y="108109"/>
            <a:ext cx="1527175" cy="521970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1-4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：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99895" y="1046480"/>
            <a:ext cx="8791575" cy="46291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5074" name="Text Box 2"/>
          <p:cNvSpPr txBox="1"/>
          <p:nvPr/>
        </p:nvSpPr>
        <p:spPr>
          <a:xfrm>
            <a:off x="1655445" y="1029335"/>
            <a:ext cx="7848600" cy="56311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/>
              <a:t>第一章 作业：</a:t>
            </a:r>
            <a:endParaRPr lang="en-US" altLang="zh-CN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/>
              <a:t>习题</a:t>
            </a:r>
            <a:endParaRPr lang="zh-CN" altLang="en-US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 dirty="0"/>
              <a:t>1-5         </a:t>
            </a:r>
            <a:r>
              <a:rPr lang="zh-CN" altLang="en-US" sz="3600" b="1" dirty="0"/>
              <a:t>吸收发送</a:t>
            </a:r>
            <a:r>
              <a:rPr lang="zh-CN" altLang="en-US" sz="3600" b="1" dirty="0"/>
              <a:t>功率</a:t>
            </a:r>
            <a:endParaRPr lang="zh-CN" altLang="en-US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 dirty="0"/>
              <a:t>1-16       </a:t>
            </a:r>
            <a:r>
              <a:rPr lang="zh-CN" altLang="en-US" sz="3600" b="1" dirty="0"/>
              <a:t>受控源吸收发送</a:t>
            </a:r>
            <a:r>
              <a:rPr lang="zh-CN" altLang="en-US" sz="3600" b="1" dirty="0"/>
              <a:t>功率</a:t>
            </a:r>
            <a:endParaRPr lang="zh-CN" altLang="en-US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 dirty="0"/>
              <a:t>1-18       </a:t>
            </a:r>
            <a:r>
              <a:rPr lang="zh-CN" altLang="en-US" sz="3600" b="1" dirty="0"/>
              <a:t>受控源</a:t>
            </a:r>
            <a:r>
              <a:rPr lang="en-US" altLang="zh-CN" sz="3600" b="1" dirty="0"/>
              <a:t>kcl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kvl</a:t>
            </a:r>
            <a:endParaRPr lang="zh-CN" altLang="en-US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 dirty="0"/>
              <a:t>1-19       </a:t>
            </a:r>
            <a:r>
              <a:rPr lang="zh-CN" altLang="en-US" sz="3600" b="1" dirty="0">
                <a:sym typeface="+mn-ea"/>
              </a:rPr>
              <a:t>受控源</a:t>
            </a:r>
            <a:r>
              <a:rPr lang="en-US" altLang="zh-CN" sz="3600" b="1" dirty="0">
                <a:sym typeface="+mn-ea"/>
              </a:rPr>
              <a:t>kcl</a:t>
            </a:r>
            <a:r>
              <a:rPr lang="zh-CN" altLang="en-US" sz="3600" b="1" dirty="0">
                <a:sym typeface="+mn-ea"/>
              </a:rPr>
              <a:t>，</a:t>
            </a:r>
            <a:r>
              <a:rPr lang="en-US" altLang="zh-CN" sz="3600" b="1" dirty="0">
                <a:sym typeface="+mn-ea"/>
              </a:rPr>
              <a:t>kvl</a:t>
            </a:r>
            <a:endParaRPr lang="zh-CN" altLang="en-US" sz="36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36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3750,&quot;width&quot;:3780}"/>
</p:tagLst>
</file>

<file path=ppt/tags/tag2.xml><?xml version="1.0" encoding="utf-8"?>
<p:tagLst xmlns:p="http://schemas.openxmlformats.org/presentationml/2006/main">
  <p:tag name="KSO_WM_UNIT_PLACING_PICTURE_USER_VIEWPORT" val="{&quot;height&quot;:6512,&quot;width&quot;:4651}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  <p:tag name="KSO_WM_UNIT_PLACING_PICTURE_USER_VIEWPORT" val="{&quot;height&quot;:5535,&quot;width&quot;:5940}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  <p:tag name="KSO_WM_UNIT_PLACING_PICTURE_USER_VIEWPORT" val="{&quot;height&quot;:5715,&quot;width&quot;:6420}"/>
</p:tagLst>
</file>

<file path=ppt/tags/tag85.xml><?xml version="1.0" encoding="utf-8"?>
<p:tagLst xmlns:p="http://schemas.openxmlformats.org/presentationml/2006/main">
  <p:tag name="KSO_WM_BEAUTIFY_FLAG" val=""/>
  <p:tag name="KSO_WM_UNIT_PLACING_PICTURE_USER_VIEWPORT" val="{&quot;height&quot;:5715,&quot;width&quot;:6420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  <p:tag name="KSO_WM_UNIT_PLACING_PICTURE_USER_VIEWPORT" val="{&quot;height&quot;:765,&quot;width&quot;:6540}"/>
</p:tagLst>
</file>

<file path=ppt/tags/tag94.xml><?xml version="1.0" encoding="utf-8"?>
<p:tagLst xmlns:p="http://schemas.openxmlformats.org/presentationml/2006/main">
  <p:tag name="KSO_WM_BEAUTIFY_FLAG" val=""/>
  <p:tag name="KSO_WM_UNIT_PLACING_PICTURE_USER_VIEWPORT" val="{&quot;height&quot;:7559,&quot;width&quot;:16101}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UNIT_PLACING_PICTURE_USER_VIEWPORT" val="{&quot;height&quot;:4320,&quot;width&quot;:3580}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PP_MARK_KEY" val="293226f7-2cf3-415c-99ba-776014b9f116"/>
  <p:tag name="COMMONDATA" val="eyJoZGlkIjoiYmQzMzFiOWVlNzk4YTdjNWM1MmE0OGIyMzBmYzFmYjUifQ=="/>
  <p:tag name="FULLTEXTBEAUTIFYED" val="1"/>
</p:tagLst>
</file>

<file path=ppt/theme/theme1.xml><?xml version="1.0" encoding="utf-8"?>
<a:theme xmlns:a="http://schemas.openxmlformats.org/drawingml/2006/main" name="2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8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9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5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6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7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8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9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0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25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6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7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8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9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30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3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3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3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3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35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36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37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8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40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4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4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9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4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45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46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47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56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57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58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59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60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10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1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1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6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6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65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48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49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5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5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6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5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5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55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66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1.xml><?xml version="1.0" encoding="utf-8"?>
<a:theme xmlns:a="http://schemas.openxmlformats.org/drawingml/2006/main" name="67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2.xml><?xml version="1.0" encoding="utf-8"?>
<a:theme xmlns:a="http://schemas.openxmlformats.org/drawingml/2006/main" name="68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3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4.xml><?xml version="1.0" encoding="utf-8"?>
<a:theme xmlns:a="http://schemas.openxmlformats.org/drawingml/2006/main" name="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5217</Words>
  <Application>WPS 演示</Application>
  <PresentationFormat>宽屏</PresentationFormat>
  <Paragraphs>1158</Paragraphs>
  <Slides>107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64</vt:i4>
      </vt:variant>
      <vt:variant>
        <vt:lpstr>嵌入 OLE 服务器</vt:lpstr>
      </vt:variant>
      <vt:variant>
        <vt:i4>99</vt:i4>
      </vt:variant>
      <vt:variant>
        <vt:lpstr>幻灯片标题</vt:lpstr>
      </vt:variant>
      <vt:variant>
        <vt:i4>107</vt:i4>
      </vt:variant>
    </vt:vector>
  </HeadingPairs>
  <TitlesOfParts>
    <vt:vector size="287" baseType="lpstr">
      <vt:lpstr>Arial</vt:lpstr>
      <vt:lpstr>宋体</vt:lpstr>
      <vt:lpstr>Wingdings</vt:lpstr>
      <vt:lpstr>隶书</vt:lpstr>
      <vt:lpstr>Times New Roman</vt:lpstr>
      <vt:lpstr>黑体</vt:lpstr>
      <vt:lpstr>微软雅黑</vt:lpstr>
      <vt:lpstr>Arial Unicode MS</vt:lpstr>
      <vt:lpstr>Calibri</vt:lpstr>
      <vt:lpstr>Symbol</vt:lpstr>
      <vt:lpstr>Wingdings 2</vt:lpstr>
      <vt:lpstr>Monotype Sorts</vt:lpstr>
      <vt:lpstr>Wingdings</vt:lpstr>
      <vt:lpstr>CommonBullets</vt:lpstr>
      <vt:lpstr>仿宋_GB2312</vt:lpstr>
      <vt:lpstr>仿宋</vt:lpstr>
      <vt:lpstr>MT Extra</vt:lpstr>
      <vt:lpstr>22_默认设计模板</vt:lpstr>
      <vt:lpstr>1_默认设计模板</vt:lpstr>
      <vt:lpstr>3_默认设计模板</vt:lpstr>
      <vt:lpstr>5_默认设计模板</vt:lpstr>
      <vt:lpstr>8_默认设计模板</vt:lpstr>
      <vt:lpstr>9_默认设计模板</vt:lpstr>
      <vt:lpstr>11_默认设计模板</vt:lpstr>
      <vt:lpstr>15_默认设计模板</vt:lpstr>
      <vt:lpstr>16_默认设计模板</vt:lpstr>
      <vt:lpstr>17_默认设计模板</vt:lpstr>
      <vt:lpstr>18_默认设计模板</vt:lpstr>
      <vt:lpstr>19_默认设计模板</vt:lpstr>
      <vt:lpstr>20_默认设计模板</vt:lpstr>
      <vt:lpstr>21_默认设计模板</vt:lpstr>
      <vt:lpstr>23_默认设计模板</vt:lpstr>
      <vt:lpstr>24_默认设计模板</vt:lpstr>
      <vt:lpstr>14_默认设计模板</vt:lpstr>
      <vt:lpstr>25_默认设计模板</vt:lpstr>
      <vt:lpstr>26_默认设计模板</vt:lpstr>
      <vt:lpstr>27_默认设计模板</vt:lpstr>
      <vt:lpstr>28_默认设计模板</vt:lpstr>
      <vt:lpstr>29_默认设计模板</vt:lpstr>
      <vt:lpstr>30_默认设计模板</vt:lpstr>
      <vt:lpstr>31_默认设计模板</vt:lpstr>
      <vt:lpstr>32_默认设计模板</vt:lpstr>
      <vt:lpstr>33_默认设计模板</vt:lpstr>
      <vt:lpstr>34_默认设计模板</vt:lpstr>
      <vt:lpstr>35_默认设计模板</vt:lpstr>
      <vt:lpstr>36_默认设计模板</vt:lpstr>
      <vt:lpstr>37_默认设计模板</vt:lpstr>
      <vt:lpstr>38_默认设计模板</vt:lpstr>
      <vt:lpstr>40_默认设计模板</vt:lpstr>
      <vt:lpstr>41_默认设计模板</vt:lpstr>
      <vt:lpstr>42_默认设计模板</vt:lpstr>
      <vt:lpstr>39_默认设计模板</vt:lpstr>
      <vt:lpstr>43_默认设计模板</vt:lpstr>
      <vt:lpstr>44_默认设计模板</vt:lpstr>
      <vt:lpstr>45_默认设计模板</vt:lpstr>
      <vt:lpstr>46_默认设计模板</vt:lpstr>
      <vt:lpstr>47_默认设计模板</vt:lpstr>
      <vt:lpstr>56_默认设计模板</vt:lpstr>
      <vt:lpstr>57_默认设计模板</vt:lpstr>
      <vt:lpstr>58_默认设计模板</vt:lpstr>
      <vt:lpstr>59_默认设计模板</vt:lpstr>
      <vt:lpstr>60_默认设计模板</vt:lpstr>
      <vt:lpstr>10_默认设计模板</vt:lpstr>
      <vt:lpstr>12_默认设计模板</vt:lpstr>
      <vt:lpstr>13_默认设计模板</vt:lpstr>
      <vt:lpstr>63_默认设计模板</vt:lpstr>
      <vt:lpstr>64_默认设计模板</vt:lpstr>
      <vt:lpstr>65_默认设计模板</vt:lpstr>
      <vt:lpstr>48_默认设计模板</vt:lpstr>
      <vt:lpstr>49_默认设计模板</vt:lpstr>
      <vt:lpstr>52_默认设计模板</vt:lpstr>
      <vt:lpstr>54_默认设计模板</vt:lpstr>
      <vt:lpstr>61_默认设计模板</vt:lpstr>
      <vt:lpstr>51_默认设计模板</vt:lpstr>
      <vt:lpstr>53_默认设计模板</vt:lpstr>
      <vt:lpstr>55_默认设计模板</vt:lpstr>
      <vt:lpstr>66_默认设计模板</vt:lpstr>
      <vt:lpstr>67_默认设计模板</vt:lpstr>
      <vt:lpstr>68_默认设计模板</vt:lpstr>
      <vt:lpstr>2_默认设计模板</vt:lpstr>
      <vt:lpstr>4_默认设计模板</vt:lpstr>
      <vt:lpstr>Visio.Drawing.11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Visio.Drawing.4</vt:lpstr>
      <vt:lpstr>Visio.Drawing.5</vt:lpstr>
      <vt:lpstr>Equation.3</vt:lpstr>
      <vt:lpstr>Equation.DSMT4</vt:lpstr>
      <vt:lpstr>Equation.3</vt:lpstr>
      <vt:lpstr>Equation.3</vt:lpstr>
      <vt:lpstr>Photoshop.Image.7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 什么是电路</vt:lpstr>
      <vt:lpstr>PowerPoint 演示文稿</vt:lpstr>
      <vt:lpstr>PowerPoint 演示文稿</vt:lpstr>
      <vt:lpstr>本章知识的难点</vt:lpstr>
      <vt:lpstr>PowerPoint 演示文稿</vt:lpstr>
      <vt:lpstr>PowerPoint 演示文稿</vt:lpstr>
      <vt:lpstr>PowerPoint 演示文稿</vt:lpstr>
      <vt:lpstr>例： </vt:lpstr>
      <vt:lpstr>PowerPoint 演示文稿</vt:lpstr>
      <vt:lpstr>1-1 电路和电路模型 P10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</dc:creator>
  <cp:lastModifiedBy>苏为</cp:lastModifiedBy>
  <cp:revision>183</cp:revision>
  <dcterms:created xsi:type="dcterms:W3CDTF">2018-02-25T07:53:00Z</dcterms:created>
  <dcterms:modified xsi:type="dcterms:W3CDTF">2026-03-02T03:24:48Z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604AD1C5F8544E5086881C32F6177ECF_13</vt:lpwstr>
  </property>
  <property fmtid="{D5CDD505-2E9C-101B-9397-08002B2CF9AE}" pid="3" name="KSOProductBuildVer">
    <vt:lpwstr>2052-12.1.0.24034</vt:lpwstr>
  </property>
</Properties>
</file>