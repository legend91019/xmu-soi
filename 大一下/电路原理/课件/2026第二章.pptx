
<file path=[Content_Types].xml><?xml version="1.0" encoding="utf-8"?>
<Types xmlns="http://schemas.openxmlformats.org/package/2006/content-types">
  <Default Extension="vml" ContentType="application/vnd.openxmlformats-officedocument.vmlDrawing"/>
  <Default Extension="bin" ContentType="application/vnd.openxmlformats-officedocument.oleObject"/>
  <Default Extension="jpeg" ContentType="image/jpeg"/>
  <Default Extension="JPG" ContentType="image/.jpg"/>
  <Default Extension="wmf" ContentType="image/x-wmf"/>
  <Default Extension="png" ContentType="image/png"/>
  <Default Extension="emf" ContentType="image/x-em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ommentAuthors.xml" ContentType="application/vnd.openxmlformats-officedocument.presentationml.commentAuthor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slideLayouts/slideLayout1005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slideLayouts/slideLayout10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slideLayouts/slideLayout1019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20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slideLayouts/slideLayout1029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slideLayouts/slideLayout1032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slideLayouts/slideLayout1034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slideLayouts/slideLayout1036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slideLayouts/slideLayout104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slideLayouts/slideLayout1047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50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slideLayouts/slideLayout1054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60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slideLayouts/slideLayout1062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slideLayouts/slideLayout1069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slideLayouts/slideLayout107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slideLayouts/slideLayout1077.xml" ContentType="application/vnd.openxmlformats-officedocument.presentationml.slideLayout+xml"/>
  <Override PartName="/ppt/slideLayouts/slideLayout1078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slideLayouts/slideLayout1087.xml" ContentType="application/vnd.openxmlformats-officedocument.presentationml.slideLayout+xml"/>
  <Override PartName="/ppt/slideLayouts/slideLayout1088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090.xml" ContentType="application/vnd.openxmlformats-officedocument.presentationml.slideLayout+xml"/>
  <Override PartName="/ppt/slideLayouts/slideLayout1091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slideLayouts/slideLayout1099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slideLayouts/slideLayout110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1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slideLayouts/slideLayout1114.xml" ContentType="application/vnd.openxmlformats-officedocument.presentationml.slideLayout+xml"/>
  <Override PartName="/ppt/slideLayouts/slideLayout111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slideLayouts/slideLayout1121.xml" ContentType="application/vnd.openxmlformats-officedocument.presentationml.slideLayout+xml"/>
  <Override PartName="/ppt/slideLayouts/slideLayout112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slideLayouts/slideLayout1128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slideLayouts/slideLayout1133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slideLayouts/slideLayout1142.xml" ContentType="application/vnd.openxmlformats-officedocument.presentationml.slideLayout+xml"/>
  <Override PartName="/ppt/slideLayouts/slideLayout1143.xml" ContentType="application/vnd.openxmlformats-officedocument.presentationml.slideLayout+xml"/>
  <Override PartName="/ppt/slideLayouts/slideLayout1144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slideLayouts/slideLayout1146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50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slideLayouts/slideLayout1153.xml" ContentType="application/vnd.openxmlformats-officedocument.presentationml.slideLayout+xml"/>
  <Override PartName="/ppt/slideLayouts/slideLayout1154.xml" ContentType="application/vnd.openxmlformats-officedocument.presentationml.slideLayout+xml"/>
  <Override PartName="/ppt/slideLayouts/slideLayout1155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slideLayouts/slideLayout1161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slideLayouts/slideLayout1166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slideLayouts/slideLayout1176.xml" ContentType="application/vnd.openxmlformats-officedocument.presentationml.slideLayout+xml"/>
  <Override PartName="/ppt/slideLayouts/slideLayout1177.xml" ContentType="application/vnd.openxmlformats-officedocument.presentationml.slideLayout+xml"/>
  <Override PartName="/ppt/slideLayouts/slideLayout117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slideLayouts/slideLayout1183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slideLayouts/slideLayout1185.xml" ContentType="application/vnd.openxmlformats-officedocument.presentationml.slideLayout+xml"/>
  <Override PartName="/ppt/slideLayouts/slideLayout1186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slideLayouts/slideLayout118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slideLayouts/slideLayout1194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slideLayouts/slideLayout1196.xml" ContentType="application/vnd.openxmlformats-officedocument.presentationml.slideLayout+xml"/>
  <Override PartName="/ppt/slideLayouts/slideLayout1197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slideLayouts/slideLayout1199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slideLayouts/slideLayout1205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10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slideLayouts/slideLayout1221.xml" ContentType="application/vnd.openxmlformats-officedocument.presentationml.slideLayout+xml"/>
  <Override PartName="/ppt/slideLayouts/slideLayout1222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slideLayouts/slideLayout1227.xml" ContentType="application/vnd.openxmlformats-officedocument.presentationml.slideLayout+xml"/>
  <Override PartName="/ppt/slideLayouts/slideLayout1228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slideLayouts/slideLayout1232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slideLayouts/slideLayout1239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slideLayouts/slideLayout1242.xml" ContentType="application/vnd.openxmlformats-officedocument.presentationml.slideLayout+xml"/>
  <Override PartName="/ppt/slideLayouts/slideLayout1243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slideLayouts/slideLayout1251.xml" ContentType="application/vnd.openxmlformats-officedocument.presentationml.slideLayout+xml"/>
  <Override PartName="/ppt/slideLayouts/slideLayout1252.xml" ContentType="application/vnd.openxmlformats-officedocument.presentationml.slideLayout+xml"/>
  <Override PartName="/ppt/slideLayouts/slideLayout1253.xml" ContentType="application/vnd.openxmlformats-officedocument.presentationml.slideLayout+xml"/>
  <Override PartName="/ppt/slideLayouts/slideLayout1254.xml" ContentType="application/vnd.openxmlformats-officedocument.presentationml.slideLayout+xml"/>
  <Override PartName="/ppt/slideLayouts/slideLayout1255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slideLayouts/slideLayout1257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slideLayouts/slideLayout1265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slideLayouts/slideLayout1268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slideLayouts/slideLayout1276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slideLayouts/slideLayout1279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slideLayouts/slideLayout1281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slideLayouts/slideLayout1286.xml" ContentType="application/vnd.openxmlformats-officedocument.presentationml.slideLayout+xml"/>
  <Override PartName="/ppt/slideLayouts/slideLayout1287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slideLayouts/slideLayout1294.xml" ContentType="application/vnd.openxmlformats-officedocument.presentationml.slideLayout+xml"/>
  <Override PartName="/ppt/slideLayouts/slideLayout1295.xml" ContentType="application/vnd.openxmlformats-officedocument.presentationml.slideLayout+xml"/>
  <Override PartName="/ppt/slideLayouts/slideLayout1296.xml" ContentType="application/vnd.openxmlformats-officedocument.presentationml.slideLayout+xml"/>
  <Override PartName="/ppt/slideLayouts/slideLayout1297.xml" ContentType="application/vnd.openxmlformats-officedocument.presentationml.slideLayout+xml"/>
  <Override PartName="/ppt/slideLayouts/slideLayout1298.xml" ContentType="application/vnd.openxmlformats-officedocument.presentationml.slideLayout+xml"/>
  <Override PartName="/ppt/slideLayouts/slideLayout1299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00.xml" ContentType="application/vnd.openxmlformats-officedocument.presentationml.slideLayout+xml"/>
  <Override PartName="/ppt/slideLayouts/slideLayout1301.xml" ContentType="application/vnd.openxmlformats-officedocument.presentationml.slideLayout+xml"/>
  <Override PartName="/ppt/slideLayouts/slideLayout1302.xml" ContentType="application/vnd.openxmlformats-officedocument.presentationml.slideLayout+xml"/>
  <Override PartName="/ppt/slideLayouts/slideLayout1303.xml" ContentType="application/vnd.openxmlformats-officedocument.presentationml.slideLayout+xml"/>
  <Override PartName="/ppt/slideLayouts/slideLayout1304.xml" ContentType="application/vnd.openxmlformats-officedocument.presentationml.slideLayout+xml"/>
  <Override PartName="/ppt/slideLayouts/slideLayout1305.xml" ContentType="application/vnd.openxmlformats-officedocument.presentationml.slideLayout+xml"/>
  <Override PartName="/ppt/slideLayouts/slideLayout1306.xml" ContentType="application/vnd.openxmlformats-officedocument.presentationml.slideLayout+xml"/>
  <Override PartName="/ppt/slideLayouts/slideLayout1307.xml" ContentType="application/vnd.openxmlformats-officedocument.presentationml.slideLayout+xml"/>
  <Override PartName="/ppt/slideLayouts/slideLayout1308.xml" ContentType="application/vnd.openxmlformats-officedocument.presentationml.slideLayout+xml"/>
  <Override PartName="/ppt/slideLayouts/slideLayout1309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80.xml" ContentType="application/vnd.openxmlformats-officedocument.presentationml.slideLayout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787.xml" ContentType="application/vnd.openxmlformats-officedocument.presentationml.slideLayout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slideLayouts/slideLayout799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20.xml" ContentType="application/vnd.openxmlformats-officedocument.presentationml.slideLayout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853.xml" ContentType="application/vnd.openxmlformats-officedocument.presentationml.slideLayout+xml"/>
  <Override PartName="/ppt/slideLayouts/slideLayout854.xml" ContentType="application/vnd.openxmlformats-officedocument.presentationml.slideLayout+xml"/>
  <Override PartName="/ppt/slideLayouts/slideLayout855.xml" ContentType="application/vnd.openxmlformats-officedocument.presentationml.slideLayout+xml"/>
  <Override PartName="/ppt/slideLayouts/slideLayout856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slideLayouts/slideLayout909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30.xml" ContentType="application/vnd.openxmlformats-officedocument.presentationml.slideLayout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slideLayouts/slideLayout953.xml" ContentType="application/vnd.openxmlformats-officedocument.presentationml.slideLayout+xml"/>
  <Override PartName="/ppt/slideLayouts/slideLayout954.xml" ContentType="application/vnd.openxmlformats-officedocument.presentationml.slideLayout+xml"/>
  <Override PartName="/ppt/slideLayouts/slideLayout955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963.xml" ContentType="application/vnd.openxmlformats-officedocument.presentationml.slideLayout+xml"/>
  <Override PartName="/ppt/slideLayouts/slideLayout964.xml" ContentType="application/vnd.openxmlformats-officedocument.presentationml.slideLayout+xml"/>
  <Override PartName="/ppt/slideLayouts/slideLayout965.xml" ContentType="application/vnd.openxmlformats-officedocument.presentationml.slideLayout+xml"/>
  <Override PartName="/ppt/slideLayouts/slideLayout966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968.xml" ContentType="application/vnd.openxmlformats-officedocument.presentationml.slideLayout+xml"/>
  <Override PartName="/ppt/slideLayouts/slideLayout969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974.xml" ContentType="application/vnd.openxmlformats-officedocument.presentationml.slideLayout+xml"/>
  <Override PartName="/ppt/slideLayouts/slideLayout975.xml" ContentType="application/vnd.openxmlformats-officedocument.presentationml.slideLayout+xml"/>
  <Override PartName="/ppt/slideLayouts/slideLayout976.xml" ContentType="application/vnd.openxmlformats-officedocument.presentationml.slideLayout+xml"/>
  <Override PartName="/ppt/slideLayouts/slideLayout977.xml" ContentType="application/vnd.openxmlformats-officedocument.presentationml.slideLayout+xml"/>
  <Override PartName="/ppt/slideLayouts/slideLayout978.xml" ContentType="application/vnd.openxmlformats-officedocument.presentationml.slideLayout+xml"/>
  <Override PartName="/ppt/slideLayouts/slideLayout979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982.xml" ContentType="application/vnd.openxmlformats-officedocument.presentationml.slideLayout+xml"/>
  <Override PartName="/ppt/slideLayouts/slideLayout983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985.xml" ContentType="application/vnd.openxmlformats-officedocument.presentationml.slideLayout+xml"/>
  <Override PartName="/ppt/slideLayouts/slideLayout986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996.xml" ContentType="application/vnd.openxmlformats-officedocument.presentationml.slideLayout+xml"/>
  <Override PartName="/ppt/slideLayouts/slideLayout997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Masters/slideMaster58.xml" ContentType="application/vnd.openxmlformats-officedocument.presentationml.slideMaster+xml"/>
  <Override PartName="/ppt/slideMasters/slideMaster59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60.xml" ContentType="application/vnd.openxmlformats-officedocument.presentationml.slideMaster+xml"/>
  <Override PartName="/ppt/slideMasters/slideMaster61.xml" ContentType="application/vnd.openxmlformats-officedocument.presentationml.slideMaster+xml"/>
  <Override PartName="/ppt/slideMasters/slideMaster62.xml" ContentType="application/vnd.openxmlformats-officedocument.presentationml.slideMaster+xml"/>
  <Override PartName="/ppt/slideMasters/slideMaster63.xml" ContentType="application/vnd.openxmlformats-officedocument.presentationml.slideMaster+xml"/>
  <Override PartName="/ppt/slideMasters/slideMaster64.xml" ContentType="application/vnd.openxmlformats-officedocument.presentationml.slideMaster+xml"/>
  <Override PartName="/ppt/slideMasters/slideMaster65.xml" ContentType="application/vnd.openxmlformats-officedocument.presentationml.slideMaster+xml"/>
  <Override PartName="/ppt/slideMasters/slideMaster66.xml" ContentType="application/vnd.openxmlformats-officedocument.presentationml.slideMaster+xml"/>
  <Override PartName="/ppt/slideMasters/slideMaster67.xml" ContentType="application/vnd.openxmlformats-officedocument.presentationml.slideMaster+xml"/>
  <Override PartName="/ppt/slideMasters/slideMaster68.xml" ContentType="application/vnd.openxmlformats-officedocument.presentationml.slideMaster+xml"/>
  <Override PartName="/ppt/slideMasters/slideMaster69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70.xml" ContentType="application/vnd.openxmlformats-officedocument.presentationml.slideMaster+xml"/>
  <Override PartName="/ppt/slideMasters/slideMaster71.xml" ContentType="application/vnd.openxmlformats-officedocument.presentationml.slideMaster+xml"/>
  <Override PartName="/ppt/slideMasters/slideMaster72.xml" ContentType="application/vnd.openxmlformats-officedocument.presentationml.slideMaster+xml"/>
  <Override PartName="/ppt/slideMasters/slideMaster73.xml" ContentType="application/vnd.openxmlformats-officedocument.presentationml.slideMaster+xml"/>
  <Override PartName="/ppt/slideMasters/slideMaster74.xml" ContentType="application/vnd.openxmlformats-officedocument.presentationml.slideMaster+xml"/>
  <Override PartName="/ppt/slideMasters/slideMaster75.xml" ContentType="application/vnd.openxmlformats-officedocument.presentationml.slideMaster+xml"/>
  <Override PartName="/ppt/slideMasters/slideMaster76.xml" ContentType="application/vnd.openxmlformats-officedocument.presentationml.slideMaster+xml"/>
  <Override PartName="/ppt/slideMasters/slideMaster7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theme/theme10.xml" ContentType="application/vnd.openxmlformats-officedocument.theme+xml"/>
  <Override PartName="/ppt/theme/theme11.xml" ContentType="application/vnd.openxmlformats-officedocument.theme+xml"/>
  <Override PartName="/ppt/theme/theme12.xml" ContentType="application/vnd.openxmlformats-officedocument.theme+xml"/>
  <Override PartName="/ppt/theme/theme13.xml" ContentType="application/vnd.openxmlformats-officedocument.theme+xml"/>
  <Override PartName="/ppt/theme/theme14.xml" ContentType="application/vnd.openxmlformats-officedocument.theme+xml"/>
  <Override PartName="/ppt/theme/theme15.xml" ContentType="application/vnd.openxmlformats-officedocument.theme+xml"/>
  <Override PartName="/ppt/theme/theme16.xml" ContentType="application/vnd.openxmlformats-officedocument.theme+xml"/>
  <Override PartName="/ppt/theme/theme17.xml" ContentType="application/vnd.openxmlformats-officedocument.theme+xml"/>
  <Override PartName="/ppt/theme/theme18.xml" ContentType="application/vnd.openxmlformats-officedocument.theme+xml"/>
  <Override PartName="/ppt/theme/theme19.xml" ContentType="application/vnd.openxmlformats-officedocument.theme+xml"/>
  <Override PartName="/ppt/theme/theme2.xml" ContentType="application/vnd.openxmlformats-officedocument.theme+xml"/>
  <Override PartName="/ppt/theme/theme20.xml" ContentType="application/vnd.openxmlformats-officedocument.theme+xml"/>
  <Override PartName="/ppt/theme/theme21.xml" ContentType="application/vnd.openxmlformats-officedocument.theme+xml"/>
  <Override PartName="/ppt/theme/theme22.xml" ContentType="application/vnd.openxmlformats-officedocument.theme+xml"/>
  <Override PartName="/ppt/theme/theme23.xml" ContentType="application/vnd.openxmlformats-officedocument.theme+xml"/>
  <Override PartName="/ppt/theme/theme24.xml" ContentType="application/vnd.openxmlformats-officedocument.theme+xml"/>
  <Override PartName="/ppt/theme/theme25.xml" ContentType="application/vnd.openxmlformats-officedocument.theme+xml"/>
  <Override PartName="/ppt/theme/theme26.xml" ContentType="application/vnd.openxmlformats-officedocument.theme+xml"/>
  <Override PartName="/ppt/theme/theme27.xml" ContentType="application/vnd.openxmlformats-officedocument.theme+xml"/>
  <Override PartName="/ppt/theme/theme28.xml" ContentType="application/vnd.openxmlformats-officedocument.theme+xml"/>
  <Override PartName="/ppt/theme/theme29.xml" ContentType="application/vnd.openxmlformats-officedocument.theme+xml"/>
  <Override PartName="/ppt/theme/theme3.xml" ContentType="application/vnd.openxmlformats-officedocument.theme+xml"/>
  <Override PartName="/ppt/theme/theme30.xml" ContentType="application/vnd.openxmlformats-officedocument.theme+xml"/>
  <Override PartName="/ppt/theme/theme31.xml" ContentType="application/vnd.openxmlformats-officedocument.theme+xml"/>
  <Override PartName="/ppt/theme/theme32.xml" ContentType="application/vnd.openxmlformats-officedocument.theme+xml"/>
  <Override PartName="/ppt/theme/theme33.xml" ContentType="application/vnd.openxmlformats-officedocument.theme+xml"/>
  <Override PartName="/ppt/theme/theme34.xml" ContentType="application/vnd.openxmlformats-officedocument.theme+xml"/>
  <Override PartName="/ppt/theme/theme35.xml" ContentType="application/vnd.openxmlformats-officedocument.theme+xml"/>
  <Override PartName="/ppt/theme/theme36.xml" ContentType="application/vnd.openxmlformats-officedocument.theme+xml"/>
  <Override PartName="/ppt/theme/theme37.xml" ContentType="application/vnd.openxmlformats-officedocument.theme+xml"/>
  <Override PartName="/ppt/theme/theme38.xml" ContentType="application/vnd.openxmlformats-officedocument.theme+xml"/>
  <Override PartName="/ppt/theme/theme39.xml" ContentType="application/vnd.openxmlformats-officedocument.theme+xml"/>
  <Override PartName="/ppt/theme/theme4.xml" ContentType="application/vnd.openxmlformats-officedocument.theme+xml"/>
  <Override PartName="/ppt/theme/theme40.xml" ContentType="application/vnd.openxmlformats-officedocument.theme+xml"/>
  <Override PartName="/ppt/theme/theme41.xml" ContentType="application/vnd.openxmlformats-officedocument.theme+xml"/>
  <Override PartName="/ppt/theme/theme42.xml" ContentType="application/vnd.openxmlformats-officedocument.theme+xml"/>
  <Override PartName="/ppt/theme/theme43.xml" ContentType="application/vnd.openxmlformats-officedocument.theme+xml"/>
  <Override PartName="/ppt/theme/theme44.xml" ContentType="application/vnd.openxmlformats-officedocument.theme+xml"/>
  <Override PartName="/ppt/theme/theme45.xml" ContentType="application/vnd.openxmlformats-officedocument.theme+xml"/>
  <Override PartName="/ppt/theme/theme46.xml" ContentType="application/vnd.openxmlformats-officedocument.theme+xml"/>
  <Override PartName="/ppt/theme/theme47.xml" ContentType="application/vnd.openxmlformats-officedocument.theme+xml"/>
  <Override PartName="/ppt/theme/theme48.xml" ContentType="application/vnd.openxmlformats-officedocument.theme+xml"/>
  <Override PartName="/ppt/theme/theme49.xml" ContentType="application/vnd.openxmlformats-officedocument.theme+xml"/>
  <Override PartName="/ppt/theme/theme5.xml" ContentType="application/vnd.openxmlformats-officedocument.theme+xml"/>
  <Override PartName="/ppt/theme/theme50.xml" ContentType="application/vnd.openxmlformats-officedocument.theme+xml"/>
  <Override PartName="/ppt/theme/theme51.xml" ContentType="application/vnd.openxmlformats-officedocument.theme+xml"/>
  <Override PartName="/ppt/theme/theme52.xml" ContentType="application/vnd.openxmlformats-officedocument.theme+xml"/>
  <Override PartName="/ppt/theme/theme53.xml" ContentType="application/vnd.openxmlformats-officedocument.theme+xml"/>
  <Override PartName="/ppt/theme/theme54.xml" ContentType="application/vnd.openxmlformats-officedocument.theme+xml"/>
  <Override PartName="/ppt/theme/theme55.xml" ContentType="application/vnd.openxmlformats-officedocument.theme+xml"/>
  <Override PartName="/ppt/theme/theme56.xml" ContentType="application/vnd.openxmlformats-officedocument.theme+xml"/>
  <Override PartName="/ppt/theme/theme57.xml" ContentType="application/vnd.openxmlformats-officedocument.theme+xml"/>
  <Override PartName="/ppt/theme/theme58.xml" ContentType="application/vnd.openxmlformats-officedocument.theme+xml"/>
  <Override PartName="/ppt/theme/theme59.xml" ContentType="application/vnd.openxmlformats-officedocument.theme+xml"/>
  <Override PartName="/ppt/theme/theme6.xml" ContentType="application/vnd.openxmlformats-officedocument.theme+xml"/>
  <Override PartName="/ppt/theme/theme60.xml" ContentType="application/vnd.openxmlformats-officedocument.theme+xml"/>
  <Override PartName="/ppt/theme/theme61.xml" ContentType="application/vnd.openxmlformats-officedocument.theme+xml"/>
  <Override PartName="/ppt/theme/theme62.xml" ContentType="application/vnd.openxmlformats-officedocument.theme+xml"/>
  <Override PartName="/ppt/theme/theme63.xml" ContentType="application/vnd.openxmlformats-officedocument.theme+xml"/>
  <Override PartName="/ppt/theme/theme64.xml" ContentType="application/vnd.openxmlformats-officedocument.theme+xml"/>
  <Override PartName="/ppt/theme/theme65.xml" ContentType="application/vnd.openxmlformats-officedocument.theme+xml"/>
  <Override PartName="/ppt/theme/theme66.xml" ContentType="application/vnd.openxmlformats-officedocument.theme+xml"/>
  <Override PartName="/ppt/theme/theme67.xml" ContentType="application/vnd.openxmlformats-officedocument.theme+xml"/>
  <Override PartName="/ppt/theme/theme68.xml" ContentType="application/vnd.openxmlformats-officedocument.theme+xml"/>
  <Override PartName="/ppt/theme/theme69.xml" ContentType="application/vnd.openxmlformats-officedocument.theme+xml"/>
  <Override PartName="/ppt/theme/theme7.xml" ContentType="application/vnd.openxmlformats-officedocument.theme+xml"/>
  <Override PartName="/ppt/theme/theme70.xml" ContentType="application/vnd.openxmlformats-officedocument.theme+xml"/>
  <Override PartName="/ppt/theme/theme71.xml" ContentType="application/vnd.openxmlformats-officedocument.theme+xml"/>
  <Override PartName="/ppt/theme/theme72.xml" ContentType="application/vnd.openxmlformats-officedocument.theme+xml"/>
  <Override PartName="/ppt/theme/theme73.xml" ContentType="application/vnd.openxmlformats-officedocument.theme+xml"/>
  <Override PartName="/ppt/theme/theme74.xml" ContentType="application/vnd.openxmlformats-officedocument.theme+xml"/>
  <Override PartName="/ppt/theme/theme75.xml" ContentType="application/vnd.openxmlformats-officedocument.theme+xml"/>
  <Override PartName="/ppt/theme/theme76.xml" ContentType="application/vnd.openxmlformats-officedocument.theme+xml"/>
  <Override PartName="/ppt/theme/theme77.xml" ContentType="application/vnd.openxmlformats-officedocument.theme+xml"/>
  <Override PartName="/ppt/theme/theme78.xml" ContentType="application/vnd.openxmlformats-officedocument.theme+xml"/>
  <Override PartName="/ppt/theme/theme8.xml" ContentType="application/vnd.openxmlformats-officedocument.theme+xml"/>
  <Override PartName="/ppt/theme/theme9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6" r:id="rId3"/>
    <p:sldMasterId id="2147483684" r:id="rId4"/>
    <p:sldMasterId id="2147483702" r:id="rId5"/>
    <p:sldMasterId id="2147483720" r:id="rId6"/>
    <p:sldMasterId id="2147483738" r:id="rId7"/>
    <p:sldMasterId id="2147483756" r:id="rId8"/>
    <p:sldMasterId id="2147483774" r:id="rId9"/>
    <p:sldMasterId id="2147483792" r:id="rId10"/>
    <p:sldMasterId id="2147483810" r:id="rId11"/>
    <p:sldMasterId id="2147483828" r:id="rId12"/>
    <p:sldMasterId id="2147483846" r:id="rId13"/>
    <p:sldMasterId id="2147483864" r:id="rId14"/>
    <p:sldMasterId id="2147483882" r:id="rId15"/>
    <p:sldMasterId id="2147483900" r:id="rId16"/>
    <p:sldMasterId id="2147483918" r:id="rId17"/>
    <p:sldMasterId id="2147483936" r:id="rId18"/>
    <p:sldMasterId id="2147483954" r:id="rId19"/>
    <p:sldMasterId id="2147483972" r:id="rId20"/>
    <p:sldMasterId id="2147483990" r:id="rId21"/>
    <p:sldMasterId id="2147484008" r:id="rId22"/>
    <p:sldMasterId id="2147484026" r:id="rId23"/>
    <p:sldMasterId id="2147484044" r:id="rId24"/>
    <p:sldMasterId id="2147484062" r:id="rId25"/>
    <p:sldMasterId id="2147484080" r:id="rId26"/>
    <p:sldMasterId id="2147484098" r:id="rId27"/>
    <p:sldMasterId id="2147484116" r:id="rId28"/>
    <p:sldMasterId id="2147484134" r:id="rId29"/>
    <p:sldMasterId id="2147484152" r:id="rId30"/>
    <p:sldMasterId id="2147484170" r:id="rId31"/>
    <p:sldMasterId id="2147484188" r:id="rId32"/>
    <p:sldMasterId id="2147484206" r:id="rId33"/>
    <p:sldMasterId id="2147484224" r:id="rId34"/>
    <p:sldMasterId id="2147484242" r:id="rId35"/>
    <p:sldMasterId id="2147484260" r:id="rId36"/>
    <p:sldMasterId id="2147484278" r:id="rId37"/>
    <p:sldMasterId id="2147484296" r:id="rId38"/>
    <p:sldMasterId id="2147484314" r:id="rId39"/>
    <p:sldMasterId id="2147484332" r:id="rId40"/>
    <p:sldMasterId id="2147484350" r:id="rId41"/>
    <p:sldMasterId id="2147484368" r:id="rId42"/>
    <p:sldMasterId id="2147484386" r:id="rId43"/>
    <p:sldMasterId id="2147484404" r:id="rId44"/>
    <p:sldMasterId id="2147484422" r:id="rId45"/>
    <p:sldMasterId id="2147484440" r:id="rId46"/>
    <p:sldMasterId id="2147484458" r:id="rId47"/>
    <p:sldMasterId id="2147484476" r:id="rId48"/>
    <p:sldMasterId id="2147484494" r:id="rId49"/>
    <p:sldMasterId id="2147484512" r:id="rId50"/>
    <p:sldMasterId id="2147484530" r:id="rId51"/>
    <p:sldMasterId id="2147484548" r:id="rId52"/>
    <p:sldMasterId id="2147484566" r:id="rId53"/>
    <p:sldMasterId id="2147484584" r:id="rId54"/>
    <p:sldMasterId id="2147484602" r:id="rId55"/>
    <p:sldMasterId id="2147484620" r:id="rId56"/>
    <p:sldMasterId id="2147484638" r:id="rId57"/>
    <p:sldMasterId id="2147484656" r:id="rId58"/>
    <p:sldMasterId id="2147484674" r:id="rId59"/>
    <p:sldMasterId id="2147484692" r:id="rId60"/>
    <p:sldMasterId id="2147484710" r:id="rId61"/>
    <p:sldMasterId id="2147484728" r:id="rId62"/>
    <p:sldMasterId id="2147484746" r:id="rId63"/>
    <p:sldMasterId id="2147484764" r:id="rId64"/>
    <p:sldMasterId id="2147484782" r:id="rId65"/>
    <p:sldMasterId id="2147484800" r:id="rId66"/>
    <p:sldMasterId id="2147484818" r:id="rId67"/>
    <p:sldMasterId id="2147484836" r:id="rId68"/>
    <p:sldMasterId id="2147484854" r:id="rId69"/>
    <p:sldMasterId id="2147484872" r:id="rId70"/>
    <p:sldMasterId id="2147484890" r:id="rId71"/>
    <p:sldMasterId id="2147484908" r:id="rId72"/>
    <p:sldMasterId id="2147484926" r:id="rId73"/>
    <p:sldMasterId id="2147484944" r:id="rId74"/>
    <p:sldMasterId id="2147484962" r:id="rId75"/>
    <p:sldMasterId id="2147484980" r:id="rId76"/>
    <p:sldMasterId id="2147484998" r:id="rId77"/>
    <p:sldMasterId id="2147485016" r:id="rId78"/>
  </p:sldMasterIdLst>
  <p:notesMasterIdLst>
    <p:notesMasterId r:id="rId118"/>
  </p:notesMasterIdLst>
  <p:sldIdLst>
    <p:sldId id="257" r:id="rId79"/>
    <p:sldId id="258" r:id="rId80"/>
    <p:sldId id="259" r:id="rId81"/>
    <p:sldId id="260" r:id="rId82"/>
    <p:sldId id="261" r:id="rId83"/>
    <p:sldId id="262" r:id="rId84"/>
    <p:sldId id="263" r:id="rId85"/>
    <p:sldId id="264" r:id="rId86"/>
    <p:sldId id="265" r:id="rId87"/>
    <p:sldId id="266" r:id="rId88"/>
    <p:sldId id="267" r:id="rId89"/>
    <p:sldId id="268" r:id="rId90"/>
    <p:sldId id="269" r:id="rId91"/>
    <p:sldId id="270" r:id="rId92"/>
    <p:sldId id="271" r:id="rId93"/>
    <p:sldId id="272" r:id="rId94"/>
    <p:sldId id="273" r:id="rId95"/>
    <p:sldId id="274" r:id="rId96"/>
    <p:sldId id="275" r:id="rId97"/>
    <p:sldId id="276" r:id="rId98"/>
    <p:sldId id="277" r:id="rId99"/>
    <p:sldId id="278" r:id="rId100"/>
    <p:sldId id="279" r:id="rId101"/>
    <p:sldId id="280" r:id="rId102"/>
    <p:sldId id="281" r:id="rId103"/>
    <p:sldId id="282" r:id="rId104"/>
    <p:sldId id="283" r:id="rId105"/>
    <p:sldId id="284" r:id="rId106"/>
    <p:sldId id="357" r:id="rId107"/>
    <p:sldId id="358" r:id="rId108"/>
    <p:sldId id="359" r:id="rId109"/>
    <p:sldId id="360" r:id="rId110"/>
    <p:sldId id="361" r:id="rId111"/>
    <p:sldId id="285" r:id="rId112"/>
    <p:sldId id="286" r:id="rId113"/>
    <p:sldId id="362" r:id="rId114"/>
    <p:sldId id="289" r:id="rId115"/>
    <p:sldId id="290" r:id="rId116"/>
    <p:sldId id="291" r:id="rId117"/>
    <p:sldId id="292" r:id="rId119"/>
    <p:sldId id="354" r:id="rId120"/>
    <p:sldId id="355" r:id="rId121"/>
    <p:sldId id="356" r:id="rId122"/>
    <p:sldId id="313" r:id="rId123"/>
    <p:sldId id="314" r:id="rId124"/>
    <p:sldId id="315" r:id="rId125"/>
    <p:sldId id="316" r:id="rId126"/>
    <p:sldId id="317" r:id="rId127"/>
    <p:sldId id="318" r:id="rId128"/>
    <p:sldId id="319" r:id="rId129"/>
    <p:sldId id="320" r:id="rId130"/>
    <p:sldId id="321" r:id="rId131"/>
    <p:sldId id="322" r:id="rId132"/>
    <p:sldId id="323" r:id="rId133"/>
    <p:sldId id="324" r:id="rId134"/>
    <p:sldId id="325" r:id="rId135"/>
    <p:sldId id="326" r:id="rId136"/>
    <p:sldId id="327" r:id="rId137"/>
    <p:sldId id="328" r:id="rId138"/>
    <p:sldId id="329" r:id="rId139"/>
    <p:sldId id="330" r:id="rId140"/>
    <p:sldId id="436" r:id="rId141"/>
    <p:sldId id="331" r:id="rId142"/>
    <p:sldId id="332" r:id="rId143"/>
    <p:sldId id="333" r:id="rId144"/>
    <p:sldId id="334" r:id="rId145"/>
    <p:sldId id="335" r:id="rId146"/>
    <p:sldId id="336" r:id="rId147"/>
    <p:sldId id="337" r:id="rId148"/>
    <p:sldId id="338" r:id="rId149"/>
    <p:sldId id="339" r:id="rId150"/>
    <p:sldId id="340" r:id="rId151"/>
    <p:sldId id="341" r:id="rId152"/>
    <p:sldId id="342" r:id="rId153"/>
    <p:sldId id="343" r:id="rId154"/>
    <p:sldId id="344" r:id="rId155"/>
    <p:sldId id="345" r:id="rId156"/>
    <p:sldId id="346" r:id="rId157"/>
    <p:sldId id="347" r:id="rId158"/>
    <p:sldId id="353" r:id="rId159"/>
    <p:sldId id="433" r:id="rId160"/>
    <p:sldId id="434" r:id="rId161"/>
    <p:sldId id="363" r:id="rId162"/>
    <p:sldId id="364" r:id="rId163"/>
    <p:sldId id="365" r:id="rId164"/>
    <p:sldId id="366" r:id="rId165"/>
    <p:sldId id="367" r:id="rId166"/>
    <p:sldId id="368" r:id="rId167"/>
    <p:sldId id="369" r:id="rId168"/>
    <p:sldId id="370" r:id="rId169"/>
    <p:sldId id="371" r:id="rId170"/>
    <p:sldId id="372" r:id="rId171"/>
    <p:sldId id="373" r:id="rId172"/>
    <p:sldId id="374" r:id="rId173"/>
    <p:sldId id="375" r:id="rId174"/>
    <p:sldId id="376" r:id="rId175"/>
    <p:sldId id="377" r:id="rId176"/>
    <p:sldId id="378" r:id="rId177"/>
    <p:sldId id="379" r:id="rId178"/>
    <p:sldId id="380" r:id="rId179"/>
    <p:sldId id="381" r:id="rId180"/>
    <p:sldId id="382" r:id="rId181"/>
    <p:sldId id="383" r:id="rId182"/>
    <p:sldId id="384" r:id="rId183"/>
    <p:sldId id="385" r:id="rId184"/>
    <p:sldId id="386" r:id="rId185"/>
  </p:sldIdLst>
  <p:sldSz cx="12192000" cy="6858000" type="screen16x9"/>
  <p:notesSz cx="6858000" cy="9144000"/>
  <p:custDataLst>
    <p:tags r:id="rId190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Windows User" initials="W" lastIdx="9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>
      <p:cViewPr varScale="1">
        <p:scale>
          <a:sx n="66" d="100"/>
          <a:sy n="66" d="100"/>
        </p:scale>
        <p:origin x="87" y="58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21.xml"/><Relationship Id="rId98" Type="http://schemas.openxmlformats.org/officeDocument/2006/relationships/slide" Target="slides/slide20.xml"/><Relationship Id="rId97" Type="http://schemas.openxmlformats.org/officeDocument/2006/relationships/slide" Target="slides/slide19.xml"/><Relationship Id="rId96" Type="http://schemas.openxmlformats.org/officeDocument/2006/relationships/slide" Target="slides/slide18.xml"/><Relationship Id="rId95" Type="http://schemas.openxmlformats.org/officeDocument/2006/relationships/slide" Target="slides/slide17.xml"/><Relationship Id="rId94" Type="http://schemas.openxmlformats.org/officeDocument/2006/relationships/slide" Target="slides/slide16.xml"/><Relationship Id="rId93" Type="http://schemas.openxmlformats.org/officeDocument/2006/relationships/slide" Target="slides/slide15.xml"/><Relationship Id="rId92" Type="http://schemas.openxmlformats.org/officeDocument/2006/relationships/slide" Target="slides/slide14.xml"/><Relationship Id="rId91" Type="http://schemas.openxmlformats.org/officeDocument/2006/relationships/slide" Target="slides/slide13.xml"/><Relationship Id="rId90" Type="http://schemas.openxmlformats.org/officeDocument/2006/relationships/slide" Target="slides/slide12.xml"/><Relationship Id="rId9" Type="http://schemas.openxmlformats.org/officeDocument/2006/relationships/slideMaster" Target="slideMasters/slideMaster8.xml"/><Relationship Id="rId89" Type="http://schemas.openxmlformats.org/officeDocument/2006/relationships/slide" Target="slides/slide11.xml"/><Relationship Id="rId88" Type="http://schemas.openxmlformats.org/officeDocument/2006/relationships/slide" Target="slides/slide10.xml"/><Relationship Id="rId87" Type="http://schemas.openxmlformats.org/officeDocument/2006/relationships/slide" Target="slides/slide9.xml"/><Relationship Id="rId86" Type="http://schemas.openxmlformats.org/officeDocument/2006/relationships/slide" Target="slides/slide8.xml"/><Relationship Id="rId85" Type="http://schemas.openxmlformats.org/officeDocument/2006/relationships/slide" Target="slides/slide7.xml"/><Relationship Id="rId84" Type="http://schemas.openxmlformats.org/officeDocument/2006/relationships/slide" Target="slides/slide6.xml"/><Relationship Id="rId83" Type="http://schemas.openxmlformats.org/officeDocument/2006/relationships/slide" Target="slides/slide5.xml"/><Relationship Id="rId82" Type="http://schemas.openxmlformats.org/officeDocument/2006/relationships/slide" Target="slides/slide4.xml"/><Relationship Id="rId81" Type="http://schemas.openxmlformats.org/officeDocument/2006/relationships/slide" Target="slides/slide3.xml"/><Relationship Id="rId80" Type="http://schemas.openxmlformats.org/officeDocument/2006/relationships/slide" Target="slides/slide2.xml"/><Relationship Id="rId8" Type="http://schemas.openxmlformats.org/officeDocument/2006/relationships/slideMaster" Target="slideMasters/slideMaster7.xml"/><Relationship Id="rId79" Type="http://schemas.openxmlformats.org/officeDocument/2006/relationships/slide" Target="slides/slide1.xml"/><Relationship Id="rId78" Type="http://schemas.openxmlformats.org/officeDocument/2006/relationships/slideMaster" Target="slideMasters/slideMaster77.xml"/><Relationship Id="rId77" Type="http://schemas.openxmlformats.org/officeDocument/2006/relationships/slideMaster" Target="slideMasters/slideMaster76.xml"/><Relationship Id="rId76" Type="http://schemas.openxmlformats.org/officeDocument/2006/relationships/slideMaster" Target="slideMasters/slideMaster75.xml"/><Relationship Id="rId75" Type="http://schemas.openxmlformats.org/officeDocument/2006/relationships/slideMaster" Target="slideMasters/slideMaster74.xml"/><Relationship Id="rId74" Type="http://schemas.openxmlformats.org/officeDocument/2006/relationships/slideMaster" Target="slideMasters/slideMaster73.xml"/><Relationship Id="rId73" Type="http://schemas.openxmlformats.org/officeDocument/2006/relationships/slideMaster" Target="slideMasters/slideMaster72.xml"/><Relationship Id="rId72" Type="http://schemas.openxmlformats.org/officeDocument/2006/relationships/slideMaster" Target="slideMasters/slideMaster71.xml"/><Relationship Id="rId71" Type="http://schemas.openxmlformats.org/officeDocument/2006/relationships/slideMaster" Target="slideMasters/slideMaster70.xml"/><Relationship Id="rId70" Type="http://schemas.openxmlformats.org/officeDocument/2006/relationships/slideMaster" Target="slideMasters/slideMaster69.xml"/><Relationship Id="rId7" Type="http://schemas.openxmlformats.org/officeDocument/2006/relationships/slideMaster" Target="slideMasters/slideMaster6.xml"/><Relationship Id="rId69" Type="http://schemas.openxmlformats.org/officeDocument/2006/relationships/slideMaster" Target="slideMasters/slideMaster68.xml"/><Relationship Id="rId68" Type="http://schemas.openxmlformats.org/officeDocument/2006/relationships/slideMaster" Target="slideMasters/slideMaster67.xml"/><Relationship Id="rId67" Type="http://schemas.openxmlformats.org/officeDocument/2006/relationships/slideMaster" Target="slideMasters/slideMaster66.xml"/><Relationship Id="rId66" Type="http://schemas.openxmlformats.org/officeDocument/2006/relationships/slideMaster" Target="slideMasters/slideMaster65.xml"/><Relationship Id="rId65" Type="http://schemas.openxmlformats.org/officeDocument/2006/relationships/slideMaster" Target="slideMasters/slideMaster64.xml"/><Relationship Id="rId64" Type="http://schemas.openxmlformats.org/officeDocument/2006/relationships/slideMaster" Target="slideMasters/slideMaster63.xml"/><Relationship Id="rId63" Type="http://schemas.openxmlformats.org/officeDocument/2006/relationships/slideMaster" Target="slideMasters/slideMaster62.xml"/><Relationship Id="rId62" Type="http://schemas.openxmlformats.org/officeDocument/2006/relationships/slideMaster" Target="slideMasters/slideMaster61.xml"/><Relationship Id="rId61" Type="http://schemas.openxmlformats.org/officeDocument/2006/relationships/slideMaster" Target="slideMasters/slideMaster60.xml"/><Relationship Id="rId60" Type="http://schemas.openxmlformats.org/officeDocument/2006/relationships/slideMaster" Target="slideMasters/slideMaster59.xml"/><Relationship Id="rId6" Type="http://schemas.openxmlformats.org/officeDocument/2006/relationships/slideMaster" Target="slideMasters/slideMaster5.xml"/><Relationship Id="rId59" Type="http://schemas.openxmlformats.org/officeDocument/2006/relationships/slideMaster" Target="slideMasters/slideMaster58.xml"/><Relationship Id="rId58" Type="http://schemas.openxmlformats.org/officeDocument/2006/relationships/slideMaster" Target="slideMasters/slideMaster57.xml"/><Relationship Id="rId57" Type="http://schemas.openxmlformats.org/officeDocument/2006/relationships/slideMaster" Target="slideMasters/slideMaster56.xml"/><Relationship Id="rId56" Type="http://schemas.openxmlformats.org/officeDocument/2006/relationships/slideMaster" Target="slideMasters/slideMaster55.xml"/><Relationship Id="rId55" Type="http://schemas.openxmlformats.org/officeDocument/2006/relationships/slideMaster" Target="slideMasters/slideMaster54.xml"/><Relationship Id="rId54" Type="http://schemas.openxmlformats.org/officeDocument/2006/relationships/slideMaster" Target="slideMasters/slideMaster53.xml"/><Relationship Id="rId53" Type="http://schemas.openxmlformats.org/officeDocument/2006/relationships/slideMaster" Target="slideMasters/slideMaster52.xml"/><Relationship Id="rId52" Type="http://schemas.openxmlformats.org/officeDocument/2006/relationships/slideMaster" Target="slideMasters/slideMaster51.xml"/><Relationship Id="rId51" Type="http://schemas.openxmlformats.org/officeDocument/2006/relationships/slideMaster" Target="slideMasters/slideMaster50.xml"/><Relationship Id="rId50" Type="http://schemas.openxmlformats.org/officeDocument/2006/relationships/slideMaster" Target="slideMasters/slideMaster49.xml"/><Relationship Id="rId5" Type="http://schemas.openxmlformats.org/officeDocument/2006/relationships/slideMaster" Target="slideMasters/slideMaster4.xml"/><Relationship Id="rId49" Type="http://schemas.openxmlformats.org/officeDocument/2006/relationships/slideMaster" Target="slideMasters/slideMaster48.xml"/><Relationship Id="rId48" Type="http://schemas.openxmlformats.org/officeDocument/2006/relationships/slideMaster" Target="slideMasters/slideMaster47.xml"/><Relationship Id="rId47" Type="http://schemas.openxmlformats.org/officeDocument/2006/relationships/slideMaster" Target="slideMasters/slideMaster46.xml"/><Relationship Id="rId46" Type="http://schemas.openxmlformats.org/officeDocument/2006/relationships/slideMaster" Target="slideMasters/slideMaster45.xml"/><Relationship Id="rId45" Type="http://schemas.openxmlformats.org/officeDocument/2006/relationships/slideMaster" Target="slideMasters/slideMaster44.xml"/><Relationship Id="rId44" Type="http://schemas.openxmlformats.org/officeDocument/2006/relationships/slideMaster" Target="slideMasters/slideMaster43.xml"/><Relationship Id="rId43" Type="http://schemas.openxmlformats.org/officeDocument/2006/relationships/slideMaster" Target="slideMasters/slideMaster42.xml"/><Relationship Id="rId42" Type="http://schemas.openxmlformats.org/officeDocument/2006/relationships/slideMaster" Target="slideMasters/slideMaster41.xml"/><Relationship Id="rId41" Type="http://schemas.openxmlformats.org/officeDocument/2006/relationships/slideMaster" Target="slideMasters/slideMaster40.xml"/><Relationship Id="rId40" Type="http://schemas.openxmlformats.org/officeDocument/2006/relationships/slideMaster" Target="slideMasters/slideMaster39.xml"/><Relationship Id="rId4" Type="http://schemas.openxmlformats.org/officeDocument/2006/relationships/slideMaster" Target="slideMasters/slideMaster3.xml"/><Relationship Id="rId39" Type="http://schemas.openxmlformats.org/officeDocument/2006/relationships/slideMaster" Target="slideMasters/slideMaster38.xml"/><Relationship Id="rId38" Type="http://schemas.openxmlformats.org/officeDocument/2006/relationships/slideMaster" Target="slideMasters/slideMaster37.xml"/><Relationship Id="rId37" Type="http://schemas.openxmlformats.org/officeDocument/2006/relationships/slideMaster" Target="slideMasters/slideMaster36.xml"/><Relationship Id="rId36" Type="http://schemas.openxmlformats.org/officeDocument/2006/relationships/slideMaster" Target="slideMasters/slideMaster35.xml"/><Relationship Id="rId35" Type="http://schemas.openxmlformats.org/officeDocument/2006/relationships/slideMaster" Target="slideMasters/slideMaster34.xml"/><Relationship Id="rId34" Type="http://schemas.openxmlformats.org/officeDocument/2006/relationships/slideMaster" Target="slideMasters/slideMaster33.xml"/><Relationship Id="rId33" Type="http://schemas.openxmlformats.org/officeDocument/2006/relationships/slideMaster" Target="slideMasters/slideMaster32.xml"/><Relationship Id="rId32" Type="http://schemas.openxmlformats.org/officeDocument/2006/relationships/slideMaster" Target="slideMasters/slideMaster31.xml"/><Relationship Id="rId31" Type="http://schemas.openxmlformats.org/officeDocument/2006/relationships/slideMaster" Target="slideMasters/slideMaster30.xml"/><Relationship Id="rId30" Type="http://schemas.openxmlformats.org/officeDocument/2006/relationships/slideMaster" Target="slideMasters/slideMaster29.xml"/><Relationship Id="rId3" Type="http://schemas.openxmlformats.org/officeDocument/2006/relationships/slideMaster" Target="slideMasters/slideMaster2.xml"/><Relationship Id="rId29" Type="http://schemas.openxmlformats.org/officeDocument/2006/relationships/slideMaster" Target="slideMasters/slideMaster28.xml"/><Relationship Id="rId28" Type="http://schemas.openxmlformats.org/officeDocument/2006/relationships/slideMaster" Target="slideMasters/slideMaster27.xml"/><Relationship Id="rId27" Type="http://schemas.openxmlformats.org/officeDocument/2006/relationships/slideMaster" Target="slideMasters/slideMaster26.xml"/><Relationship Id="rId26" Type="http://schemas.openxmlformats.org/officeDocument/2006/relationships/slideMaster" Target="slideMasters/slideMaster25.xml"/><Relationship Id="rId25" Type="http://schemas.openxmlformats.org/officeDocument/2006/relationships/slideMaster" Target="slideMasters/slideMaster24.xml"/><Relationship Id="rId24" Type="http://schemas.openxmlformats.org/officeDocument/2006/relationships/slideMaster" Target="slideMasters/slideMaster23.xml"/><Relationship Id="rId23" Type="http://schemas.openxmlformats.org/officeDocument/2006/relationships/slideMaster" Target="slideMasters/slideMaster22.xml"/><Relationship Id="rId22" Type="http://schemas.openxmlformats.org/officeDocument/2006/relationships/slideMaster" Target="slideMasters/slideMaster21.xml"/><Relationship Id="rId21" Type="http://schemas.openxmlformats.org/officeDocument/2006/relationships/slideMaster" Target="slideMasters/slideMaster20.xml"/><Relationship Id="rId20" Type="http://schemas.openxmlformats.org/officeDocument/2006/relationships/slideMaster" Target="slideMasters/slideMaster19.xml"/><Relationship Id="rId2" Type="http://schemas.openxmlformats.org/officeDocument/2006/relationships/theme" Target="theme/theme1.xml"/><Relationship Id="rId190" Type="http://schemas.openxmlformats.org/officeDocument/2006/relationships/tags" Target="tags/tag87.xml"/><Relationship Id="rId19" Type="http://schemas.openxmlformats.org/officeDocument/2006/relationships/slideMaster" Target="slideMasters/slideMaster18.xml"/><Relationship Id="rId189" Type="http://schemas.openxmlformats.org/officeDocument/2006/relationships/commentAuthors" Target="commentAuthors.xml"/><Relationship Id="rId188" Type="http://schemas.openxmlformats.org/officeDocument/2006/relationships/tableStyles" Target="tableStyles.xml"/><Relationship Id="rId187" Type="http://schemas.openxmlformats.org/officeDocument/2006/relationships/viewProps" Target="viewProps.xml"/><Relationship Id="rId186" Type="http://schemas.openxmlformats.org/officeDocument/2006/relationships/presProps" Target="presProps.xml"/><Relationship Id="rId185" Type="http://schemas.openxmlformats.org/officeDocument/2006/relationships/slide" Target="slides/slide106.xml"/><Relationship Id="rId184" Type="http://schemas.openxmlformats.org/officeDocument/2006/relationships/slide" Target="slides/slide105.xml"/><Relationship Id="rId183" Type="http://schemas.openxmlformats.org/officeDocument/2006/relationships/slide" Target="slides/slide104.xml"/><Relationship Id="rId182" Type="http://schemas.openxmlformats.org/officeDocument/2006/relationships/slide" Target="slides/slide103.xml"/><Relationship Id="rId181" Type="http://schemas.openxmlformats.org/officeDocument/2006/relationships/slide" Target="slides/slide102.xml"/><Relationship Id="rId180" Type="http://schemas.openxmlformats.org/officeDocument/2006/relationships/slide" Target="slides/slide101.xml"/><Relationship Id="rId18" Type="http://schemas.openxmlformats.org/officeDocument/2006/relationships/slideMaster" Target="slideMasters/slideMaster17.xml"/><Relationship Id="rId179" Type="http://schemas.openxmlformats.org/officeDocument/2006/relationships/slide" Target="slides/slide100.xml"/><Relationship Id="rId178" Type="http://schemas.openxmlformats.org/officeDocument/2006/relationships/slide" Target="slides/slide99.xml"/><Relationship Id="rId177" Type="http://schemas.openxmlformats.org/officeDocument/2006/relationships/slide" Target="slides/slide98.xml"/><Relationship Id="rId176" Type="http://schemas.openxmlformats.org/officeDocument/2006/relationships/slide" Target="slides/slide97.xml"/><Relationship Id="rId175" Type="http://schemas.openxmlformats.org/officeDocument/2006/relationships/slide" Target="slides/slide96.xml"/><Relationship Id="rId174" Type="http://schemas.openxmlformats.org/officeDocument/2006/relationships/slide" Target="slides/slide95.xml"/><Relationship Id="rId173" Type="http://schemas.openxmlformats.org/officeDocument/2006/relationships/slide" Target="slides/slide94.xml"/><Relationship Id="rId172" Type="http://schemas.openxmlformats.org/officeDocument/2006/relationships/slide" Target="slides/slide93.xml"/><Relationship Id="rId171" Type="http://schemas.openxmlformats.org/officeDocument/2006/relationships/slide" Target="slides/slide92.xml"/><Relationship Id="rId170" Type="http://schemas.openxmlformats.org/officeDocument/2006/relationships/slide" Target="slides/slide91.xml"/><Relationship Id="rId17" Type="http://schemas.openxmlformats.org/officeDocument/2006/relationships/slideMaster" Target="slideMasters/slideMaster16.xml"/><Relationship Id="rId169" Type="http://schemas.openxmlformats.org/officeDocument/2006/relationships/slide" Target="slides/slide90.xml"/><Relationship Id="rId168" Type="http://schemas.openxmlformats.org/officeDocument/2006/relationships/slide" Target="slides/slide89.xml"/><Relationship Id="rId167" Type="http://schemas.openxmlformats.org/officeDocument/2006/relationships/slide" Target="slides/slide88.xml"/><Relationship Id="rId166" Type="http://schemas.openxmlformats.org/officeDocument/2006/relationships/slide" Target="slides/slide87.xml"/><Relationship Id="rId165" Type="http://schemas.openxmlformats.org/officeDocument/2006/relationships/slide" Target="slides/slide86.xml"/><Relationship Id="rId164" Type="http://schemas.openxmlformats.org/officeDocument/2006/relationships/slide" Target="slides/slide85.xml"/><Relationship Id="rId163" Type="http://schemas.openxmlformats.org/officeDocument/2006/relationships/slide" Target="slides/slide84.xml"/><Relationship Id="rId162" Type="http://schemas.openxmlformats.org/officeDocument/2006/relationships/slide" Target="slides/slide83.xml"/><Relationship Id="rId161" Type="http://schemas.openxmlformats.org/officeDocument/2006/relationships/slide" Target="slides/slide82.xml"/><Relationship Id="rId160" Type="http://schemas.openxmlformats.org/officeDocument/2006/relationships/slide" Target="slides/slide81.xml"/><Relationship Id="rId16" Type="http://schemas.openxmlformats.org/officeDocument/2006/relationships/slideMaster" Target="slideMasters/slideMaster15.xml"/><Relationship Id="rId159" Type="http://schemas.openxmlformats.org/officeDocument/2006/relationships/slide" Target="slides/slide80.xml"/><Relationship Id="rId158" Type="http://schemas.openxmlformats.org/officeDocument/2006/relationships/slide" Target="slides/slide79.xml"/><Relationship Id="rId157" Type="http://schemas.openxmlformats.org/officeDocument/2006/relationships/slide" Target="slides/slide78.xml"/><Relationship Id="rId156" Type="http://schemas.openxmlformats.org/officeDocument/2006/relationships/slide" Target="slides/slide77.xml"/><Relationship Id="rId155" Type="http://schemas.openxmlformats.org/officeDocument/2006/relationships/slide" Target="slides/slide76.xml"/><Relationship Id="rId154" Type="http://schemas.openxmlformats.org/officeDocument/2006/relationships/slide" Target="slides/slide75.xml"/><Relationship Id="rId153" Type="http://schemas.openxmlformats.org/officeDocument/2006/relationships/slide" Target="slides/slide74.xml"/><Relationship Id="rId152" Type="http://schemas.openxmlformats.org/officeDocument/2006/relationships/slide" Target="slides/slide73.xml"/><Relationship Id="rId151" Type="http://schemas.openxmlformats.org/officeDocument/2006/relationships/slide" Target="slides/slide72.xml"/><Relationship Id="rId150" Type="http://schemas.openxmlformats.org/officeDocument/2006/relationships/slide" Target="slides/slide71.xml"/><Relationship Id="rId15" Type="http://schemas.openxmlformats.org/officeDocument/2006/relationships/slideMaster" Target="slideMasters/slideMaster14.xml"/><Relationship Id="rId149" Type="http://schemas.openxmlformats.org/officeDocument/2006/relationships/slide" Target="slides/slide70.xml"/><Relationship Id="rId148" Type="http://schemas.openxmlformats.org/officeDocument/2006/relationships/slide" Target="slides/slide69.xml"/><Relationship Id="rId147" Type="http://schemas.openxmlformats.org/officeDocument/2006/relationships/slide" Target="slides/slide68.xml"/><Relationship Id="rId146" Type="http://schemas.openxmlformats.org/officeDocument/2006/relationships/slide" Target="slides/slide67.xml"/><Relationship Id="rId145" Type="http://schemas.openxmlformats.org/officeDocument/2006/relationships/slide" Target="slides/slide66.xml"/><Relationship Id="rId144" Type="http://schemas.openxmlformats.org/officeDocument/2006/relationships/slide" Target="slides/slide65.xml"/><Relationship Id="rId143" Type="http://schemas.openxmlformats.org/officeDocument/2006/relationships/slide" Target="slides/slide64.xml"/><Relationship Id="rId142" Type="http://schemas.openxmlformats.org/officeDocument/2006/relationships/slide" Target="slides/slide63.xml"/><Relationship Id="rId141" Type="http://schemas.openxmlformats.org/officeDocument/2006/relationships/slide" Target="slides/slide62.xml"/><Relationship Id="rId140" Type="http://schemas.openxmlformats.org/officeDocument/2006/relationships/slide" Target="slides/slide61.xml"/><Relationship Id="rId14" Type="http://schemas.openxmlformats.org/officeDocument/2006/relationships/slideMaster" Target="slideMasters/slideMaster13.xml"/><Relationship Id="rId139" Type="http://schemas.openxmlformats.org/officeDocument/2006/relationships/slide" Target="slides/slide60.xml"/><Relationship Id="rId138" Type="http://schemas.openxmlformats.org/officeDocument/2006/relationships/slide" Target="slides/slide59.xml"/><Relationship Id="rId137" Type="http://schemas.openxmlformats.org/officeDocument/2006/relationships/slide" Target="slides/slide58.xml"/><Relationship Id="rId136" Type="http://schemas.openxmlformats.org/officeDocument/2006/relationships/slide" Target="slides/slide57.xml"/><Relationship Id="rId135" Type="http://schemas.openxmlformats.org/officeDocument/2006/relationships/slide" Target="slides/slide56.xml"/><Relationship Id="rId134" Type="http://schemas.openxmlformats.org/officeDocument/2006/relationships/slide" Target="slides/slide55.xml"/><Relationship Id="rId133" Type="http://schemas.openxmlformats.org/officeDocument/2006/relationships/slide" Target="slides/slide54.xml"/><Relationship Id="rId132" Type="http://schemas.openxmlformats.org/officeDocument/2006/relationships/slide" Target="slides/slide53.xml"/><Relationship Id="rId131" Type="http://schemas.openxmlformats.org/officeDocument/2006/relationships/slide" Target="slides/slide52.xml"/><Relationship Id="rId130" Type="http://schemas.openxmlformats.org/officeDocument/2006/relationships/slide" Target="slides/slide51.xml"/><Relationship Id="rId13" Type="http://schemas.openxmlformats.org/officeDocument/2006/relationships/slideMaster" Target="slideMasters/slideMaster12.xml"/><Relationship Id="rId129" Type="http://schemas.openxmlformats.org/officeDocument/2006/relationships/slide" Target="slides/slide50.xml"/><Relationship Id="rId128" Type="http://schemas.openxmlformats.org/officeDocument/2006/relationships/slide" Target="slides/slide49.xml"/><Relationship Id="rId127" Type="http://schemas.openxmlformats.org/officeDocument/2006/relationships/slide" Target="slides/slide48.xml"/><Relationship Id="rId126" Type="http://schemas.openxmlformats.org/officeDocument/2006/relationships/slide" Target="slides/slide47.xml"/><Relationship Id="rId125" Type="http://schemas.openxmlformats.org/officeDocument/2006/relationships/slide" Target="slides/slide46.xml"/><Relationship Id="rId124" Type="http://schemas.openxmlformats.org/officeDocument/2006/relationships/slide" Target="slides/slide45.xml"/><Relationship Id="rId123" Type="http://schemas.openxmlformats.org/officeDocument/2006/relationships/slide" Target="slides/slide44.xml"/><Relationship Id="rId122" Type="http://schemas.openxmlformats.org/officeDocument/2006/relationships/slide" Target="slides/slide43.xml"/><Relationship Id="rId121" Type="http://schemas.openxmlformats.org/officeDocument/2006/relationships/slide" Target="slides/slide42.xml"/><Relationship Id="rId120" Type="http://schemas.openxmlformats.org/officeDocument/2006/relationships/slide" Target="slides/slide41.xml"/><Relationship Id="rId12" Type="http://schemas.openxmlformats.org/officeDocument/2006/relationships/slideMaster" Target="slideMasters/slideMaster11.xml"/><Relationship Id="rId119" Type="http://schemas.openxmlformats.org/officeDocument/2006/relationships/slide" Target="slides/slide40.xml"/><Relationship Id="rId118" Type="http://schemas.openxmlformats.org/officeDocument/2006/relationships/notesMaster" Target="notesMasters/notesMaster1.xml"/><Relationship Id="rId117" Type="http://schemas.openxmlformats.org/officeDocument/2006/relationships/slide" Target="slides/slide39.xml"/><Relationship Id="rId116" Type="http://schemas.openxmlformats.org/officeDocument/2006/relationships/slide" Target="slides/slide38.xml"/><Relationship Id="rId115" Type="http://schemas.openxmlformats.org/officeDocument/2006/relationships/slide" Target="slides/slide37.xml"/><Relationship Id="rId114" Type="http://schemas.openxmlformats.org/officeDocument/2006/relationships/slide" Target="slides/slide36.xml"/><Relationship Id="rId113" Type="http://schemas.openxmlformats.org/officeDocument/2006/relationships/slide" Target="slides/slide35.xml"/><Relationship Id="rId112" Type="http://schemas.openxmlformats.org/officeDocument/2006/relationships/slide" Target="slides/slide34.xml"/><Relationship Id="rId111" Type="http://schemas.openxmlformats.org/officeDocument/2006/relationships/slide" Target="slides/slide33.xml"/><Relationship Id="rId110" Type="http://schemas.openxmlformats.org/officeDocument/2006/relationships/slide" Target="slides/slide32.xml"/><Relationship Id="rId11" Type="http://schemas.openxmlformats.org/officeDocument/2006/relationships/slideMaster" Target="slideMasters/slideMaster10.xml"/><Relationship Id="rId109" Type="http://schemas.openxmlformats.org/officeDocument/2006/relationships/slide" Target="slides/slide31.xml"/><Relationship Id="rId108" Type="http://schemas.openxmlformats.org/officeDocument/2006/relationships/slide" Target="slides/slide30.xml"/><Relationship Id="rId107" Type="http://schemas.openxmlformats.org/officeDocument/2006/relationships/slide" Target="slides/slide29.xml"/><Relationship Id="rId106" Type="http://schemas.openxmlformats.org/officeDocument/2006/relationships/slide" Target="slides/slide28.xml"/><Relationship Id="rId105" Type="http://schemas.openxmlformats.org/officeDocument/2006/relationships/slide" Target="slides/slide27.xml"/><Relationship Id="rId104" Type="http://schemas.openxmlformats.org/officeDocument/2006/relationships/slide" Target="slides/slide26.xml"/><Relationship Id="rId103" Type="http://schemas.openxmlformats.org/officeDocument/2006/relationships/slide" Target="slides/slide25.xml"/><Relationship Id="rId102" Type="http://schemas.openxmlformats.org/officeDocument/2006/relationships/slide" Target="slides/slide24.xml"/><Relationship Id="rId101" Type="http://schemas.openxmlformats.org/officeDocument/2006/relationships/slide" Target="slides/slide23.xml"/><Relationship Id="rId100" Type="http://schemas.openxmlformats.org/officeDocument/2006/relationships/slide" Target="slides/slide22.xml"/><Relationship Id="rId10" Type="http://schemas.openxmlformats.org/officeDocument/2006/relationships/slideMaster" Target="slideMasters/slideMaster9.xml"/><Relationship Id="rId1" Type="http://schemas.openxmlformats.org/officeDocument/2006/relationships/slideMaster" Target="slideMasters/slideMaster1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wmf"/></Relationships>
</file>

<file path=ppt/drawings/_rels/vmlDrawing2.vml.rels><?xml version="1.0" encoding="UTF-8" standalone="yes"?>
<Relationships xmlns="http://schemas.openxmlformats.org/package/2006/relationships"><Relationship Id="rId2" Type="http://schemas.openxmlformats.org/officeDocument/2006/relationships/image" Target="../media/image5.wmf"/><Relationship Id="rId1" Type="http://schemas.openxmlformats.org/officeDocument/2006/relationships/image" Target="../media/image4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6.wmf"/></Relationships>
</file>

<file path=ppt/drawings/_rels/vmlDrawing4.vml.rels><?xml version="1.0" encoding="UTF-8" standalone="yes"?>
<Relationships xmlns="http://schemas.openxmlformats.org/package/2006/relationships"><Relationship Id="rId2" Type="http://schemas.openxmlformats.org/officeDocument/2006/relationships/image" Target="../media/image8.wmf"/><Relationship Id="rId1" Type="http://schemas.openxmlformats.org/officeDocument/2006/relationships/image" Target="../media/image7.wmf"/></Relationships>
</file>

<file path=ppt/drawings/_rels/vmlDrawing5.vml.rels><?xml version="1.0" encoding="UTF-8" standalone="yes"?>
<Relationships xmlns="http://schemas.openxmlformats.org/package/2006/relationships"><Relationship Id="rId2" Type="http://schemas.openxmlformats.org/officeDocument/2006/relationships/image" Target="../media/image10.wmf"/><Relationship Id="rId1" Type="http://schemas.openxmlformats.org/officeDocument/2006/relationships/image" Target="../media/image9.wmf"/></Relationships>
</file>

<file path=ppt/drawings/_rels/vmlDrawing6.vml.rels><?xml version="1.0" encoding="UTF-8" standalone="yes"?>
<Relationships xmlns="http://schemas.openxmlformats.org/package/2006/relationships"><Relationship Id="rId2" Type="http://schemas.openxmlformats.org/officeDocument/2006/relationships/image" Target="../media/image13.wmf"/><Relationship Id="rId1" Type="http://schemas.openxmlformats.org/officeDocument/2006/relationships/image" Target="../media/image11.wmf"/></Relationships>
</file>

<file path=ppt/drawings/_rels/vmlDrawing7.vml.rels><?xml version="1.0" encoding="UTF-8" standalone="yes"?>
<Relationships xmlns="http://schemas.openxmlformats.org/package/2006/relationships"><Relationship Id="rId3" Type="http://schemas.openxmlformats.org/officeDocument/2006/relationships/image" Target="../media/image16.wmf"/><Relationship Id="rId2" Type="http://schemas.openxmlformats.org/officeDocument/2006/relationships/image" Target="../media/image15.wmf"/><Relationship Id="rId1" Type="http://schemas.openxmlformats.org/officeDocument/2006/relationships/image" Target="../media/image14.wmf"/></Relationships>
</file>

<file path=ppt/drawings/_rels/vmlDrawing8.vml.rels><?xml version="1.0" encoding="UTF-8" standalone="yes"?>
<Relationships xmlns="http://schemas.openxmlformats.org/package/2006/relationships"><Relationship Id="rId8" Type="http://schemas.openxmlformats.org/officeDocument/2006/relationships/image" Target="../media/image27.wmf"/><Relationship Id="rId7" Type="http://schemas.openxmlformats.org/officeDocument/2006/relationships/image" Target="../media/image26.wmf"/><Relationship Id="rId6" Type="http://schemas.openxmlformats.org/officeDocument/2006/relationships/image" Target="../media/image25.wmf"/><Relationship Id="rId5" Type="http://schemas.openxmlformats.org/officeDocument/2006/relationships/image" Target="../media/image24.wmf"/><Relationship Id="rId4" Type="http://schemas.openxmlformats.org/officeDocument/2006/relationships/image" Target="../media/image23.wmf"/><Relationship Id="rId3" Type="http://schemas.openxmlformats.org/officeDocument/2006/relationships/image" Target="../media/image22.wmf"/><Relationship Id="rId2" Type="http://schemas.openxmlformats.org/officeDocument/2006/relationships/image" Target="../media/image21.wmf"/><Relationship Id="rId1" Type="http://schemas.openxmlformats.org/officeDocument/2006/relationships/image" Target="../media/image20.wmf"/></Relationships>
</file>

<file path=ppt/drawings/_rels/vmlDrawing9.vml.rels><?xml version="1.0" encoding="UTF-8" standalone="yes"?>
<Relationships xmlns="http://schemas.openxmlformats.org/package/2006/relationships"><Relationship Id="rId5" Type="http://schemas.openxmlformats.org/officeDocument/2006/relationships/image" Target="../media/image32.wmf"/><Relationship Id="rId4" Type="http://schemas.openxmlformats.org/officeDocument/2006/relationships/image" Target="../media/image31.wmf"/><Relationship Id="rId3" Type="http://schemas.openxmlformats.org/officeDocument/2006/relationships/image" Target="../media/image30.wmf"/><Relationship Id="rId2" Type="http://schemas.openxmlformats.org/officeDocument/2006/relationships/image" Target="../media/image29.wmf"/><Relationship Id="rId1" Type="http://schemas.openxmlformats.org/officeDocument/2006/relationships/image" Target="../media/image28.wmf"/></Relationships>
</file>

<file path=ppt/drawings/_rels/vmlDrawing10.vml.rels><?xml version="1.0" encoding="UTF-8" standalone="yes"?>
<Relationships xmlns="http://schemas.openxmlformats.org/package/2006/relationships"><Relationship Id="rId2" Type="http://schemas.openxmlformats.org/officeDocument/2006/relationships/image" Target="../media/image34.wmf"/><Relationship Id="rId1" Type="http://schemas.openxmlformats.org/officeDocument/2006/relationships/image" Target="../media/image33.wmf"/></Relationships>
</file>

<file path=ppt/drawings/_rels/vmlDrawing11.vml.rels><?xml version="1.0" encoding="UTF-8" standalone="yes"?>
<Relationships xmlns="http://schemas.openxmlformats.org/package/2006/relationships"><Relationship Id="rId2" Type="http://schemas.openxmlformats.org/officeDocument/2006/relationships/image" Target="../media/image34.wmf"/><Relationship Id="rId1" Type="http://schemas.openxmlformats.org/officeDocument/2006/relationships/image" Target="../media/image33.wmf"/></Relationships>
</file>

<file path=ppt/drawings/_rels/vmlDrawing12.vml.rels><?xml version="1.0" encoding="UTF-8" standalone="yes"?>
<Relationships xmlns="http://schemas.openxmlformats.org/package/2006/relationships"><Relationship Id="rId4" Type="http://schemas.openxmlformats.org/officeDocument/2006/relationships/image" Target="../media/image42.wmf"/><Relationship Id="rId3" Type="http://schemas.openxmlformats.org/officeDocument/2006/relationships/image" Target="../media/image41.wmf"/><Relationship Id="rId2" Type="http://schemas.openxmlformats.org/officeDocument/2006/relationships/image" Target="../media/image40.wmf"/><Relationship Id="rId1" Type="http://schemas.openxmlformats.org/officeDocument/2006/relationships/image" Target="../media/image39.wmf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49.wmf"/></Relationships>
</file>

<file path=ppt/drawings/_rels/vmlDrawing14.vml.rels><?xml version="1.0" encoding="UTF-8" standalone="yes"?>
<Relationships xmlns="http://schemas.openxmlformats.org/package/2006/relationships"><Relationship Id="rId1" Type="http://schemas.openxmlformats.org/officeDocument/2006/relationships/image" Target="../media/image50.wmf"/></Relationships>
</file>

<file path=ppt/drawings/_rels/vmlDrawing15.vml.rels><?xml version="1.0" encoding="UTF-8" standalone="yes"?>
<Relationships xmlns="http://schemas.openxmlformats.org/package/2006/relationships"><Relationship Id="rId1" Type="http://schemas.openxmlformats.org/officeDocument/2006/relationships/image" Target="../media/image51.wmf"/></Relationships>
</file>

<file path=ppt/drawings/_rels/vmlDrawing16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wmf"/></Relationships>
</file>

<file path=ppt/drawings/_rels/vmlDrawing17.vml.rels><?xml version="1.0" encoding="UTF-8" standalone="yes"?>
<Relationships xmlns="http://schemas.openxmlformats.org/package/2006/relationships"><Relationship Id="rId1" Type="http://schemas.openxmlformats.org/officeDocument/2006/relationships/image" Target="../media/image53.wmf"/></Relationships>
</file>

<file path=ppt/drawings/_rels/vmlDrawing18.vml.rels><?xml version="1.0" encoding="UTF-8" standalone="yes"?>
<Relationships xmlns="http://schemas.openxmlformats.org/package/2006/relationships"><Relationship Id="rId1" Type="http://schemas.openxmlformats.org/officeDocument/2006/relationships/image" Target="../media/image54.wmf"/></Relationships>
</file>

<file path=ppt/drawings/_rels/vmlDrawing19.vml.rels><?xml version="1.0" encoding="UTF-8" standalone="yes"?>
<Relationships xmlns="http://schemas.openxmlformats.org/package/2006/relationships"><Relationship Id="rId1" Type="http://schemas.openxmlformats.org/officeDocument/2006/relationships/image" Target="../media/image68.wmf"/></Relationships>
</file>

<file path=ppt/drawings/_rels/vmlDrawing20.vml.rels><?xml version="1.0" encoding="UTF-8" standalone="yes"?>
<Relationships xmlns="http://schemas.openxmlformats.org/package/2006/relationships"><Relationship Id="rId1" Type="http://schemas.openxmlformats.org/officeDocument/2006/relationships/image" Target="../media/image73.wmf"/></Relationships>
</file>

<file path=ppt/drawings/_rels/vmlDrawing21.vml.rels><?xml version="1.0" encoding="UTF-8" standalone="yes"?>
<Relationships xmlns="http://schemas.openxmlformats.org/package/2006/relationships"><Relationship Id="rId3" Type="http://schemas.openxmlformats.org/officeDocument/2006/relationships/image" Target="../media/image86.wmf"/><Relationship Id="rId2" Type="http://schemas.openxmlformats.org/officeDocument/2006/relationships/image" Target="../media/image85.wmf"/><Relationship Id="rId1" Type="http://schemas.openxmlformats.org/officeDocument/2006/relationships/image" Target="../media/image84.wmf"/></Relationships>
</file>

<file path=ppt/drawings/_rels/vmlDrawing22.vml.rels><?xml version="1.0" encoding="UTF-8" standalone="yes"?>
<Relationships xmlns="http://schemas.openxmlformats.org/package/2006/relationships"><Relationship Id="rId4" Type="http://schemas.openxmlformats.org/officeDocument/2006/relationships/image" Target="../media/image90.emf"/><Relationship Id="rId3" Type="http://schemas.openxmlformats.org/officeDocument/2006/relationships/image" Target="../media/image91.jpeg"/><Relationship Id="rId2" Type="http://schemas.openxmlformats.org/officeDocument/2006/relationships/image" Target="../media/image88.wmf"/><Relationship Id="rId1" Type="http://schemas.openxmlformats.org/officeDocument/2006/relationships/image" Target="../media/image87.wmf"/></Relationships>
</file>

<file path=ppt/drawings/_rels/vmlDrawing23.vml.rels><?xml version="1.0" encoding="UTF-8" standalone="yes"?>
<Relationships xmlns="http://schemas.openxmlformats.org/package/2006/relationships"><Relationship Id="rId4" Type="http://schemas.openxmlformats.org/officeDocument/2006/relationships/image" Target="../media/image94.emf"/><Relationship Id="rId3" Type="http://schemas.openxmlformats.org/officeDocument/2006/relationships/image" Target="../media/image91.jpeg"/><Relationship Id="rId2" Type="http://schemas.openxmlformats.org/officeDocument/2006/relationships/image" Target="../media/image93.wmf"/><Relationship Id="rId1" Type="http://schemas.openxmlformats.org/officeDocument/2006/relationships/image" Target="../media/image92.wmf"/></Relationships>
</file>

<file path=ppt/drawings/_rels/vmlDrawing24.vml.rels><?xml version="1.0" encoding="UTF-8" standalone="yes"?>
<Relationships xmlns="http://schemas.openxmlformats.org/package/2006/relationships"><Relationship Id="rId3" Type="http://schemas.openxmlformats.org/officeDocument/2006/relationships/image" Target="../media/image90.emf"/><Relationship Id="rId2" Type="http://schemas.openxmlformats.org/officeDocument/2006/relationships/image" Target="../media/image94.emf"/><Relationship Id="rId1" Type="http://schemas.openxmlformats.org/officeDocument/2006/relationships/image" Target="../media/image91.jpeg"/></Relationships>
</file>

<file path=ppt/drawings/_rels/vmlDrawing25.v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wmf"/><Relationship Id="rId2" Type="http://schemas.openxmlformats.org/officeDocument/2006/relationships/image" Target="../media/image104.wmf"/><Relationship Id="rId1" Type="http://schemas.openxmlformats.org/officeDocument/2006/relationships/image" Target="../media/image103.wmf"/></Relationships>
</file>

<file path=ppt/drawings/_rels/vmlDrawing26.vml.rels><?xml version="1.0" encoding="UTF-8" standalone="yes"?>
<Relationships xmlns="http://schemas.openxmlformats.org/package/2006/relationships"><Relationship Id="rId6" Type="http://schemas.openxmlformats.org/officeDocument/2006/relationships/image" Target="../media/image111.wmf"/><Relationship Id="rId5" Type="http://schemas.openxmlformats.org/officeDocument/2006/relationships/image" Target="../media/image110.wmf"/><Relationship Id="rId4" Type="http://schemas.openxmlformats.org/officeDocument/2006/relationships/image" Target="../media/image109.wmf"/><Relationship Id="rId3" Type="http://schemas.openxmlformats.org/officeDocument/2006/relationships/image" Target="../media/image108.wmf"/><Relationship Id="rId2" Type="http://schemas.openxmlformats.org/officeDocument/2006/relationships/image" Target="../media/image107.wmf"/><Relationship Id="rId1" Type="http://schemas.openxmlformats.org/officeDocument/2006/relationships/image" Target="../media/image106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26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6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105736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56BD22D-21D9-4146-92B4-5030BE5D4520}" type="datetimeFigureOut">
              <a:rPr lang="zh-CN" altLang="en-US" smtClean="0"/>
            </a:fld>
            <a:endParaRPr lang="zh-CN" altLang="en-US"/>
          </a:p>
        </p:txBody>
      </p:sp>
      <p:sp>
        <p:nvSpPr>
          <p:cNvPr id="105736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p>
            <a:endParaRPr lang="zh-CN" altLang="en-US"/>
          </a:p>
        </p:txBody>
      </p:sp>
      <p:sp>
        <p:nvSpPr>
          <p:cNvPr id="105736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105736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105736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FA21C82-EEF4-4881-BE95-50627FBA88D7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9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0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2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3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0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2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2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18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</a:ln>
        </p:spPr>
      </p:sp>
      <p:sp>
        <p:nvSpPr>
          <p:cNvPr id="1049619" name="备注占位符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/>
          <a:p>
            <a:pPr eaLnBrk="1" hangingPunct="1">
              <a:spcBef>
                <a:spcPct val="0"/>
              </a:spcBef>
            </a:pPr>
            <a:endParaRPr lang="zh-CN" altLang="en-US" smtClean="0"/>
          </a:p>
        </p:txBody>
      </p:sp>
      <p:sp>
        <p:nvSpPr>
          <p:cNvPr id="1049620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</p:spPr>
        <p:txBody>
          <a:bodyPr wrap="square" numCol="1" anchorCtr="0" compatLnSpc="1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6662563A-CC42-4F53-A2E7-A6C7D092DCDD}" type="slidenum">
              <a:rPr lang="zh-CN" altLang="en-US" smtClean="0"/>
            </a:fld>
            <a:endParaRPr lang="zh-CN" altLang="en-US" smtClean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12" name=""/>
        <p:cNvGrpSpPr/>
        <p:nvPr/>
      </p:nvGrpSpPr>
      <p:grpSpPr/>
      <p:sp>
        <p:nvSpPr>
          <p:cNvPr id="1049622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49623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第二章作业：少版：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《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电路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》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第二章习题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2-4(a)(d)(f)(g)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2-6, 2-11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2-15</a:t>
            </a:r>
            <a:endParaRPr lang="en-US" altLang="zh-CN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提交时间：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3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月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24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号课堂，过期不候。</a:t>
            </a:r>
            <a:endParaRPr lang="zh-CN" altLang="en-US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</p:txBody>
      </p:sp>
      <p:sp>
        <p:nvSpPr>
          <p:cNvPr id="1049624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12" name=""/>
        <p:cNvGrpSpPr/>
        <p:nvPr/>
      </p:nvGrpSpPr>
      <p:grpSpPr/>
      <p:sp>
        <p:nvSpPr>
          <p:cNvPr id="1049622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49623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第二章作业：少版：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《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电路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》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第二章习题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2-4(a)(d)(f)(g)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2-6, 2-11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2-15</a:t>
            </a:r>
            <a:endParaRPr lang="en-US" altLang="zh-CN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提交时间：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3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月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24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号课堂，过期不候。</a:t>
            </a:r>
            <a:endParaRPr lang="zh-CN" altLang="en-US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</p:txBody>
      </p:sp>
      <p:sp>
        <p:nvSpPr>
          <p:cNvPr id="1049624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12" name=""/>
        <p:cNvGrpSpPr/>
        <p:nvPr/>
      </p:nvGrpSpPr>
      <p:grpSpPr/>
      <p:sp>
        <p:nvSpPr>
          <p:cNvPr id="1049622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49623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第二章作业：少版：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《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电路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》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第二章习题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2-4(a)(d)(f)(g)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2-6, 2-11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2-15</a:t>
            </a:r>
            <a:endParaRPr lang="en-US" altLang="zh-CN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提交时间：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3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月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24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号课堂，过期不候。</a:t>
            </a:r>
            <a:endParaRPr lang="zh-CN" altLang="en-US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</p:txBody>
      </p:sp>
      <p:sp>
        <p:nvSpPr>
          <p:cNvPr id="1049624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12" name=""/>
        <p:cNvGrpSpPr/>
        <p:nvPr/>
      </p:nvGrpSpPr>
      <p:grpSpPr/>
      <p:sp>
        <p:nvSpPr>
          <p:cNvPr id="1049622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49623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第二章作业：少版：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《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电路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》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第二章习题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2-4(a)(d)(f)(g)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2-6, 2-11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2-15</a:t>
            </a:r>
            <a:endParaRPr lang="en-US" altLang="zh-CN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提交时间：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3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月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24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号课堂，过期不候。</a:t>
            </a:r>
            <a:endParaRPr lang="zh-CN" altLang="en-US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</p:txBody>
      </p:sp>
      <p:sp>
        <p:nvSpPr>
          <p:cNvPr id="1049624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53" name=""/>
        <p:cNvGrpSpPr/>
        <p:nvPr/>
      </p:nvGrpSpPr>
      <p:grpSpPr/>
      <p:sp>
        <p:nvSpPr>
          <p:cNvPr id="1051184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51185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第二章作业：少版：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《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电路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》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第二章习题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2-4(a)(d)(f)(g)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2-6, 2-11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2-15</a:t>
            </a:r>
            <a:endParaRPr lang="en-US" altLang="zh-CN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提交时间：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3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月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24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号课堂，过期不候。</a:t>
            </a:r>
            <a:endParaRPr lang="zh-CN" altLang="en-US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</p:txBody>
      </p:sp>
      <p:sp>
        <p:nvSpPr>
          <p:cNvPr id="1051186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53" name=""/>
        <p:cNvGrpSpPr/>
        <p:nvPr/>
      </p:nvGrpSpPr>
      <p:grpSpPr/>
      <p:sp>
        <p:nvSpPr>
          <p:cNvPr id="1051184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51185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第二章作业：少版：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《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电路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》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第二章习题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2-4(a)(d)(f)(g)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2-6, 2-11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2-15</a:t>
            </a:r>
            <a:endParaRPr lang="en-US" altLang="zh-CN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提交时间：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3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月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24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号课堂，过期不候。</a:t>
            </a:r>
            <a:endParaRPr lang="zh-CN" altLang="en-US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</p:txBody>
      </p:sp>
      <p:sp>
        <p:nvSpPr>
          <p:cNvPr id="1051186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53" name=""/>
        <p:cNvGrpSpPr/>
        <p:nvPr/>
      </p:nvGrpSpPr>
      <p:grpSpPr/>
      <p:sp>
        <p:nvSpPr>
          <p:cNvPr id="1051184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51185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第二章作业：少版：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《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电路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》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第二章习题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2-4(a)(d)(f)(g)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2-6, 2-11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2-15</a:t>
            </a:r>
            <a:endParaRPr lang="en-US" altLang="zh-CN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提交时间：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3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月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24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号课堂，过期不候。</a:t>
            </a:r>
            <a:endParaRPr lang="zh-CN" altLang="en-US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</p:txBody>
      </p:sp>
      <p:sp>
        <p:nvSpPr>
          <p:cNvPr id="1051186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63" name=""/>
        <p:cNvGrpSpPr/>
        <p:nvPr/>
      </p:nvGrpSpPr>
      <p:grpSpPr/>
      <p:sp>
        <p:nvSpPr>
          <p:cNvPr id="1050040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>
                <a:alpha val="100000"/>
              </a:srgbClr>
            </a:solidFill>
            <a:miter lim="800000"/>
          </a:ln>
        </p:spPr>
      </p:sp>
      <p:sp>
        <p:nvSpPr>
          <p:cNvPr id="1050041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第二章作业：少版：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《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电路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》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第二章习题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2-4(a)(d)(f)(g)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2-6, 2-11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，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2-15</a:t>
            </a:r>
            <a:endParaRPr lang="en-US" altLang="zh-CN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  <a:p>
            <a:pPr lvl="0" eaLnBrk="1" hangingPunct="1">
              <a:spcBef>
                <a:spcPct val="0"/>
              </a:spcBef>
            </a:pP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提交时间：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3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月</a:t>
            </a:r>
            <a:r>
              <a:rPr lang="en-US" altLang="zh-CN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24</a:t>
            </a:r>
            <a:r>
              <a:rPr lang="zh-CN" altLang="en-US" b="1" dirty="0">
                <a:solidFill>
                  <a:schemeClr val="bg1"/>
                </a:solidFill>
                <a:latin typeface="Times New Roman" panose="02020603050405020304" pitchFamily="18" charset="0"/>
                <a:ea typeface="仿宋_GB2312" pitchFamily="49" charset="-122"/>
              </a:rPr>
              <a:t>号课堂，过期不候。</a:t>
            </a:r>
            <a:endParaRPr lang="zh-CN" altLang="en-US" b="1" dirty="0">
              <a:solidFill>
                <a:schemeClr val="bg1"/>
              </a:solidFill>
              <a:latin typeface="Times New Roman" panose="02020603050405020304" pitchFamily="18" charset="0"/>
              <a:ea typeface="仿宋_GB2312" pitchFamily="49" charset="-122"/>
            </a:endParaRPr>
          </a:p>
        </p:txBody>
      </p:sp>
      <p:sp>
        <p:nvSpPr>
          <p:cNvPr id="1050042" name="灯片编号占位符 3"/>
          <p:cNvSpPr txBox="1">
            <a:spLocks noGrp="1"/>
          </p:cNvSpPr>
          <p:nvPr>
            <p:ph type="sldNum" sz="quarter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</a:ln>
        </p:spPr>
        <p:txBody>
          <a:bodyPr anchor="b" anchorCtr="0"/>
          <a:p>
            <a:pPr lvl="0" algn="r"/>
            <a:fld id="{9A0DB2DC-4C9A-4742-B13C-FB6460FD3503}" type="slidenum">
              <a:rPr lang="zh-CN" altLang="en-US" sz="1200" dirty="0"/>
            </a:fld>
            <a:endParaRPr lang="zh-CN" altLang="en-US" sz="1200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8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8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9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9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9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9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9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9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9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1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10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10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10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10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0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0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0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0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0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0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1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1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1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1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1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1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1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1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1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1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1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2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3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2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1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451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1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51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1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1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2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5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5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5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5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5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2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86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87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58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8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9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2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2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2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2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2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3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3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3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3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53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3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53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3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3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3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2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8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8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8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8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2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2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2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2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2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7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7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7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57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8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8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4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4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54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54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5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5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2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9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9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9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9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9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2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5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5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5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6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6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2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0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0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0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0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0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0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2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6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6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6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6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6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6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6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2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6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7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7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7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7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7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7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2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18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19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2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21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22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9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9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59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9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0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4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4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54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54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54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4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1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45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4146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47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148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49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50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1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9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9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9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9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9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51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52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5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5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5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1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8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8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8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8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8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8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1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5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57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58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59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60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6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6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6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1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0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0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0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0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2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4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4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1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2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2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2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2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2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2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1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3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3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13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1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1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1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1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2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1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6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6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6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6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6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0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0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0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0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0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0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1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7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7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7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7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7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7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8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3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3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4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4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4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4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4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1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8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8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9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9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9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9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9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6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7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17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7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7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1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1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21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21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21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1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0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8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348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8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48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8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8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0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4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4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4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4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4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0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96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97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49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9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0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0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0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1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1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1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1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1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0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0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0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50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0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50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0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0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0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0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5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59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60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61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2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3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3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3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0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4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4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4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54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5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5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0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7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7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47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47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7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7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0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3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0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7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7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8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8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8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0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2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2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2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2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2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2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0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3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3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3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3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3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3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4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0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8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9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9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9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9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9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9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0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1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1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1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1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1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2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2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2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4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52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53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554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55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556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57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9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3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283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3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83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3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3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9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8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8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9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21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22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82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2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2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9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6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6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6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9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0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0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80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0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80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0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0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0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9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6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6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6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7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2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5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5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5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9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1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1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1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81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1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2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9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7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7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87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87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7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7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9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1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1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1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1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1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9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4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4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9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4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5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5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5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5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5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9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9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9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9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9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9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9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9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9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3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3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3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4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4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4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4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9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7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7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7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8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8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8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8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8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2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2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82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2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3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5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5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85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85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85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6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1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641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2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42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2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2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5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7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7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7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7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5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3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3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3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3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3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5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2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2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2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2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2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2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5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7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7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7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7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7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7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8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8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5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6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6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6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6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3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9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9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9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5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4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4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4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5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95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96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497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9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9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0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5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5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5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5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5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5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5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8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8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8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8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8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1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1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1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1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1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1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5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5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5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6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6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6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6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6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5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4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4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4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4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4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4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4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5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8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8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9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9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9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9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9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35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36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437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38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39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0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0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50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50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50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0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6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1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721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1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21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1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1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7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7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7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7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7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6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0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0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20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0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0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3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3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3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4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4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4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8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8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9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9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9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9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9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9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6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4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4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4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3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1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1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1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8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8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8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8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8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8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25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26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227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22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2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3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7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7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7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8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8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6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4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4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4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5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5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6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9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9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9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5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5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5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5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5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5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5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6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1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1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2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2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2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2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2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5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6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6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6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6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6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6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6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0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0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20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1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1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3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3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23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23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23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3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7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9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169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9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169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9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9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7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8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8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8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8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8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7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4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4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74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4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4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7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8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9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9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9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7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3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3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73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3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73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3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3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3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7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9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0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0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0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3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0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0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1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7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2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2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2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72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3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3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7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6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6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66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66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6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6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7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1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1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1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1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2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7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5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5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5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5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5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7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0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0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0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0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0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0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7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4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4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4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4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4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5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5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7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0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1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1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1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1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1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1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7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68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69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7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71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72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7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7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7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21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22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723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24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25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7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7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67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67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168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8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8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8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258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8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58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9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9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8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8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8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8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8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8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8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2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2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53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3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3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8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4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4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4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8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5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5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55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6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56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6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6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6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8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5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5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5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5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3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3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3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3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8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3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3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3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53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3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3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8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0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0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60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0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1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1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8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6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6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6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6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6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8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23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24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2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2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2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8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7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7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7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7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7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8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8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9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9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9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9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9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9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9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8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9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0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0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0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0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0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0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8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3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4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4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4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4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4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4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4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8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7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7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57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7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7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8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1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1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51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52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52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2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6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5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705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6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06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6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6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0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0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1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1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1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6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46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47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04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4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5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2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2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2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2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2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7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07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7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07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7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7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7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6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3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3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3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3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3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7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7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7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89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90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91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99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9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9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4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4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04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04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4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4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3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3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3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3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3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6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9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9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9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9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9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6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2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2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2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2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2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3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8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8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8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8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8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8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8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6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5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5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5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5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5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5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5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0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0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0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0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0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0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0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0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6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6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06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6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6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1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1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01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01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01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1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6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45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1246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47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1248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49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50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6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18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18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9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9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6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51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52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25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5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5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6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1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1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1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1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1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1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6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9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19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20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0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20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0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0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0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6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6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6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6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6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8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8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8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6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5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5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5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25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6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6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6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9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19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19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19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9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19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6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7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7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7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7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7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6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0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0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0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0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1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6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7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7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7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7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8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8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6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3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3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3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3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3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3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3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6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3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3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4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4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4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4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4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6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23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24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2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26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27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2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2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3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6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6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6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26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6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7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6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1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1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21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22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122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2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7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5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195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5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195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5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5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7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97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9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9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0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7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01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02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00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0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0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7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4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4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4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7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8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8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98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8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98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8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8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8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7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2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2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2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9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9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9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7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3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3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3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03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4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4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7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9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9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99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99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9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9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7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3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3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3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3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3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7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7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7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7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8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8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7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2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2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2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2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2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3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7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0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0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0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0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1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1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1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7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6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6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6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6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6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7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7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7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13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14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1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16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17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1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1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2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7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7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97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7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7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5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6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96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96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196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6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9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5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306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6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06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6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6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9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9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9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9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9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9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54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55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05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5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5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9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7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7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7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7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8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9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2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2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03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3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03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3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3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3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9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7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7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7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7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0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1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1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9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9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9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9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00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0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0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9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48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49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050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0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9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0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0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0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0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0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9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23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24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2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2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2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9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6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6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6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6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6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7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9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1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1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1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1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2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2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2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9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4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4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4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4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4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4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4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9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08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09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1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11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12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1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1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1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3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3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03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3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4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8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8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08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08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08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8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1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7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398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8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98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8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8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1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1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2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8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8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9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1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4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4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4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1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5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6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96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6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96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6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6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6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1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0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0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5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5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5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1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9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9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99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9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1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0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0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00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0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0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4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4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1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9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9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9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9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9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5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5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5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5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5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5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1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1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1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1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1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1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1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6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6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6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7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7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7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7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1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2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3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3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3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3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3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3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3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7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7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97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7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7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2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02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02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02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2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2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2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463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3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63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3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3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2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7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7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7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7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7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2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66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67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66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6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7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2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2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2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2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2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2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2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4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65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5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65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5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5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5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2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2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2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2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4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7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7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7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2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3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3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3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63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3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4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9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9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69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69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9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9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2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5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5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5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5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6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2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9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9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9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0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0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2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1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1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1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2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8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85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8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8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8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8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9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2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4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4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4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4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4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4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4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2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76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77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7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79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80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68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8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8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61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662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663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64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65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0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0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60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61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61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61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3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43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3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43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7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8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8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3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3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2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5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5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5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5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5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5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0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1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5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1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0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0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0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0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3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44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445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4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8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8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8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6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6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6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1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1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1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7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7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7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7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7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2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2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8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9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9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9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5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45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9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9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39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40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40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5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665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5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65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5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5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5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3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3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3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4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4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5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9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9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69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9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9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5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5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8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8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68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8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68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8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9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9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5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3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3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3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3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5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7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7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7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5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0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0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0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60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0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0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5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73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74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675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67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7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7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5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1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1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1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1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1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5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2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2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2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2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2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6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6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6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7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7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7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5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0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0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1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1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1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1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1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5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6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6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6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6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6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6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6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5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2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2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2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2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2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3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3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3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7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8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68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8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8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42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43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644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64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646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47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5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655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5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55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6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6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5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0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0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0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1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1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5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6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6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6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6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6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5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6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6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6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7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7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7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5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4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4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4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4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4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4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4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4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5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8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8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9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5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4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4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4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5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1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1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1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1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1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1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5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5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5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55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55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5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5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5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9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9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9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0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60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5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3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3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3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4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4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9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9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9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9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9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9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5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1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1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2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2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2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2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2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5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3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3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3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3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3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3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3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5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73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74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7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76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77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57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7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8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25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526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527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28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29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8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8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58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58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58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58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2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0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450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0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50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1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1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2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5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5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6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6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6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1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1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41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2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2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2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6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6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6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6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6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6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3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44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4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44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4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4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4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2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8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9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9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9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5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5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5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2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3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3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3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4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6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7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47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47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7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7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2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2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2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2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2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2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53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54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5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5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5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2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9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9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9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9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9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9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2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4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4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4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4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5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5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5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2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9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50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0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0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50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0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50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2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7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7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7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7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7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48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8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8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2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2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42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3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3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8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8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48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48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48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8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5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15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5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5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5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5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0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0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0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0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0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34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35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3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3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3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9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9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9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9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9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0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3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4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4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4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4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4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4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4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3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3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3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3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2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3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3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3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4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4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4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13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14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115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1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7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7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7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19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20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2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2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2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6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6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6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6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7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7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0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0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0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0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1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1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1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5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6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6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6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6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6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6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8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8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8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8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8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8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8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8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9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9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09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9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9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2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2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12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12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12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2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4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3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613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3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13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3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3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4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0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4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56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57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15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5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6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5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1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4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7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7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17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7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17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7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7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7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4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2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2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2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3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2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5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5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5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5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1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1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1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21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2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4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6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6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16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1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4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0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20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20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20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4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8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4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5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5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5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5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5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5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4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8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8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8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4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4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4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4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4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4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4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4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9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9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9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9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1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3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3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3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14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14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4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4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9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79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0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80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0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0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4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0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0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0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0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0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4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8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8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78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8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8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4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2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2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2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2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2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4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7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7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77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7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77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7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8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8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4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5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5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5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5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2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8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8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8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4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6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6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6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76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6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6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4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0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1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81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81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1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1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4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7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7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7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7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4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5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5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6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6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6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4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8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8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9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9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9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4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2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2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2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3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3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3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3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4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4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4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5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5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5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5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4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34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35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3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37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38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3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4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4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93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94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795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96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97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1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1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81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81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81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2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6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2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692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2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92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2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2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8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8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9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9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6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4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4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9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0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0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0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0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0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0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0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07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908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09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910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1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1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1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6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5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5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5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5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3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0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0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0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4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4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5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9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6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6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96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96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6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6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1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1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1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1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1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6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6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3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3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3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4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4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4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7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7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7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7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7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8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8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6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3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3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3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3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93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3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3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9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9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9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9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9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9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9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9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1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92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92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2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2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958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59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960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96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962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96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6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05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1306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07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1308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09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10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6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4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45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6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9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9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29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9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9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6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1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1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1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2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2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2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6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6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6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36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6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36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6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7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7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6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3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3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3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3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6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6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6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6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38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39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40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34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4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4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6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8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9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29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29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9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9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6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3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3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3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3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3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6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7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7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7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7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7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6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2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2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2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2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2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2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6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4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5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5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5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5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5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6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8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28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8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8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28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8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28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6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56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57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5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59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60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6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6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6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6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0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0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30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0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0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6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1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1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31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31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131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1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8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1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211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1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11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1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1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8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8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8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8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8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8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8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3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3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13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3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3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8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8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8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8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8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8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9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8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2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2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12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2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12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2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3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3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8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7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7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7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7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4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7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7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7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7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4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4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4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0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8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9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9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09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09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9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9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8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5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5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5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5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5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8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5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5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6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6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6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8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0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0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0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0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0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1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8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6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6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6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6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6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6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6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8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1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1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1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2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2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2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2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8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9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9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09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0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0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0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0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0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4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04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04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4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4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8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7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7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07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07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07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07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0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7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327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7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27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7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7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9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1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1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1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1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1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0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66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67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26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6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7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9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3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3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3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3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3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3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9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8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8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18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8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18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8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8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8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0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4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4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4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4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8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8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8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0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4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4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4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2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9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37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38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239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24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4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4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9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9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9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9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9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9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2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2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2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2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3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0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6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6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6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6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6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6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9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0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0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0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0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0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0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0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0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5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5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5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5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5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5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5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9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0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0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0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1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1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1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1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1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95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96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197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98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99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2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2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22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22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22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2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6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8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708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8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09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9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9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2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2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2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2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2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6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4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5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5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5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5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9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9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9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9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9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9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4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4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4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4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4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4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4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4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6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4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9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9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0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1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1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11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11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1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1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6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6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6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7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7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6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0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0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0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1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1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6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7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07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7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08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8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08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1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1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2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2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2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2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2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6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09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0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0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0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0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10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0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0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3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13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13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3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3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13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3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13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13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13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14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2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0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480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0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80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0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0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2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4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4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4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4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4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2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26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27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82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2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3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2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7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7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7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7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7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7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3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3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83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4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84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4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4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4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2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8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89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90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91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4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1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1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1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2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8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8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8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88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8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8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3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3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83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83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3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3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2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5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59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6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6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6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2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1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1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1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1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2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2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1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1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1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1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1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1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2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6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6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6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6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6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6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6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2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9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9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9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0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0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0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0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2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5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5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5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5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5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5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5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5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21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22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823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24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25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7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7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87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87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88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8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0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50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0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50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0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0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6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6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6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1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1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1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1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1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3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3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3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4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4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4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97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98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99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00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0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0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0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2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2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2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2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4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2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2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2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3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3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3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3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3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3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8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8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48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8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8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8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8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8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8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8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9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2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2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2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2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3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6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6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6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7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7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7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7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7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7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7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7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7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7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1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1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1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1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1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2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2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91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92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493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94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95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4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4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54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54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54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4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9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3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293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3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93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3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3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9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5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5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5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5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5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9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1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1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91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1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1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9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7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7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7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7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7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7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9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2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92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2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92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2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2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2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9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3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3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3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5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4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4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4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9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5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5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5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95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5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6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9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0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0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90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90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0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0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9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3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4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4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4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4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9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6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6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6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6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7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9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4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4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4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4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4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4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9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8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8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8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8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8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9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9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9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9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89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89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0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0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0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0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9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7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7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7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8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8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98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8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8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61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962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963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64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65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1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1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91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91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91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92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1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5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406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6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06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1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9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9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9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9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3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3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3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1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8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8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1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1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6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6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6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5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6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6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6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1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7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7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07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7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1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2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2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12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12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3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3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8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8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8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8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1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4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4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6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7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7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7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7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1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1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1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1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1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1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1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1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4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4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4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5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05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1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03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104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0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06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07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10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0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1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5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05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05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5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9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09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09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10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10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10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7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39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1640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41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1642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43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44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7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8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8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8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8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8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7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5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5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65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6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6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7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1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1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1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1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1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1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7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6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6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56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7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57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7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7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7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7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0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0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0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0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5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8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8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8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7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9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9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9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59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9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9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7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28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29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630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63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3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3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7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7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7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7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7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7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3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3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3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3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3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7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2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2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2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2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2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2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7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9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0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0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0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0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0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0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4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4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4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4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64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5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5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7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8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8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8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8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8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9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9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9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5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65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65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5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5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1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1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61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61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162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62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4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1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91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1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92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2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2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4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7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7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7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7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7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4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5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5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85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5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5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4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0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0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0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0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0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1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4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4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4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84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4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84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4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4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4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4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8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8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8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8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0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1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1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1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4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9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9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9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89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9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9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4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3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3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93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93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3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3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4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8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89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9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9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9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4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5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5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5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5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5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4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1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1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1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1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1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1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4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6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6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6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6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6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6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6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7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7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7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8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88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8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8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4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23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24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2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26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27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2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2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3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8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8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8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9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0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90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90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90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0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2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632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2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32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2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2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5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4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5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5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5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5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5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0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0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40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1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1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5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6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6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6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6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7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7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5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9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39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9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39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9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9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9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5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7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7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7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7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1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5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25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26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5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54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55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56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35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5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5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5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8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8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38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38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8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8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5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3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3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3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3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3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5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7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7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7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7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8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3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3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3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3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3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4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5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1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1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1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2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2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2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2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5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40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40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0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0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40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0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40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5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41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42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4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44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45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34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4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4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8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38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38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9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9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36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6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36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36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36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36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6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5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735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5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735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6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6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9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9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9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9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6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44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45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34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4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4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7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8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8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8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8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8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2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26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327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28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329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3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3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3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6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1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1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1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1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0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6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6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7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0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0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0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30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0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0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73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74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275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727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7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7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3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3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3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3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3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6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8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8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8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8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8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6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3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3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4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4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4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4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0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1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1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1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1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1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1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6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4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5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5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5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5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5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9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29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9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9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29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730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0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0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32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732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732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2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32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6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6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26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727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727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727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7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9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179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9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179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0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0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7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7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7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7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7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7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7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2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2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82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2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2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7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3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3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3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3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3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3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7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6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6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76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6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76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6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7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7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7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0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0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0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0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0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6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6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6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7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1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1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1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8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7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85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86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787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78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8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9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7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4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4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4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5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5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7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91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92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9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9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9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7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4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4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4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4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4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4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7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5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6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6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6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6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7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0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0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0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0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1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1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1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7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7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77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7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8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8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78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8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78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3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3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83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3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4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1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2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82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82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182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2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7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7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187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7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187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7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7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7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6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6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6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6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6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7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1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1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91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1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1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7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3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3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3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4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4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4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7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7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7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88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8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88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8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8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8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7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4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4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4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0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5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5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5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7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9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9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9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90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0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0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7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9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9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89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89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7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2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2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2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2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3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7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8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8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8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8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9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7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2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2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2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2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2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2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7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6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6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6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6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6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7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7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7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0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0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0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0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90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0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0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7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5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85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5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5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5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85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5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85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15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916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917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18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19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3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3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93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93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193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93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0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9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359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9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59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9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9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0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3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3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3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3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3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0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6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6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56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6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6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0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4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4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4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4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4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0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0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0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60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0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60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0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0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0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0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2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2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2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1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1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21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22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0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10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11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12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61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1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1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0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7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8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58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58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8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8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0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1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1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1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1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2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0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7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7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7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7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7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0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8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8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8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8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8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9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0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2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2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2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2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2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3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3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0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6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6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6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7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57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7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57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0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4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5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5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5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5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5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5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5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9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59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59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0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0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3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3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63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64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64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4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1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5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425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5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26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6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6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1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0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0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0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0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0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4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4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4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4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4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1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8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8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8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8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8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8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1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3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3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3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3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3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3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3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3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1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9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9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9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9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1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1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1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1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1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6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6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6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6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6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6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1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9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9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29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2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7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7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7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7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1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2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2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2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3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3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7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7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7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7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7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7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1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1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1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1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1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1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2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2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5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5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5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5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25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5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5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1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0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0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0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1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1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1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1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1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4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24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24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4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4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8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8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28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28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29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29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2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80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4781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82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783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84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85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2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1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1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1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2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2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2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86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87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78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8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9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2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4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4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4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4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4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0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1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71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1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71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1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1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1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2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5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5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5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6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1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9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9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9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2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5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5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5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75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5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5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9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9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79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79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9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9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2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4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4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4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5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2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2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2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2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2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2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2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6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6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6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2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0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0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0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0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0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0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0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2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6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6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6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7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7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7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7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2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3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3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3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3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73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3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3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2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72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72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3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3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7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7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77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77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77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77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7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27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7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27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3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3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3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3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3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6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6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6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6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6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1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1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1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5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5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5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5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5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5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6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6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0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1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1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1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2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4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5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5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3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3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3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3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4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4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8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8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8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8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8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8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0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0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0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0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0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4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4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9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9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0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0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0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0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1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2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2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2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2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2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2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4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4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4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5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5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5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5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9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9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9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9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9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9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9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9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2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2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32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2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3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78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9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80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82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8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9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6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316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6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16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7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7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9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1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1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9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7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7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17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8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8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9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3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3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3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3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4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4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9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8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08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9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09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9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9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09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9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2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2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2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2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2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36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37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38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9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0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0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0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10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0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0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9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53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54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155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15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5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5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9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49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5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5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5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9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0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0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1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1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1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9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4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4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4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4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4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4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9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9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09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9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9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09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0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0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9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5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6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6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6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6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6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6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9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18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19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2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21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22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1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7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17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17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7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7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30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31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132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13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134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135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0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0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380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0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80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0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0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0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5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6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6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6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6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0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2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3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0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7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7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7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7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7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7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0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6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6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76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6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76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6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7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7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0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1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1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3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3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3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3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0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09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10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11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1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1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0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78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79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780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78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8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8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0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2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2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2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0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9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9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0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0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0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4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4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4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4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4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4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0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5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5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5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5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5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5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5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3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3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3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3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3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3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4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0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9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9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9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9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9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9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9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9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1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2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82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2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8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8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78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78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78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8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6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13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13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6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2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3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3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3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3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6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34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35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43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3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3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6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8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8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8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8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8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6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0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10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411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12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413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1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1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1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6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5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5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5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6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3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5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5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5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6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2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2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2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42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2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2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6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17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18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419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42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2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2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7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6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6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6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7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7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6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0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0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0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0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0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7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6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6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6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6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8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9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9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9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9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9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39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6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4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4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4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4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4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4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5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6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96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397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9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399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00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0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0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0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6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3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4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44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4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4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6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5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5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45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45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145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5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8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55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2256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57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258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59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60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8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9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9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9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9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9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8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3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3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23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3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3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8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8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9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9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9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8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6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62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263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64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265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66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67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68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8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1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1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1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2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5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7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7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7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8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1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1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1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31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1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1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8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37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38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239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24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4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4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8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70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7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7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7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8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43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44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8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0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0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0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0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0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1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8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9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9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0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0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0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0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0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8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4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4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5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5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5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5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5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8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74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75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7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77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78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7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8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8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8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8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8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28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8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8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8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2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2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32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32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32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2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1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2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3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1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2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3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1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2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3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1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2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3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3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43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3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43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7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8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8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3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3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2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5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5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5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5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5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5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0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1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5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1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0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0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0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0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3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44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445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4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8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8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8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6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6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6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1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1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1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7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7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7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7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7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2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2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8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9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9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9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5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45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9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9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39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40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40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3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43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3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43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7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80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8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3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3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1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2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2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5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5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5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5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5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5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6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0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1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5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1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0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0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0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0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3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44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445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44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4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8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8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8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8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6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6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6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1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1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1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7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7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7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7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7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7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2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2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42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3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8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9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9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9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9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45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45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5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9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9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39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40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40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40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4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3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63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3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63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3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3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6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6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6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6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6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0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0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0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0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0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6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6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7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7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7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7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4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1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17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18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19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20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2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2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2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4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2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25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26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27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5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4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4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4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0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0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0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0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0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1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57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58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559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56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6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6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1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12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1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1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1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8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8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9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9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9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4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4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4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4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4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5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5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9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9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9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9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9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9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9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3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4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4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4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4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4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4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8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58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8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8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8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58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8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8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28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29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630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31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32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7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7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57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57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57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57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1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2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3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1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2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3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8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64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2365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66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367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68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69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8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4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47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4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4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5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8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8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9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39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9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9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8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4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4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4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4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4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4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8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7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7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37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7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37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7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7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7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8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0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0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0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0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6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3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3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3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8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10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11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12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41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1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1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8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78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79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380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38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8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8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8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2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2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2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3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3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8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9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9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8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5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5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6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6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6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6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8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5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5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5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5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5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5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5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8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9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0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0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0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0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0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0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8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3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3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3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3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3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33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3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3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8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84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385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386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87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388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8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1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1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41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41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42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2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4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8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98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8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99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9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9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4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1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1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1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1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1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4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7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7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97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8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8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4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4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4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4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4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4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4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9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94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995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96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997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9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9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0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4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5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5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5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5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6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4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4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4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4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0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0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0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00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1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1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4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5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6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96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96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6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6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4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6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6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6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6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6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4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01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02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0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0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0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4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4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5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5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5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5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5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4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1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1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1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2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2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2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2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4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7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7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7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7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97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7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7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4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24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25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2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27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28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2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3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3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8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98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98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8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8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9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37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38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939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94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941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942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9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0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270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0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70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0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0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9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5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5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5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5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5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9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7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8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8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8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8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8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4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4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4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4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4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4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8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9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7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76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77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78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6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6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6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6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9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69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70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71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7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7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7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8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2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2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62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62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3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3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9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8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8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8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8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8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9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5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5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6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6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6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8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1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1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1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1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1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1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8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4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4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4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4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5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5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5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9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9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9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9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9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9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9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0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8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3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3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3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3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3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63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3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3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6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89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690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691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92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93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9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6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6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66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66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66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66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4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7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607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7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07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7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7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4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1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1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1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2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2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4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5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5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05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5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5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4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4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5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51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5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5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5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4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9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96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097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98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099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0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0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0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4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3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3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3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3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6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7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7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7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4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6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6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6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06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6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7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4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03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04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105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10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0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0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4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7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7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7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8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8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4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2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2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2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2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2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4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8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8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8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8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8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8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4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8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8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9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9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9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9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9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3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3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3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3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04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4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4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4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10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11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1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1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1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11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1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11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6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06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06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6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6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9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4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4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04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04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04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04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6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676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6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76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6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6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5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1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1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1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1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1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5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5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5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75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5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5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5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2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2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2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2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2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2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5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6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6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77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7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77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7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7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7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5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4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4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4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4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7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8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9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9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5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69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69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69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70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0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0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5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8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8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78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78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9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9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5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3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3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3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3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3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5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7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7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7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7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8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4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4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4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4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4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4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99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5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0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0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0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0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0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0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0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5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5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5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5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5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5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6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6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5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1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1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1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1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1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72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2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2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81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82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783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84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85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5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2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3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73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73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73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3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2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75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4976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77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978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79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80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2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4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4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4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4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4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2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05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06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90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0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0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2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4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4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4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4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4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5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5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5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95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6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96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6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6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6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2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1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1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1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1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7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0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0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0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2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9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9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89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89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9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89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5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5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95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95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5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5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2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6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66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6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6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6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2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1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1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1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1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1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2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8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8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8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8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8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8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2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2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2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2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2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2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3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3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2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9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89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0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0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0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0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0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2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32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33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3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35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36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93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3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3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1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70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71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972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73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74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1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2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92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92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92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2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1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0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440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0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440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1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1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1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6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6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6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6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6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1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1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41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1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1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1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5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5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5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5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5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5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1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9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94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395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96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397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9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9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0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1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4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4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4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4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7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14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15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16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1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7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7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7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38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8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8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1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2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3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33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33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3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3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8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89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9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9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9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1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83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84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8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8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8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3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3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3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3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3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4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1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7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7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7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7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7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7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7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2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2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2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2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2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2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2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1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4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34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4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4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4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435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5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5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01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402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403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04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405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59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60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361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436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4363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364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8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3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213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3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14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4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4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8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9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9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9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0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0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8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60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61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16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6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6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8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1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1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1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1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1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1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8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0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0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20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0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20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0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0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0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8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5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51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52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53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7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61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62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63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8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7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7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7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17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8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8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8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70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71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172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17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7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7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8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2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2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2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3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3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8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6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6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6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6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6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4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8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2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2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23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22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2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2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8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8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8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8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8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8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8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8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8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4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4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4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4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4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4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4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8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8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19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9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9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9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19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9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9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8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1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21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21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1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22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8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5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5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15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15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15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15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0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5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335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5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35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5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5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0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9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91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9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9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9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0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19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20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321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22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23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0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9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9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9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9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9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0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0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8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8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28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8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28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28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8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8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0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5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5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5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6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7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7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7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7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0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3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0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13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14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315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3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0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6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6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6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7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7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0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0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0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1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1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1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0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4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46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4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4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4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5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0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0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02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0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0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0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0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0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0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2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2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2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2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2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2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3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6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0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3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3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3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4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4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4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4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4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7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27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27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8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28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3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3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33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33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33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3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1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0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2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3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2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1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01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1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02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2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2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6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6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6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6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6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2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9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9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00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0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0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5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5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5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5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5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6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29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0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04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005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06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007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0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0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1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6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67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68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69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8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4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5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5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23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24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25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02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2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2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2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87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88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989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499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9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9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4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4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0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3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3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3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3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4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4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7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7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7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7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7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8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8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2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3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3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3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3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3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3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4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04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4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5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5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05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5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5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93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4994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4995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96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4997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2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1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1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01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01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01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01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4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0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70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0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70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0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0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4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5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53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5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5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5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4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8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8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9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9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9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0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4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2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2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2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2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2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2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4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9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94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95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96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97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9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9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0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4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4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4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4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8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9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9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0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4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3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3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3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74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4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4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4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8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8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68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68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8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8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4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2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2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2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2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3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4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65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66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6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6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6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4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16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1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1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1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4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7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7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7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7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7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7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7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1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4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0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70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0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1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71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1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1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4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57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58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5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60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61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66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6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6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7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67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67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8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68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4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3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3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73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73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73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73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59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9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679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9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679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9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79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6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3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36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3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3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3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6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1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1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82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2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2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6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7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7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7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7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7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7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6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1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11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812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13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814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1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1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1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6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6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7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7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7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8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47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48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49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6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40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41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42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84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4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4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6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0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0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80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680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0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0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6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5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5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5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5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5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6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5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5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6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6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6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5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9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79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0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0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0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0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6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4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47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4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49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50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51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52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6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2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2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3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3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3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3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3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6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7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8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8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8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8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688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8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8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3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23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6824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6825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26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27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6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86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6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86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686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686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686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1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85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3886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87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888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89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0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1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2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28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2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3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3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1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9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9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9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0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0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1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4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4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4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5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1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0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08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909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10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911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12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13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14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1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39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40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41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8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70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71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72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1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3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3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3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9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1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9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9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89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89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9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1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6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6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6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1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0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0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0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0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0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1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7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7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7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7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7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1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2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2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2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23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924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25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26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1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7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7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80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81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82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83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84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1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5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86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6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6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6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86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6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15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916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917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18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919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1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5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85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85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85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85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70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11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1512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13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151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1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1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7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44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5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70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94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95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4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7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3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3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3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4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4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4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7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2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2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52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2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52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2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3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3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70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7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7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7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7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8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93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94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95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7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8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83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8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48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8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8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7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88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89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490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149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9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9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7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3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3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3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3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3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7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48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49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5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5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5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7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7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47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7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47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8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48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6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7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1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1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1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2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2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2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2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7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9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00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0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0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0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0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0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7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5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6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6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6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6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156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6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6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0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0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150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150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0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1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7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53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54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555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55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1557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558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9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63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2764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65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766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67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68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9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2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2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2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2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2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91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5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5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75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5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5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9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7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7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7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8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8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8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9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84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785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86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787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88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89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90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9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3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3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0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9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2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2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2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72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9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9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9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79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79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9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9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9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4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48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4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5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5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9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97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98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9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0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80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9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5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5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59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6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6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6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9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0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0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0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1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1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1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1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91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1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1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1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1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1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1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2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8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9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6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7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7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7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7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77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7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7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8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3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73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73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3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4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1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91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41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42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743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74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745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746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0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3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343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3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44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4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4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0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9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9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9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9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9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0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1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1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41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2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2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0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7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7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8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8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8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8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0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4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45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5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45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5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5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5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0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0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0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0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0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2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2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2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0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1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1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1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41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1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1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19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0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61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62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463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4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0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96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97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9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9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0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0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56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5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58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59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60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0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7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7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7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7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7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7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0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2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2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2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2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2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2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2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0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8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38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8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8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38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8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39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0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2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3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3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3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3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43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3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3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43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444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445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46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47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2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0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0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40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40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40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41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0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36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3737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38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3739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40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41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0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9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9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9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9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9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0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47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48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749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50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51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0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85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8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87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8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8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9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0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2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2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72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2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72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2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2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2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0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8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82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83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84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3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3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3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0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57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58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59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660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61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62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0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0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0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70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370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0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0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0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1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11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1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1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1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0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7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7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7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7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7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1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0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30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31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3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3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3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3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0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15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16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1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18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19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20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21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0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63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64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65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66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67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68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69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2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0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96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697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98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699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00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3701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02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03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3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42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3743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3744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45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746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2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0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75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76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677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367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3679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3680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1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3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2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2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3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8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58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2459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60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2461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62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63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18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9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9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9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9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9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8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48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49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45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5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5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8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70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71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72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73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74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75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8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2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2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42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2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426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2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2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2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8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87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88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89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90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61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038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39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40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8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35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36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37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438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39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40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8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96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97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498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249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0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0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8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82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8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8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8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8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8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30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31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3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3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3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18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76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77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78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7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8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8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18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0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0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04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05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0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0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0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18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41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42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43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44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445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46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47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18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09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510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1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12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13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2514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15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516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8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53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2454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2455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56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57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2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18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64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65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466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246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2468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2469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1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2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2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3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77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178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79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180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1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2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9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0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1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2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3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4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1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9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3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8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19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0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1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22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23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4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5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4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5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86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6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7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2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63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6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5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9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0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01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02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3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04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4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44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4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4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4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95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3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33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3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2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188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8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19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19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8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54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55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6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7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58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59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60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0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05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06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7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8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09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10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1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12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7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68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69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0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1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2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26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27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8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2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30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31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pattFill prst="openDmnd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23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72" name="Freeform 11"/>
          <p:cNvSpPr/>
          <p:nvPr userDrawn="1"/>
        </p:nvSpPr>
        <p:spPr>
          <a:xfrm rot="10800000">
            <a:off x="177800" y="-6350"/>
            <a:ext cx="12014200" cy="76200"/>
          </a:xfrm>
          <a:custGeom>
            <a:avLst/>
            <a:gdLst/>
            <a:ahLst/>
            <a:cxnLst>
              <a:cxn ang="0">
                <a:pos x="1149" y="0"/>
              </a:cxn>
              <a:cxn ang="0">
                <a:pos x="0" y="0"/>
              </a:cxn>
              <a:cxn ang="0">
                <a:pos x="0" y="785"/>
              </a:cxn>
              <a:cxn ang="0">
                <a:pos x="1149" y="785"/>
              </a:cxn>
              <a:cxn ang="0">
                <a:pos x="1273" y="392"/>
              </a:cxn>
              <a:cxn ang="0">
                <a:pos x="1149" y="0"/>
              </a:cxn>
            </a:cxnLst>
            <a:rect l="0" t="0" r="r" b="b"/>
            <a:pathLst>
              <a:path w="1559" h="302">
                <a:moveTo>
                  <a:pt x="140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02"/>
                  <a:pt x="0" y="302"/>
                  <a:pt x="0" y="302"/>
                </a:cubicBezTo>
                <a:cubicBezTo>
                  <a:pt x="1408" y="302"/>
                  <a:pt x="1408" y="302"/>
                  <a:pt x="1408" y="302"/>
                </a:cubicBezTo>
                <a:cubicBezTo>
                  <a:pt x="1491" y="302"/>
                  <a:pt x="1559" y="234"/>
                  <a:pt x="1559" y="151"/>
                </a:cubicBezTo>
                <a:cubicBezTo>
                  <a:pt x="1559" y="67"/>
                  <a:pt x="1491" y="0"/>
                  <a:pt x="1408" y="0"/>
                </a:cubicBezTo>
                <a:close/>
              </a:path>
            </a:pathLst>
          </a:custGeom>
          <a:gradFill rotWithShape="1">
            <a:gsLst>
              <a:gs pos="0">
                <a:srgbClr val="23607C"/>
              </a:gs>
              <a:gs pos="100000">
                <a:srgbClr val="0C364F"/>
              </a:gs>
            </a:gsLst>
            <a:lin ang="0" scaled="1"/>
          </a:gradFill>
          <a:ln w="9525">
            <a:noFill/>
          </a:ln>
        </p:spPr>
        <p:txBody>
          <a:bodyPr/>
          <a:p>
            <a:endParaRPr lang="zh-CN" altLang="en-US" sz="3200"/>
          </a:p>
        </p:txBody>
      </p:sp>
      <p:sp>
        <p:nvSpPr>
          <p:cNvPr id="1055273" name="标题 1"/>
          <p:cNvSpPr>
            <a:spLocks noGrp="1"/>
          </p:cNvSpPr>
          <p:nvPr>
            <p:ph type="ctrTitle"/>
          </p:nvPr>
        </p:nvSpPr>
        <p:spPr>
          <a:xfrm>
            <a:off x="914400" y="1336040"/>
            <a:ext cx="10363200" cy="1470025"/>
          </a:xfrm>
        </p:spPr>
        <p:txBody>
          <a:bodyPr/>
          <a:lstStyle>
            <a:lvl1pPr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74" name="副标题 2"/>
          <p:cNvSpPr>
            <a:spLocks noGrp="1"/>
          </p:cNvSpPr>
          <p:nvPr>
            <p:ph type="subTitle" idx="1"/>
          </p:nvPr>
        </p:nvSpPr>
        <p:spPr>
          <a:xfrm>
            <a:off x="1828800" y="2967990"/>
            <a:ext cx="8534400" cy="1752600"/>
          </a:xfrm>
        </p:spPr>
        <p:txBody>
          <a:bodyPr/>
          <a:lstStyle>
            <a:lvl1pPr marL="0" indent="0" algn="ctr">
              <a:buNone/>
              <a:defRPr>
                <a:latin typeface="隶书" panose="02010509060101010101" pitchFamily="49" charset="-122"/>
                <a:ea typeface="隶书" panose="02010509060101010101" pitchFamily="49" charset="-122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pPr fontAlgn="base"/>
            <a:r>
              <a:rPr lang="zh-CN" altLang="en-US" strike="noStrike" noProof="1" smtClean="0"/>
              <a:t>单击此处编辑母版副标题样式</a:t>
            </a:r>
            <a:endParaRPr lang="zh-CN" altLang="en-US" strike="noStrike" noProof="1"/>
          </a:p>
        </p:txBody>
      </p:sp>
      <p:sp>
        <p:nvSpPr>
          <p:cNvPr id="1055275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6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7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bg>
      <p:bgPr>
        <a:solidFill>
          <a:schemeClr val="bg1"/>
        </a:solidFill>
        <a:effectLst/>
      </p:bgPr>
    </p:bg>
    <p:spTree>
      <p:nvGrpSpPr>
        <p:cNvPr id="23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31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32" name="内容占位符 2"/>
          <p:cNvSpPr>
            <a:spLocks noGrp="1"/>
          </p:cNvSpPr>
          <p:nvPr>
            <p:ph idx="1"/>
          </p:nvPr>
        </p:nvSpPr>
        <p:spPr/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3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3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3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23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62" name="标题 1"/>
          <p:cNvSpPr>
            <a:spLocks noGrp="1"/>
          </p:cNvSpPr>
          <p:nvPr>
            <p:ph type="title"/>
          </p:nvPr>
        </p:nvSpPr>
        <p:spPr>
          <a:xfrm>
            <a:off x="963084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6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6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6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6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23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13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14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15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16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17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18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23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5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55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56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57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7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58" name="内容占位符 5"/>
          <p:cNvSpPr>
            <a:spLocks noGrp="1"/>
          </p:cNvSpPr>
          <p:nvPr>
            <p:ph sz="quarter" idx="4"/>
          </p:nvPr>
        </p:nvSpPr>
        <p:spPr>
          <a:xfrm>
            <a:off x="6193367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59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60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61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23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09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10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11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12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2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2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49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50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51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23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36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37" name="内容占位符 2"/>
          <p:cNvSpPr>
            <a:spLocks noGrp="1"/>
          </p:cNvSpPr>
          <p:nvPr>
            <p:ph idx="1"/>
          </p:nvPr>
        </p:nvSpPr>
        <p:spPr>
          <a:xfrm>
            <a:off x="4766733" y="273050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38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339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40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41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23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84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85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wrap="square" lIns="91440" tIns="45720" rIns="91440" bIns="45720" numCol="1" anchor="t" anchorCtr="0" compatLnSpc="1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None/>
            </a:pPr>
            <a:endParaRPr kumimoji="0" lang="zh-CN" altLang="en-US" sz="3200" b="1" i="0" u="none" strike="noStrike" kern="0" cap="none" spc="0" normalizeH="0" baseline="0" noProof="0" smtClean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286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</p:txBody>
      </p:sp>
      <p:sp>
        <p:nvSpPr>
          <p:cNvPr id="1055287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88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89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23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04" name="标题 1"/>
          <p:cNvSpPr>
            <a:spLocks noGrp="1"/>
          </p:cNvSpPr>
          <p:nvPr>
            <p:ph type="title"/>
          </p:nvPr>
        </p:nvSpPr>
        <p:spPr/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05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06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07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08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23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4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8"/>
            <a:ext cx="2743200" cy="5851525"/>
          </a:xfrm>
        </p:spPr>
        <p:txBody>
          <a:bodyPr vert="eaVert"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4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026400" cy="5851525"/>
          </a:xfrm>
        </p:spPr>
        <p:txBody>
          <a:bodyPr vert="eaVert"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4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4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4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标题，文本与内容">
    <p:spTree>
      <p:nvGrpSpPr>
        <p:cNvPr id="23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98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99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00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01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02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03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标题，一项大型内容和两项小型内容">
    <p:spTree>
      <p:nvGrpSpPr>
        <p:cNvPr id="23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19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20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21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22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23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24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25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标题，文本与两项内容">
    <p:spTree>
      <p:nvGrpSpPr>
        <p:cNvPr id="23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47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48" name="文本占位符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49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50" name="内容占位符 4"/>
          <p:cNvSpPr>
            <a:spLocks noGrp="1"/>
          </p:cNvSpPr>
          <p:nvPr>
            <p:ph sz="quarter" idx="3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351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52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53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标题和四项内容">
    <p:spTree>
      <p:nvGrpSpPr>
        <p:cNvPr id="23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90" name="标题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291" name="内容占位符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92" name="内容占位符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93" name="内容占位符 4"/>
          <p:cNvSpPr>
            <a:spLocks noGrp="1"/>
          </p:cNvSpPr>
          <p:nvPr>
            <p:ph sz="quarter" idx="3"/>
          </p:nvPr>
        </p:nvSpPr>
        <p:spPr>
          <a:xfrm>
            <a:off x="609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94" name="内容占位符 5"/>
          <p:cNvSpPr>
            <a:spLocks noGrp="1"/>
          </p:cNvSpPr>
          <p:nvPr>
            <p:ph sz="quarter" idx="4"/>
          </p:nvPr>
        </p:nvSpPr>
        <p:spPr>
          <a:xfrm>
            <a:off x="6197600" y="3938588"/>
            <a:ext cx="5384800" cy="2187575"/>
          </a:xfrm>
        </p:spPr>
        <p:txBody>
          <a:bodyPr/>
          <a:p>
            <a:pPr lvl="0" fontAlgn="base"/>
            <a:r>
              <a:rPr lang="zh-CN" altLang="en-US" strike="noStrike" noProof="1" smtClean="0"/>
              <a:t>单击此处编辑母版文本样式</a:t>
            </a:r>
            <a:endParaRPr lang="zh-CN" altLang="en-US" strike="noStrike" noProof="1" smtClean="0"/>
          </a:p>
          <a:p>
            <a:pPr lvl="1" fontAlgn="base"/>
            <a:r>
              <a:rPr lang="zh-CN" altLang="en-US" strike="noStrike" noProof="1" smtClean="0"/>
              <a:t>第二级</a:t>
            </a:r>
            <a:endParaRPr lang="zh-CN" altLang="en-US" strike="noStrike" noProof="1" smtClean="0"/>
          </a:p>
          <a:p>
            <a:pPr lvl="2" fontAlgn="base"/>
            <a:r>
              <a:rPr lang="zh-CN" altLang="en-US" strike="noStrike" noProof="1" smtClean="0"/>
              <a:t>第三级</a:t>
            </a:r>
            <a:endParaRPr lang="zh-CN" altLang="en-US" strike="noStrike" noProof="1" smtClean="0"/>
          </a:p>
          <a:p>
            <a:pPr lvl="3" fontAlgn="base"/>
            <a:r>
              <a:rPr lang="zh-CN" altLang="en-US" strike="noStrike" noProof="1" smtClean="0"/>
              <a:t>第四级</a:t>
            </a:r>
            <a:endParaRPr lang="zh-CN" altLang="en-US" strike="noStrike" noProof="1" smtClean="0"/>
          </a:p>
          <a:p>
            <a:pPr lvl="4" fontAlgn="base"/>
            <a:r>
              <a:rPr lang="zh-CN" altLang="en-US" strike="noStrike" noProof="1" smtClean="0"/>
              <a:t>第五级</a:t>
            </a:r>
            <a:endParaRPr lang="zh-CN" altLang="en-US" strike="noStrike" noProof="1"/>
          </a:p>
        </p:txBody>
      </p:sp>
      <p:sp>
        <p:nvSpPr>
          <p:cNvPr id="1055295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96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97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Layouts/slideLayout130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标题和表格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26" name="标题 1"/>
          <p:cNvSpPr>
            <a:spLocks noGrp="1"/>
          </p:cNvSpPr>
          <p:nvPr>
            <p:ph type="title"/>
          </p:nvPr>
        </p:nvSpPr>
        <p:spPr>
          <a:xfrm>
            <a:off x="527051" y="188913"/>
            <a:ext cx="10972800" cy="1143000"/>
          </a:xfrm>
        </p:spPr>
        <p:txBody>
          <a:bodyPr/>
          <a:p>
            <a:pPr fontAlgn="base"/>
            <a:r>
              <a:rPr lang="zh-CN" altLang="en-US" strike="noStrike" noProof="1" smtClean="0"/>
              <a:t>单击此处编辑母版标题样式</a:t>
            </a:r>
            <a:endParaRPr lang="zh-CN" altLang="en-US" strike="noStrike" noProof="1"/>
          </a:p>
        </p:txBody>
      </p:sp>
      <p:sp>
        <p:nvSpPr>
          <p:cNvPr id="1055327" name="表格占位符 2"/>
          <p:cNvSpPr>
            <a:spLocks noGrp="1"/>
          </p:cNvSpPr>
          <p:nvPr>
            <p:ph type="tbl" idx="1"/>
          </p:nvPr>
        </p:nvSpPr>
        <p:spPr>
          <a:xfrm>
            <a:off x="912284" y="1628775"/>
            <a:ext cx="10972800" cy="4525963"/>
          </a:xfrm>
        </p:spPr>
        <p:txBody>
          <a:bodyPr vert="horz" wrap="square" lIns="91440" tIns="45720" rIns="91440" bIns="45720" numCol="1" anchor="t" anchorCtr="0" compatLnSpc="1"/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FF00"/>
              </a:buClr>
              <a:buSzTx/>
              <a:buFont typeface="Wingdings" panose="05000000000000000000" pitchFamily="2" charset="2"/>
              <a:buChar char="Ø"/>
            </a:pPr>
            <a:endParaRPr kumimoji="0" lang="zh-CN" altLang="en-US" sz="3200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55328" name="日期占位符 3"/>
          <p:cNvSpPr>
            <a:spLocks noGrp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29" name="页脚占位符 4"/>
          <p:cNvSpPr>
            <a:spLocks noGrp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330" name="灯片编号占位符 5"/>
          <p:cNvSpPr>
            <a:spLocks noGrp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03AADBD5-742B-4BDC-9B30-5BE329864B08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 dir="d"/>
  </p:transition>
</p:sldLayout>
</file>

<file path=ppt/slideLayouts/slideLayout13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bg>
      <p:bgPr>
        <a:gradFill rotWithShape="0">
          <a:gsLst>
            <a:gs pos="0">
              <a:srgbClr val="F9F3EB">
                <a:alpha val="100000"/>
              </a:srgbClr>
            </a:gs>
            <a:gs pos="50000">
              <a:srgbClr val="F6EDE1">
                <a:alpha val="100000"/>
              </a:srgbClr>
            </a:gs>
            <a:gs pos="100000">
              <a:srgbClr val="F3E6D7">
                <a:alpha val="100000"/>
              </a:srgbClr>
            </a:gs>
          </a:gsLst>
          <a:lin ang="0" scaled="1"/>
        </a:gradFill>
        <a:effectLst/>
      </p:bgPr>
    </p:bg>
    <p:spTree>
      <p:nvGrpSpPr>
        <p:cNvPr id="23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78" name="矩形 6"/>
          <p:cNvSpPr/>
          <p:nvPr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007BD3"/>
              </a:gs>
              <a:gs pos="100000">
                <a:srgbClr val="034373"/>
              </a:gs>
            </a:gsLst>
            <a:path path="circle">
              <a:fillToRect l="100000" t="100000"/>
            </a:path>
            <a:tileRect r="-100000" b="-10000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79" name="Rectangle 5"/>
          <p:cNvSpPr txBox="1">
            <a:spLocks noChangeArrowheads="1"/>
          </p:cNvSpPr>
          <p:nvPr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程恩 苏为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80" name="Rectangle 5"/>
          <p:cNvSpPr txBox="1">
            <a:spLocks noChangeArrowheads="1"/>
          </p:cNvSpPr>
          <p:nvPr/>
        </p:nvSpPr>
        <p:spPr bwMode="auto">
          <a:xfrm>
            <a:off x="0" y="65357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水声通信技术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52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ctr" fontAlgn="base">
              <a:buNone/>
            </a:pPr>
            <a:fld id="{9A0DB2DC-4C9A-4742-B13C-FB6460FD3503}" type="slidenum">
              <a:rPr lang="en-US" altLang="zh-CN" strike="noStrike" noProof="1" dirty="0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>
              <a:solidFill>
                <a:srgbClr val="FF0000"/>
              </a:solidFill>
            </a:endParaRPr>
          </a:p>
        </p:txBody>
      </p:sp>
      <p:sp>
        <p:nvSpPr>
          <p:cNvPr id="1055282" name="日期占位符 1"/>
          <p:cNvSpPr>
            <a:spLocks noGrp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528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0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6.xml"/><Relationship Id="rId8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3.xml"/><Relationship Id="rId5" Type="http://schemas.openxmlformats.org/officeDocument/2006/relationships/slideLayout" Target="../slideLayouts/slideLayout22.xml"/><Relationship Id="rId4" Type="http://schemas.openxmlformats.org/officeDocument/2006/relationships/slideLayout" Target="../slideLayouts/slideLayout21.xml"/><Relationship Id="rId3" Type="http://schemas.openxmlformats.org/officeDocument/2006/relationships/slideLayout" Target="../slideLayouts/slideLayout20.xml"/><Relationship Id="rId20" Type="http://schemas.openxmlformats.org/officeDocument/2006/relationships/theme" Target="../theme/theme2.xml"/><Relationship Id="rId2" Type="http://schemas.openxmlformats.org/officeDocument/2006/relationships/slideLayout" Target="../slideLayouts/slideLayout1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4.xml"/><Relationship Id="rId16" Type="http://schemas.openxmlformats.org/officeDocument/2006/relationships/slideLayout" Target="../slideLayouts/slideLayout33.xml"/><Relationship Id="rId15" Type="http://schemas.openxmlformats.org/officeDocument/2006/relationships/slideLayout" Target="../slideLayouts/slideLayout32.xml"/><Relationship Id="rId14" Type="http://schemas.openxmlformats.org/officeDocument/2006/relationships/slideLayout" Target="../slideLayouts/slideLayout31.xml"/><Relationship Id="rId13" Type="http://schemas.openxmlformats.org/officeDocument/2006/relationships/slideLayout" Target="../slideLayouts/slideLayout30.xml"/><Relationship Id="rId12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27.xml"/><Relationship Id="rId1" Type="http://schemas.openxmlformats.org/officeDocument/2006/relationships/slideLayout" Target="../slideLayouts/slideLayout18.xml"/></Relationships>
</file>

<file path=ppt/slideMasters/_rels/slideMaster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3.xml"/><Relationship Id="rId8" Type="http://schemas.openxmlformats.org/officeDocument/2006/relationships/slideLayout" Target="../slideLayouts/slideLayout42.xml"/><Relationship Id="rId7" Type="http://schemas.openxmlformats.org/officeDocument/2006/relationships/slideLayout" Target="../slideLayouts/slideLayout41.xml"/><Relationship Id="rId6" Type="http://schemas.openxmlformats.org/officeDocument/2006/relationships/slideLayout" Target="../slideLayouts/slideLayout40.xml"/><Relationship Id="rId5" Type="http://schemas.openxmlformats.org/officeDocument/2006/relationships/slideLayout" Target="../slideLayouts/slideLayout39.xml"/><Relationship Id="rId4" Type="http://schemas.openxmlformats.org/officeDocument/2006/relationships/slideLayout" Target="../slideLayouts/slideLayout38.xml"/><Relationship Id="rId3" Type="http://schemas.openxmlformats.org/officeDocument/2006/relationships/slideLayout" Target="../slideLayouts/slideLayout37.xml"/><Relationship Id="rId20" Type="http://schemas.openxmlformats.org/officeDocument/2006/relationships/theme" Target="../theme/theme3.xml"/><Relationship Id="rId2" Type="http://schemas.openxmlformats.org/officeDocument/2006/relationships/slideLayout" Target="../slideLayouts/slideLayout3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1.xml"/><Relationship Id="rId16" Type="http://schemas.openxmlformats.org/officeDocument/2006/relationships/slideLayout" Target="../slideLayouts/slideLayout50.xml"/><Relationship Id="rId15" Type="http://schemas.openxmlformats.org/officeDocument/2006/relationships/slideLayout" Target="../slideLayouts/slideLayout49.xml"/><Relationship Id="rId14" Type="http://schemas.openxmlformats.org/officeDocument/2006/relationships/slideLayout" Target="../slideLayouts/slideLayout48.xml"/><Relationship Id="rId13" Type="http://schemas.openxmlformats.org/officeDocument/2006/relationships/slideLayout" Target="../slideLayouts/slideLayout47.xml"/><Relationship Id="rId12" Type="http://schemas.openxmlformats.org/officeDocument/2006/relationships/slideLayout" Target="../slideLayouts/slideLayout46.xml"/><Relationship Id="rId11" Type="http://schemas.openxmlformats.org/officeDocument/2006/relationships/slideLayout" Target="../slideLayouts/slideLayout45.xml"/><Relationship Id="rId10" Type="http://schemas.openxmlformats.org/officeDocument/2006/relationships/slideLayout" Target="../slideLayouts/slideLayout44.xml"/><Relationship Id="rId1" Type="http://schemas.openxmlformats.org/officeDocument/2006/relationships/slideLayout" Target="../slideLayouts/slideLayout35.xml"/></Relationships>
</file>

<file path=ppt/slideMasters/_rels/slideMaster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0.xml"/><Relationship Id="rId8" Type="http://schemas.openxmlformats.org/officeDocument/2006/relationships/slideLayout" Target="../slideLayouts/slideLayout59.xml"/><Relationship Id="rId7" Type="http://schemas.openxmlformats.org/officeDocument/2006/relationships/slideLayout" Target="../slideLayouts/slideLayout58.xml"/><Relationship Id="rId6" Type="http://schemas.openxmlformats.org/officeDocument/2006/relationships/slideLayout" Target="../slideLayouts/slideLayout57.xml"/><Relationship Id="rId5" Type="http://schemas.openxmlformats.org/officeDocument/2006/relationships/slideLayout" Target="../slideLayouts/slideLayout56.xml"/><Relationship Id="rId4" Type="http://schemas.openxmlformats.org/officeDocument/2006/relationships/slideLayout" Target="../slideLayouts/slideLayout55.xml"/><Relationship Id="rId3" Type="http://schemas.openxmlformats.org/officeDocument/2006/relationships/slideLayout" Target="../slideLayouts/slideLayout54.xml"/><Relationship Id="rId20" Type="http://schemas.openxmlformats.org/officeDocument/2006/relationships/theme" Target="../theme/theme4.xml"/><Relationship Id="rId2" Type="http://schemas.openxmlformats.org/officeDocument/2006/relationships/slideLayout" Target="../slideLayouts/slideLayout5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8.xml"/><Relationship Id="rId16" Type="http://schemas.openxmlformats.org/officeDocument/2006/relationships/slideLayout" Target="../slideLayouts/slideLayout67.xml"/><Relationship Id="rId15" Type="http://schemas.openxmlformats.org/officeDocument/2006/relationships/slideLayout" Target="../slideLayouts/slideLayout66.xml"/><Relationship Id="rId14" Type="http://schemas.openxmlformats.org/officeDocument/2006/relationships/slideLayout" Target="../slideLayouts/slideLayout65.xml"/><Relationship Id="rId13" Type="http://schemas.openxmlformats.org/officeDocument/2006/relationships/slideLayout" Target="../slideLayouts/slideLayout64.xml"/><Relationship Id="rId12" Type="http://schemas.openxmlformats.org/officeDocument/2006/relationships/slideLayout" Target="../slideLayouts/slideLayout63.xml"/><Relationship Id="rId11" Type="http://schemas.openxmlformats.org/officeDocument/2006/relationships/slideLayout" Target="../slideLayouts/slideLayout62.xml"/><Relationship Id="rId10" Type="http://schemas.openxmlformats.org/officeDocument/2006/relationships/slideLayout" Target="../slideLayouts/slideLayout61.xml"/><Relationship Id="rId1" Type="http://schemas.openxmlformats.org/officeDocument/2006/relationships/slideLayout" Target="../slideLayouts/slideLayout52.xml"/></Relationships>
</file>

<file path=ppt/slideMasters/_rels/slideMaster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7.xml"/><Relationship Id="rId8" Type="http://schemas.openxmlformats.org/officeDocument/2006/relationships/slideLayout" Target="../slideLayouts/slideLayout76.xml"/><Relationship Id="rId7" Type="http://schemas.openxmlformats.org/officeDocument/2006/relationships/slideLayout" Target="../slideLayouts/slideLayout75.xml"/><Relationship Id="rId6" Type="http://schemas.openxmlformats.org/officeDocument/2006/relationships/slideLayout" Target="../slideLayouts/slideLayout74.xml"/><Relationship Id="rId5" Type="http://schemas.openxmlformats.org/officeDocument/2006/relationships/slideLayout" Target="../slideLayouts/slideLayout73.xml"/><Relationship Id="rId4" Type="http://schemas.openxmlformats.org/officeDocument/2006/relationships/slideLayout" Target="../slideLayouts/slideLayout72.xml"/><Relationship Id="rId3" Type="http://schemas.openxmlformats.org/officeDocument/2006/relationships/slideLayout" Target="../slideLayouts/slideLayout71.xml"/><Relationship Id="rId20" Type="http://schemas.openxmlformats.org/officeDocument/2006/relationships/theme" Target="../theme/theme5.xml"/><Relationship Id="rId2" Type="http://schemas.openxmlformats.org/officeDocument/2006/relationships/slideLayout" Target="../slideLayouts/slideLayout7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85.xml"/><Relationship Id="rId16" Type="http://schemas.openxmlformats.org/officeDocument/2006/relationships/slideLayout" Target="../slideLayouts/slideLayout84.xml"/><Relationship Id="rId15" Type="http://schemas.openxmlformats.org/officeDocument/2006/relationships/slideLayout" Target="../slideLayouts/slideLayout83.xml"/><Relationship Id="rId14" Type="http://schemas.openxmlformats.org/officeDocument/2006/relationships/slideLayout" Target="../slideLayouts/slideLayout82.xml"/><Relationship Id="rId13" Type="http://schemas.openxmlformats.org/officeDocument/2006/relationships/slideLayout" Target="../slideLayouts/slideLayout81.xml"/><Relationship Id="rId12" Type="http://schemas.openxmlformats.org/officeDocument/2006/relationships/slideLayout" Target="../slideLayouts/slideLayout80.xml"/><Relationship Id="rId11" Type="http://schemas.openxmlformats.org/officeDocument/2006/relationships/slideLayout" Target="../slideLayouts/slideLayout79.xml"/><Relationship Id="rId10" Type="http://schemas.openxmlformats.org/officeDocument/2006/relationships/slideLayout" Target="../slideLayouts/slideLayout78.xml"/><Relationship Id="rId1" Type="http://schemas.openxmlformats.org/officeDocument/2006/relationships/slideLayout" Target="../slideLayouts/slideLayout69.xml"/></Relationships>
</file>

<file path=ppt/slideMasters/_rels/slideMaster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4.xml"/><Relationship Id="rId8" Type="http://schemas.openxmlformats.org/officeDocument/2006/relationships/slideLayout" Target="../slideLayouts/slideLayout93.xml"/><Relationship Id="rId7" Type="http://schemas.openxmlformats.org/officeDocument/2006/relationships/slideLayout" Target="../slideLayouts/slideLayout92.xml"/><Relationship Id="rId6" Type="http://schemas.openxmlformats.org/officeDocument/2006/relationships/slideLayout" Target="../slideLayouts/slideLayout91.xml"/><Relationship Id="rId5" Type="http://schemas.openxmlformats.org/officeDocument/2006/relationships/slideLayout" Target="../slideLayouts/slideLayout90.xml"/><Relationship Id="rId4" Type="http://schemas.openxmlformats.org/officeDocument/2006/relationships/slideLayout" Target="../slideLayouts/slideLayout89.xml"/><Relationship Id="rId3" Type="http://schemas.openxmlformats.org/officeDocument/2006/relationships/slideLayout" Target="../slideLayouts/slideLayout88.xml"/><Relationship Id="rId20" Type="http://schemas.openxmlformats.org/officeDocument/2006/relationships/theme" Target="../theme/theme6.xml"/><Relationship Id="rId2" Type="http://schemas.openxmlformats.org/officeDocument/2006/relationships/slideLayout" Target="../slideLayouts/slideLayout8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2.xml"/><Relationship Id="rId16" Type="http://schemas.openxmlformats.org/officeDocument/2006/relationships/slideLayout" Target="../slideLayouts/slideLayout101.xml"/><Relationship Id="rId15" Type="http://schemas.openxmlformats.org/officeDocument/2006/relationships/slideLayout" Target="../slideLayouts/slideLayout100.xml"/><Relationship Id="rId14" Type="http://schemas.openxmlformats.org/officeDocument/2006/relationships/slideLayout" Target="../slideLayouts/slideLayout99.xml"/><Relationship Id="rId13" Type="http://schemas.openxmlformats.org/officeDocument/2006/relationships/slideLayout" Target="../slideLayouts/slideLayout98.xml"/><Relationship Id="rId12" Type="http://schemas.openxmlformats.org/officeDocument/2006/relationships/slideLayout" Target="../slideLayouts/slideLayout97.xml"/><Relationship Id="rId11" Type="http://schemas.openxmlformats.org/officeDocument/2006/relationships/slideLayout" Target="../slideLayouts/slideLayout96.xml"/><Relationship Id="rId10" Type="http://schemas.openxmlformats.org/officeDocument/2006/relationships/slideLayout" Target="../slideLayouts/slideLayout95.xml"/><Relationship Id="rId1" Type="http://schemas.openxmlformats.org/officeDocument/2006/relationships/slideLayout" Target="../slideLayouts/slideLayout86.xml"/></Relationships>
</file>

<file path=ppt/slideMasters/_rels/slideMaster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1.xml"/><Relationship Id="rId8" Type="http://schemas.openxmlformats.org/officeDocument/2006/relationships/slideLayout" Target="../slideLayouts/slideLayout110.xml"/><Relationship Id="rId7" Type="http://schemas.openxmlformats.org/officeDocument/2006/relationships/slideLayout" Target="../slideLayouts/slideLayout109.xml"/><Relationship Id="rId6" Type="http://schemas.openxmlformats.org/officeDocument/2006/relationships/slideLayout" Target="../slideLayouts/slideLayout108.xml"/><Relationship Id="rId5" Type="http://schemas.openxmlformats.org/officeDocument/2006/relationships/slideLayout" Target="../slideLayouts/slideLayout107.xml"/><Relationship Id="rId4" Type="http://schemas.openxmlformats.org/officeDocument/2006/relationships/slideLayout" Target="../slideLayouts/slideLayout106.xml"/><Relationship Id="rId3" Type="http://schemas.openxmlformats.org/officeDocument/2006/relationships/slideLayout" Target="../slideLayouts/slideLayout105.xml"/><Relationship Id="rId20" Type="http://schemas.openxmlformats.org/officeDocument/2006/relationships/theme" Target="../theme/theme7.xml"/><Relationship Id="rId2" Type="http://schemas.openxmlformats.org/officeDocument/2006/relationships/slideLayout" Target="../slideLayouts/slideLayout10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9.xml"/><Relationship Id="rId16" Type="http://schemas.openxmlformats.org/officeDocument/2006/relationships/slideLayout" Target="../slideLayouts/slideLayout118.xml"/><Relationship Id="rId15" Type="http://schemas.openxmlformats.org/officeDocument/2006/relationships/slideLayout" Target="../slideLayouts/slideLayout117.xml"/><Relationship Id="rId14" Type="http://schemas.openxmlformats.org/officeDocument/2006/relationships/slideLayout" Target="../slideLayouts/slideLayout116.xml"/><Relationship Id="rId13" Type="http://schemas.openxmlformats.org/officeDocument/2006/relationships/slideLayout" Target="../slideLayouts/slideLayout115.xml"/><Relationship Id="rId12" Type="http://schemas.openxmlformats.org/officeDocument/2006/relationships/slideLayout" Target="../slideLayouts/slideLayout114.xml"/><Relationship Id="rId11" Type="http://schemas.openxmlformats.org/officeDocument/2006/relationships/slideLayout" Target="../slideLayouts/slideLayout113.xml"/><Relationship Id="rId10" Type="http://schemas.openxmlformats.org/officeDocument/2006/relationships/slideLayout" Target="../slideLayouts/slideLayout112.xml"/><Relationship Id="rId1" Type="http://schemas.openxmlformats.org/officeDocument/2006/relationships/slideLayout" Target="../slideLayouts/slideLayout103.xml"/></Relationships>
</file>

<file path=ppt/slideMasters/_rels/slideMaster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8.xml"/><Relationship Id="rId8" Type="http://schemas.openxmlformats.org/officeDocument/2006/relationships/slideLayout" Target="../slideLayouts/slideLayout127.xml"/><Relationship Id="rId7" Type="http://schemas.openxmlformats.org/officeDocument/2006/relationships/slideLayout" Target="../slideLayouts/slideLayout126.xml"/><Relationship Id="rId6" Type="http://schemas.openxmlformats.org/officeDocument/2006/relationships/slideLayout" Target="../slideLayouts/slideLayout125.xml"/><Relationship Id="rId5" Type="http://schemas.openxmlformats.org/officeDocument/2006/relationships/slideLayout" Target="../slideLayouts/slideLayout124.xml"/><Relationship Id="rId4" Type="http://schemas.openxmlformats.org/officeDocument/2006/relationships/slideLayout" Target="../slideLayouts/slideLayout123.xml"/><Relationship Id="rId3" Type="http://schemas.openxmlformats.org/officeDocument/2006/relationships/slideLayout" Target="../slideLayouts/slideLayout122.xml"/><Relationship Id="rId20" Type="http://schemas.openxmlformats.org/officeDocument/2006/relationships/theme" Target="../theme/theme8.xml"/><Relationship Id="rId2" Type="http://schemas.openxmlformats.org/officeDocument/2006/relationships/slideLayout" Target="../slideLayouts/slideLayout12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36.xml"/><Relationship Id="rId16" Type="http://schemas.openxmlformats.org/officeDocument/2006/relationships/slideLayout" Target="../slideLayouts/slideLayout135.xml"/><Relationship Id="rId15" Type="http://schemas.openxmlformats.org/officeDocument/2006/relationships/slideLayout" Target="../slideLayouts/slideLayout134.xml"/><Relationship Id="rId14" Type="http://schemas.openxmlformats.org/officeDocument/2006/relationships/slideLayout" Target="../slideLayouts/slideLayout133.xml"/><Relationship Id="rId13" Type="http://schemas.openxmlformats.org/officeDocument/2006/relationships/slideLayout" Target="../slideLayouts/slideLayout132.xml"/><Relationship Id="rId12" Type="http://schemas.openxmlformats.org/officeDocument/2006/relationships/slideLayout" Target="../slideLayouts/slideLayout131.xml"/><Relationship Id="rId11" Type="http://schemas.openxmlformats.org/officeDocument/2006/relationships/slideLayout" Target="../slideLayouts/slideLayout130.xml"/><Relationship Id="rId10" Type="http://schemas.openxmlformats.org/officeDocument/2006/relationships/slideLayout" Target="../slideLayouts/slideLayout129.xml"/><Relationship Id="rId1" Type="http://schemas.openxmlformats.org/officeDocument/2006/relationships/slideLayout" Target="../slideLayouts/slideLayout120.xml"/></Relationships>
</file>

<file path=ppt/slideMasters/_rels/slideMaster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45.xml"/><Relationship Id="rId8" Type="http://schemas.openxmlformats.org/officeDocument/2006/relationships/slideLayout" Target="../slideLayouts/slideLayout144.xml"/><Relationship Id="rId7" Type="http://schemas.openxmlformats.org/officeDocument/2006/relationships/slideLayout" Target="../slideLayouts/slideLayout143.xml"/><Relationship Id="rId6" Type="http://schemas.openxmlformats.org/officeDocument/2006/relationships/slideLayout" Target="../slideLayouts/slideLayout142.xml"/><Relationship Id="rId5" Type="http://schemas.openxmlformats.org/officeDocument/2006/relationships/slideLayout" Target="../slideLayouts/slideLayout141.xml"/><Relationship Id="rId4" Type="http://schemas.openxmlformats.org/officeDocument/2006/relationships/slideLayout" Target="../slideLayouts/slideLayout140.xml"/><Relationship Id="rId3" Type="http://schemas.openxmlformats.org/officeDocument/2006/relationships/slideLayout" Target="../slideLayouts/slideLayout139.xml"/><Relationship Id="rId20" Type="http://schemas.openxmlformats.org/officeDocument/2006/relationships/theme" Target="../theme/theme9.xml"/><Relationship Id="rId2" Type="http://schemas.openxmlformats.org/officeDocument/2006/relationships/slideLayout" Target="../slideLayouts/slideLayout13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53.xml"/><Relationship Id="rId16" Type="http://schemas.openxmlformats.org/officeDocument/2006/relationships/slideLayout" Target="../slideLayouts/slideLayout152.xml"/><Relationship Id="rId15" Type="http://schemas.openxmlformats.org/officeDocument/2006/relationships/slideLayout" Target="../slideLayouts/slideLayout151.xml"/><Relationship Id="rId14" Type="http://schemas.openxmlformats.org/officeDocument/2006/relationships/slideLayout" Target="../slideLayouts/slideLayout150.xml"/><Relationship Id="rId13" Type="http://schemas.openxmlformats.org/officeDocument/2006/relationships/slideLayout" Target="../slideLayouts/slideLayout149.xml"/><Relationship Id="rId12" Type="http://schemas.openxmlformats.org/officeDocument/2006/relationships/slideLayout" Target="../slideLayouts/slideLayout148.xml"/><Relationship Id="rId11" Type="http://schemas.openxmlformats.org/officeDocument/2006/relationships/slideLayout" Target="../slideLayouts/slideLayout147.xml"/><Relationship Id="rId10" Type="http://schemas.openxmlformats.org/officeDocument/2006/relationships/slideLayout" Target="../slideLayouts/slideLayout146.xml"/><Relationship Id="rId1" Type="http://schemas.openxmlformats.org/officeDocument/2006/relationships/slideLayout" Target="../slideLayouts/slideLayout137.xml"/></Relationships>
</file>

<file path=ppt/slideMasters/_rels/slideMaster1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62.xml"/><Relationship Id="rId8" Type="http://schemas.openxmlformats.org/officeDocument/2006/relationships/slideLayout" Target="../slideLayouts/slideLayout161.xml"/><Relationship Id="rId7" Type="http://schemas.openxmlformats.org/officeDocument/2006/relationships/slideLayout" Target="../slideLayouts/slideLayout160.xml"/><Relationship Id="rId6" Type="http://schemas.openxmlformats.org/officeDocument/2006/relationships/slideLayout" Target="../slideLayouts/slideLayout159.xml"/><Relationship Id="rId5" Type="http://schemas.openxmlformats.org/officeDocument/2006/relationships/slideLayout" Target="../slideLayouts/slideLayout158.xml"/><Relationship Id="rId4" Type="http://schemas.openxmlformats.org/officeDocument/2006/relationships/slideLayout" Target="../slideLayouts/slideLayout157.xml"/><Relationship Id="rId3" Type="http://schemas.openxmlformats.org/officeDocument/2006/relationships/slideLayout" Target="../slideLayouts/slideLayout156.xml"/><Relationship Id="rId20" Type="http://schemas.openxmlformats.org/officeDocument/2006/relationships/theme" Target="../theme/theme10.xml"/><Relationship Id="rId2" Type="http://schemas.openxmlformats.org/officeDocument/2006/relationships/slideLayout" Target="../slideLayouts/slideLayout15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70.xml"/><Relationship Id="rId16" Type="http://schemas.openxmlformats.org/officeDocument/2006/relationships/slideLayout" Target="../slideLayouts/slideLayout169.xml"/><Relationship Id="rId15" Type="http://schemas.openxmlformats.org/officeDocument/2006/relationships/slideLayout" Target="../slideLayouts/slideLayout168.xml"/><Relationship Id="rId14" Type="http://schemas.openxmlformats.org/officeDocument/2006/relationships/slideLayout" Target="../slideLayouts/slideLayout167.xml"/><Relationship Id="rId13" Type="http://schemas.openxmlformats.org/officeDocument/2006/relationships/slideLayout" Target="../slideLayouts/slideLayout166.xml"/><Relationship Id="rId12" Type="http://schemas.openxmlformats.org/officeDocument/2006/relationships/slideLayout" Target="../slideLayouts/slideLayout165.xml"/><Relationship Id="rId11" Type="http://schemas.openxmlformats.org/officeDocument/2006/relationships/slideLayout" Target="../slideLayouts/slideLayout164.xml"/><Relationship Id="rId10" Type="http://schemas.openxmlformats.org/officeDocument/2006/relationships/slideLayout" Target="../slideLayouts/slideLayout163.xml"/><Relationship Id="rId1" Type="http://schemas.openxmlformats.org/officeDocument/2006/relationships/slideLayout" Target="../slideLayouts/slideLayout154.xml"/></Relationships>
</file>

<file path=ppt/slideMasters/_rels/slideMaster1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79.xml"/><Relationship Id="rId8" Type="http://schemas.openxmlformats.org/officeDocument/2006/relationships/slideLayout" Target="../slideLayouts/slideLayout178.xml"/><Relationship Id="rId7" Type="http://schemas.openxmlformats.org/officeDocument/2006/relationships/slideLayout" Target="../slideLayouts/slideLayout177.xml"/><Relationship Id="rId6" Type="http://schemas.openxmlformats.org/officeDocument/2006/relationships/slideLayout" Target="../slideLayouts/slideLayout176.xml"/><Relationship Id="rId5" Type="http://schemas.openxmlformats.org/officeDocument/2006/relationships/slideLayout" Target="../slideLayouts/slideLayout175.xml"/><Relationship Id="rId4" Type="http://schemas.openxmlformats.org/officeDocument/2006/relationships/slideLayout" Target="../slideLayouts/slideLayout174.xml"/><Relationship Id="rId3" Type="http://schemas.openxmlformats.org/officeDocument/2006/relationships/slideLayout" Target="../slideLayouts/slideLayout173.xml"/><Relationship Id="rId20" Type="http://schemas.openxmlformats.org/officeDocument/2006/relationships/theme" Target="../theme/theme11.xml"/><Relationship Id="rId2" Type="http://schemas.openxmlformats.org/officeDocument/2006/relationships/slideLayout" Target="../slideLayouts/slideLayout17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87.xml"/><Relationship Id="rId16" Type="http://schemas.openxmlformats.org/officeDocument/2006/relationships/slideLayout" Target="../slideLayouts/slideLayout186.xml"/><Relationship Id="rId15" Type="http://schemas.openxmlformats.org/officeDocument/2006/relationships/slideLayout" Target="../slideLayouts/slideLayout185.xml"/><Relationship Id="rId14" Type="http://schemas.openxmlformats.org/officeDocument/2006/relationships/slideLayout" Target="../slideLayouts/slideLayout184.xml"/><Relationship Id="rId13" Type="http://schemas.openxmlformats.org/officeDocument/2006/relationships/slideLayout" Target="../slideLayouts/slideLayout183.xml"/><Relationship Id="rId12" Type="http://schemas.openxmlformats.org/officeDocument/2006/relationships/slideLayout" Target="../slideLayouts/slideLayout182.xml"/><Relationship Id="rId11" Type="http://schemas.openxmlformats.org/officeDocument/2006/relationships/slideLayout" Target="../slideLayouts/slideLayout181.xml"/><Relationship Id="rId10" Type="http://schemas.openxmlformats.org/officeDocument/2006/relationships/slideLayout" Target="../slideLayouts/slideLayout180.xml"/><Relationship Id="rId1" Type="http://schemas.openxmlformats.org/officeDocument/2006/relationships/slideLayout" Target="../slideLayouts/slideLayout171.xml"/></Relationships>
</file>

<file path=ppt/slideMasters/_rels/slideMaster1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96.xml"/><Relationship Id="rId8" Type="http://schemas.openxmlformats.org/officeDocument/2006/relationships/slideLayout" Target="../slideLayouts/slideLayout195.xml"/><Relationship Id="rId7" Type="http://schemas.openxmlformats.org/officeDocument/2006/relationships/slideLayout" Target="../slideLayouts/slideLayout194.xml"/><Relationship Id="rId6" Type="http://schemas.openxmlformats.org/officeDocument/2006/relationships/slideLayout" Target="../slideLayouts/slideLayout193.xml"/><Relationship Id="rId5" Type="http://schemas.openxmlformats.org/officeDocument/2006/relationships/slideLayout" Target="../slideLayouts/slideLayout192.xml"/><Relationship Id="rId4" Type="http://schemas.openxmlformats.org/officeDocument/2006/relationships/slideLayout" Target="../slideLayouts/slideLayout191.xml"/><Relationship Id="rId3" Type="http://schemas.openxmlformats.org/officeDocument/2006/relationships/slideLayout" Target="../slideLayouts/slideLayout190.xml"/><Relationship Id="rId20" Type="http://schemas.openxmlformats.org/officeDocument/2006/relationships/theme" Target="../theme/theme12.xml"/><Relationship Id="rId2" Type="http://schemas.openxmlformats.org/officeDocument/2006/relationships/slideLayout" Target="../slideLayouts/slideLayout18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204.xml"/><Relationship Id="rId16" Type="http://schemas.openxmlformats.org/officeDocument/2006/relationships/slideLayout" Target="../slideLayouts/slideLayout203.xml"/><Relationship Id="rId15" Type="http://schemas.openxmlformats.org/officeDocument/2006/relationships/slideLayout" Target="../slideLayouts/slideLayout202.xml"/><Relationship Id="rId14" Type="http://schemas.openxmlformats.org/officeDocument/2006/relationships/slideLayout" Target="../slideLayouts/slideLayout201.xml"/><Relationship Id="rId13" Type="http://schemas.openxmlformats.org/officeDocument/2006/relationships/slideLayout" Target="../slideLayouts/slideLayout200.xml"/><Relationship Id="rId12" Type="http://schemas.openxmlformats.org/officeDocument/2006/relationships/slideLayout" Target="../slideLayouts/slideLayout199.xml"/><Relationship Id="rId11" Type="http://schemas.openxmlformats.org/officeDocument/2006/relationships/slideLayout" Target="../slideLayouts/slideLayout198.xml"/><Relationship Id="rId10" Type="http://schemas.openxmlformats.org/officeDocument/2006/relationships/slideLayout" Target="../slideLayouts/slideLayout197.xml"/><Relationship Id="rId1" Type="http://schemas.openxmlformats.org/officeDocument/2006/relationships/slideLayout" Target="../slideLayouts/slideLayout188.xml"/></Relationships>
</file>

<file path=ppt/slideMasters/_rels/slideMaster1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13.xml"/><Relationship Id="rId8" Type="http://schemas.openxmlformats.org/officeDocument/2006/relationships/slideLayout" Target="../slideLayouts/slideLayout212.xml"/><Relationship Id="rId7" Type="http://schemas.openxmlformats.org/officeDocument/2006/relationships/slideLayout" Target="../slideLayouts/slideLayout211.xml"/><Relationship Id="rId6" Type="http://schemas.openxmlformats.org/officeDocument/2006/relationships/slideLayout" Target="../slideLayouts/slideLayout210.xml"/><Relationship Id="rId5" Type="http://schemas.openxmlformats.org/officeDocument/2006/relationships/slideLayout" Target="../slideLayouts/slideLayout209.xml"/><Relationship Id="rId4" Type="http://schemas.openxmlformats.org/officeDocument/2006/relationships/slideLayout" Target="../slideLayouts/slideLayout208.xml"/><Relationship Id="rId3" Type="http://schemas.openxmlformats.org/officeDocument/2006/relationships/slideLayout" Target="../slideLayouts/slideLayout207.xml"/><Relationship Id="rId20" Type="http://schemas.openxmlformats.org/officeDocument/2006/relationships/theme" Target="../theme/theme13.xml"/><Relationship Id="rId2" Type="http://schemas.openxmlformats.org/officeDocument/2006/relationships/slideLayout" Target="../slideLayouts/slideLayout20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221.xml"/><Relationship Id="rId16" Type="http://schemas.openxmlformats.org/officeDocument/2006/relationships/slideLayout" Target="../slideLayouts/slideLayout220.xml"/><Relationship Id="rId15" Type="http://schemas.openxmlformats.org/officeDocument/2006/relationships/slideLayout" Target="../slideLayouts/slideLayout219.xml"/><Relationship Id="rId14" Type="http://schemas.openxmlformats.org/officeDocument/2006/relationships/slideLayout" Target="../slideLayouts/slideLayout218.xml"/><Relationship Id="rId13" Type="http://schemas.openxmlformats.org/officeDocument/2006/relationships/slideLayout" Target="../slideLayouts/slideLayout217.xml"/><Relationship Id="rId12" Type="http://schemas.openxmlformats.org/officeDocument/2006/relationships/slideLayout" Target="../slideLayouts/slideLayout216.xml"/><Relationship Id="rId11" Type="http://schemas.openxmlformats.org/officeDocument/2006/relationships/slideLayout" Target="../slideLayouts/slideLayout215.xml"/><Relationship Id="rId10" Type="http://schemas.openxmlformats.org/officeDocument/2006/relationships/slideLayout" Target="../slideLayouts/slideLayout214.xml"/><Relationship Id="rId1" Type="http://schemas.openxmlformats.org/officeDocument/2006/relationships/slideLayout" Target="../slideLayouts/slideLayout205.xml"/></Relationships>
</file>

<file path=ppt/slideMasters/_rels/slideMaster1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30.xml"/><Relationship Id="rId8" Type="http://schemas.openxmlformats.org/officeDocument/2006/relationships/slideLayout" Target="../slideLayouts/slideLayout229.xml"/><Relationship Id="rId7" Type="http://schemas.openxmlformats.org/officeDocument/2006/relationships/slideLayout" Target="../slideLayouts/slideLayout228.xml"/><Relationship Id="rId6" Type="http://schemas.openxmlformats.org/officeDocument/2006/relationships/slideLayout" Target="../slideLayouts/slideLayout227.xml"/><Relationship Id="rId5" Type="http://schemas.openxmlformats.org/officeDocument/2006/relationships/slideLayout" Target="../slideLayouts/slideLayout226.xml"/><Relationship Id="rId4" Type="http://schemas.openxmlformats.org/officeDocument/2006/relationships/slideLayout" Target="../slideLayouts/slideLayout225.xml"/><Relationship Id="rId3" Type="http://schemas.openxmlformats.org/officeDocument/2006/relationships/slideLayout" Target="../slideLayouts/slideLayout224.xml"/><Relationship Id="rId20" Type="http://schemas.openxmlformats.org/officeDocument/2006/relationships/theme" Target="../theme/theme14.xml"/><Relationship Id="rId2" Type="http://schemas.openxmlformats.org/officeDocument/2006/relationships/slideLayout" Target="../slideLayouts/slideLayout22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238.xml"/><Relationship Id="rId16" Type="http://schemas.openxmlformats.org/officeDocument/2006/relationships/slideLayout" Target="../slideLayouts/slideLayout237.xml"/><Relationship Id="rId15" Type="http://schemas.openxmlformats.org/officeDocument/2006/relationships/slideLayout" Target="../slideLayouts/slideLayout236.xml"/><Relationship Id="rId14" Type="http://schemas.openxmlformats.org/officeDocument/2006/relationships/slideLayout" Target="../slideLayouts/slideLayout235.xml"/><Relationship Id="rId13" Type="http://schemas.openxmlformats.org/officeDocument/2006/relationships/slideLayout" Target="../slideLayouts/slideLayout234.xml"/><Relationship Id="rId12" Type="http://schemas.openxmlformats.org/officeDocument/2006/relationships/slideLayout" Target="../slideLayouts/slideLayout233.xml"/><Relationship Id="rId11" Type="http://schemas.openxmlformats.org/officeDocument/2006/relationships/slideLayout" Target="../slideLayouts/slideLayout232.xml"/><Relationship Id="rId10" Type="http://schemas.openxmlformats.org/officeDocument/2006/relationships/slideLayout" Target="../slideLayouts/slideLayout231.xml"/><Relationship Id="rId1" Type="http://schemas.openxmlformats.org/officeDocument/2006/relationships/slideLayout" Target="../slideLayouts/slideLayout222.xml"/></Relationships>
</file>

<file path=ppt/slideMasters/_rels/slideMaster1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47.xml"/><Relationship Id="rId8" Type="http://schemas.openxmlformats.org/officeDocument/2006/relationships/slideLayout" Target="../slideLayouts/slideLayout246.xml"/><Relationship Id="rId7" Type="http://schemas.openxmlformats.org/officeDocument/2006/relationships/slideLayout" Target="../slideLayouts/slideLayout245.xml"/><Relationship Id="rId6" Type="http://schemas.openxmlformats.org/officeDocument/2006/relationships/slideLayout" Target="../slideLayouts/slideLayout244.xml"/><Relationship Id="rId5" Type="http://schemas.openxmlformats.org/officeDocument/2006/relationships/slideLayout" Target="../slideLayouts/slideLayout243.xml"/><Relationship Id="rId4" Type="http://schemas.openxmlformats.org/officeDocument/2006/relationships/slideLayout" Target="../slideLayouts/slideLayout242.xml"/><Relationship Id="rId3" Type="http://schemas.openxmlformats.org/officeDocument/2006/relationships/slideLayout" Target="../slideLayouts/slideLayout241.xml"/><Relationship Id="rId20" Type="http://schemas.openxmlformats.org/officeDocument/2006/relationships/theme" Target="../theme/theme15.xml"/><Relationship Id="rId2" Type="http://schemas.openxmlformats.org/officeDocument/2006/relationships/slideLayout" Target="../slideLayouts/slideLayout24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255.xml"/><Relationship Id="rId16" Type="http://schemas.openxmlformats.org/officeDocument/2006/relationships/slideLayout" Target="../slideLayouts/slideLayout254.xml"/><Relationship Id="rId15" Type="http://schemas.openxmlformats.org/officeDocument/2006/relationships/slideLayout" Target="../slideLayouts/slideLayout253.xml"/><Relationship Id="rId14" Type="http://schemas.openxmlformats.org/officeDocument/2006/relationships/slideLayout" Target="../slideLayouts/slideLayout252.xml"/><Relationship Id="rId13" Type="http://schemas.openxmlformats.org/officeDocument/2006/relationships/slideLayout" Target="../slideLayouts/slideLayout251.xml"/><Relationship Id="rId12" Type="http://schemas.openxmlformats.org/officeDocument/2006/relationships/slideLayout" Target="../slideLayouts/slideLayout250.xml"/><Relationship Id="rId11" Type="http://schemas.openxmlformats.org/officeDocument/2006/relationships/slideLayout" Target="../slideLayouts/slideLayout249.xml"/><Relationship Id="rId10" Type="http://schemas.openxmlformats.org/officeDocument/2006/relationships/slideLayout" Target="../slideLayouts/slideLayout248.xml"/><Relationship Id="rId1" Type="http://schemas.openxmlformats.org/officeDocument/2006/relationships/slideLayout" Target="../slideLayouts/slideLayout239.xml"/></Relationships>
</file>

<file path=ppt/slideMasters/_rels/slideMaster1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64.xml"/><Relationship Id="rId8" Type="http://schemas.openxmlformats.org/officeDocument/2006/relationships/slideLayout" Target="../slideLayouts/slideLayout263.xml"/><Relationship Id="rId7" Type="http://schemas.openxmlformats.org/officeDocument/2006/relationships/slideLayout" Target="../slideLayouts/slideLayout262.xml"/><Relationship Id="rId6" Type="http://schemas.openxmlformats.org/officeDocument/2006/relationships/slideLayout" Target="../slideLayouts/slideLayout261.xml"/><Relationship Id="rId5" Type="http://schemas.openxmlformats.org/officeDocument/2006/relationships/slideLayout" Target="../slideLayouts/slideLayout260.xml"/><Relationship Id="rId4" Type="http://schemas.openxmlformats.org/officeDocument/2006/relationships/slideLayout" Target="../slideLayouts/slideLayout259.xml"/><Relationship Id="rId3" Type="http://schemas.openxmlformats.org/officeDocument/2006/relationships/slideLayout" Target="../slideLayouts/slideLayout258.xml"/><Relationship Id="rId20" Type="http://schemas.openxmlformats.org/officeDocument/2006/relationships/theme" Target="../theme/theme16.xml"/><Relationship Id="rId2" Type="http://schemas.openxmlformats.org/officeDocument/2006/relationships/slideLayout" Target="../slideLayouts/slideLayout25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272.xml"/><Relationship Id="rId16" Type="http://schemas.openxmlformats.org/officeDocument/2006/relationships/slideLayout" Target="../slideLayouts/slideLayout271.xml"/><Relationship Id="rId15" Type="http://schemas.openxmlformats.org/officeDocument/2006/relationships/slideLayout" Target="../slideLayouts/slideLayout270.xml"/><Relationship Id="rId14" Type="http://schemas.openxmlformats.org/officeDocument/2006/relationships/slideLayout" Target="../slideLayouts/slideLayout269.xml"/><Relationship Id="rId13" Type="http://schemas.openxmlformats.org/officeDocument/2006/relationships/slideLayout" Target="../slideLayouts/slideLayout268.xml"/><Relationship Id="rId12" Type="http://schemas.openxmlformats.org/officeDocument/2006/relationships/slideLayout" Target="../slideLayouts/slideLayout267.xml"/><Relationship Id="rId11" Type="http://schemas.openxmlformats.org/officeDocument/2006/relationships/slideLayout" Target="../slideLayouts/slideLayout266.xml"/><Relationship Id="rId10" Type="http://schemas.openxmlformats.org/officeDocument/2006/relationships/slideLayout" Target="../slideLayouts/slideLayout265.xml"/><Relationship Id="rId1" Type="http://schemas.openxmlformats.org/officeDocument/2006/relationships/slideLayout" Target="../slideLayouts/slideLayout256.xml"/></Relationships>
</file>

<file path=ppt/slideMasters/_rels/slideMaster1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81.xml"/><Relationship Id="rId8" Type="http://schemas.openxmlformats.org/officeDocument/2006/relationships/slideLayout" Target="../slideLayouts/slideLayout280.xml"/><Relationship Id="rId7" Type="http://schemas.openxmlformats.org/officeDocument/2006/relationships/slideLayout" Target="../slideLayouts/slideLayout279.xml"/><Relationship Id="rId6" Type="http://schemas.openxmlformats.org/officeDocument/2006/relationships/slideLayout" Target="../slideLayouts/slideLayout278.xml"/><Relationship Id="rId5" Type="http://schemas.openxmlformats.org/officeDocument/2006/relationships/slideLayout" Target="../slideLayouts/slideLayout277.xml"/><Relationship Id="rId4" Type="http://schemas.openxmlformats.org/officeDocument/2006/relationships/slideLayout" Target="../slideLayouts/slideLayout276.xml"/><Relationship Id="rId3" Type="http://schemas.openxmlformats.org/officeDocument/2006/relationships/slideLayout" Target="../slideLayouts/slideLayout275.xml"/><Relationship Id="rId20" Type="http://schemas.openxmlformats.org/officeDocument/2006/relationships/theme" Target="../theme/theme17.xml"/><Relationship Id="rId2" Type="http://schemas.openxmlformats.org/officeDocument/2006/relationships/slideLayout" Target="../slideLayouts/slideLayout27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289.xml"/><Relationship Id="rId16" Type="http://schemas.openxmlformats.org/officeDocument/2006/relationships/slideLayout" Target="../slideLayouts/slideLayout288.xml"/><Relationship Id="rId15" Type="http://schemas.openxmlformats.org/officeDocument/2006/relationships/slideLayout" Target="../slideLayouts/slideLayout287.xml"/><Relationship Id="rId14" Type="http://schemas.openxmlformats.org/officeDocument/2006/relationships/slideLayout" Target="../slideLayouts/slideLayout286.xml"/><Relationship Id="rId13" Type="http://schemas.openxmlformats.org/officeDocument/2006/relationships/slideLayout" Target="../slideLayouts/slideLayout285.xml"/><Relationship Id="rId12" Type="http://schemas.openxmlformats.org/officeDocument/2006/relationships/slideLayout" Target="../slideLayouts/slideLayout284.xml"/><Relationship Id="rId11" Type="http://schemas.openxmlformats.org/officeDocument/2006/relationships/slideLayout" Target="../slideLayouts/slideLayout283.xml"/><Relationship Id="rId10" Type="http://schemas.openxmlformats.org/officeDocument/2006/relationships/slideLayout" Target="../slideLayouts/slideLayout282.xml"/><Relationship Id="rId1" Type="http://schemas.openxmlformats.org/officeDocument/2006/relationships/slideLayout" Target="../slideLayouts/slideLayout273.xml"/></Relationships>
</file>

<file path=ppt/slideMasters/_rels/slideMaster1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8.xml"/><Relationship Id="rId8" Type="http://schemas.openxmlformats.org/officeDocument/2006/relationships/slideLayout" Target="../slideLayouts/slideLayout297.xml"/><Relationship Id="rId7" Type="http://schemas.openxmlformats.org/officeDocument/2006/relationships/slideLayout" Target="../slideLayouts/slideLayout296.xml"/><Relationship Id="rId6" Type="http://schemas.openxmlformats.org/officeDocument/2006/relationships/slideLayout" Target="../slideLayouts/slideLayout295.xml"/><Relationship Id="rId5" Type="http://schemas.openxmlformats.org/officeDocument/2006/relationships/slideLayout" Target="../slideLayouts/slideLayout294.xml"/><Relationship Id="rId4" Type="http://schemas.openxmlformats.org/officeDocument/2006/relationships/slideLayout" Target="../slideLayouts/slideLayout293.xml"/><Relationship Id="rId3" Type="http://schemas.openxmlformats.org/officeDocument/2006/relationships/slideLayout" Target="../slideLayouts/slideLayout292.xml"/><Relationship Id="rId20" Type="http://schemas.openxmlformats.org/officeDocument/2006/relationships/theme" Target="../theme/theme18.xml"/><Relationship Id="rId2" Type="http://schemas.openxmlformats.org/officeDocument/2006/relationships/slideLayout" Target="../slideLayouts/slideLayout29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06.xml"/><Relationship Id="rId16" Type="http://schemas.openxmlformats.org/officeDocument/2006/relationships/slideLayout" Target="../slideLayouts/slideLayout305.xml"/><Relationship Id="rId15" Type="http://schemas.openxmlformats.org/officeDocument/2006/relationships/slideLayout" Target="../slideLayouts/slideLayout304.xml"/><Relationship Id="rId14" Type="http://schemas.openxmlformats.org/officeDocument/2006/relationships/slideLayout" Target="../slideLayouts/slideLayout303.xml"/><Relationship Id="rId13" Type="http://schemas.openxmlformats.org/officeDocument/2006/relationships/slideLayout" Target="../slideLayouts/slideLayout302.xml"/><Relationship Id="rId12" Type="http://schemas.openxmlformats.org/officeDocument/2006/relationships/slideLayout" Target="../slideLayouts/slideLayout301.xml"/><Relationship Id="rId11" Type="http://schemas.openxmlformats.org/officeDocument/2006/relationships/slideLayout" Target="../slideLayouts/slideLayout300.xml"/><Relationship Id="rId10" Type="http://schemas.openxmlformats.org/officeDocument/2006/relationships/slideLayout" Target="../slideLayouts/slideLayout299.xml"/><Relationship Id="rId1" Type="http://schemas.openxmlformats.org/officeDocument/2006/relationships/slideLayout" Target="../slideLayouts/slideLayout290.xml"/></Relationships>
</file>

<file path=ppt/slideMasters/_rels/slideMaster1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15.xml"/><Relationship Id="rId8" Type="http://schemas.openxmlformats.org/officeDocument/2006/relationships/slideLayout" Target="../slideLayouts/slideLayout314.xml"/><Relationship Id="rId7" Type="http://schemas.openxmlformats.org/officeDocument/2006/relationships/slideLayout" Target="../slideLayouts/slideLayout313.xml"/><Relationship Id="rId6" Type="http://schemas.openxmlformats.org/officeDocument/2006/relationships/slideLayout" Target="../slideLayouts/slideLayout312.xml"/><Relationship Id="rId5" Type="http://schemas.openxmlformats.org/officeDocument/2006/relationships/slideLayout" Target="../slideLayouts/slideLayout311.xml"/><Relationship Id="rId4" Type="http://schemas.openxmlformats.org/officeDocument/2006/relationships/slideLayout" Target="../slideLayouts/slideLayout310.xml"/><Relationship Id="rId3" Type="http://schemas.openxmlformats.org/officeDocument/2006/relationships/slideLayout" Target="../slideLayouts/slideLayout309.xml"/><Relationship Id="rId20" Type="http://schemas.openxmlformats.org/officeDocument/2006/relationships/theme" Target="../theme/theme19.xml"/><Relationship Id="rId2" Type="http://schemas.openxmlformats.org/officeDocument/2006/relationships/slideLayout" Target="../slideLayouts/slideLayout30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23.xml"/><Relationship Id="rId16" Type="http://schemas.openxmlformats.org/officeDocument/2006/relationships/slideLayout" Target="../slideLayouts/slideLayout322.xml"/><Relationship Id="rId15" Type="http://schemas.openxmlformats.org/officeDocument/2006/relationships/slideLayout" Target="../slideLayouts/slideLayout321.xml"/><Relationship Id="rId14" Type="http://schemas.openxmlformats.org/officeDocument/2006/relationships/slideLayout" Target="../slideLayouts/slideLayout320.xml"/><Relationship Id="rId13" Type="http://schemas.openxmlformats.org/officeDocument/2006/relationships/slideLayout" Target="../slideLayouts/slideLayout319.xml"/><Relationship Id="rId12" Type="http://schemas.openxmlformats.org/officeDocument/2006/relationships/slideLayout" Target="../slideLayouts/slideLayout318.xml"/><Relationship Id="rId11" Type="http://schemas.openxmlformats.org/officeDocument/2006/relationships/slideLayout" Target="../slideLayouts/slideLayout317.xml"/><Relationship Id="rId10" Type="http://schemas.openxmlformats.org/officeDocument/2006/relationships/slideLayout" Target="../slideLayouts/slideLayout316.xml"/><Relationship Id="rId1" Type="http://schemas.openxmlformats.org/officeDocument/2006/relationships/slideLayout" Target="../slideLayouts/slideLayout307.xml"/></Relationships>
</file>

<file path=ppt/slideMasters/_rels/slideMaster2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32.xml"/><Relationship Id="rId8" Type="http://schemas.openxmlformats.org/officeDocument/2006/relationships/slideLayout" Target="../slideLayouts/slideLayout331.xml"/><Relationship Id="rId7" Type="http://schemas.openxmlformats.org/officeDocument/2006/relationships/slideLayout" Target="../slideLayouts/slideLayout330.xml"/><Relationship Id="rId6" Type="http://schemas.openxmlformats.org/officeDocument/2006/relationships/slideLayout" Target="../slideLayouts/slideLayout329.xml"/><Relationship Id="rId5" Type="http://schemas.openxmlformats.org/officeDocument/2006/relationships/slideLayout" Target="../slideLayouts/slideLayout328.xml"/><Relationship Id="rId4" Type="http://schemas.openxmlformats.org/officeDocument/2006/relationships/slideLayout" Target="../slideLayouts/slideLayout327.xml"/><Relationship Id="rId3" Type="http://schemas.openxmlformats.org/officeDocument/2006/relationships/slideLayout" Target="../slideLayouts/slideLayout326.xml"/><Relationship Id="rId20" Type="http://schemas.openxmlformats.org/officeDocument/2006/relationships/theme" Target="../theme/theme20.xml"/><Relationship Id="rId2" Type="http://schemas.openxmlformats.org/officeDocument/2006/relationships/slideLayout" Target="../slideLayouts/slideLayout32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40.xml"/><Relationship Id="rId16" Type="http://schemas.openxmlformats.org/officeDocument/2006/relationships/slideLayout" Target="../slideLayouts/slideLayout339.xml"/><Relationship Id="rId15" Type="http://schemas.openxmlformats.org/officeDocument/2006/relationships/slideLayout" Target="../slideLayouts/slideLayout338.xml"/><Relationship Id="rId14" Type="http://schemas.openxmlformats.org/officeDocument/2006/relationships/slideLayout" Target="../slideLayouts/slideLayout337.xml"/><Relationship Id="rId13" Type="http://schemas.openxmlformats.org/officeDocument/2006/relationships/slideLayout" Target="../slideLayouts/slideLayout336.xml"/><Relationship Id="rId12" Type="http://schemas.openxmlformats.org/officeDocument/2006/relationships/slideLayout" Target="../slideLayouts/slideLayout335.xml"/><Relationship Id="rId11" Type="http://schemas.openxmlformats.org/officeDocument/2006/relationships/slideLayout" Target="../slideLayouts/slideLayout334.xml"/><Relationship Id="rId10" Type="http://schemas.openxmlformats.org/officeDocument/2006/relationships/slideLayout" Target="../slideLayouts/slideLayout333.xml"/><Relationship Id="rId1" Type="http://schemas.openxmlformats.org/officeDocument/2006/relationships/slideLayout" Target="../slideLayouts/slideLayout324.xml"/></Relationships>
</file>

<file path=ppt/slideMasters/_rels/slideMaster2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49.xml"/><Relationship Id="rId8" Type="http://schemas.openxmlformats.org/officeDocument/2006/relationships/slideLayout" Target="../slideLayouts/slideLayout348.xml"/><Relationship Id="rId7" Type="http://schemas.openxmlformats.org/officeDocument/2006/relationships/slideLayout" Target="../slideLayouts/slideLayout347.xml"/><Relationship Id="rId6" Type="http://schemas.openxmlformats.org/officeDocument/2006/relationships/slideLayout" Target="../slideLayouts/slideLayout346.xml"/><Relationship Id="rId5" Type="http://schemas.openxmlformats.org/officeDocument/2006/relationships/slideLayout" Target="../slideLayouts/slideLayout345.xml"/><Relationship Id="rId4" Type="http://schemas.openxmlformats.org/officeDocument/2006/relationships/slideLayout" Target="../slideLayouts/slideLayout344.xml"/><Relationship Id="rId3" Type="http://schemas.openxmlformats.org/officeDocument/2006/relationships/slideLayout" Target="../slideLayouts/slideLayout343.xml"/><Relationship Id="rId20" Type="http://schemas.openxmlformats.org/officeDocument/2006/relationships/theme" Target="../theme/theme21.xml"/><Relationship Id="rId2" Type="http://schemas.openxmlformats.org/officeDocument/2006/relationships/slideLayout" Target="../slideLayouts/slideLayout34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57.xml"/><Relationship Id="rId16" Type="http://schemas.openxmlformats.org/officeDocument/2006/relationships/slideLayout" Target="../slideLayouts/slideLayout356.xml"/><Relationship Id="rId15" Type="http://schemas.openxmlformats.org/officeDocument/2006/relationships/slideLayout" Target="../slideLayouts/slideLayout355.xml"/><Relationship Id="rId14" Type="http://schemas.openxmlformats.org/officeDocument/2006/relationships/slideLayout" Target="../slideLayouts/slideLayout354.xml"/><Relationship Id="rId13" Type="http://schemas.openxmlformats.org/officeDocument/2006/relationships/slideLayout" Target="../slideLayouts/slideLayout353.xml"/><Relationship Id="rId12" Type="http://schemas.openxmlformats.org/officeDocument/2006/relationships/slideLayout" Target="../slideLayouts/slideLayout352.xml"/><Relationship Id="rId11" Type="http://schemas.openxmlformats.org/officeDocument/2006/relationships/slideLayout" Target="../slideLayouts/slideLayout351.xml"/><Relationship Id="rId10" Type="http://schemas.openxmlformats.org/officeDocument/2006/relationships/slideLayout" Target="../slideLayouts/slideLayout350.xml"/><Relationship Id="rId1" Type="http://schemas.openxmlformats.org/officeDocument/2006/relationships/slideLayout" Target="../slideLayouts/slideLayout341.xml"/></Relationships>
</file>

<file path=ppt/slideMasters/_rels/slideMaster2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66.xml"/><Relationship Id="rId8" Type="http://schemas.openxmlformats.org/officeDocument/2006/relationships/slideLayout" Target="../slideLayouts/slideLayout365.xml"/><Relationship Id="rId7" Type="http://schemas.openxmlformats.org/officeDocument/2006/relationships/slideLayout" Target="../slideLayouts/slideLayout364.xml"/><Relationship Id="rId6" Type="http://schemas.openxmlformats.org/officeDocument/2006/relationships/slideLayout" Target="../slideLayouts/slideLayout363.xml"/><Relationship Id="rId5" Type="http://schemas.openxmlformats.org/officeDocument/2006/relationships/slideLayout" Target="../slideLayouts/slideLayout362.xml"/><Relationship Id="rId4" Type="http://schemas.openxmlformats.org/officeDocument/2006/relationships/slideLayout" Target="../slideLayouts/slideLayout361.xml"/><Relationship Id="rId3" Type="http://schemas.openxmlformats.org/officeDocument/2006/relationships/slideLayout" Target="../slideLayouts/slideLayout360.xml"/><Relationship Id="rId20" Type="http://schemas.openxmlformats.org/officeDocument/2006/relationships/theme" Target="../theme/theme22.xml"/><Relationship Id="rId2" Type="http://schemas.openxmlformats.org/officeDocument/2006/relationships/slideLayout" Target="../slideLayouts/slideLayout35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74.xml"/><Relationship Id="rId16" Type="http://schemas.openxmlformats.org/officeDocument/2006/relationships/slideLayout" Target="../slideLayouts/slideLayout373.xml"/><Relationship Id="rId15" Type="http://schemas.openxmlformats.org/officeDocument/2006/relationships/slideLayout" Target="../slideLayouts/slideLayout372.xml"/><Relationship Id="rId14" Type="http://schemas.openxmlformats.org/officeDocument/2006/relationships/slideLayout" Target="../slideLayouts/slideLayout371.xml"/><Relationship Id="rId13" Type="http://schemas.openxmlformats.org/officeDocument/2006/relationships/slideLayout" Target="../slideLayouts/slideLayout370.xml"/><Relationship Id="rId12" Type="http://schemas.openxmlformats.org/officeDocument/2006/relationships/slideLayout" Target="../slideLayouts/slideLayout369.xml"/><Relationship Id="rId11" Type="http://schemas.openxmlformats.org/officeDocument/2006/relationships/slideLayout" Target="../slideLayouts/slideLayout368.xml"/><Relationship Id="rId10" Type="http://schemas.openxmlformats.org/officeDocument/2006/relationships/slideLayout" Target="../slideLayouts/slideLayout367.xml"/><Relationship Id="rId1" Type="http://schemas.openxmlformats.org/officeDocument/2006/relationships/slideLayout" Target="../slideLayouts/slideLayout358.xml"/></Relationships>
</file>

<file path=ppt/slideMasters/_rels/slideMaster2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83.xml"/><Relationship Id="rId8" Type="http://schemas.openxmlformats.org/officeDocument/2006/relationships/slideLayout" Target="../slideLayouts/slideLayout382.xml"/><Relationship Id="rId7" Type="http://schemas.openxmlformats.org/officeDocument/2006/relationships/slideLayout" Target="../slideLayouts/slideLayout381.xml"/><Relationship Id="rId6" Type="http://schemas.openxmlformats.org/officeDocument/2006/relationships/slideLayout" Target="../slideLayouts/slideLayout380.xml"/><Relationship Id="rId5" Type="http://schemas.openxmlformats.org/officeDocument/2006/relationships/slideLayout" Target="../slideLayouts/slideLayout379.xml"/><Relationship Id="rId4" Type="http://schemas.openxmlformats.org/officeDocument/2006/relationships/slideLayout" Target="../slideLayouts/slideLayout378.xml"/><Relationship Id="rId3" Type="http://schemas.openxmlformats.org/officeDocument/2006/relationships/slideLayout" Target="../slideLayouts/slideLayout377.xml"/><Relationship Id="rId20" Type="http://schemas.openxmlformats.org/officeDocument/2006/relationships/theme" Target="../theme/theme23.xml"/><Relationship Id="rId2" Type="http://schemas.openxmlformats.org/officeDocument/2006/relationships/slideLayout" Target="../slideLayouts/slideLayout37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391.xml"/><Relationship Id="rId16" Type="http://schemas.openxmlformats.org/officeDocument/2006/relationships/slideLayout" Target="../slideLayouts/slideLayout390.xml"/><Relationship Id="rId15" Type="http://schemas.openxmlformats.org/officeDocument/2006/relationships/slideLayout" Target="../slideLayouts/slideLayout389.xml"/><Relationship Id="rId14" Type="http://schemas.openxmlformats.org/officeDocument/2006/relationships/slideLayout" Target="../slideLayouts/slideLayout388.xml"/><Relationship Id="rId13" Type="http://schemas.openxmlformats.org/officeDocument/2006/relationships/slideLayout" Target="../slideLayouts/slideLayout387.xml"/><Relationship Id="rId12" Type="http://schemas.openxmlformats.org/officeDocument/2006/relationships/slideLayout" Target="../slideLayouts/slideLayout386.xml"/><Relationship Id="rId11" Type="http://schemas.openxmlformats.org/officeDocument/2006/relationships/slideLayout" Target="../slideLayouts/slideLayout385.xml"/><Relationship Id="rId10" Type="http://schemas.openxmlformats.org/officeDocument/2006/relationships/slideLayout" Target="../slideLayouts/slideLayout384.xml"/><Relationship Id="rId1" Type="http://schemas.openxmlformats.org/officeDocument/2006/relationships/slideLayout" Target="../slideLayouts/slideLayout375.xml"/></Relationships>
</file>

<file path=ppt/slideMasters/_rels/slideMaster2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00.xml"/><Relationship Id="rId8" Type="http://schemas.openxmlformats.org/officeDocument/2006/relationships/slideLayout" Target="../slideLayouts/slideLayout399.xml"/><Relationship Id="rId7" Type="http://schemas.openxmlformats.org/officeDocument/2006/relationships/slideLayout" Target="../slideLayouts/slideLayout398.xml"/><Relationship Id="rId6" Type="http://schemas.openxmlformats.org/officeDocument/2006/relationships/slideLayout" Target="../slideLayouts/slideLayout397.xml"/><Relationship Id="rId5" Type="http://schemas.openxmlformats.org/officeDocument/2006/relationships/slideLayout" Target="../slideLayouts/slideLayout396.xml"/><Relationship Id="rId4" Type="http://schemas.openxmlformats.org/officeDocument/2006/relationships/slideLayout" Target="../slideLayouts/slideLayout395.xml"/><Relationship Id="rId3" Type="http://schemas.openxmlformats.org/officeDocument/2006/relationships/slideLayout" Target="../slideLayouts/slideLayout394.xml"/><Relationship Id="rId20" Type="http://schemas.openxmlformats.org/officeDocument/2006/relationships/theme" Target="../theme/theme24.xml"/><Relationship Id="rId2" Type="http://schemas.openxmlformats.org/officeDocument/2006/relationships/slideLayout" Target="../slideLayouts/slideLayout39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408.xml"/><Relationship Id="rId16" Type="http://schemas.openxmlformats.org/officeDocument/2006/relationships/slideLayout" Target="../slideLayouts/slideLayout407.xml"/><Relationship Id="rId15" Type="http://schemas.openxmlformats.org/officeDocument/2006/relationships/slideLayout" Target="../slideLayouts/slideLayout406.xml"/><Relationship Id="rId14" Type="http://schemas.openxmlformats.org/officeDocument/2006/relationships/slideLayout" Target="../slideLayouts/slideLayout405.xml"/><Relationship Id="rId13" Type="http://schemas.openxmlformats.org/officeDocument/2006/relationships/slideLayout" Target="../slideLayouts/slideLayout404.xml"/><Relationship Id="rId12" Type="http://schemas.openxmlformats.org/officeDocument/2006/relationships/slideLayout" Target="../slideLayouts/slideLayout403.xml"/><Relationship Id="rId11" Type="http://schemas.openxmlformats.org/officeDocument/2006/relationships/slideLayout" Target="../slideLayouts/slideLayout402.xml"/><Relationship Id="rId10" Type="http://schemas.openxmlformats.org/officeDocument/2006/relationships/slideLayout" Target="../slideLayouts/slideLayout401.xml"/><Relationship Id="rId1" Type="http://schemas.openxmlformats.org/officeDocument/2006/relationships/slideLayout" Target="../slideLayouts/slideLayout392.xml"/></Relationships>
</file>

<file path=ppt/slideMasters/_rels/slideMaster2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17.xml"/><Relationship Id="rId8" Type="http://schemas.openxmlformats.org/officeDocument/2006/relationships/slideLayout" Target="../slideLayouts/slideLayout416.xml"/><Relationship Id="rId7" Type="http://schemas.openxmlformats.org/officeDocument/2006/relationships/slideLayout" Target="../slideLayouts/slideLayout415.xml"/><Relationship Id="rId6" Type="http://schemas.openxmlformats.org/officeDocument/2006/relationships/slideLayout" Target="../slideLayouts/slideLayout414.xml"/><Relationship Id="rId5" Type="http://schemas.openxmlformats.org/officeDocument/2006/relationships/slideLayout" Target="../slideLayouts/slideLayout413.xml"/><Relationship Id="rId4" Type="http://schemas.openxmlformats.org/officeDocument/2006/relationships/slideLayout" Target="../slideLayouts/slideLayout412.xml"/><Relationship Id="rId3" Type="http://schemas.openxmlformats.org/officeDocument/2006/relationships/slideLayout" Target="../slideLayouts/slideLayout411.xml"/><Relationship Id="rId20" Type="http://schemas.openxmlformats.org/officeDocument/2006/relationships/theme" Target="../theme/theme25.xml"/><Relationship Id="rId2" Type="http://schemas.openxmlformats.org/officeDocument/2006/relationships/slideLayout" Target="../slideLayouts/slideLayout41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425.xml"/><Relationship Id="rId16" Type="http://schemas.openxmlformats.org/officeDocument/2006/relationships/slideLayout" Target="../slideLayouts/slideLayout424.xml"/><Relationship Id="rId15" Type="http://schemas.openxmlformats.org/officeDocument/2006/relationships/slideLayout" Target="../slideLayouts/slideLayout423.xml"/><Relationship Id="rId14" Type="http://schemas.openxmlformats.org/officeDocument/2006/relationships/slideLayout" Target="../slideLayouts/slideLayout422.xml"/><Relationship Id="rId13" Type="http://schemas.openxmlformats.org/officeDocument/2006/relationships/slideLayout" Target="../slideLayouts/slideLayout421.xml"/><Relationship Id="rId12" Type="http://schemas.openxmlformats.org/officeDocument/2006/relationships/slideLayout" Target="../slideLayouts/slideLayout420.xml"/><Relationship Id="rId11" Type="http://schemas.openxmlformats.org/officeDocument/2006/relationships/slideLayout" Target="../slideLayouts/slideLayout419.xml"/><Relationship Id="rId10" Type="http://schemas.openxmlformats.org/officeDocument/2006/relationships/slideLayout" Target="../slideLayouts/slideLayout418.xml"/><Relationship Id="rId1" Type="http://schemas.openxmlformats.org/officeDocument/2006/relationships/slideLayout" Target="../slideLayouts/slideLayout409.xml"/></Relationships>
</file>

<file path=ppt/slideMasters/_rels/slideMaster2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34.xml"/><Relationship Id="rId8" Type="http://schemas.openxmlformats.org/officeDocument/2006/relationships/slideLayout" Target="../slideLayouts/slideLayout433.xml"/><Relationship Id="rId7" Type="http://schemas.openxmlformats.org/officeDocument/2006/relationships/slideLayout" Target="../slideLayouts/slideLayout432.xml"/><Relationship Id="rId6" Type="http://schemas.openxmlformats.org/officeDocument/2006/relationships/slideLayout" Target="../slideLayouts/slideLayout431.xml"/><Relationship Id="rId5" Type="http://schemas.openxmlformats.org/officeDocument/2006/relationships/slideLayout" Target="../slideLayouts/slideLayout430.xml"/><Relationship Id="rId4" Type="http://schemas.openxmlformats.org/officeDocument/2006/relationships/slideLayout" Target="../slideLayouts/slideLayout429.xml"/><Relationship Id="rId3" Type="http://schemas.openxmlformats.org/officeDocument/2006/relationships/slideLayout" Target="../slideLayouts/slideLayout428.xml"/><Relationship Id="rId20" Type="http://schemas.openxmlformats.org/officeDocument/2006/relationships/theme" Target="../theme/theme26.xml"/><Relationship Id="rId2" Type="http://schemas.openxmlformats.org/officeDocument/2006/relationships/slideLayout" Target="../slideLayouts/slideLayout42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442.xml"/><Relationship Id="rId16" Type="http://schemas.openxmlformats.org/officeDocument/2006/relationships/slideLayout" Target="../slideLayouts/slideLayout441.xml"/><Relationship Id="rId15" Type="http://schemas.openxmlformats.org/officeDocument/2006/relationships/slideLayout" Target="../slideLayouts/slideLayout440.xml"/><Relationship Id="rId14" Type="http://schemas.openxmlformats.org/officeDocument/2006/relationships/slideLayout" Target="../slideLayouts/slideLayout439.xml"/><Relationship Id="rId13" Type="http://schemas.openxmlformats.org/officeDocument/2006/relationships/slideLayout" Target="../slideLayouts/slideLayout438.xml"/><Relationship Id="rId12" Type="http://schemas.openxmlformats.org/officeDocument/2006/relationships/slideLayout" Target="../slideLayouts/slideLayout437.xml"/><Relationship Id="rId11" Type="http://schemas.openxmlformats.org/officeDocument/2006/relationships/slideLayout" Target="../slideLayouts/slideLayout436.xml"/><Relationship Id="rId10" Type="http://schemas.openxmlformats.org/officeDocument/2006/relationships/slideLayout" Target="../slideLayouts/slideLayout435.xml"/><Relationship Id="rId1" Type="http://schemas.openxmlformats.org/officeDocument/2006/relationships/slideLayout" Target="../slideLayouts/slideLayout426.xml"/></Relationships>
</file>

<file path=ppt/slideMasters/_rels/slideMaster2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51.xml"/><Relationship Id="rId8" Type="http://schemas.openxmlformats.org/officeDocument/2006/relationships/slideLayout" Target="../slideLayouts/slideLayout450.xml"/><Relationship Id="rId7" Type="http://schemas.openxmlformats.org/officeDocument/2006/relationships/slideLayout" Target="../slideLayouts/slideLayout449.xml"/><Relationship Id="rId6" Type="http://schemas.openxmlformats.org/officeDocument/2006/relationships/slideLayout" Target="../slideLayouts/slideLayout448.xml"/><Relationship Id="rId5" Type="http://schemas.openxmlformats.org/officeDocument/2006/relationships/slideLayout" Target="../slideLayouts/slideLayout447.xml"/><Relationship Id="rId4" Type="http://schemas.openxmlformats.org/officeDocument/2006/relationships/slideLayout" Target="../slideLayouts/slideLayout446.xml"/><Relationship Id="rId3" Type="http://schemas.openxmlformats.org/officeDocument/2006/relationships/slideLayout" Target="../slideLayouts/slideLayout445.xml"/><Relationship Id="rId20" Type="http://schemas.openxmlformats.org/officeDocument/2006/relationships/theme" Target="../theme/theme27.xml"/><Relationship Id="rId2" Type="http://schemas.openxmlformats.org/officeDocument/2006/relationships/slideLayout" Target="../slideLayouts/slideLayout44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459.xml"/><Relationship Id="rId16" Type="http://schemas.openxmlformats.org/officeDocument/2006/relationships/slideLayout" Target="../slideLayouts/slideLayout458.xml"/><Relationship Id="rId15" Type="http://schemas.openxmlformats.org/officeDocument/2006/relationships/slideLayout" Target="../slideLayouts/slideLayout457.xml"/><Relationship Id="rId14" Type="http://schemas.openxmlformats.org/officeDocument/2006/relationships/slideLayout" Target="../slideLayouts/slideLayout456.xml"/><Relationship Id="rId13" Type="http://schemas.openxmlformats.org/officeDocument/2006/relationships/slideLayout" Target="../slideLayouts/slideLayout455.xml"/><Relationship Id="rId12" Type="http://schemas.openxmlformats.org/officeDocument/2006/relationships/slideLayout" Target="../slideLayouts/slideLayout454.xml"/><Relationship Id="rId11" Type="http://schemas.openxmlformats.org/officeDocument/2006/relationships/slideLayout" Target="../slideLayouts/slideLayout453.xml"/><Relationship Id="rId10" Type="http://schemas.openxmlformats.org/officeDocument/2006/relationships/slideLayout" Target="../slideLayouts/slideLayout452.xml"/><Relationship Id="rId1" Type="http://schemas.openxmlformats.org/officeDocument/2006/relationships/slideLayout" Target="../slideLayouts/slideLayout443.xml"/></Relationships>
</file>

<file path=ppt/slideMasters/_rels/slideMaster2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68.xml"/><Relationship Id="rId8" Type="http://schemas.openxmlformats.org/officeDocument/2006/relationships/slideLayout" Target="../slideLayouts/slideLayout467.xml"/><Relationship Id="rId7" Type="http://schemas.openxmlformats.org/officeDocument/2006/relationships/slideLayout" Target="../slideLayouts/slideLayout466.xml"/><Relationship Id="rId6" Type="http://schemas.openxmlformats.org/officeDocument/2006/relationships/slideLayout" Target="../slideLayouts/slideLayout465.xml"/><Relationship Id="rId5" Type="http://schemas.openxmlformats.org/officeDocument/2006/relationships/slideLayout" Target="../slideLayouts/slideLayout464.xml"/><Relationship Id="rId4" Type="http://schemas.openxmlformats.org/officeDocument/2006/relationships/slideLayout" Target="../slideLayouts/slideLayout463.xml"/><Relationship Id="rId3" Type="http://schemas.openxmlformats.org/officeDocument/2006/relationships/slideLayout" Target="../slideLayouts/slideLayout462.xml"/><Relationship Id="rId20" Type="http://schemas.openxmlformats.org/officeDocument/2006/relationships/theme" Target="../theme/theme28.xml"/><Relationship Id="rId2" Type="http://schemas.openxmlformats.org/officeDocument/2006/relationships/slideLayout" Target="../slideLayouts/slideLayout46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476.xml"/><Relationship Id="rId16" Type="http://schemas.openxmlformats.org/officeDocument/2006/relationships/slideLayout" Target="../slideLayouts/slideLayout475.xml"/><Relationship Id="rId15" Type="http://schemas.openxmlformats.org/officeDocument/2006/relationships/slideLayout" Target="../slideLayouts/slideLayout474.xml"/><Relationship Id="rId14" Type="http://schemas.openxmlformats.org/officeDocument/2006/relationships/slideLayout" Target="../slideLayouts/slideLayout473.xml"/><Relationship Id="rId13" Type="http://schemas.openxmlformats.org/officeDocument/2006/relationships/slideLayout" Target="../slideLayouts/slideLayout472.xml"/><Relationship Id="rId12" Type="http://schemas.openxmlformats.org/officeDocument/2006/relationships/slideLayout" Target="../slideLayouts/slideLayout471.xml"/><Relationship Id="rId11" Type="http://schemas.openxmlformats.org/officeDocument/2006/relationships/slideLayout" Target="../slideLayouts/slideLayout470.xml"/><Relationship Id="rId10" Type="http://schemas.openxmlformats.org/officeDocument/2006/relationships/slideLayout" Target="../slideLayouts/slideLayout469.xml"/><Relationship Id="rId1" Type="http://schemas.openxmlformats.org/officeDocument/2006/relationships/slideLayout" Target="../slideLayouts/slideLayout460.xml"/></Relationships>
</file>

<file path=ppt/slideMasters/_rels/slideMaster2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85.xml"/><Relationship Id="rId8" Type="http://schemas.openxmlformats.org/officeDocument/2006/relationships/slideLayout" Target="../slideLayouts/slideLayout484.xml"/><Relationship Id="rId7" Type="http://schemas.openxmlformats.org/officeDocument/2006/relationships/slideLayout" Target="../slideLayouts/slideLayout483.xml"/><Relationship Id="rId6" Type="http://schemas.openxmlformats.org/officeDocument/2006/relationships/slideLayout" Target="../slideLayouts/slideLayout482.xml"/><Relationship Id="rId5" Type="http://schemas.openxmlformats.org/officeDocument/2006/relationships/slideLayout" Target="../slideLayouts/slideLayout481.xml"/><Relationship Id="rId4" Type="http://schemas.openxmlformats.org/officeDocument/2006/relationships/slideLayout" Target="../slideLayouts/slideLayout480.xml"/><Relationship Id="rId3" Type="http://schemas.openxmlformats.org/officeDocument/2006/relationships/slideLayout" Target="../slideLayouts/slideLayout479.xml"/><Relationship Id="rId20" Type="http://schemas.openxmlformats.org/officeDocument/2006/relationships/theme" Target="../theme/theme29.xml"/><Relationship Id="rId2" Type="http://schemas.openxmlformats.org/officeDocument/2006/relationships/slideLayout" Target="../slideLayouts/slideLayout47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493.xml"/><Relationship Id="rId16" Type="http://schemas.openxmlformats.org/officeDocument/2006/relationships/slideLayout" Target="../slideLayouts/slideLayout492.xml"/><Relationship Id="rId15" Type="http://schemas.openxmlformats.org/officeDocument/2006/relationships/slideLayout" Target="../slideLayouts/slideLayout491.xml"/><Relationship Id="rId14" Type="http://schemas.openxmlformats.org/officeDocument/2006/relationships/slideLayout" Target="../slideLayouts/slideLayout490.xml"/><Relationship Id="rId13" Type="http://schemas.openxmlformats.org/officeDocument/2006/relationships/slideLayout" Target="../slideLayouts/slideLayout489.xml"/><Relationship Id="rId12" Type="http://schemas.openxmlformats.org/officeDocument/2006/relationships/slideLayout" Target="../slideLayouts/slideLayout488.xml"/><Relationship Id="rId11" Type="http://schemas.openxmlformats.org/officeDocument/2006/relationships/slideLayout" Target="../slideLayouts/slideLayout487.xml"/><Relationship Id="rId10" Type="http://schemas.openxmlformats.org/officeDocument/2006/relationships/slideLayout" Target="../slideLayouts/slideLayout486.xml"/><Relationship Id="rId1" Type="http://schemas.openxmlformats.org/officeDocument/2006/relationships/slideLayout" Target="../slideLayouts/slideLayout477.xml"/></Relationships>
</file>

<file path=ppt/slideMasters/_rels/slideMaster3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02.xml"/><Relationship Id="rId8" Type="http://schemas.openxmlformats.org/officeDocument/2006/relationships/slideLayout" Target="../slideLayouts/slideLayout501.xml"/><Relationship Id="rId7" Type="http://schemas.openxmlformats.org/officeDocument/2006/relationships/slideLayout" Target="../slideLayouts/slideLayout500.xml"/><Relationship Id="rId6" Type="http://schemas.openxmlformats.org/officeDocument/2006/relationships/slideLayout" Target="../slideLayouts/slideLayout499.xml"/><Relationship Id="rId5" Type="http://schemas.openxmlformats.org/officeDocument/2006/relationships/slideLayout" Target="../slideLayouts/slideLayout498.xml"/><Relationship Id="rId4" Type="http://schemas.openxmlformats.org/officeDocument/2006/relationships/slideLayout" Target="../slideLayouts/slideLayout497.xml"/><Relationship Id="rId3" Type="http://schemas.openxmlformats.org/officeDocument/2006/relationships/slideLayout" Target="../slideLayouts/slideLayout496.xml"/><Relationship Id="rId20" Type="http://schemas.openxmlformats.org/officeDocument/2006/relationships/theme" Target="../theme/theme30.xml"/><Relationship Id="rId2" Type="http://schemas.openxmlformats.org/officeDocument/2006/relationships/slideLayout" Target="../slideLayouts/slideLayout49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10.xml"/><Relationship Id="rId16" Type="http://schemas.openxmlformats.org/officeDocument/2006/relationships/slideLayout" Target="../slideLayouts/slideLayout509.xml"/><Relationship Id="rId15" Type="http://schemas.openxmlformats.org/officeDocument/2006/relationships/slideLayout" Target="../slideLayouts/slideLayout508.xml"/><Relationship Id="rId14" Type="http://schemas.openxmlformats.org/officeDocument/2006/relationships/slideLayout" Target="../slideLayouts/slideLayout507.xml"/><Relationship Id="rId13" Type="http://schemas.openxmlformats.org/officeDocument/2006/relationships/slideLayout" Target="../slideLayouts/slideLayout506.xml"/><Relationship Id="rId12" Type="http://schemas.openxmlformats.org/officeDocument/2006/relationships/slideLayout" Target="../slideLayouts/slideLayout505.xml"/><Relationship Id="rId11" Type="http://schemas.openxmlformats.org/officeDocument/2006/relationships/slideLayout" Target="../slideLayouts/slideLayout504.xml"/><Relationship Id="rId10" Type="http://schemas.openxmlformats.org/officeDocument/2006/relationships/slideLayout" Target="../slideLayouts/slideLayout503.xml"/><Relationship Id="rId1" Type="http://schemas.openxmlformats.org/officeDocument/2006/relationships/slideLayout" Target="../slideLayouts/slideLayout494.xml"/></Relationships>
</file>

<file path=ppt/slideMasters/_rels/slideMaster3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19.xml"/><Relationship Id="rId8" Type="http://schemas.openxmlformats.org/officeDocument/2006/relationships/slideLayout" Target="../slideLayouts/slideLayout518.xml"/><Relationship Id="rId7" Type="http://schemas.openxmlformats.org/officeDocument/2006/relationships/slideLayout" Target="../slideLayouts/slideLayout517.xml"/><Relationship Id="rId6" Type="http://schemas.openxmlformats.org/officeDocument/2006/relationships/slideLayout" Target="../slideLayouts/slideLayout516.xml"/><Relationship Id="rId5" Type="http://schemas.openxmlformats.org/officeDocument/2006/relationships/slideLayout" Target="../slideLayouts/slideLayout515.xml"/><Relationship Id="rId4" Type="http://schemas.openxmlformats.org/officeDocument/2006/relationships/slideLayout" Target="../slideLayouts/slideLayout514.xml"/><Relationship Id="rId3" Type="http://schemas.openxmlformats.org/officeDocument/2006/relationships/slideLayout" Target="../slideLayouts/slideLayout513.xml"/><Relationship Id="rId20" Type="http://schemas.openxmlformats.org/officeDocument/2006/relationships/theme" Target="../theme/theme31.xml"/><Relationship Id="rId2" Type="http://schemas.openxmlformats.org/officeDocument/2006/relationships/slideLayout" Target="../slideLayouts/slideLayout51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27.xml"/><Relationship Id="rId16" Type="http://schemas.openxmlformats.org/officeDocument/2006/relationships/slideLayout" Target="../slideLayouts/slideLayout526.xml"/><Relationship Id="rId15" Type="http://schemas.openxmlformats.org/officeDocument/2006/relationships/slideLayout" Target="../slideLayouts/slideLayout525.xml"/><Relationship Id="rId14" Type="http://schemas.openxmlformats.org/officeDocument/2006/relationships/slideLayout" Target="../slideLayouts/slideLayout524.xml"/><Relationship Id="rId13" Type="http://schemas.openxmlformats.org/officeDocument/2006/relationships/slideLayout" Target="../slideLayouts/slideLayout523.xml"/><Relationship Id="rId12" Type="http://schemas.openxmlformats.org/officeDocument/2006/relationships/slideLayout" Target="../slideLayouts/slideLayout522.xml"/><Relationship Id="rId11" Type="http://schemas.openxmlformats.org/officeDocument/2006/relationships/slideLayout" Target="../slideLayouts/slideLayout521.xml"/><Relationship Id="rId10" Type="http://schemas.openxmlformats.org/officeDocument/2006/relationships/slideLayout" Target="../slideLayouts/slideLayout520.xml"/><Relationship Id="rId1" Type="http://schemas.openxmlformats.org/officeDocument/2006/relationships/slideLayout" Target="../slideLayouts/slideLayout511.xml"/></Relationships>
</file>

<file path=ppt/slideMasters/_rels/slideMaster3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36.xml"/><Relationship Id="rId8" Type="http://schemas.openxmlformats.org/officeDocument/2006/relationships/slideLayout" Target="../slideLayouts/slideLayout535.xml"/><Relationship Id="rId7" Type="http://schemas.openxmlformats.org/officeDocument/2006/relationships/slideLayout" Target="../slideLayouts/slideLayout534.xml"/><Relationship Id="rId6" Type="http://schemas.openxmlformats.org/officeDocument/2006/relationships/slideLayout" Target="../slideLayouts/slideLayout533.xml"/><Relationship Id="rId5" Type="http://schemas.openxmlformats.org/officeDocument/2006/relationships/slideLayout" Target="../slideLayouts/slideLayout532.xml"/><Relationship Id="rId4" Type="http://schemas.openxmlformats.org/officeDocument/2006/relationships/slideLayout" Target="../slideLayouts/slideLayout531.xml"/><Relationship Id="rId3" Type="http://schemas.openxmlformats.org/officeDocument/2006/relationships/slideLayout" Target="../slideLayouts/slideLayout530.xml"/><Relationship Id="rId20" Type="http://schemas.openxmlformats.org/officeDocument/2006/relationships/theme" Target="../theme/theme32.xml"/><Relationship Id="rId2" Type="http://schemas.openxmlformats.org/officeDocument/2006/relationships/slideLayout" Target="../slideLayouts/slideLayout52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44.xml"/><Relationship Id="rId16" Type="http://schemas.openxmlformats.org/officeDocument/2006/relationships/slideLayout" Target="../slideLayouts/slideLayout543.xml"/><Relationship Id="rId15" Type="http://schemas.openxmlformats.org/officeDocument/2006/relationships/slideLayout" Target="../slideLayouts/slideLayout542.xml"/><Relationship Id="rId14" Type="http://schemas.openxmlformats.org/officeDocument/2006/relationships/slideLayout" Target="../slideLayouts/slideLayout541.xml"/><Relationship Id="rId13" Type="http://schemas.openxmlformats.org/officeDocument/2006/relationships/slideLayout" Target="../slideLayouts/slideLayout540.xml"/><Relationship Id="rId12" Type="http://schemas.openxmlformats.org/officeDocument/2006/relationships/slideLayout" Target="../slideLayouts/slideLayout539.xml"/><Relationship Id="rId11" Type="http://schemas.openxmlformats.org/officeDocument/2006/relationships/slideLayout" Target="../slideLayouts/slideLayout538.xml"/><Relationship Id="rId10" Type="http://schemas.openxmlformats.org/officeDocument/2006/relationships/slideLayout" Target="../slideLayouts/slideLayout537.xml"/><Relationship Id="rId1" Type="http://schemas.openxmlformats.org/officeDocument/2006/relationships/slideLayout" Target="../slideLayouts/slideLayout528.xml"/></Relationships>
</file>

<file path=ppt/slideMasters/_rels/slideMaster3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53.xml"/><Relationship Id="rId8" Type="http://schemas.openxmlformats.org/officeDocument/2006/relationships/slideLayout" Target="../slideLayouts/slideLayout552.xml"/><Relationship Id="rId7" Type="http://schemas.openxmlformats.org/officeDocument/2006/relationships/slideLayout" Target="../slideLayouts/slideLayout551.xml"/><Relationship Id="rId6" Type="http://schemas.openxmlformats.org/officeDocument/2006/relationships/slideLayout" Target="../slideLayouts/slideLayout550.xml"/><Relationship Id="rId5" Type="http://schemas.openxmlformats.org/officeDocument/2006/relationships/slideLayout" Target="../slideLayouts/slideLayout549.xml"/><Relationship Id="rId4" Type="http://schemas.openxmlformats.org/officeDocument/2006/relationships/slideLayout" Target="../slideLayouts/slideLayout548.xml"/><Relationship Id="rId3" Type="http://schemas.openxmlformats.org/officeDocument/2006/relationships/slideLayout" Target="../slideLayouts/slideLayout547.xml"/><Relationship Id="rId20" Type="http://schemas.openxmlformats.org/officeDocument/2006/relationships/theme" Target="../theme/theme33.xml"/><Relationship Id="rId2" Type="http://schemas.openxmlformats.org/officeDocument/2006/relationships/slideLayout" Target="../slideLayouts/slideLayout54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61.xml"/><Relationship Id="rId16" Type="http://schemas.openxmlformats.org/officeDocument/2006/relationships/slideLayout" Target="../slideLayouts/slideLayout560.xml"/><Relationship Id="rId15" Type="http://schemas.openxmlformats.org/officeDocument/2006/relationships/slideLayout" Target="../slideLayouts/slideLayout559.xml"/><Relationship Id="rId14" Type="http://schemas.openxmlformats.org/officeDocument/2006/relationships/slideLayout" Target="../slideLayouts/slideLayout558.xml"/><Relationship Id="rId13" Type="http://schemas.openxmlformats.org/officeDocument/2006/relationships/slideLayout" Target="../slideLayouts/slideLayout557.xml"/><Relationship Id="rId12" Type="http://schemas.openxmlformats.org/officeDocument/2006/relationships/slideLayout" Target="../slideLayouts/slideLayout556.xml"/><Relationship Id="rId11" Type="http://schemas.openxmlformats.org/officeDocument/2006/relationships/slideLayout" Target="../slideLayouts/slideLayout555.xml"/><Relationship Id="rId10" Type="http://schemas.openxmlformats.org/officeDocument/2006/relationships/slideLayout" Target="../slideLayouts/slideLayout554.xml"/><Relationship Id="rId1" Type="http://schemas.openxmlformats.org/officeDocument/2006/relationships/slideLayout" Target="../slideLayouts/slideLayout545.xml"/></Relationships>
</file>

<file path=ppt/slideMasters/_rels/slideMaster3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70.xml"/><Relationship Id="rId8" Type="http://schemas.openxmlformats.org/officeDocument/2006/relationships/slideLayout" Target="../slideLayouts/slideLayout569.xml"/><Relationship Id="rId7" Type="http://schemas.openxmlformats.org/officeDocument/2006/relationships/slideLayout" Target="../slideLayouts/slideLayout568.xml"/><Relationship Id="rId6" Type="http://schemas.openxmlformats.org/officeDocument/2006/relationships/slideLayout" Target="../slideLayouts/slideLayout567.xml"/><Relationship Id="rId5" Type="http://schemas.openxmlformats.org/officeDocument/2006/relationships/slideLayout" Target="../slideLayouts/slideLayout566.xml"/><Relationship Id="rId4" Type="http://schemas.openxmlformats.org/officeDocument/2006/relationships/slideLayout" Target="../slideLayouts/slideLayout565.xml"/><Relationship Id="rId3" Type="http://schemas.openxmlformats.org/officeDocument/2006/relationships/slideLayout" Target="../slideLayouts/slideLayout564.xml"/><Relationship Id="rId20" Type="http://schemas.openxmlformats.org/officeDocument/2006/relationships/theme" Target="../theme/theme34.xml"/><Relationship Id="rId2" Type="http://schemas.openxmlformats.org/officeDocument/2006/relationships/slideLayout" Target="../slideLayouts/slideLayout56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78.xml"/><Relationship Id="rId16" Type="http://schemas.openxmlformats.org/officeDocument/2006/relationships/slideLayout" Target="../slideLayouts/slideLayout577.xml"/><Relationship Id="rId15" Type="http://schemas.openxmlformats.org/officeDocument/2006/relationships/slideLayout" Target="../slideLayouts/slideLayout576.xml"/><Relationship Id="rId14" Type="http://schemas.openxmlformats.org/officeDocument/2006/relationships/slideLayout" Target="../slideLayouts/slideLayout575.xml"/><Relationship Id="rId13" Type="http://schemas.openxmlformats.org/officeDocument/2006/relationships/slideLayout" Target="../slideLayouts/slideLayout574.xml"/><Relationship Id="rId12" Type="http://schemas.openxmlformats.org/officeDocument/2006/relationships/slideLayout" Target="../slideLayouts/slideLayout573.xml"/><Relationship Id="rId11" Type="http://schemas.openxmlformats.org/officeDocument/2006/relationships/slideLayout" Target="../slideLayouts/slideLayout572.xml"/><Relationship Id="rId10" Type="http://schemas.openxmlformats.org/officeDocument/2006/relationships/slideLayout" Target="../slideLayouts/slideLayout571.xml"/><Relationship Id="rId1" Type="http://schemas.openxmlformats.org/officeDocument/2006/relationships/slideLayout" Target="../slideLayouts/slideLayout562.xml"/></Relationships>
</file>

<file path=ppt/slideMasters/_rels/slideMaster3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87.xml"/><Relationship Id="rId8" Type="http://schemas.openxmlformats.org/officeDocument/2006/relationships/slideLayout" Target="../slideLayouts/slideLayout586.xml"/><Relationship Id="rId7" Type="http://schemas.openxmlformats.org/officeDocument/2006/relationships/slideLayout" Target="../slideLayouts/slideLayout585.xml"/><Relationship Id="rId6" Type="http://schemas.openxmlformats.org/officeDocument/2006/relationships/slideLayout" Target="../slideLayouts/slideLayout584.xml"/><Relationship Id="rId5" Type="http://schemas.openxmlformats.org/officeDocument/2006/relationships/slideLayout" Target="../slideLayouts/slideLayout583.xml"/><Relationship Id="rId4" Type="http://schemas.openxmlformats.org/officeDocument/2006/relationships/slideLayout" Target="../slideLayouts/slideLayout582.xml"/><Relationship Id="rId3" Type="http://schemas.openxmlformats.org/officeDocument/2006/relationships/slideLayout" Target="../slideLayouts/slideLayout581.xml"/><Relationship Id="rId20" Type="http://schemas.openxmlformats.org/officeDocument/2006/relationships/theme" Target="../theme/theme35.xml"/><Relationship Id="rId2" Type="http://schemas.openxmlformats.org/officeDocument/2006/relationships/slideLayout" Target="../slideLayouts/slideLayout58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595.xml"/><Relationship Id="rId16" Type="http://schemas.openxmlformats.org/officeDocument/2006/relationships/slideLayout" Target="../slideLayouts/slideLayout594.xml"/><Relationship Id="rId15" Type="http://schemas.openxmlformats.org/officeDocument/2006/relationships/slideLayout" Target="../slideLayouts/slideLayout593.xml"/><Relationship Id="rId14" Type="http://schemas.openxmlformats.org/officeDocument/2006/relationships/slideLayout" Target="../slideLayouts/slideLayout592.xml"/><Relationship Id="rId13" Type="http://schemas.openxmlformats.org/officeDocument/2006/relationships/slideLayout" Target="../slideLayouts/slideLayout591.xml"/><Relationship Id="rId12" Type="http://schemas.openxmlformats.org/officeDocument/2006/relationships/slideLayout" Target="../slideLayouts/slideLayout590.xml"/><Relationship Id="rId11" Type="http://schemas.openxmlformats.org/officeDocument/2006/relationships/slideLayout" Target="../slideLayouts/slideLayout589.xml"/><Relationship Id="rId10" Type="http://schemas.openxmlformats.org/officeDocument/2006/relationships/slideLayout" Target="../slideLayouts/slideLayout588.xml"/><Relationship Id="rId1" Type="http://schemas.openxmlformats.org/officeDocument/2006/relationships/slideLayout" Target="../slideLayouts/slideLayout579.xml"/></Relationships>
</file>

<file path=ppt/slideMasters/_rels/slideMaster3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04.xml"/><Relationship Id="rId8" Type="http://schemas.openxmlformats.org/officeDocument/2006/relationships/slideLayout" Target="../slideLayouts/slideLayout603.xml"/><Relationship Id="rId7" Type="http://schemas.openxmlformats.org/officeDocument/2006/relationships/slideLayout" Target="../slideLayouts/slideLayout602.xml"/><Relationship Id="rId6" Type="http://schemas.openxmlformats.org/officeDocument/2006/relationships/slideLayout" Target="../slideLayouts/slideLayout601.xml"/><Relationship Id="rId5" Type="http://schemas.openxmlformats.org/officeDocument/2006/relationships/slideLayout" Target="../slideLayouts/slideLayout600.xml"/><Relationship Id="rId4" Type="http://schemas.openxmlformats.org/officeDocument/2006/relationships/slideLayout" Target="../slideLayouts/slideLayout599.xml"/><Relationship Id="rId3" Type="http://schemas.openxmlformats.org/officeDocument/2006/relationships/slideLayout" Target="../slideLayouts/slideLayout598.xml"/><Relationship Id="rId20" Type="http://schemas.openxmlformats.org/officeDocument/2006/relationships/theme" Target="../theme/theme36.xml"/><Relationship Id="rId2" Type="http://schemas.openxmlformats.org/officeDocument/2006/relationships/slideLayout" Target="../slideLayouts/slideLayout59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12.xml"/><Relationship Id="rId16" Type="http://schemas.openxmlformats.org/officeDocument/2006/relationships/slideLayout" Target="../slideLayouts/slideLayout611.xml"/><Relationship Id="rId15" Type="http://schemas.openxmlformats.org/officeDocument/2006/relationships/slideLayout" Target="../slideLayouts/slideLayout610.xml"/><Relationship Id="rId14" Type="http://schemas.openxmlformats.org/officeDocument/2006/relationships/slideLayout" Target="../slideLayouts/slideLayout609.xml"/><Relationship Id="rId13" Type="http://schemas.openxmlformats.org/officeDocument/2006/relationships/slideLayout" Target="../slideLayouts/slideLayout608.xml"/><Relationship Id="rId12" Type="http://schemas.openxmlformats.org/officeDocument/2006/relationships/slideLayout" Target="../slideLayouts/slideLayout607.xml"/><Relationship Id="rId11" Type="http://schemas.openxmlformats.org/officeDocument/2006/relationships/slideLayout" Target="../slideLayouts/slideLayout606.xml"/><Relationship Id="rId10" Type="http://schemas.openxmlformats.org/officeDocument/2006/relationships/slideLayout" Target="../slideLayouts/slideLayout605.xml"/><Relationship Id="rId1" Type="http://schemas.openxmlformats.org/officeDocument/2006/relationships/slideLayout" Target="../slideLayouts/slideLayout596.xml"/></Relationships>
</file>

<file path=ppt/slideMasters/_rels/slideMaster3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21.xml"/><Relationship Id="rId8" Type="http://schemas.openxmlformats.org/officeDocument/2006/relationships/slideLayout" Target="../slideLayouts/slideLayout620.xml"/><Relationship Id="rId7" Type="http://schemas.openxmlformats.org/officeDocument/2006/relationships/slideLayout" Target="../slideLayouts/slideLayout619.xml"/><Relationship Id="rId6" Type="http://schemas.openxmlformats.org/officeDocument/2006/relationships/slideLayout" Target="../slideLayouts/slideLayout618.xml"/><Relationship Id="rId5" Type="http://schemas.openxmlformats.org/officeDocument/2006/relationships/slideLayout" Target="../slideLayouts/slideLayout617.xml"/><Relationship Id="rId4" Type="http://schemas.openxmlformats.org/officeDocument/2006/relationships/slideLayout" Target="../slideLayouts/slideLayout616.xml"/><Relationship Id="rId3" Type="http://schemas.openxmlformats.org/officeDocument/2006/relationships/slideLayout" Target="../slideLayouts/slideLayout615.xml"/><Relationship Id="rId20" Type="http://schemas.openxmlformats.org/officeDocument/2006/relationships/theme" Target="../theme/theme37.xml"/><Relationship Id="rId2" Type="http://schemas.openxmlformats.org/officeDocument/2006/relationships/slideLayout" Target="../slideLayouts/slideLayout61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29.xml"/><Relationship Id="rId16" Type="http://schemas.openxmlformats.org/officeDocument/2006/relationships/slideLayout" Target="../slideLayouts/slideLayout628.xml"/><Relationship Id="rId15" Type="http://schemas.openxmlformats.org/officeDocument/2006/relationships/slideLayout" Target="../slideLayouts/slideLayout627.xml"/><Relationship Id="rId14" Type="http://schemas.openxmlformats.org/officeDocument/2006/relationships/slideLayout" Target="../slideLayouts/slideLayout626.xml"/><Relationship Id="rId13" Type="http://schemas.openxmlformats.org/officeDocument/2006/relationships/slideLayout" Target="../slideLayouts/slideLayout625.xml"/><Relationship Id="rId12" Type="http://schemas.openxmlformats.org/officeDocument/2006/relationships/slideLayout" Target="../slideLayouts/slideLayout624.xml"/><Relationship Id="rId11" Type="http://schemas.openxmlformats.org/officeDocument/2006/relationships/slideLayout" Target="../slideLayouts/slideLayout623.xml"/><Relationship Id="rId10" Type="http://schemas.openxmlformats.org/officeDocument/2006/relationships/slideLayout" Target="../slideLayouts/slideLayout622.xml"/><Relationship Id="rId1" Type="http://schemas.openxmlformats.org/officeDocument/2006/relationships/slideLayout" Target="../slideLayouts/slideLayout613.xml"/></Relationships>
</file>

<file path=ppt/slideMasters/_rels/slideMaster3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38.xml"/><Relationship Id="rId8" Type="http://schemas.openxmlformats.org/officeDocument/2006/relationships/slideLayout" Target="../slideLayouts/slideLayout637.xml"/><Relationship Id="rId7" Type="http://schemas.openxmlformats.org/officeDocument/2006/relationships/slideLayout" Target="../slideLayouts/slideLayout636.xml"/><Relationship Id="rId6" Type="http://schemas.openxmlformats.org/officeDocument/2006/relationships/slideLayout" Target="../slideLayouts/slideLayout635.xml"/><Relationship Id="rId5" Type="http://schemas.openxmlformats.org/officeDocument/2006/relationships/slideLayout" Target="../slideLayouts/slideLayout634.xml"/><Relationship Id="rId4" Type="http://schemas.openxmlformats.org/officeDocument/2006/relationships/slideLayout" Target="../slideLayouts/slideLayout633.xml"/><Relationship Id="rId3" Type="http://schemas.openxmlformats.org/officeDocument/2006/relationships/slideLayout" Target="../slideLayouts/slideLayout632.xml"/><Relationship Id="rId20" Type="http://schemas.openxmlformats.org/officeDocument/2006/relationships/theme" Target="../theme/theme38.xml"/><Relationship Id="rId2" Type="http://schemas.openxmlformats.org/officeDocument/2006/relationships/slideLayout" Target="../slideLayouts/slideLayout63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46.xml"/><Relationship Id="rId16" Type="http://schemas.openxmlformats.org/officeDocument/2006/relationships/slideLayout" Target="../slideLayouts/slideLayout645.xml"/><Relationship Id="rId15" Type="http://schemas.openxmlformats.org/officeDocument/2006/relationships/slideLayout" Target="../slideLayouts/slideLayout644.xml"/><Relationship Id="rId14" Type="http://schemas.openxmlformats.org/officeDocument/2006/relationships/slideLayout" Target="../slideLayouts/slideLayout643.xml"/><Relationship Id="rId13" Type="http://schemas.openxmlformats.org/officeDocument/2006/relationships/slideLayout" Target="../slideLayouts/slideLayout642.xml"/><Relationship Id="rId12" Type="http://schemas.openxmlformats.org/officeDocument/2006/relationships/slideLayout" Target="../slideLayouts/slideLayout641.xml"/><Relationship Id="rId11" Type="http://schemas.openxmlformats.org/officeDocument/2006/relationships/slideLayout" Target="../slideLayouts/slideLayout640.xml"/><Relationship Id="rId10" Type="http://schemas.openxmlformats.org/officeDocument/2006/relationships/slideLayout" Target="../slideLayouts/slideLayout639.xml"/><Relationship Id="rId1" Type="http://schemas.openxmlformats.org/officeDocument/2006/relationships/slideLayout" Target="../slideLayouts/slideLayout630.xml"/></Relationships>
</file>

<file path=ppt/slideMasters/_rels/slideMaster3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55.xml"/><Relationship Id="rId8" Type="http://schemas.openxmlformats.org/officeDocument/2006/relationships/slideLayout" Target="../slideLayouts/slideLayout654.xml"/><Relationship Id="rId7" Type="http://schemas.openxmlformats.org/officeDocument/2006/relationships/slideLayout" Target="../slideLayouts/slideLayout653.xml"/><Relationship Id="rId6" Type="http://schemas.openxmlformats.org/officeDocument/2006/relationships/slideLayout" Target="../slideLayouts/slideLayout652.xml"/><Relationship Id="rId5" Type="http://schemas.openxmlformats.org/officeDocument/2006/relationships/slideLayout" Target="../slideLayouts/slideLayout651.xml"/><Relationship Id="rId4" Type="http://schemas.openxmlformats.org/officeDocument/2006/relationships/slideLayout" Target="../slideLayouts/slideLayout650.xml"/><Relationship Id="rId3" Type="http://schemas.openxmlformats.org/officeDocument/2006/relationships/slideLayout" Target="../slideLayouts/slideLayout649.xml"/><Relationship Id="rId20" Type="http://schemas.openxmlformats.org/officeDocument/2006/relationships/theme" Target="../theme/theme39.xml"/><Relationship Id="rId2" Type="http://schemas.openxmlformats.org/officeDocument/2006/relationships/slideLayout" Target="../slideLayouts/slideLayout64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63.xml"/><Relationship Id="rId16" Type="http://schemas.openxmlformats.org/officeDocument/2006/relationships/slideLayout" Target="../slideLayouts/slideLayout662.xml"/><Relationship Id="rId15" Type="http://schemas.openxmlformats.org/officeDocument/2006/relationships/slideLayout" Target="../slideLayouts/slideLayout661.xml"/><Relationship Id="rId14" Type="http://schemas.openxmlformats.org/officeDocument/2006/relationships/slideLayout" Target="../slideLayouts/slideLayout660.xml"/><Relationship Id="rId13" Type="http://schemas.openxmlformats.org/officeDocument/2006/relationships/slideLayout" Target="../slideLayouts/slideLayout659.xml"/><Relationship Id="rId12" Type="http://schemas.openxmlformats.org/officeDocument/2006/relationships/slideLayout" Target="../slideLayouts/slideLayout658.xml"/><Relationship Id="rId11" Type="http://schemas.openxmlformats.org/officeDocument/2006/relationships/slideLayout" Target="../slideLayouts/slideLayout657.xml"/><Relationship Id="rId10" Type="http://schemas.openxmlformats.org/officeDocument/2006/relationships/slideLayout" Target="../slideLayouts/slideLayout656.xml"/><Relationship Id="rId1" Type="http://schemas.openxmlformats.org/officeDocument/2006/relationships/slideLayout" Target="../slideLayouts/slideLayout647.xml"/></Relationships>
</file>

<file path=ppt/slideMasters/_rels/slideMaster4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72.xml"/><Relationship Id="rId8" Type="http://schemas.openxmlformats.org/officeDocument/2006/relationships/slideLayout" Target="../slideLayouts/slideLayout671.xml"/><Relationship Id="rId7" Type="http://schemas.openxmlformats.org/officeDocument/2006/relationships/slideLayout" Target="../slideLayouts/slideLayout670.xml"/><Relationship Id="rId6" Type="http://schemas.openxmlformats.org/officeDocument/2006/relationships/slideLayout" Target="../slideLayouts/slideLayout669.xml"/><Relationship Id="rId5" Type="http://schemas.openxmlformats.org/officeDocument/2006/relationships/slideLayout" Target="../slideLayouts/slideLayout668.xml"/><Relationship Id="rId4" Type="http://schemas.openxmlformats.org/officeDocument/2006/relationships/slideLayout" Target="../slideLayouts/slideLayout667.xml"/><Relationship Id="rId3" Type="http://schemas.openxmlformats.org/officeDocument/2006/relationships/slideLayout" Target="../slideLayouts/slideLayout666.xml"/><Relationship Id="rId20" Type="http://schemas.openxmlformats.org/officeDocument/2006/relationships/theme" Target="../theme/theme40.xml"/><Relationship Id="rId2" Type="http://schemas.openxmlformats.org/officeDocument/2006/relationships/slideLayout" Target="../slideLayouts/slideLayout66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80.xml"/><Relationship Id="rId16" Type="http://schemas.openxmlformats.org/officeDocument/2006/relationships/slideLayout" Target="../slideLayouts/slideLayout679.xml"/><Relationship Id="rId15" Type="http://schemas.openxmlformats.org/officeDocument/2006/relationships/slideLayout" Target="../slideLayouts/slideLayout678.xml"/><Relationship Id="rId14" Type="http://schemas.openxmlformats.org/officeDocument/2006/relationships/slideLayout" Target="../slideLayouts/slideLayout677.xml"/><Relationship Id="rId13" Type="http://schemas.openxmlformats.org/officeDocument/2006/relationships/slideLayout" Target="../slideLayouts/slideLayout676.xml"/><Relationship Id="rId12" Type="http://schemas.openxmlformats.org/officeDocument/2006/relationships/slideLayout" Target="../slideLayouts/slideLayout675.xml"/><Relationship Id="rId11" Type="http://schemas.openxmlformats.org/officeDocument/2006/relationships/slideLayout" Target="../slideLayouts/slideLayout674.xml"/><Relationship Id="rId10" Type="http://schemas.openxmlformats.org/officeDocument/2006/relationships/slideLayout" Target="../slideLayouts/slideLayout673.xml"/><Relationship Id="rId1" Type="http://schemas.openxmlformats.org/officeDocument/2006/relationships/slideLayout" Target="../slideLayouts/slideLayout664.xml"/></Relationships>
</file>

<file path=ppt/slideMasters/_rels/slideMaster4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89.xml"/><Relationship Id="rId8" Type="http://schemas.openxmlformats.org/officeDocument/2006/relationships/slideLayout" Target="../slideLayouts/slideLayout688.xml"/><Relationship Id="rId7" Type="http://schemas.openxmlformats.org/officeDocument/2006/relationships/slideLayout" Target="../slideLayouts/slideLayout687.xml"/><Relationship Id="rId6" Type="http://schemas.openxmlformats.org/officeDocument/2006/relationships/slideLayout" Target="../slideLayouts/slideLayout686.xml"/><Relationship Id="rId5" Type="http://schemas.openxmlformats.org/officeDocument/2006/relationships/slideLayout" Target="../slideLayouts/slideLayout685.xml"/><Relationship Id="rId4" Type="http://schemas.openxmlformats.org/officeDocument/2006/relationships/slideLayout" Target="../slideLayouts/slideLayout684.xml"/><Relationship Id="rId3" Type="http://schemas.openxmlformats.org/officeDocument/2006/relationships/slideLayout" Target="../slideLayouts/slideLayout683.xml"/><Relationship Id="rId20" Type="http://schemas.openxmlformats.org/officeDocument/2006/relationships/theme" Target="../theme/theme41.xml"/><Relationship Id="rId2" Type="http://schemas.openxmlformats.org/officeDocument/2006/relationships/slideLayout" Target="../slideLayouts/slideLayout68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697.xml"/><Relationship Id="rId16" Type="http://schemas.openxmlformats.org/officeDocument/2006/relationships/slideLayout" Target="../slideLayouts/slideLayout696.xml"/><Relationship Id="rId15" Type="http://schemas.openxmlformats.org/officeDocument/2006/relationships/slideLayout" Target="../slideLayouts/slideLayout695.xml"/><Relationship Id="rId14" Type="http://schemas.openxmlformats.org/officeDocument/2006/relationships/slideLayout" Target="../slideLayouts/slideLayout694.xml"/><Relationship Id="rId13" Type="http://schemas.openxmlformats.org/officeDocument/2006/relationships/slideLayout" Target="../slideLayouts/slideLayout693.xml"/><Relationship Id="rId12" Type="http://schemas.openxmlformats.org/officeDocument/2006/relationships/slideLayout" Target="../slideLayouts/slideLayout692.xml"/><Relationship Id="rId11" Type="http://schemas.openxmlformats.org/officeDocument/2006/relationships/slideLayout" Target="../slideLayouts/slideLayout691.xml"/><Relationship Id="rId10" Type="http://schemas.openxmlformats.org/officeDocument/2006/relationships/slideLayout" Target="../slideLayouts/slideLayout690.xml"/><Relationship Id="rId1" Type="http://schemas.openxmlformats.org/officeDocument/2006/relationships/slideLayout" Target="../slideLayouts/slideLayout681.xml"/></Relationships>
</file>

<file path=ppt/slideMasters/_rels/slideMaster4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06.xml"/><Relationship Id="rId8" Type="http://schemas.openxmlformats.org/officeDocument/2006/relationships/slideLayout" Target="../slideLayouts/slideLayout705.xml"/><Relationship Id="rId7" Type="http://schemas.openxmlformats.org/officeDocument/2006/relationships/slideLayout" Target="../slideLayouts/slideLayout704.xml"/><Relationship Id="rId6" Type="http://schemas.openxmlformats.org/officeDocument/2006/relationships/slideLayout" Target="../slideLayouts/slideLayout703.xml"/><Relationship Id="rId5" Type="http://schemas.openxmlformats.org/officeDocument/2006/relationships/slideLayout" Target="../slideLayouts/slideLayout702.xml"/><Relationship Id="rId4" Type="http://schemas.openxmlformats.org/officeDocument/2006/relationships/slideLayout" Target="../slideLayouts/slideLayout701.xml"/><Relationship Id="rId3" Type="http://schemas.openxmlformats.org/officeDocument/2006/relationships/slideLayout" Target="../slideLayouts/slideLayout700.xml"/><Relationship Id="rId20" Type="http://schemas.openxmlformats.org/officeDocument/2006/relationships/theme" Target="../theme/theme42.xml"/><Relationship Id="rId2" Type="http://schemas.openxmlformats.org/officeDocument/2006/relationships/slideLayout" Target="../slideLayouts/slideLayout69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714.xml"/><Relationship Id="rId16" Type="http://schemas.openxmlformats.org/officeDocument/2006/relationships/slideLayout" Target="../slideLayouts/slideLayout713.xml"/><Relationship Id="rId15" Type="http://schemas.openxmlformats.org/officeDocument/2006/relationships/slideLayout" Target="../slideLayouts/slideLayout712.xml"/><Relationship Id="rId14" Type="http://schemas.openxmlformats.org/officeDocument/2006/relationships/slideLayout" Target="../slideLayouts/slideLayout711.xml"/><Relationship Id="rId13" Type="http://schemas.openxmlformats.org/officeDocument/2006/relationships/slideLayout" Target="../slideLayouts/slideLayout710.xml"/><Relationship Id="rId12" Type="http://schemas.openxmlformats.org/officeDocument/2006/relationships/slideLayout" Target="../slideLayouts/slideLayout709.xml"/><Relationship Id="rId11" Type="http://schemas.openxmlformats.org/officeDocument/2006/relationships/slideLayout" Target="../slideLayouts/slideLayout708.xml"/><Relationship Id="rId10" Type="http://schemas.openxmlformats.org/officeDocument/2006/relationships/slideLayout" Target="../slideLayouts/slideLayout707.xml"/><Relationship Id="rId1" Type="http://schemas.openxmlformats.org/officeDocument/2006/relationships/slideLayout" Target="../slideLayouts/slideLayout698.xml"/></Relationships>
</file>

<file path=ppt/slideMasters/_rels/slideMaster4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23.xml"/><Relationship Id="rId8" Type="http://schemas.openxmlformats.org/officeDocument/2006/relationships/slideLayout" Target="../slideLayouts/slideLayout722.xml"/><Relationship Id="rId7" Type="http://schemas.openxmlformats.org/officeDocument/2006/relationships/slideLayout" Target="../slideLayouts/slideLayout721.xml"/><Relationship Id="rId6" Type="http://schemas.openxmlformats.org/officeDocument/2006/relationships/slideLayout" Target="../slideLayouts/slideLayout720.xml"/><Relationship Id="rId5" Type="http://schemas.openxmlformats.org/officeDocument/2006/relationships/slideLayout" Target="../slideLayouts/slideLayout719.xml"/><Relationship Id="rId4" Type="http://schemas.openxmlformats.org/officeDocument/2006/relationships/slideLayout" Target="../slideLayouts/slideLayout718.xml"/><Relationship Id="rId3" Type="http://schemas.openxmlformats.org/officeDocument/2006/relationships/slideLayout" Target="../slideLayouts/slideLayout717.xml"/><Relationship Id="rId20" Type="http://schemas.openxmlformats.org/officeDocument/2006/relationships/theme" Target="../theme/theme43.xml"/><Relationship Id="rId2" Type="http://schemas.openxmlformats.org/officeDocument/2006/relationships/slideLayout" Target="../slideLayouts/slideLayout71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731.xml"/><Relationship Id="rId16" Type="http://schemas.openxmlformats.org/officeDocument/2006/relationships/slideLayout" Target="../slideLayouts/slideLayout730.xml"/><Relationship Id="rId15" Type="http://schemas.openxmlformats.org/officeDocument/2006/relationships/slideLayout" Target="../slideLayouts/slideLayout729.xml"/><Relationship Id="rId14" Type="http://schemas.openxmlformats.org/officeDocument/2006/relationships/slideLayout" Target="../slideLayouts/slideLayout728.xml"/><Relationship Id="rId13" Type="http://schemas.openxmlformats.org/officeDocument/2006/relationships/slideLayout" Target="../slideLayouts/slideLayout727.xml"/><Relationship Id="rId12" Type="http://schemas.openxmlformats.org/officeDocument/2006/relationships/slideLayout" Target="../slideLayouts/slideLayout726.xml"/><Relationship Id="rId11" Type="http://schemas.openxmlformats.org/officeDocument/2006/relationships/slideLayout" Target="../slideLayouts/slideLayout725.xml"/><Relationship Id="rId10" Type="http://schemas.openxmlformats.org/officeDocument/2006/relationships/slideLayout" Target="../slideLayouts/slideLayout724.xml"/><Relationship Id="rId1" Type="http://schemas.openxmlformats.org/officeDocument/2006/relationships/slideLayout" Target="../slideLayouts/slideLayout715.xml"/></Relationships>
</file>

<file path=ppt/slideMasters/_rels/slideMaster4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40.xml"/><Relationship Id="rId8" Type="http://schemas.openxmlformats.org/officeDocument/2006/relationships/slideLayout" Target="../slideLayouts/slideLayout739.xml"/><Relationship Id="rId7" Type="http://schemas.openxmlformats.org/officeDocument/2006/relationships/slideLayout" Target="../slideLayouts/slideLayout738.xml"/><Relationship Id="rId6" Type="http://schemas.openxmlformats.org/officeDocument/2006/relationships/slideLayout" Target="../slideLayouts/slideLayout737.xml"/><Relationship Id="rId5" Type="http://schemas.openxmlformats.org/officeDocument/2006/relationships/slideLayout" Target="../slideLayouts/slideLayout736.xml"/><Relationship Id="rId4" Type="http://schemas.openxmlformats.org/officeDocument/2006/relationships/slideLayout" Target="../slideLayouts/slideLayout735.xml"/><Relationship Id="rId3" Type="http://schemas.openxmlformats.org/officeDocument/2006/relationships/slideLayout" Target="../slideLayouts/slideLayout734.xml"/><Relationship Id="rId20" Type="http://schemas.openxmlformats.org/officeDocument/2006/relationships/theme" Target="../theme/theme44.xml"/><Relationship Id="rId2" Type="http://schemas.openxmlformats.org/officeDocument/2006/relationships/slideLayout" Target="../slideLayouts/slideLayout73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748.xml"/><Relationship Id="rId16" Type="http://schemas.openxmlformats.org/officeDocument/2006/relationships/slideLayout" Target="../slideLayouts/slideLayout747.xml"/><Relationship Id="rId15" Type="http://schemas.openxmlformats.org/officeDocument/2006/relationships/slideLayout" Target="../slideLayouts/slideLayout746.xml"/><Relationship Id="rId14" Type="http://schemas.openxmlformats.org/officeDocument/2006/relationships/slideLayout" Target="../slideLayouts/slideLayout745.xml"/><Relationship Id="rId13" Type="http://schemas.openxmlformats.org/officeDocument/2006/relationships/slideLayout" Target="../slideLayouts/slideLayout744.xml"/><Relationship Id="rId12" Type="http://schemas.openxmlformats.org/officeDocument/2006/relationships/slideLayout" Target="../slideLayouts/slideLayout743.xml"/><Relationship Id="rId11" Type="http://schemas.openxmlformats.org/officeDocument/2006/relationships/slideLayout" Target="../slideLayouts/slideLayout742.xml"/><Relationship Id="rId10" Type="http://schemas.openxmlformats.org/officeDocument/2006/relationships/slideLayout" Target="../slideLayouts/slideLayout741.xml"/><Relationship Id="rId1" Type="http://schemas.openxmlformats.org/officeDocument/2006/relationships/slideLayout" Target="../slideLayouts/slideLayout732.xml"/></Relationships>
</file>

<file path=ppt/slideMasters/_rels/slideMaster4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57.xml"/><Relationship Id="rId8" Type="http://schemas.openxmlformats.org/officeDocument/2006/relationships/slideLayout" Target="../slideLayouts/slideLayout756.xml"/><Relationship Id="rId7" Type="http://schemas.openxmlformats.org/officeDocument/2006/relationships/slideLayout" Target="../slideLayouts/slideLayout755.xml"/><Relationship Id="rId6" Type="http://schemas.openxmlformats.org/officeDocument/2006/relationships/slideLayout" Target="../slideLayouts/slideLayout754.xml"/><Relationship Id="rId5" Type="http://schemas.openxmlformats.org/officeDocument/2006/relationships/slideLayout" Target="../slideLayouts/slideLayout753.xml"/><Relationship Id="rId4" Type="http://schemas.openxmlformats.org/officeDocument/2006/relationships/slideLayout" Target="../slideLayouts/slideLayout752.xml"/><Relationship Id="rId3" Type="http://schemas.openxmlformats.org/officeDocument/2006/relationships/slideLayout" Target="../slideLayouts/slideLayout751.xml"/><Relationship Id="rId20" Type="http://schemas.openxmlformats.org/officeDocument/2006/relationships/theme" Target="../theme/theme45.xml"/><Relationship Id="rId2" Type="http://schemas.openxmlformats.org/officeDocument/2006/relationships/slideLayout" Target="../slideLayouts/slideLayout75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765.xml"/><Relationship Id="rId16" Type="http://schemas.openxmlformats.org/officeDocument/2006/relationships/slideLayout" Target="../slideLayouts/slideLayout764.xml"/><Relationship Id="rId15" Type="http://schemas.openxmlformats.org/officeDocument/2006/relationships/slideLayout" Target="../slideLayouts/slideLayout763.xml"/><Relationship Id="rId14" Type="http://schemas.openxmlformats.org/officeDocument/2006/relationships/slideLayout" Target="../slideLayouts/slideLayout762.xml"/><Relationship Id="rId13" Type="http://schemas.openxmlformats.org/officeDocument/2006/relationships/slideLayout" Target="../slideLayouts/slideLayout761.xml"/><Relationship Id="rId12" Type="http://schemas.openxmlformats.org/officeDocument/2006/relationships/slideLayout" Target="../slideLayouts/slideLayout760.xml"/><Relationship Id="rId11" Type="http://schemas.openxmlformats.org/officeDocument/2006/relationships/slideLayout" Target="../slideLayouts/slideLayout759.xml"/><Relationship Id="rId10" Type="http://schemas.openxmlformats.org/officeDocument/2006/relationships/slideLayout" Target="../slideLayouts/slideLayout758.xml"/><Relationship Id="rId1" Type="http://schemas.openxmlformats.org/officeDocument/2006/relationships/slideLayout" Target="../slideLayouts/slideLayout749.xml"/></Relationships>
</file>

<file path=ppt/slideMasters/_rels/slideMaster4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74.xml"/><Relationship Id="rId8" Type="http://schemas.openxmlformats.org/officeDocument/2006/relationships/slideLayout" Target="../slideLayouts/slideLayout773.xml"/><Relationship Id="rId7" Type="http://schemas.openxmlformats.org/officeDocument/2006/relationships/slideLayout" Target="../slideLayouts/slideLayout772.xml"/><Relationship Id="rId6" Type="http://schemas.openxmlformats.org/officeDocument/2006/relationships/slideLayout" Target="../slideLayouts/slideLayout771.xml"/><Relationship Id="rId5" Type="http://schemas.openxmlformats.org/officeDocument/2006/relationships/slideLayout" Target="../slideLayouts/slideLayout770.xml"/><Relationship Id="rId4" Type="http://schemas.openxmlformats.org/officeDocument/2006/relationships/slideLayout" Target="../slideLayouts/slideLayout769.xml"/><Relationship Id="rId3" Type="http://schemas.openxmlformats.org/officeDocument/2006/relationships/slideLayout" Target="../slideLayouts/slideLayout768.xml"/><Relationship Id="rId20" Type="http://schemas.openxmlformats.org/officeDocument/2006/relationships/theme" Target="../theme/theme46.xml"/><Relationship Id="rId2" Type="http://schemas.openxmlformats.org/officeDocument/2006/relationships/slideLayout" Target="../slideLayouts/slideLayout76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782.xml"/><Relationship Id="rId16" Type="http://schemas.openxmlformats.org/officeDocument/2006/relationships/slideLayout" Target="../slideLayouts/slideLayout781.xml"/><Relationship Id="rId15" Type="http://schemas.openxmlformats.org/officeDocument/2006/relationships/slideLayout" Target="../slideLayouts/slideLayout780.xml"/><Relationship Id="rId14" Type="http://schemas.openxmlformats.org/officeDocument/2006/relationships/slideLayout" Target="../slideLayouts/slideLayout779.xml"/><Relationship Id="rId13" Type="http://schemas.openxmlformats.org/officeDocument/2006/relationships/slideLayout" Target="../slideLayouts/slideLayout778.xml"/><Relationship Id="rId12" Type="http://schemas.openxmlformats.org/officeDocument/2006/relationships/slideLayout" Target="../slideLayouts/slideLayout777.xml"/><Relationship Id="rId11" Type="http://schemas.openxmlformats.org/officeDocument/2006/relationships/slideLayout" Target="../slideLayouts/slideLayout776.xml"/><Relationship Id="rId10" Type="http://schemas.openxmlformats.org/officeDocument/2006/relationships/slideLayout" Target="../slideLayouts/slideLayout775.xml"/><Relationship Id="rId1" Type="http://schemas.openxmlformats.org/officeDocument/2006/relationships/slideLayout" Target="../slideLayouts/slideLayout766.xml"/></Relationships>
</file>

<file path=ppt/slideMasters/_rels/slideMaster4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91.xml"/><Relationship Id="rId8" Type="http://schemas.openxmlformats.org/officeDocument/2006/relationships/slideLayout" Target="../slideLayouts/slideLayout790.xml"/><Relationship Id="rId7" Type="http://schemas.openxmlformats.org/officeDocument/2006/relationships/slideLayout" Target="../slideLayouts/slideLayout789.xml"/><Relationship Id="rId6" Type="http://schemas.openxmlformats.org/officeDocument/2006/relationships/slideLayout" Target="../slideLayouts/slideLayout788.xml"/><Relationship Id="rId5" Type="http://schemas.openxmlformats.org/officeDocument/2006/relationships/slideLayout" Target="../slideLayouts/slideLayout787.xml"/><Relationship Id="rId4" Type="http://schemas.openxmlformats.org/officeDocument/2006/relationships/slideLayout" Target="../slideLayouts/slideLayout786.xml"/><Relationship Id="rId3" Type="http://schemas.openxmlformats.org/officeDocument/2006/relationships/slideLayout" Target="../slideLayouts/slideLayout785.xml"/><Relationship Id="rId20" Type="http://schemas.openxmlformats.org/officeDocument/2006/relationships/theme" Target="../theme/theme47.xml"/><Relationship Id="rId2" Type="http://schemas.openxmlformats.org/officeDocument/2006/relationships/slideLayout" Target="../slideLayouts/slideLayout78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799.xml"/><Relationship Id="rId16" Type="http://schemas.openxmlformats.org/officeDocument/2006/relationships/slideLayout" Target="../slideLayouts/slideLayout798.xml"/><Relationship Id="rId15" Type="http://schemas.openxmlformats.org/officeDocument/2006/relationships/slideLayout" Target="../slideLayouts/slideLayout797.xml"/><Relationship Id="rId14" Type="http://schemas.openxmlformats.org/officeDocument/2006/relationships/slideLayout" Target="../slideLayouts/slideLayout796.xml"/><Relationship Id="rId13" Type="http://schemas.openxmlformats.org/officeDocument/2006/relationships/slideLayout" Target="../slideLayouts/slideLayout795.xml"/><Relationship Id="rId12" Type="http://schemas.openxmlformats.org/officeDocument/2006/relationships/slideLayout" Target="../slideLayouts/slideLayout794.xml"/><Relationship Id="rId11" Type="http://schemas.openxmlformats.org/officeDocument/2006/relationships/slideLayout" Target="../slideLayouts/slideLayout793.xml"/><Relationship Id="rId10" Type="http://schemas.openxmlformats.org/officeDocument/2006/relationships/slideLayout" Target="../slideLayouts/slideLayout792.xml"/><Relationship Id="rId1" Type="http://schemas.openxmlformats.org/officeDocument/2006/relationships/slideLayout" Target="../slideLayouts/slideLayout783.xml"/></Relationships>
</file>

<file path=ppt/slideMasters/_rels/slideMaster4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08.xml"/><Relationship Id="rId8" Type="http://schemas.openxmlformats.org/officeDocument/2006/relationships/slideLayout" Target="../slideLayouts/slideLayout807.xml"/><Relationship Id="rId7" Type="http://schemas.openxmlformats.org/officeDocument/2006/relationships/slideLayout" Target="../slideLayouts/slideLayout806.xml"/><Relationship Id="rId6" Type="http://schemas.openxmlformats.org/officeDocument/2006/relationships/slideLayout" Target="../slideLayouts/slideLayout805.xml"/><Relationship Id="rId5" Type="http://schemas.openxmlformats.org/officeDocument/2006/relationships/slideLayout" Target="../slideLayouts/slideLayout804.xml"/><Relationship Id="rId4" Type="http://schemas.openxmlformats.org/officeDocument/2006/relationships/slideLayout" Target="../slideLayouts/slideLayout803.xml"/><Relationship Id="rId3" Type="http://schemas.openxmlformats.org/officeDocument/2006/relationships/slideLayout" Target="../slideLayouts/slideLayout802.xml"/><Relationship Id="rId20" Type="http://schemas.openxmlformats.org/officeDocument/2006/relationships/theme" Target="../theme/theme48.xml"/><Relationship Id="rId2" Type="http://schemas.openxmlformats.org/officeDocument/2006/relationships/slideLayout" Target="../slideLayouts/slideLayout80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816.xml"/><Relationship Id="rId16" Type="http://schemas.openxmlformats.org/officeDocument/2006/relationships/slideLayout" Target="../slideLayouts/slideLayout815.xml"/><Relationship Id="rId15" Type="http://schemas.openxmlformats.org/officeDocument/2006/relationships/slideLayout" Target="../slideLayouts/slideLayout814.xml"/><Relationship Id="rId14" Type="http://schemas.openxmlformats.org/officeDocument/2006/relationships/slideLayout" Target="../slideLayouts/slideLayout813.xml"/><Relationship Id="rId13" Type="http://schemas.openxmlformats.org/officeDocument/2006/relationships/slideLayout" Target="../slideLayouts/slideLayout812.xml"/><Relationship Id="rId12" Type="http://schemas.openxmlformats.org/officeDocument/2006/relationships/slideLayout" Target="../slideLayouts/slideLayout811.xml"/><Relationship Id="rId11" Type="http://schemas.openxmlformats.org/officeDocument/2006/relationships/slideLayout" Target="../slideLayouts/slideLayout810.xml"/><Relationship Id="rId10" Type="http://schemas.openxmlformats.org/officeDocument/2006/relationships/slideLayout" Target="../slideLayouts/slideLayout809.xml"/><Relationship Id="rId1" Type="http://schemas.openxmlformats.org/officeDocument/2006/relationships/slideLayout" Target="../slideLayouts/slideLayout800.xml"/></Relationships>
</file>

<file path=ppt/slideMasters/_rels/slideMaster4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25.xml"/><Relationship Id="rId8" Type="http://schemas.openxmlformats.org/officeDocument/2006/relationships/slideLayout" Target="../slideLayouts/slideLayout824.xml"/><Relationship Id="rId7" Type="http://schemas.openxmlformats.org/officeDocument/2006/relationships/slideLayout" Target="../slideLayouts/slideLayout823.xml"/><Relationship Id="rId6" Type="http://schemas.openxmlformats.org/officeDocument/2006/relationships/slideLayout" Target="../slideLayouts/slideLayout822.xml"/><Relationship Id="rId5" Type="http://schemas.openxmlformats.org/officeDocument/2006/relationships/slideLayout" Target="../slideLayouts/slideLayout821.xml"/><Relationship Id="rId4" Type="http://schemas.openxmlformats.org/officeDocument/2006/relationships/slideLayout" Target="../slideLayouts/slideLayout820.xml"/><Relationship Id="rId3" Type="http://schemas.openxmlformats.org/officeDocument/2006/relationships/slideLayout" Target="../slideLayouts/slideLayout819.xml"/><Relationship Id="rId20" Type="http://schemas.openxmlformats.org/officeDocument/2006/relationships/theme" Target="../theme/theme49.xml"/><Relationship Id="rId2" Type="http://schemas.openxmlformats.org/officeDocument/2006/relationships/slideLayout" Target="../slideLayouts/slideLayout81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833.xml"/><Relationship Id="rId16" Type="http://schemas.openxmlformats.org/officeDocument/2006/relationships/slideLayout" Target="../slideLayouts/slideLayout832.xml"/><Relationship Id="rId15" Type="http://schemas.openxmlformats.org/officeDocument/2006/relationships/slideLayout" Target="../slideLayouts/slideLayout831.xml"/><Relationship Id="rId14" Type="http://schemas.openxmlformats.org/officeDocument/2006/relationships/slideLayout" Target="../slideLayouts/slideLayout830.xml"/><Relationship Id="rId13" Type="http://schemas.openxmlformats.org/officeDocument/2006/relationships/slideLayout" Target="../slideLayouts/slideLayout829.xml"/><Relationship Id="rId12" Type="http://schemas.openxmlformats.org/officeDocument/2006/relationships/slideLayout" Target="../slideLayouts/slideLayout828.xml"/><Relationship Id="rId11" Type="http://schemas.openxmlformats.org/officeDocument/2006/relationships/slideLayout" Target="../slideLayouts/slideLayout827.xml"/><Relationship Id="rId10" Type="http://schemas.openxmlformats.org/officeDocument/2006/relationships/slideLayout" Target="../slideLayouts/slideLayout826.xml"/><Relationship Id="rId1" Type="http://schemas.openxmlformats.org/officeDocument/2006/relationships/slideLayout" Target="../slideLayouts/slideLayout817.xml"/></Relationships>
</file>

<file path=ppt/slideMasters/_rels/slideMaster5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42.xml"/><Relationship Id="rId8" Type="http://schemas.openxmlformats.org/officeDocument/2006/relationships/slideLayout" Target="../slideLayouts/slideLayout841.xml"/><Relationship Id="rId7" Type="http://schemas.openxmlformats.org/officeDocument/2006/relationships/slideLayout" Target="../slideLayouts/slideLayout840.xml"/><Relationship Id="rId6" Type="http://schemas.openxmlformats.org/officeDocument/2006/relationships/slideLayout" Target="../slideLayouts/slideLayout839.xml"/><Relationship Id="rId5" Type="http://schemas.openxmlformats.org/officeDocument/2006/relationships/slideLayout" Target="../slideLayouts/slideLayout838.xml"/><Relationship Id="rId4" Type="http://schemas.openxmlformats.org/officeDocument/2006/relationships/slideLayout" Target="../slideLayouts/slideLayout837.xml"/><Relationship Id="rId3" Type="http://schemas.openxmlformats.org/officeDocument/2006/relationships/slideLayout" Target="../slideLayouts/slideLayout836.xml"/><Relationship Id="rId20" Type="http://schemas.openxmlformats.org/officeDocument/2006/relationships/theme" Target="../theme/theme50.xml"/><Relationship Id="rId2" Type="http://schemas.openxmlformats.org/officeDocument/2006/relationships/slideLayout" Target="../slideLayouts/slideLayout83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850.xml"/><Relationship Id="rId16" Type="http://schemas.openxmlformats.org/officeDocument/2006/relationships/slideLayout" Target="../slideLayouts/slideLayout849.xml"/><Relationship Id="rId15" Type="http://schemas.openxmlformats.org/officeDocument/2006/relationships/slideLayout" Target="../slideLayouts/slideLayout848.xml"/><Relationship Id="rId14" Type="http://schemas.openxmlformats.org/officeDocument/2006/relationships/slideLayout" Target="../slideLayouts/slideLayout847.xml"/><Relationship Id="rId13" Type="http://schemas.openxmlformats.org/officeDocument/2006/relationships/slideLayout" Target="../slideLayouts/slideLayout846.xml"/><Relationship Id="rId12" Type="http://schemas.openxmlformats.org/officeDocument/2006/relationships/slideLayout" Target="../slideLayouts/slideLayout845.xml"/><Relationship Id="rId11" Type="http://schemas.openxmlformats.org/officeDocument/2006/relationships/slideLayout" Target="../slideLayouts/slideLayout844.xml"/><Relationship Id="rId10" Type="http://schemas.openxmlformats.org/officeDocument/2006/relationships/slideLayout" Target="../slideLayouts/slideLayout843.xml"/><Relationship Id="rId1" Type="http://schemas.openxmlformats.org/officeDocument/2006/relationships/slideLayout" Target="../slideLayouts/slideLayout834.xml"/></Relationships>
</file>

<file path=ppt/slideMasters/_rels/slideMaster5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59.xml"/><Relationship Id="rId8" Type="http://schemas.openxmlformats.org/officeDocument/2006/relationships/slideLayout" Target="../slideLayouts/slideLayout858.xml"/><Relationship Id="rId7" Type="http://schemas.openxmlformats.org/officeDocument/2006/relationships/slideLayout" Target="../slideLayouts/slideLayout857.xml"/><Relationship Id="rId6" Type="http://schemas.openxmlformats.org/officeDocument/2006/relationships/slideLayout" Target="../slideLayouts/slideLayout856.xml"/><Relationship Id="rId5" Type="http://schemas.openxmlformats.org/officeDocument/2006/relationships/slideLayout" Target="../slideLayouts/slideLayout855.xml"/><Relationship Id="rId4" Type="http://schemas.openxmlformats.org/officeDocument/2006/relationships/slideLayout" Target="../slideLayouts/slideLayout854.xml"/><Relationship Id="rId3" Type="http://schemas.openxmlformats.org/officeDocument/2006/relationships/slideLayout" Target="../slideLayouts/slideLayout853.xml"/><Relationship Id="rId20" Type="http://schemas.openxmlformats.org/officeDocument/2006/relationships/theme" Target="../theme/theme51.xml"/><Relationship Id="rId2" Type="http://schemas.openxmlformats.org/officeDocument/2006/relationships/slideLayout" Target="../slideLayouts/slideLayout85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867.xml"/><Relationship Id="rId16" Type="http://schemas.openxmlformats.org/officeDocument/2006/relationships/slideLayout" Target="../slideLayouts/slideLayout866.xml"/><Relationship Id="rId15" Type="http://schemas.openxmlformats.org/officeDocument/2006/relationships/slideLayout" Target="../slideLayouts/slideLayout865.xml"/><Relationship Id="rId14" Type="http://schemas.openxmlformats.org/officeDocument/2006/relationships/slideLayout" Target="../slideLayouts/slideLayout864.xml"/><Relationship Id="rId13" Type="http://schemas.openxmlformats.org/officeDocument/2006/relationships/slideLayout" Target="../slideLayouts/slideLayout863.xml"/><Relationship Id="rId12" Type="http://schemas.openxmlformats.org/officeDocument/2006/relationships/slideLayout" Target="../slideLayouts/slideLayout862.xml"/><Relationship Id="rId11" Type="http://schemas.openxmlformats.org/officeDocument/2006/relationships/slideLayout" Target="../slideLayouts/slideLayout861.xml"/><Relationship Id="rId10" Type="http://schemas.openxmlformats.org/officeDocument/2006/relationships/slideLayout" Target="../slideLayouts/slideLayout860.xml"/><Relationship Id="rId1" Type="http://schemas.openxmlformats.org/officeDocument/2006/relationships/slideLayout" Target="../slideLayouts/slideLayout851.xml"/></Relationships>
</file>

<file path=ppt/slideMasters/_rels/slideMaster5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76.xml"/><Relationship Id="rId8" Type="http://schemas.openxmlformats.org/officeDocument/2006/relationships/slideLayout" Target="../slideLayouts/slideLayout875.xml"/><Relationship Id="rId7" Type="http://schemas.openxmlformats.org/officeDocument/2006/relationships/slideLayout" Target="../slideLayouts/slideLayout874.xml"/><Relationship Id="rId6" Type="http://schemas.openxmlformats.org/officeDocument/2006/relationships/slideLayout" Target="../slideLayouts/slideLayout873.xml"/><Relationship Id="rId5" Type="http://schemas.openxmlformats.org/officeDocument/2006/relationships/slideLayout" Target="../slideLayouts/slideLayout872.xml"/><Relationship Id="rId4" Type="http://schemas.openxmlformats.org/officeDocument/2006/relationships/slideLayout" Target="../slideLayouts/slideLayout871.xml"/><Relationship Id="rId3" Type="http://schemas.openxmlformats.org/officeDocument/2006/relationships/slideLayout" Target="../slideLayouts/slideLayout870.xml"/><Relationship Id="rId20" Type="http://schemas.openxmlformats.org/officeDocument/2006/relationships/theme" Target="../theme/theme52.xml"/><Relationship Id="rId2" Type="http://schemas.openxmlformats.org/officeDocument/2006/relationships/slideLayout" Target="../slideLayouts/slideLayout86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884.xml"/><Relationship Id="rId16" Type="http://schemas.openxmlformats.org/officeDocument/2006/relationships/slideLayout" Target="../slideLayouts/slideLayout883.xml"/><Relationship Id="rId15" Type="http://schemas.openxmlformats.org/officeDocument/2006/relationships/slideLayout" Target="../slideLayouts/slideLayout882.xml"/><Relationship Id="rId14" Type="http://schemas.openxmlformats.org/officeDocument/2006/relationships/slideLayout" Target="../slideLayouts/slideLayout881.xml"/><Relationship Id="rId13" Type="http://schemas.openxmlformats.org/officeDocument/2006/relationships/slideLayout" Target="../slideLayouts/slideLayout880.xml"/><Relationship Id="rId12" Type="http://schemas.openxmlformats.org/officeDocument/2006/relationships/slideLayout" Target="../slideLayouts/slideLayout879.xml"/><Relationship Id="rId11" Type="http://schemas.openxmlformats.org/officeDocument/2006/relationships/slideLayout" Target="../slideLayouts/slideLayout878.xml"/><Relationship Id="rId10" Type="http://schemas.openxmlformats.org/officeDocument/2006/relationships/slideLayout" Target="../slideLayouts/slideLayout877.xml"/><Relationship Id="rId1" Type="http://schemas.openxmlformats.org/officeDocument/2006/relationships/slideLayout" Target="../slideLayouts/slideLayout868.xml"/></Relationships>
</file>

<file path=ppt/slideMasters/_rels/slideMaster5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93.xml"/><Relationship Id="rId8" Type="http://schemas.openxmlformats.org/officeDocument/2006/relationships/slideLayout" Target="../slideLayouts/slideLayout892.xml"/><Relationship Id="rId7" Type="http://schemas.openxmlformats.org/officeDocument/2006/relationships/slideLayout" Target="../slideLayouts/slideLayout891.xml"/><Relationship Id="rId6" Type="http://schemas.openxmlformats.org/officeDocument/2006/relationships/slideLayout" Target="../slideLayouts/slideLayout890.xml"/><Relationship Id="rId5" Type="http://schemas.openxmlformats.org/officeDocument/2006/relationships/slideLayout" Target="../slideLayouts/slideLayout889.xml"/><Relationship Id="rId4" Type="http://schemas.openxmlformats.org/officeDocument/2006/relationships/slideLayout" Target="../slideLayouts/slideLayout888.xml"/><Relationship Id="rId3" Type="http://schemas.openxmlformats.org/officeDocument/2006/relationships/slideLayout" Target="../slideLayouts/slideLayout887.xml"/><Relationship Id="rId20" Type="http://schemas.openxmlformats.org/officeDocument/2006/relationships/theme" Target="../theme/theme53.xml"/><Relationship Id="rId2" Type="http://schemas.openxmlformats.org/officeDocument/2006/relationships/slideLayout" Target="../slideLayouts/slideLayout88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901.xml"/><Relationship Id="rId16" Type="http://schemas.openxmlformats.org/officeDocument/2006/relationships/slideLayout" Target="../slideLayouts/slideLayout900.xml"/><Relationship Id="rId15" Type="http://schemas.openxmlformats.org/officeDocument/2006/relationships/slideLayout" Target="../slideLayouts/slideLayout899.xml"/><Relationship Id="rId14" Type="http://schemas.openxmlformats.org/officeDocument/2006/relationships/slideLayout" Target="../slideLayouts/slideLayout898.xml"/><Relationship Id="rId13" Type="http://schemas.openxmlformats.org/officeDocument/2006/relationships/slideLayout" Target="../slideLayouts/slideLayout897.xml"/><Relationship Id="rId12" Type="http://schemas.openxmlformats.org/officeDocument/2006/relationships/slideLayout" Target="../slideLayouts/slideLayout896.xml"/><Relationship Id="rId11" Type="http://schemas.openxmlformats.org/officeDocument/2006/relationships/slideLayout" Target="../slideLayouts/slideLayout895.xml"/><Relationship Id="rId10" Type="http://schemas.openxmlformats.org/officeDocument/2006/relationships/slideLayout" Target="../slideLayouts/slideLayout894.xml"/><Relationship Id="rId1" Type="http://schemas.openxmlformats.org/officeDocument/2006/relationships/slideLayout" Target="../slideLayouts/slideLayout885.xml"/></Relationships>
</file>

<file path=ppt/slideMasters/_rels/slideMaster5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10.xml"/><Relationship Id="rId8" Type="http://schemas.openxmlformats.org/officeDocument/2006/relationships/slideLayout" Target="../slideLayouts/slideLayout909.xml"/><Relationship Id="rId7" Type="http://schemas.openxmlformats.org/officeDocument/2006/relationships/slideLayout" Target="../slideLayouts/slideLayout908.xml"/><Relationship Id="rId6" Type="http://schemas.openxmlformats.org/officeDocument/2006/relationships/slideLayout" Target="../slideLayouts/slideLayout907.xml"/><Relationship Id="rId5" Type="http://schemas.openxmlformats.org/officeDocument/2006/relationships/slideLayout" Target="../slideLayouts/slideLayout906.xml"/><Relationship Id="rId4" Type="http://schemas.openxmlformats.org/officeDocument/2006/relationships/slideLayout" Target="../slideLayouts/slideLayout905.xml"/><Relationship Id="rId3" Type="http://schemas.openxmlformats.org/officeDocument/2006/relationships/slideLayout" Target="../slideLayouts/slideLayout904.xml"/><Relationship Id="rId20" Type="http://schemas.openxmlformats.org/officeDocument/2006/relationships/theme" Target="../theme/theme54.xml"/><Relationship Id="rId2" Type="http://schemas.openxmlformats.org/officeDocument/2006/relationships/slideLayout" Target="../slideLayouts/slideLayout90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918.xml"/><Relationship Id="rId16" Type="http://schemas.openxmlformats.org/officeDocument/2006/relationships/slideLayout" Target="../slideLayouts/slideLayout917.xml"/><Relationship Id="rId15" Type="http://schemas.openxmlformats.org/officeDocument/2006/relationships/slideLayout" Target="../slideLayouts/slideLayout916.xml"/><Relationship Id="rId14" Type="http://schemas.openxmlformats.org/officeDocument/2006/relationships/slideLayout" Target="../slideLayouts/slideLayout915.xml"/><Relationship Id="rId13" Type="http://schemas.openxmlformats.org/officeDocument/2006/relationships/slideLayout" Target="../slideLayouts/slideLayout914.xml"/><Relationship Id="rId12" Type="http://schemas.openxmlformats.org/officeDocument/2006/relationships/slideLayout" Target="../slideLayouts/slideLayout913.xml"/><Relationship Id="rId11" Type="http://schemas.openxmlformats.org/officeDocument/2006/relationships/slideLayout" Target="../slideLayouts/slideLayout912.xml"/><Relationship Id="rId10" Type="http://schemas.openxmlformats.org/officeDocument/2006/relationships/slideLayout" Target="../slideLayouts/slideLayout911.xml"/><Relationship Id="rId1" Type="http://schemas.openxmlformats.org/officeDocument/2006/relationships/slideLayout" Target="../slideLayouts/slideLayout902.xml"/></Relationships>
</file>

<file path=ppt/slideMasters/_rels/slideMaster5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27.xml"/><Relationship Id="rId8" Type="http://schemas.openxmlformats.org/officeDocument/2006/relationships/slideLayout" Target="../slideLayouts/slideLayout926.xml"/><Relationship Id="rId7" Type="http://schemas.openxmlformats.org/officeDocument/2006/relationships/slideLayout" Target="../slideLayouts/slideLayout925.xml"/><Relationship Id="rId6" Type="http://schemas.openxmlformats.org/officeDocument/2006/relationships/slideLayout" Target="../slideLayouts/slideLayout924.xml"/><Relationship Id="rId5" Type="http://schemas.openxmlformats.org/officeDocument/2006/relationships/slideLayout" Target="../slideLayouts/slideLayout923.xml"/><Relationship Id="rId4" Type="http://schemas.openxmlformats.org/officeDocument/2006/relationships/slideLayout" Target="../slideLayouts/slideLayout922.xml"/><Relationship Id="rId3" Type="http://schemas.openxmlformats.org/officeDocument/2006/relationships/slideLayout" Target="../slideLayouts/slideLayout921.xml"/><Relationship Id="rId20" Type="http://schemas.openxmlformats.org/officeDocument/2006/relationships/theme" Target="../theme/theme55.xml"/><Relationship Id="rId2" Type="http://schemas.openxmlformats.org/officeDocument/2006/relationships/slideLayout" Target="../slideLayouts/slideLayout92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935.xml"/><Relationship Id="rId16" Type="http://schemas.openxmlformats.org/officeDocument/2006/relationships/slideLayout" Target="../slideLayouts/slideLayout934.xml"/><Relationship Id="rId15" Type="http://schemas.openxmlformats.org/officeDocument/2006/relationships/slideLayout" Target="../slideLayouts/slideLayout933.xml"/><Relationship Id="rId14" Type="http://schemas.openxmlformats.org/officeDocument/2006/relationships/slideLayout" Target="../slideLayouts/slideLayout932.xml"/><Relationship Id="rId13" Type="http://schemas.openxmlformats.org/officeDocument/2006/relationships/slideLayout" Target="../slideLayouts/slideLayout931.xml"/><Relationship Id="rId12" Type="http://schemas.openxmlformats.org/officeDocument/2006/relationships/slideLayout" Target="../slideLayouts/slideLayout930.xml"/><Relationship Id="rId11" Type="http://schemas.openxmlformats.org/officeDocument/2006/relationships/slideLayout" Target="../slideLayouts/slideLayout929.xml"/><Relationship Id="rId10" Type="http://schemas.openxmlformats.org/officeDocument/2006/relationships/slideLayout" Target="../slideLayouts/slideLayout928.xml"/><Relationship Id="rId1" Type="http://schemas.openxmlformats.org/officeDocument/2006/relationships/slideLayout" Target="../slideLayouts/slideLayout919.xml"/></Relationships>
</file>

<file path=ppt/slideMasters/_rels/slideMaster5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44.xml"/><Relationship Id="rId8" Type="http://schemas.openxmlformats.org/officeDocument/2006/relationships/slideLayout" Target="../slideLayouts/slideLayout943.xml"/><Relationship Id="rId7" Type="http://schemas.openxmlformats.org/officeDocument/2006/relationships/slideLayout" Target="../slideLayouts/slideLayout942.xml"/><Relationship Id="rId6" Type="http://schemas.openxmlformats.org/officeDocument/2006/relationships/slideLayout" Target="../slideLayouts/slideLayout941.xml"/><Relationship Id="rId5" Type="http://schemas.openxmlformats.org/officeDocument/2006/relationships/slideLayout" Target="../slideLayouts/slideLayout940.xml"/><Relationship Id="rId4" Type="http://schemas.openxmlformats.org/officeDocument/2006/relationships/slideLayout" Target="../slideLayouts/slideLayout939.xml"/><Relationship Id="rId3" Type="http://schemas.openxmlformats.org/officeDocument/2006/relationships/slideLayout" Target="../slideLayouts/slideLayout938.xml"/><Relationship Id="rId20" Type="http://schemas.openxmlformats.org/officeDocument/2006/relationships/theme" Target="../theme/theme56.xml"/><Relationship Id="rId2" Type="http://schemas.openxmlformats.org/officeDocument/2006/relationships/slideLayout" Target="../slideLayouts/slideLayout93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952.xml"/><Relationship Id="rId16" Type="http://schemas.openxmlformats.org/officeDocument/2006/relationships/slideLayout" Target="../slideLayouts/slideLayout951.xml"/><Relationship Id="rId15" Type="http://schemas.openxmlformats.org/officeDocument/2006/relationships/slideLayout" Target="../slideLayouts/slideLayout950.xml"/><Relationship Id="rId14" Type="http://schemas.openxmlformats.org/officeDocument/2006/relationships/slideLayout" Target="../slideLayouts/slideLayout949.xml"/><Relationship Id="rId13" Type="http://schemas.openxmlformats.org/officeDocument/2006/relationships/slideLayout" Target="../slideLayouts/slideLayout948.xml"/><Relationship Id="rId12" Type="http://schemas.openxmlformats.org/officeDocument/2006/relationships/slideLayout" Target="../slideLayouts/slideLayout947.xml"/><Relationship Id="rId11" Type="http://schemas.openxmlformats.org/officeDocument/2006/relationships/slideLayout" Target="../slideLayouts/slideLayout946.xml"/><Relationship Id="rId10" Type="http://schemas.openxmlformats.org/officeDocument/2006/relationships/slideLayout" Target="../slideLayouts/slideLayout945.xml"/><Relationship Id="rId1" Type="http://schemas.openxmlformats.org/officeDocument/2006/relationships/slideLayout" Target="../slideLayouts/slideLayout936.xml"/></Relationships>
</file>

<file path=ppt/slideMasters/_rels/slideMaster5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61.xml"/><Relationship Id="rId8" Type="http://schemas.openxmlformats.org/officeDocument/2006/relationships/slideLayout" Target="../slideLayouts/slideLayout960.xml"/><Relationship Id="rId7" Type="http://schemas.openxmlformats.org/officeDocument/2006/relationships/slideLayout" Target="../slideLayouts/slideLayout959.xml"/><Relationship Id="rId6" Type="http://schemas.openxmlformats.org/officeDocument/2006/relationships/slideLayout" Target="../slideLayouts/slideLayout958.xml"/><Relationship Id="rId5" Type="http://schemas.openxmlformats.org/officeDocument/2006/relationships/slideLayout" Target="../slideLayouts/slideLayout957.xml"/><Relationship Id="rId4" Type="http://schemas.openxmlformats.org/officeDocument/2006/relationships/slideLayout" Target="../slideLayouts/slideLayout956.xml"/><Relationship Id="rId3" Type="http://schemas.openxmlformats.org/officeDocument/2006/relationships/slideLayout" Target="../slideLayouts/slideLayout955.xml"/><Relationship Id="rId20" Type="http://schemas.openxmlformats.org/officeDocument/2006/relationships/theme" Target="../theme/theme57.xml"/><Relationship Id="rId2" Type="http://schemas.openxmlformats.org/officeDocument/2006/relationships/slideLayout" Target="../slideLayouts/slideLayout95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969.xml"/><Relationship Id="rId16" Type="http://schemas.openxmlformats.org/officeDocument/2006/relationships/slideLayout" Target="../slideLayouts/slideLayout968.xml"/><Relationship Id="rId15" Type="http://schemas.openxmlformats.org/officeDocument/2006/relationships/slideLayout" Target="../slideLayouts/slideLayout967.xml"/><Relationship Id="rId14" Type="http://schemas.openxmlformats.org/officeDocument/2006/relationships/slideLayout" Target="../slideLayouts/slideLayout966.xml"/><Relationship Id="rId13" Type="http://schemas.openxmlformats.org/officeDocument/2006/relationships/slideLayout" Target="../slideLayouts/slideLayout965.xml"/><Relationship Id="rId12" Type="http://schemas.openxmlformats.org/officeDocument/2006/relationships/slideLayout" Target="../slideLayouts/slideLayout964.xml"/><Relationship Id="rId11" Type="http://schemas.openxmlformats.org/officeDocument/2006/relationships/slideLayout" Target="../slideLayouts/slideLayout963.xml"/><Relationship Id="rId10" Type="http://schemas.openxmlformats.org/officeDocument/2006/relationships/slideLayout" Target="../slideLayouts/slideLayout962.xml"/><Relationship Id="rId1" Type="http://schemas.openxmlformats.org/officeDocument/2006/relationships/slideLayout" Target="../slideLayouts/slideLayout953.xml"/></Relationships>
</file>

<file path=ppt/slideMasters/_rels/slideMaster5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78.xml"/><Relationship Id="rId8" Type="http://schemas.openxmlformats.org/officeDocument/2006/relationships/slideLayout" Target="../slideLayouts/slideLayout977.xml"/><Relationship Id="rId7" Type="http://schemas.openxmlformats.org/officeDocument/2006/relationships/slideLayout" Target="../slideLayouts/slideLayout976.xml"/><Relationship Id="rId6" Type="http://schemas.openxmlformats.org/officeDocument/2006/relationships/slideLayout" Target="../slideLayouts/slideLayout975.xml"/><Relationship Id="rId5" Type="http://schemas.openxmlformats.org/officeDocument/2006/relationships/slideLayout" Target="../slideLayouts/slideLayout974.xml"/><Relationship Id="rId4" Type="http://schemas.openxmlformats.org/officeDocument/2006/relationships/slideLayout" Target="../slideLayouts/slideLayout973.xml"/><Relationship Id="rId3" Type="http://schemas.openxmlformats.org/officeDocument/2006/relationships/slideLayout" Target="../slideLayouts/slideLayout972.xml"/><Relationship Id="rId20" Type="http://schemas.openxmlformats.org/officeDocument/2006/relationships/theme" Target="../theme/theme58.xml"/><Relationship Id="rId2" Type="http://schemas.openxmlformats.org/officeDocument/2006/relationships/slideLayout" Target="../slideLayouts/slideLayout97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986.xml"/><Relationship Id="rId16" Type="http://schemas.openxmlformats.org/officeDocument/2006/relationships/slideLayout" Target="../slideLayouts/slideLayout985.xml"/><Relationship Id="rId15" Type="http://schemas.openxmlformats.org/officeDocument/2006/relationships/slideLayout" Target="../slideLayouts/slideLayout984.xml"/><Relationship Id="rId14" Type="http://schemas.openxmlformats.org/officeDocument/2006/relationships/slideLayout" Target="../slideLayouts/slideLayout983.xml"/><Relationship Id="rId13" Type="http://schemas.openxmlformats.org/officeDocument/2006/relationships/slideLayout" Target="../slideLayouts/slideLayout982.xml"/><Relationship Id="rId12" Type="http://schemas.openxmlformats.org/officeDocument/2006/relationships/slideLayout" Target="../slideLayouts/slideLayout981.xml"/><Relationship Id="rId11" Type="http://schemas.openxmlformats.org/officeDocument/2006/relationships/slideLayout" Target="../slideLayouts/slideLayout980.xml"/><Relationship Id="rId10" Type="http://schemas.openxmlformats.org/officeDocument/2006/relationships/slideLayout" Target="../slideLayouts/slideLayout979.xml"/><Relationship Id="rId1" Type="http://schemas.openxmlformats.org/officeDocument/2006/relationships/slideLayout" Target="../slideLayouts/slideLayout970.xml"/></Relationships>
</file>

<file path=ppt/slideMasters/_rels/slideMaster5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95.xml"/><Relationship Id="rId8" Type="http://schemas.openxmlformats.org/officeDocument/2006/relationships/slideLayout" Target="../slideLayouts/slideLayout994.xml"/><Relationship Id="rId7" Type="http://schemas.openxmlformats.org/officeDocument/2006/relationships/slideLayout" Target="../slideLayouts/slideLayout993.xml"/><Relationship Id="rId6" Type="http://schemas.openxmlformats.org/officeDocument/2006/relationships/slideLayout" Target="../slideLayouts/slideLayout992.xml"/><Relationship Id="rId5" Type="http://schemas.openxmlformats.org/officeDocument/2006/relationships/slideLayout" Target="../slideLayouts/slideLayout991.xml"/><Relationship Id="rId4" Type="http://schemas.openxmlformats.org/officeDocument/2006/relationships/slideLayout" Target="../slideLayouts/slideLayout990.xml"/><Relationship Id="rId3" Type="http://schemas.openxmlformats.org/officeDocument/2006/relationships/slideLayout" Target="../slideLayouts/slideLayout989.xml"/><Relationship Id="rId20" Type="http://schemas.openxmlformats.org/officeDocument/2006/relationships/theme" Target="../theme/theme59.xml"/><Relationship Id="rId2" Type="http://schemas.openxmlformats.org/officeDocument/2006/relationships/slideLayout" Target="../slideLayouts/slideLayout98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03.xml"/><Relationship Id="rId16" Type="http://schemas.openxmlformats.org/officeDocument/2006/relationships/slideLayout" Target="../slideLayouts/slideLayout1002.xml"/><Relationship Id="rId15" Type="http://schemas.openxmlformats.org/officeDocument/2006/relationships/slideLayout" Target="../slideLayouts/slideLayout1001.xml"/><Relationship Id="rId14" Type="http://schemas.openxmlformats.org/officeDocument/2006/relationships/slideLayout" Target="../slideLayouts/slideLayout1000.xml"/><Relationship Id="rId13" Type="http://schemas.openxmlformats.org/officeDocument/2006/relationships/slideLayout" Target="../slideLayouts/slideLayout999.xml"/><Relationship Id="rId12" Type="http://schemas.openxmlformats.org/officeDocument/2006/relationships/slideLayout" Target="../slideLayouts/slideLayout998.xml"/><Relationship Id="rId11" Type="http://schemas.openxmlformats.org/officeDocument/2006/relationships/slideLayout" Target="../slideLayouts/slideLayout997.xml"/><Relationship Id="rId10" Type="http://schemas.openxmlformats.org/officeDocument/2006/relationships/slideLayout" Target="../slideLayouts/slideLayout996.xml"/><Relationship Id="rId1" Type="http://schemas.openxmlformats.org/officeDocument/2006/relationships/slideLayout" Target="../slideLayouts/slideLayout987.xml"/></Relationships>
</file>

<file path=ppt/slideMasters/_rels/slideMaster6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12.xml"/><Relationship Id="rId8" Type="http://schemas.openxmlformats.org/officeDocument/2006/relationships/slideLayout" Target="../slideLayouts/slideLayout1011.xml"/><Relationship Id="rId7" Type="http://schemas.openxmlformats.org/officeDocument/2006/relationships/slideLayout" Target="../slideLayouts/slideLayout1010.xml"/><Relationship Id="rId6" Type="http://schemas.openxmlformats.org/officeDocument/2006/relationships/slideLayout" Target="../slideLayouts/slideLayout1009.xml"/><Relationship Id="rId5" Type="http://schemas.openxmlformats.org/officeDocument/2006/relationships/slideLayout" Target="../slideLayouts/slideLayout1008.xml"/><Relationship Id="rId4" Type="http://schemas.openxmlformats.org/officeDocument/2006/relationships/slideLayout" Target="../slideLayouts/slideLayout1007.xml"/><Relationship Id="rId3" Type="http://schemas.openxmlformats.org/officeDocument/2006/relationships/slideLayout" Target="../slideLayouts/slideLayout1006.xml"/><Relationship Id="rId20" Type="http://schemas.openxmlformats.org/officeDocument/2006/relationships/theme" Target="../theme/theme60.xml"/><Relationship Id="rId2" Type="http://schemas.openxmlformats.org/officeDocument/2006/relationships/slideLayout" Target="../slideLayouts/slideLayout100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20.xml"/><Relationship Id="rId16" Type="http://schemas.openxmlformats.org/officeDocument/2006/relationships/slideLayout" Target="../slideLayouts/slideLayout1019.xml"/><Relationship Id="rId15" Type="http://schemas.openxmlformats.org/officeDocument/2006/relationships/slideLayout" Target="../slideLayouts/slideLayout1018.xml"/><Relationship Id="rId14" Type="http://schemas.openxmlformats.org/officeDocument/2006/relationships/slideLayout" Target="../slideLayouts/slideLayout1017.xml"/><Relationship Id="rId13" Type="http://schemas.openxmlformats.org/officeDocument/2006/relationships/slideLayout" Target="../slideLayouts/slideLayout1016.xml"/><Relationship Id="rId12" Type="http://schemas.openxmlformats.org/officeDocument/2006/relationships/slideLayout" Target="../slideLayouts/slideLayout1015.xml"/><Relationship Id="rId11" Type="http://schemas.openxmlformats.org/officeDocument/2006/relationships/slideLayout" Target="../slideLayouts/slideLayout1014.xml"/><Relationship Id="rId10" Type="http://schemas.openxmlformats.org/officeDocument/2006/relationships/slideLayout" Target="../slideLayouts/slideLayout1013.xml"/><Relationship Id="rId1" Type="http://schemas.openxmlformats.org/officeDocument/2006/relationships/slideLayout" Target="../slideLayouts/slideLayout1004.xml"/></Relationships>
</file>

<file path=ppt/slideMasters/_rels/slideMaster6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29.xml"/><Relationship Id="rId8" Type="http://schemas.openxmlformats.org/officeDocument/2006/relationships/slideLayout" Target="../slideLayouts/slideLayout1028.xml"/><Relationship Id="rId7" Type="http://schemas.openxmlformats.org/officeDocument/2006/relationships/slideLayout" Target="../slideLayouts/slideLayout1027.xml"/><Relationship Id="rId6" Type="http://schemas.openxmlformats.org/officeDocument/2006/relationships/slideLayout" Target="../slideLayouts/slideLayout1026.xml"/><Relationship Id="rId5" Type="http://schemas.openxmlformats.org/officeDocument/2006/relationships/slideLayout" Target="../slideLayouts/slideLayout1025.xml"/><Relationship Id="rId4" Type="http://schemas.openxmlformats.org/officeDocument/2006/relationships/slideLayout" Target="../slideLayouts/slideLayout1024.xml"/><Relationship Id="rId3" Type="http://schemas.openxmlformats.org/officeDocument/2006/relationships/slideLayout" Target="../slideLayouts/slideLayout1023.xml"/><Relationship Id="rId20" Type="http://schemas.openxmlformats.org/officeDocument/2006/relationships/theme" Target="../theme/theme61.xml"/><Relationship Id="rId2" Type="http://schemas.openxmlformats.org/officeDocument/2006/relationships/slideLayout" Target="../slideLayouts/slideLayout102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37.xml"/><Relationship Id="rId16" Type="http://schemas.openxmlformats.org/officeDocument/2006/relationships/slideLayout" Target="../slideLayouts/slideLayout1036.xml"/><Relationship Id="rId15" Type="http://schemas.openxmlformats.org/officeDocument/2006/relationships/slideLayout" Target="../slideLayouts/slideLayout1035.xml"/><Relationship Id="rId14" Type="http://schemas.openxmlformats.org/officeDocument/2006/relationships/slideLayout" Target="../slideLayouts/slideLayout1034.xml"/><Relationship Id="rId13" Type="http://schemas.openxmlformats.org/officeDocument/2006/relationships/slideLayout" Target="../slideLayouts/slideLayout1033.xml"/><Relationship Id="rId12" Type="http://schemas.openxmlformats.org/officeDocument/2006/relationships/slideLayout" Target="../slideLayouts/slideLayout1032.xml"/><Relationship Id="rId11" Type="http://schemas.openxmlformats.org/officeDocument/2006/relationships/slideLayout" Target="../slideLayouts/slideLayout1031.xml"/><Relationship Id="rId10" Type="http://schemas.openxmlformats.org/officeDocument/2006/relationships/slideLayout" Target="../slideLayouts/slideLayout1030.xml"/><Relationship Id="rId1" Type="http://schemas.openxmlformats.org/officeDocument/2006/relationships/slideLayout" Target="../slideLayouts/slideLayout1021.xml"/></Relationships>
</file>

<file path=ppt/slideMasters/_rels/slideMaster6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46.xml"/><Relationship Id="rId8" Type="http://schemas.openxmlformats.org/officeDocument/2006/relationships/slideLayout" Target="../slideLayouts/slideLayout1045.xml"/><Relationship Id="rId7" Type="http://schemas.openxmlformats.org/officeDocument/2006/relationships/slideLayout" Target="../slideLayouts/slideLayout1044.xml"/><Relationship Id="rId6" Type="http://schemas.openxmlformats.org/officeDocument/2006/relationships/slideLayout" Target="../slideLayouts/slideLayout1043.xml"/><Relationship Id="rId5" Type="http://schemas.openxmlformats.org/officeDocument/2006/relationships/slideLayout" Target="../slideLayouts/slideLayout1042.xml"/><Relationship Id="rId4" Type="http://schemas.openxmlformats.org/officeDocument/2006/relationships/slideLayout" Target="../slideLayouts/slideLayout1041.xml"/><Relationship Id="rId3" Type="http://schemas.openxmlformats.org/officeDocument/2006/relationships/slideLayout" Target="../slideLayouts/slideLayout1040.xml"/><Relationship Id="rId20" Type="http://schemas.openxmlformats.org/officeDocument/2006/relationships/theme" Target="../theme/theme62.xml"/><Relationship Id="rId2" Type="http://schemas.openxmlformats.org/officeDocument/2006/relationships/slideLayout" Target="../slideLayouts/slideLayout103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54.xml"/><Relationship Id="rId16" Type="http://schemas.openxmlformats.org/officeDocument/2006/relationships/slideLayout" Target="../slideLayouts/slideLayout1053.xml"/><Relationship Id="rId15" Type="http://schemas.openxmlformats.org/officeDocument/2006/relationships/slideLayout" Target="../slideLayouts/slideLayout1052.xml"/><Relationship Id="rId14" Type="http://schemas.openxmlformats.org/officeDocument/2006/relationships/slideLayout" Target="../slideLayouts/slideLayout1051.xml"/><Relationship Id="rId13" Type="http://schemas.openxmlformats.org/officeDocument/2006/relationships/slideLayout" Target="../slideLayouts/slideLayout1050.xml"/><Relationship Id="rId12" Type="http://schemas.openxmlformats.org/officeDocument/2006/relationships/slideLayout" Target="../slideLayouts/slideLayout1049.xml"/><Relationship Id="rId11" Type="http://schemas.openxmlformats.org/officeDocument/2006/relationships/slideLayout" Target="../slideLayouts/slideLayout1048.xml"/><Relationship Id="rId10" Type="http://schemas.openxmlformats.org/officeDocument/2006/relationships/slideLayout" Target="../slideLayouts/slideLayout1047.xml"/><Relationship Id="rId1" Type="http://schemas.openxmlformats.org/officeDocument/2006/relationships/slideLayout" Target="../slideLayouts/slideLayout1038.xml"/></Relationships>
</file>

<file path=ppt/slideMasters/_rels/slideMaster6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63.xml"/><Relationship Id="rId8" Type="http://schemas.openxmlformats.org/officeDocument/2006/relationships/slideLayout" Target="../slideLayouts/slideLayout1062.xml"/><Relationship Id="rId7" Type="http://schemas.openxmlformats.org/officeDocument/2006/relationships/slideLayout" Target="../slideLayouts/slideLayout1061.xml"/><Relationship Id="rId6" Type="http://schemas.openxmlformats.org/officeDocument/2006/relationships/slideLayout" Target="../slideLayouts/slideLayout1060.xml"/><Relationship Id="rId5" Type="http://schemas.openxmlformats.org/officeDocument/2006/relationships/slideLayout" Target="../slideLayouts/slideLayout1059.xml"/><Relationship Id="rId4" Type="http://schemas.openxmlformats.org/officeDocument/2006/relationships/slideLayout" Target="../slideLayouts/slideLayout1058.xml"/><Relationship Id="rId3" Type="http://schemas.openxmlformats.org/officeDocument/2006/relationships/slideLayout" Target="../slideLayouts/slideLayout1057.xml"/><Relationship Id="rId20" Type="http://schemas.openxmlformats.org/officeDocument/2006/relationships/theme" Target="../theme/theme63.xml"/><Relationship Id="rId2" Type="http://schemas.openxmlformats.org/officeDocument/2006/relationships/slideLayout" Target="../slideLayouts/slideLayout105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71.xml"/><Relationship Id="rId16" Type="http://schemas.openxmlformats.org/officeDocument/2006/relationships/slideLayout" Target="../slideLayouts/slideLayout1070.xml"/><Relationship Id="rId15" Type="http://schemas.openxmlformats.org/officeDocument/2006/relationships/slideLayout" Target="../slideLayouts/slideLayout1069.xml"/><Relationship Id="rId14" Type="http://schemas.openxmlformats.org/officeDocument/2006/relationships/slideLayout" Target="../slideLayouts/slideLayout1068.xml"/><Relationship Id="rId13" Type="http://schemas.openxmlformats.org/officeDocument/2006/relationships/slideLayout" Target="../slideLayouts/slideLayout1067.xml"/><Relationship Id="rId12" Type="http://schemas.openxmlformats.org/officeDocument/2006/relationships/slideLayout" Target="../slideLayouts/slideLayout1066.xml"/><Relationship Id="rId11" Type="http://schemas.openxmlformats.org/officeDocument/2006/relationships/slideLayout" Target="../slideLayouts/slideLayout1065.xml"/><Relationship Id="rId10" Type="http://schemas.openxmlformats.org/officeDocument/2006/relationships/slideLayout" Target="../slideLayouts/slideLayout1064.xml"/><Relationship Id="rId1" Type="http://schemas.openxmlformats.org/officeDocument/2006/relationships/slideLayout" Target="../slideLayouts/slideLayout1055.xml"/></Relationships>
</file>

<file path=ppt/slideMasters/_rels/slideMaster6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80.xml"/><Relationship Id="rId8" Type="http://schemas.openxmlformats.org/officeDocument/2006/relationships/slideLayout" Target="../slideLayouts/slideLayout1079.xml"/><Relationship Id="rId7" Type="http://schemas.openxmlformats.org/officeDocument/2006/relationships/slideLayout" Target="../slideLayouts/slideLayout1078.xml"/><Relationship Id="rId6" Type="http://schemas.openxmlformats.org/officeDocument/2006/relationships/slideLayout" Target="../slideLayouts/slideLayout1077.xml"/><Relationship Id="rId5" Type="http://schemas.openxmlformats.org/officeDocument/2006/relationships/slideLayout" Target="../slideLayouts/slideLayout1076.xml"/><Relationship Id="rId4" Type="http://schemas.openxmlformats.org/officeDocument/2006/relationships/slideLayout" Target="../slideLayouts/slideLayout1075.xml"/><Relationship Id="rId3" Type="http://schemas.openxmlformats.org/officeDocument/2006/relationships/slideLayout" Target="../slideLayouts/slideLayout1074.xml"/><Relationship Id="rId20" Type="http://schemas.openxmlformats.org/officeDocument/2006/relationships/theme" Target="../theme/theme64.xml"/><Relationship Id="rId2" Type="http://schemas.openxmlformats.org/officeDocument/2006/relationships/slideLayout" Target="../slideLayouts/slideLayout107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088.xml"/><Relationship Id="rId16" Type="http://schemas.openxmlformats.org/officeDocument/2006/relationships/slideLayout" Target="../slideLayouts/slideLayout1087.xml"/><Relationship Id="rId15" Type="http://schemas.openxmlformats.org/officeDocument/2006/relationships/slideLayout" Target="../slideLayouts/slideLayout1086.xml"/><Relationship Id="rId14" Type="http://schemas.openxmlformats.org/officeDocument/2006/relationships/slideLayout" Target="../slideLayouts/slideLayout1085.xml"/><Relationship Id="rId13" Type="http://schemas.openxmlformats.org/officeDocument/2006/relationships/slideLayout" Target="../slideLayouts/slideLayout1084.xml"/><Relationship Id="rId12" Type="http://schemas.openxmlformats.org/officeDocument/2006/relationships/slideLayout" Target="../slideLayouts/slideLayout1083.xml"/><Relationship Id="rId11" Type="http://schemas.openxmlformats.org/officeDocument/2006/relationships/slideLayout" Target="../slideLayouts/slideLayout1082.xml"/><Relationship Id="rId10" Type="http://schemas.openxmlformats.org/officeDocument/2006/relationships/slideLayout" Target="../slideLayouts/slideLayout1081.xml"/><Relationship Id="rId1" Type="http://schemas.openxmlformats.org/officeDocument/2006/relationships/slideLayout" Target="../slideLayouts/slideLayout1072.xml"/></Relationships>
</file>

<file path=ppt/slideMasters/_rels/slideMaster6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97.xml"/><Relationship Id="rId8" Type="http://schemas.openxmlformats.org/officeDocument/2006/relationships/slideLayout" Target="../slideLayouts/slideLayout1096.xml"/><Relationship Id="rId7" Type="http://schemas.openxmlformats.org/officeDocument/2006/relationships/slideLayout" Target="../slideLayouts/slideLayout1095.xml"/><Relationship Id="rId6" Type="http://schemas.openxmlformats.org/officeDocument/2006/relationships/slideLayout" Target="../slideLayouts/slideLayout1094.xml"/><Relationship Id="rId5" Type="http://schemas.openxmlformats.org/officeDocument/2006/relationships/slideLayout" Target="../slideLayouts/slideLayout1093.xml"/><Relationship Id="rId4" Type="http://schemas.openxmlformats.org/officeDocument/2006/relationships/slideLayout" Target="../slideLayouts/slideLayout1092.xml"/><Relationship Id="rId3" Type="http://schemas.openxmlformats.org/officeDocument/2006/relationships/slideLayout" Target="../slideLayouts/slideLayout1091.xml"/><Relationship Id="rId20" Type="http://schemas.openxmlformats.org/officeDocument/2006/relationships/theme" Target="../theme/theme65.xml"/><Relationship Id="rId2" Type="http://schemas.openxmlformats.org/officeDocument/2006/relationships/slideLayout" Target="../slideLayouts/slideLayout109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05.xml"/><Relationship Id="rId16" Type="http://schemas.openxmlformats.org/officeDocument/2006/relationships/slideLayout" Target="../slideLayouts/slideLayout1104.xml"/><Relationship Id="rId15" Type="http://schemas.openxmlformats.org/officeDocument/2006/relationships/slideLayout" Target="../slideLayouts/slideLayout1103.xml"/><Relationship Id="rId14" Type="http://schemas.openxmlformats.org/officeDocument/2006/relationships/slideLayout" Target="../slideLayouts/slideLayout1102.xml"/><Relationship Id="rId13" Type="http://schemas.openxmlformats.org/officeDocument/2006/relationships/slideLayout" Target="../slideLayouts/slideLayout1101.xml"/><Relationship Id="rId12" Type="http://schemas.openxmlformats.org/officeDocument/2006/relationships/slideLayout" Target="../slideLayouts/slideLayout1100.xml"/><Relationship Id="rId11" Type="http://schemas.openxmlformats.org/officeDocument/2006/relationships/slideLayout" Target="../slideLayouts/slideLayout1099.xml"/><Relationship Id="rId10" Type="http://schemas.openxmlformats.org/officeDocument/2006/relationships/slideLayout" Target="../slideLayouts/slideLayout1098.xml"/><Relationship Id="rId1" Type="http://schemas.openxmlformats.org/officeDocument/2006/relationships/slideLayout" Target="../slideLayouts/slideLayout1089.xml"/></Relationships>
</file>

<file path=ppt/slideMasters/_rels/slideMaster6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14.xml"/><Relationship Id="rId8" Type="http://schemas.openxmlformats.org/officeDocument/2006/relationships/slideLayout" Target="../slideLayouts/slideLayout1113.xml"/><Relationship Id="rId7" Type="http://schemas.openxmlformats.org/officeDocument/2006/relationships/slideLayout" Target="../slideLayouts/slideLayout1112.xml"/><Relationship Id="rId6" Type="http://schemas.openxmlformats.org/officeDocument/2006/relationships/slideLayout" Target="../slideLayouts/slideLayout1111.xml"/><Relationship Id="rId5" Type="http://schemas.openxmlformats.org/officeDocument/2006/relationships/slideLayout" Target="../slideLayouts/slideLayout1110.xml"/><Relationship Id="rId4" Type="http://schemas.openxmlformats.org/officeDocument/2006/relationships/slideLayout" Target="../slideLayouts/slideLayout1109.xml"/><Relationship Id="rId3" Type="http://schemas.openxmlformats.org/officeDocument/2006/relationships/slideLayout" Target="../slideLayouts/slideLayout1108.xml"/><Relationship Id="rId20" Type="http://schemas.openxmlformats.org/officeDocument/2006/relationships/theme" Target="../theme/theme66.xml"/><Relationship Id="rId2" Type="http://schemas.openxmlformats.org/officeDocument/2006/relationships/slideLayout" Target="../slideLayouts/slideLayout110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22.xml"/><Relationship Id="rId16" Type="http://schemas.openxmlformats.org/officeDocument/2006/relationships/slideLayout" Target="../slideLayouts/slideLayout1121.xml"/><Relationship Id="rId15" Type="http://schemas.openxmlformats.org/officeDocument/2006/relationships/slideLayout" Target="../slideLayouts/slideLayout1120.xml"/><Relationship Id="rId14" Type="http://schemas.openxmlformats.org/officeDocument/2006/relationships/slideLayout" Target="../slideLayouts/slideLayout1119.xml"/><Relationship Id="rId13" Type="http://schemas.openxmlformats.org/officeDocument/2006/relationships/slideLayout" Target="../slideLayouts/slideLayout1118.xml"/><Relationship Id="rId12" Type="http://schemas.openxmlformats.org/officeDocument/2006/relationships/slideLayout" Target="../slideLayouts/slideLayout1117.xml"/><Relationship Id="rId11" Type="http://schemas.openxmlformats.org/officeDocument/2006/relationships/slideLayout" Target="../slideLayouts/slideLayout1116.xml"/><Relationship Id="rId10" Type="http://schemas.openxmlformats.org/officeDocument/2006/relationships/slideLayout" Target="../slideLayouts/slideLayout1115.xml"/><Relationship Id="rId1" Type="http://schemas.openxmlformats.org/officeDocument/2006/relationships/slideLayout" Target="../slideLayouts/slideLayout1106.xml"/></Relationships>
</file>

<file path=ppt/slideMasters/_rels/slideMaster6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31.xml"/><Relationship Id="rId8" Type="http://schemas.openxmlformats.org/officeDocument/2006/relationships/slideLayout" Target="../slideLayouts/slideLayout1130.xml"/><Relationship Id="rId7" Type="http://schemas.openxmlformats.org/officeDocument/2006/relationships/slideLayout" Target="../slideLayouts/slideLayout1129.xml"/><Relationship Id="rId6" Type="http://schemas.openxmlformats.org/officeDocument/2006/relationships/slideLayout" Target="../slideLayouts/slideLayout1128.xml"/><Relationship Id="rId5" Type="http://schemas.openxmlformats.org/officeDocument/2006/relationships/slideLayout" Target="../slideLayouts/slideLayout1127.xml"/><Relationship Id="rId4" Type="http://schemas.openxmlformats.org/officeDocument/2006/relationships/slideLayout" Target="../slideLayouts/slideLayout1126.xml"/><Relationship Id="rId3" Type="http://schemas.openxmlformats.org/officeDocument/2006/relationships/slideLayout" Target="../slideLayouts/slideLayout1125.xml"/><Relationship Id="rId20" Type="http://schemas.openxmlformats.org/officeDocument/2006/relationships/theme" Target="../theme/theme67.xml"/><Relationship Id="rId2" Type="http://schemas.openxmlformats.org/officeDocument/2006/relationships/slideLayout" Target="../slideLayouts/slideLayout112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39.xml"/><Relationship Id="rId16" Type="http://schemas.openxmlformats.org/officeDocument/2006/relationships/slideLayout" Target="../slideLayouts/slideLayout1138.xml"/><Relationship Id="rId15" Type="http://schemas.openxmlformats.org/officeDocument/2006/relationships/slideLayout" Target="../slideLayouts/slideLayout1137.xml"/><Relationship Id="rId14" Type="http://schemas.openxmlformats.org/officeDocument/2006/relationships/slideLayout" Target="../slideLayouts/slideLayout1136.xml"/><Relationship Id="rId13" Type="http://schemas.openxmlformats.org/officeDocument/2006/relationships/slideLayout" Target="../slideLayouts/slideLayout1135.xml"/><Relationship Id="rId12" Type="http://schemas.openxmlformats.org/officeDocument/2006/relationships/slideLayout" Target="../slideLayouts/slideLayout1134.xml"/><Relationship Id="rId11" Type="http://schemas.openxmlformats.org/officeDocument/2006/relationships/slideLayout" Target="../slideLayouts/slideLayout1133.xml"/><Relationship Id="rId10" Type="http://schemas.openxmlformats.org/officeDocument/2006/relationships/slideLayout" Target="../slideLayouts/slideLayout1132.xml"/><Relationship Id="rId1" Type="http://schemas.openxmlformats.org/officeDocument/2006/relationships/slideLayout" Target="../slideLayouts/slideLayout1123.xml"/></Relationships>
</file>

<file path=ppt/slideMasters/_rels/slideMaster6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48.xml"/><Relationship Id="rId8" Type="http://schemas.openxmlformats.org/officeDocument/2006/relationships/slideLayout" Target="../slideLayouts/slideLayout1147.xml"/><Relationship Id="rId7" Type="http://schemas.openxmlformats.org/officeDocument/2006/relationships/slideLayout" Target="../slideLayouts/slideLayout1146.xml"/><Relationship Id="rId6" Type="http://schemas.openxmlformats.org/officeDocument/2006/relationships/slideLayout" Target="../slideLayouts/slideLayout1145.xml"/><Relationship Id="rId5" Type="http://schemas.openxmlformats.org/officeDocument/2006/relationships/slideLayout" Target="../slideLayouts/slideLayout1144.xml"/><Relationship Id="rId4" Type="http://schemas.openxmlformats.org/officeDocument/2006/relationships/slideLayout" Target="../slideLayouts/slideLayout1143.xml"/><Relationship Id="rId3" Type="http://schemas.openxmlformats.org/officeDocument/2006/relationships/slideLayout" Target="../slideLayouts/slideLayout1142.xml"/><Relationship Id="rId20" Type="http://schemas.openxmlformats.org/officeDocument/2006/relationships/theme" Target="../theme/theme68.xml"/><Relationship Id="rId2" Type="http://schemas.openxmlformats.org/officeDocument/2006/relationships/slideLayout" Target="../slideLayouts/slideLayout1141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56.xml"/><Relationship Id="rId16" Type="http://schemas.openxmlformats.org/officeDocument/2006/relationships/slideLayout" Target="../slideLayouts/slideLayout1155.xml"/><Relationship Id="rId15" Type="http://schemas.openxmlformats.org/officeDocument/2006/relationships/slideLayout" Target="../slideLayouts/slideLayout1154.xml"/><Relationship Id="rId14" Type="http://schemas.openxmlformats.org/officeDocument/2006/relationships/slideLayout" Target="../slideLayouts/slideLayout1153.xml"/><Relationship Id="rId13" Type="http://schemas.openxmlformats.org/officeDocument/2006/relationships/slideLayout" Target="../slideLayouts/slideLayout1152.xml"/><Relationship Id="rId12" Type="http://schemas.openxmlformats.org/officeDocument/2006/relationships/slideLayout" Target="../slideLayouts/slideLayout1151.xml"/><Relationship Id="rId11" Type="http://schemas.openxmlformats.org/officeDocument/2006/relationships/slideLayout" Target="../slideLayouts/slideLayout1150.xml"/><Relationship Id="rId10" Type="http://schemas.openxmlformats.org/officeDocument/2006/relationships/slideLayout" Target="../slideLayouts/slideLayout1149.xml"/><Relationship Id="rId1" Type="http://schemas.openxmlformats.org/officeDocument/2006/relationships/slideLayout" Target="../slideLayouts/slideLayout1140.xml"/></Relationships>
</file>

<file path=ppt/slideMasters/_rels/slideMaster6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65.xml"/><Relationship Id="rId8" Type="http://schemas.openxmlformats.org/officeDocument/2006/relationships/slideLayout" Target="../slideLayouts/slideLayout1164.xml"/><Relationship Id="rId7" Type="http://schemas.openxmlformats.org/officeDocument/2006/relationships/slideLayout" Target="../slideLayouts/slideLayout1163.xml"/><Relationship Id="rId6" Type="http://schemas.openxmlformats.org/officeDocument/2006/relationships/slideLayout" Target="../slideLayouts/slideLayout1162.xml"/><Relationship Id="rId5" Type="http://schemas.openxmlformats.org/officeDocument/2006/relationships/slideLayout" Target="../slideLayouts/slideLayout1161.xml"/><Relationship Id="rId4" Type="http://schemas.openxmlformats.org/officeDocument/2006/relationships/slideLayout" Target="../slideLayouts/slideLayout1160.xml"/><Relationship Id="rId3" Type="http://schemas.openxmlformats.org/officeDocument/2006/relationships/slideLayout" Target="../slideLayouts/slideLayout1159.xml"/><Relationship Id="rId20" Type="http://schemas.openxmlformats.org/officeDocument/2006/relationships/theme" Target="../theme/theme69.xml"/><Relationship Id="rId2" Type="http://schemas.openxmlformats.org/officeDocument/2006/relationships/slideLayout" Target="../slideLayouts/slideLayout1158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73.xml"/><Relationship Id="rId16" Type="http://schemas.openxmlformats.org/officeDocument/2006/relationships/slideLayout" Target="../slideLayouts/slideLayout1172.xml"/><Relationship Id="rId15" Type="http://schemas.openxmlformats.org/officeDocument/2006/relationships/slideLayout" Target="../slideLayouts/slideLayout1171.xml"/><Relationship Id="rId14" Type="http://schemas.openxmlformats.org/officeDocument/2006/relationships/slideLayout" Target="../slideLayouts/slideLayout1170.xml"/><Relationship Id="rId13" Type="http://schemas.openxmlformats.org/officeDocument/2006/relationships/slideLayout" Target="../slideLayouts/slideLayout1169.xml"/><Relationship Id="rId12" Type="http://schemas.openxmlformats.org/officeDocument/2006/relationships/slideLayout" Target="../slideLayouts/slideLayout1168.xml"/><Relationship Id="rId11" Type="http://schemas.openxmlformats.org/officeDocument/2006/relationships/slideLayout" Target="../slideLayouts/slideLayout1167.xml"/><Relationship Id="rId10" Type="http://schemas.openxmlformats.org/officeDocument/2006/relationships/slideLayout" Target="../slideLayouts/slideLayout1166.xml"/><Relationship Id="rId1" Type="http://schemas.openxmlformats.org/officeDocument/2006/relationships/slideLayout" Target="../slideLayouts/slideLayout1157.xml"/></Relationships>
</file>

<file path=ppt/slideMasters/_rels/slideMaster7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82.xml"/><Relationship Id="rId8" Type="http://schemas.openxmlformats.org/officeDocument/2006/relationships/slideLayout" Target="../slideLayouts/slideLayout1181.xml"/><Relationship Id="rId7" Type="http://schemas.openxmlformats.org/officeDocument/2006/relationships/slideLayout" Target="../slideLayouts/slideLayout1180.xml"/><Relationship Id="rId6" Type="http://schemas.openxmlformats.org/officeDocument/2006/relationships/slideLayout" Target="../slideLayouts/slideLayout1179.xml"/><Relationship Id="rId5" Type="http://schemas.openxmlformats.org/officeDocument/2006/relationships/slideLayout" Target="../slideLayouts/slideLayout1178.xml"/><Relationship Id="rId4" Type="http://schemas.openxmlformats.org/officeDocument/2006/relationships/slideLayout" Target="../slideLayouts/slideLayout1177.xml"/><Relationship Id="rId3" Type="http://schemas.openxmlformats.org/officeDocument/2006/relationships/slideLayout" Target="../slideLayouts/slideLayout1176.xml"/><Relationship Id="rId20" Type="http://schemas.openxmlformats.org/officeDocument/2006/relationships/theme" Target="../theme/theme70.xml"/><Relationship Id="rId2" Type="http://schemas.openxmlformats.org/officeDocument/2006/relationships/slideLayout" Target="../slideLayouts/slideLayout1175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190.xml"/><Relationship Id="rId16" Type="http://schemas.openxmlformats.org/officeDocument/2006/relationships/slideLayout" Target="../slideLayouts/slideLayout1189.xml"/><Relationship Id="rId15" Type="http://schemas.openxmlformats.org/officeDocument/2006/relationships/slideLayout" Target="../slideLayouts/slideLayout1188.xml"/><Relationship Id="rId14" Type="http://schemas.openxmlformats.org/officeDocument/2006/relationships/slideLayout" Target="../slideLayouts/slideLayout1187.xml"/><Relationship Id="rId13" Type="http://schemas.openxmlformats.org/officeDocument/2006/relationships/slideLayout" Target="../slideLayouts/slideLayout1186.xml"/><Relationship Id="rId12" Type="http://schemas.openxmlformats.org/officeDocument/2006/relationships/slideLayout" Target="../slideLayouts/slideLayout1185.xml"/><Relationship Id="rId11" Type="http://schemas.openxmlformats.org/officeDocument/2006/relationships/slideLayout" Target="../slideLayouts/slideLayout1184.xml"/><Relationship Id="rId10" Type="http://schemas.openxmlformats.org/officeDocument/2006/relationships/slideLayout" Target="../slideLayouts/slideLayout1183.xml"/><Relationship Id="rId1" Type="http://schemas.openxmlformats.org/officeDocument/2006/relationships/slideLayout" Target="../slideLayouts/slideLayout1174.xml"/></Relationships>
</file>

<file path=ppt/slideMasters/_rels/slideMaster7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99.xml"/><Relationship Id="rId8" Type="http://schemas.openxmlformats.org/officeDocument/2006/relationships/slideLayout" Target="../slideLayouts/slideLayout1198.xml"/><Relationship Id="rId7" Type="http://schemas.openxmlformats.org/officeDocument/2006/relationships/slideLayout" Target="../slideLayouts/slideLayout1197.xml"/><Relationship Id="rId6" Type="http://schemas.openxmlformats.org/officeDocument/2006/relationships/slideLayout" Target="../slideLayouts/slideLayout1196.xml"/><Relationship Id="rId5" Type="http://schemas.openxmlformats.org/officeDocument/2006/relationships/slideLayout" Target="../slideLayouts/slideLayout1195.xml"/><Relationship Id="rId4" Type="http://schemas.openxmlformats.org/officeDocument/2006/relationships/slideLayout" Target="../slideLayouts/slideLayout1194.xml"/><Relationship Id="rId3" Type="http://schemas.openxmlformats.org/officeDocument/2006/relationships/slideLayout" Target="../slideLayouts/slideLayout1193.xml"/><Relationship Id="rId20" Type="http://schemas.openxmlformats.org/officeDocument/2006/relationships/theme" Target="../theme/theme71.xml"/><Relationship Id="rId2" Type="http://schemas.openxmlformats.org/officeDocument/2006/relationships/slideLayout" Target="../slideLayouts/slideLayout1192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207.xml"/><Relationship Id="rId16" Type="http://schemas.openxmlformats.org/officeDocument/2006/relationships/slideLayout" Target="../slideLayouts/slideLayout1206.xml"/><Relationship Id="rId15" Type="http://schemas.openxmlformats.org/officeDocument/2006/relationships/slideLayout" Target="../slideLayouts/slideLayout1205.xml"/><Relationship Id="rId14" Type="http://schemas.openxmlformats.org/officeDocument/2006/relationships/slideLayout" Target="../slideLayouts/slideLayout1204.xml"/><Relationship Id="rId13" Type="http://schemas.openxmlformats.org/officeDocument/2006/relationships/slideLayout" Target="../slideLayouts/slideLayout1203.xml"/><Relationship Id="rId12" Type="http://schemas.openxmlformats.org/officeDocument/2006/relationships/slideLayout" Target="../slideLayouts/slideLayout1202.xml"/><Relationship Id="rId11" Type="http://schemas.openxmlformats.org/officeDocument/2006/relationships/slideLayout" Target="../slideLayouts/slideLayout1201.xml"/><Relationship Id="rId10" Type="http://schemas.openxmlformats.org/officeDocument/2006/relationships/slideLayout" Target="../slideLayouts/slideLayout1200.xml"/><Relationship Id="rId1" Type="http://schemas.openxmlformats.org/officeDocument/2006/relationships/slideLayout" Target="../slideLayouts/slideLayout1191.xml"/></Relationships>
</file>

<file path=ppt/slideMasters/_rels/slideMaster7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16.xml"/><Relationship Id="rId8" Type="http://schemas.openxmlformats.org/officeDocument/2006/relationships/slideLayout" Target="../slideLayouts/slideLayout1215.xml"/><Relationship Id="rId7" Type="http://schemas.openxmlformats.org/officeDocument/2006/relationships/slideLayout" Target="../slideLayouts/slideLayout1214.xml"/><Relationship Id="rId6" Type="http://schemas.openxmlformats.org/officeDocument/2006/relationships/slideLayout" Target="../slideLayouts/slideLayout1213.xml"/><Relationship Id="rId5" Type="http://schemas.openxmlformats.org/officeDocument/2006/relationships/slideLayout" Target="../slideLayouts/slideLayout1212.xml"/><Relationship Id="rId4" Type="http://schemas.openxmlformats.org/officeDocument/2006/relationships/slideLayout" Target="../slideLayouts/slideLayout1211.xml"/><Relationship Id="rId3" Type="http://schemas.openxmlformats.org/officeDocument/2006/relationships/slideLayout" Target="../slideLayouts/slideLayout1210.xml"/><Relationship Id="rId20" Type="http://schemas.openxmlformats.org/officeDocument/2006/relationships/theme" Target="../theme/theme72.xml"/><Relationship Id="rId2" Type="http://schemas.openxmlformats.org/officeDocument/2006/relationships/slideLayout" Target="../slideLayouts/slideLayout1209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224.xml"/><Relationship Id="rId16" Type="http://schemas.openxmlformats.org/officeDocument/2006/relationships/slideLayout" Target="../slideLayouts/slideLayout1223.xml"/><Relationship Id="rId15" Type="http://schemas.openxmlformats.org/officeDocument/2006/relationships/slideLayout" Target="../slideLayouts/slideLayout1222.xml"/><Relationship Id="rId14" Type="http://schemas.openxmlformats.org/officeDocument/2006/relationships/slideLayout" Target="../slideLayouts/slideLayout1221.xml"/><Relationship Id="rId13" Type="http://schemas.openxmlformats.org/officeDocument/2006/relationships/slideLayout" Target="../slideLayouts/slideLayout1220.xml"/><Relationship Id="rId12" Type="http://schemas.openxmlformats.org/officeDocument/2006/relationships/slideLayout" Target="../slideLayouts/slideLayout1219.xml"/><Relationship Id="rId11" Type="http://schemas.openxmlformats.org/officeDocument/2006/relationships/slideLayout" Target="../slideLayouts/slideLayout1218.xml"/><Relationship Id="rId10" Type="http://schemas.openxmlformats.org/officeDocument/2006/relationships/slideLayout" Target="../slideLayouts/slideLayout1217.xml"/><Relationship Id="rId1" Type="http://schemas.openxmlformats.org/officeDocument/2006/relationships/slideLayout" Target="../slideLayouts/slideLayout1208.xml"/></Relationships>
</file>

<file path=ppt/slideMasters/_rels/slideMaster7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33.xml"/><Relationship Id="rId8" Type="http://schemas.openxmlformats.org/officeDocument/2006/relationships/slideLayout" Target="../slideLayouts/slideLayout1232.xml"/><Relationship Id="rId7" Type="http://schemas.openxmlformats.org/officeDocument/2006/relationships/slideLayout" Target="../slideLayouts/slideLayout1231.xml"/><Relationship Id="rId6" Type="http://schemas.openxmlformats.org/officeDocument/2006/relationships/slideLayout" Target="../slideLayouts/slideLayout1230.xml"/><Relationship Id="rId5" Type="http://schemas.openxmlformats.org/officeDocument/2006/relationships/slideLayout" Target="../slideLayouts/slideLayout1229.xml"/><Relationship Id="rId4" Type="http://schemas.openxmlformats.org/officeDocument/2006/relationships/slideLayout" Target="../slideLayouts/slideLayout1228.xml"/><Relationship Id="rId3" Type="http://schemas.openxmlformats.org/officeDocument/2006/relationships/slideLayout" Target="../slideLayouts/slideLayout1227.xml"/><Relationship Id="rId20" Type="http://schemas.openxmlformats.org/officeDocument/2006/relationships/theme" Target="../theme/theme73.xml"/><Relationship Id="rId2" Type="http://schemas.openxmlformats.org/officeDocument/2006/relationships/slideLayout" Target="../slideLayouts/slideLayout1226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241.xml"/><Relationship Id="rId16" Type="http://schemas.openxmlformats.org/officeDocument/2006/relationships/slideLayout" Target="../slideLayouts/slideLayout1240.xml"/><Relationship Id="rId15" Type="http://schemas.openxmlformats.org/officeDocument/2006/relationships/slideLayout" Target="../slideLayouts/slideLayout1239.xml"/><Relationship Id="rId14" Type="http://schemas.openxmlformats.org/officeDocument/2006/relationships/slideLayout" Target="../slideLayouts/slideLayout1238.xml"/><Relationship Id="rId13" Type="http://schemas.openxmlformats.org/officeDocument/2006/relationships/slideLayout" Target="../slideLayouts/slideLayout1237.xml"/><Relationship Id="rId12" Type="http://schemas.openxmlformats.org/officeDocument/2006/relationships/slideLayout" Target="../slideLayouts/slideLayout1236.xml"/><Relationship Id="rId11" Type="http://schemas.openxmlformats.org/officeDocument/2006/relationships/slideLayout" Target="../slideLayouts/slideLayout1235.xml"/><Relationship Id="rId10" Type="http://schemas.openxmlformats.org/officeDocument/2006/relationships/slideLayout" Target="../slideLayouts/slideLayout1234.xml"/><Relationship Id="rId1" Type="http://schemas.openxmlformats.org/officeDocument/2006/relationships/slideLayout" Target="../slideLayouts/slideLayout1225.xml"/></Relationships>
</file>

<file path=ppt/slideMasters/_rels/slideMaster7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50.xml"/><Relationship Id="rId8" Type="http://schemas.openxmlformats.org/officeDocument/2006/relationships/slideLayout" Target="../slideLayouts/slideLayout1249.xml"/><Relationship Id="rId7" Type="http://schemas.openxmlformats.org/officeDocument/2006/relationships/slideLayout" Target="../slideLayouts/slideLayout1248.xml"/><Relationship Id="rId6" Type="http://schemas.openxmlformats.org/officeDocument/2006/relationships/slideLayout" Target="../slideLayouts/slideLayout1247.xml"/><Relationship Id="rId5" Type="http://schemas.openxmlformats.org/officeDocument/2006/relationships/slideLayout" Target="../slideLayouts/slideLayout1246.xml"/><Relationship Id="rId4" Type="http://schemas.openxmlformats.org/officeDocument/2006/relationships/slideLayout" Target="../slideLayouts/slideLayout1245.xml"/><Relationship Id="rId3" Type="http://schemas.openxmlformats.org/officeDocument/2006/relationships/slideLayout" Target="../slideLayouts/slideLayout1244.xml"/><Relationship Id="rId20" Type="http://schemas.openxmlformats.org/officeDocument/2006/relationships/theme" Target="../theme/theme74.xml"/><Relationship Id="rId2" Type="http://schemas.openxmlformats.org/officeDocument/2006/relationships/slideLayout" Target="../slideLayouts/slideLayout1243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258.xml"/><Relationship Id="rId16" Type="http://schemas.openxmlformats.org/officeDocument/2006/relationships/slideLayout" Target="../slideLayouts/slideLayout1257.xml"/><Relationship Id="rId15" Type="http://schemas.openxmlformats.org/officeDocument/2006/relationships/slideLayout" Target="../slideLayouts/slideLayout1256.xml"/><Relationship Id="rId14" Type="http://schemas.openxmlformats.org/officeDocument/2006/relationships/slideLayout" Target="../slideLayouts/slideLayout1255.xml"/><Relationship Id="rId13" Type="http://schemas.openxmlformats.org/officeDocument/2006/relationships/slideLayout" Target="../slideLayouts/slideLayout1254.xml"/><Relationship Id="rId12" Type="http://schemas.openxmlformats.org/officeDocument/2006/relationships/slideLayout" Target="../slideLayouts/slideLayout1253.xml"/><Relationship Id="rId11" Type="http://schemas.openxmlformats.org/officeDocument/2006/relationships/slideLayout" Target="../slideLayouts/slideLayout1252.xml"/><Relationship Id="rId10" Type="http://schemas.openxmlformats.org/officeDocument/2006/relationships/slideLayout" Target="../slideLayouts/slideLayout1251.xml"/><Relationship Id="rId1" Type="http://schemas.openxmlformats.org/officeDocument/2006/relationships/slideLayout" Target="../slideLayouts/slideLayout1242.xml"/></Relationships>
</file>

<file path=ppt/slideMasters/_rels/slideMaster7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67.xml"/><Relationship Id="rId8" Type="http://schemas.openxmlformats.org/officeDocument/2006/relationships/slideLayout" Target="../slideLayouts/slideLayout1266.xml"/><Relationship Id="rId7" Type="http://schemas.openxmlformats.org/officeDocument/2006/relationships/slideLayout" Target="../slideLayouts/slideLayout1265.xml"/><Relationship Id="rId6" Type="http://schemas.openxmlformats.org/officeDocument/2006/relationships/slideLayout" Target="../slideLayouts/slideLayout1264.xml"/><Relationship Id="rId5" Type="http://schemas.openxmlformats.org/officeDocument/2006/relationships/slideLayout" Target="../slideLayouts/slideLayout1263.xml"/><Relationship Id="rId4" Type="http://schemas.openxmlformats.org/officeDocument/2006/relationships/slideLayout" Target="../slideLayouts/slideLayout1262.xml"/><Relationship Id="rId3" Type="http://schemas.openxmlformats.org/officeDocument/2006/relationships/slideLayout" Target="../slideLayouts/slideLayout1261.xml"/><Relationship Id="rId20" Type="http://schemas.openxmlformats.org/officeDocument/2006/relationships/theme" Target="../theme/theme75.xml"/><Relationship Id="rId2" Type="http://schemas.openxmlformats.org/officeDocument/2006/relationships/slideLayout" Target="../slideLayouts/slideLayout1260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275.xml"/><Relationship Id="rId16" Type="http://schemas.openxmlformats.org/officeDocument/2006/relationships/slideLayout" Target="../slideLayouts/slideLayout1274.xml"/><Relationship Id="rId15" Type="http://schemas.openxmlformats.org/officeDocument/2006/relationships/slideLayout" Target="../slideLayouts/slideLayout1273.xml"/><Relationship Id="rId14" Type="http://schemas.openxmlformats.org/officeDocument/2006/relationships/slideLayout" Target="../slideLayouts/slideLayout1272.xml"/><Relationship Id="rId13" Type="http://schemas.openxmlformats.org/officeDocument/2006/relationships/slideLayout" Target="../slideLayouts/slideLayout1271.xml"/><Relationship Id="rId12" Type="http://schemas.openxmlformats.org/officeDocument/2006/relationships/slideLayout" Target="../slideLayouts/slideLayout1270.xml"/><Relationship Id="rId11" Type="http://schemas.openxmlformats.org/officeDocument/2006/relationships/slideLayout" Target="../slideLayouts/slideLayout1269.xml"/><Relationship Id="rId10" Type="http://schemas.openxmlformats.org/officeDocument/2006/relationships/slideLayout" Target="../slideLayouts/slideLayout1268.xml"/><Relationship Id="rId1" Type="http://schemas.openxmlformats.org/officeDocument/2006/relationships/slideLayout" Target="../slideLayouts/slideLayout1259.xml"/></Relationships>
</file>

<file path=ppt/slideMasters/_rels/slideMaster7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84.xml"/><Relationship Id="rId8" Type="http://schemas.openxmlformats.org/officeDocument/2006/relationships/slideLayout" Target="../slideLayouts/slideLayout1283.xml"/><Relationship Id="rId7" Type="http://schemas.openxmlformats.org/officeDocument/2006/relationships/slideLayout" Target="../slideLayouts/slideLayout1282.xml"/><Relationship Id="rId6" Type="http://schemas.openxmlformats.org/officeDocument/2006/relationships/slideLayout" Target="../slideLayouts/slideLayout1281.xml"/><Relationship Id="rId5" Type="http://schemas.openxmlformats.org/officeDocument/2006/relationships/slideLayout" Target="../slideLayouts/slideLayout1280.xml"/><Relationship Id="rId4" Type="http://schemas.openxmlformats.org/officeDocument/2006/relationships/slideLayout" Target="../slideLayouts/slideLayout1279.xml"/><Relationship Id="rId3" Type="http://schemas.openxmlformats.org/officeDocument/2006/relationships/slideLayout" Target="../slideLayouts/slideLayout1278.xml"/><Relationship Id="rId20" Type="http://schemas.openxmlformats.org/officeDocument/2006/relationships/theme" Target="../theme/theme76.xml"/><Relationship Id="rId2" Type="http://schemas.openxmlformats.org/officeDocument/2006/relationships/slideLayout" Target="../slideLayouts/slideLayout1277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292.xml"/><Relationship Id="rId16" Type="http://schemas.openxmlformats.org/officeDocument/2006/relationships/slideLayout" Target="../slideLayouts/slideLayout1291.xml"/><Relationship Id="rId15" Type="http://schemas.openxmlformats.org/officeDocument/2006/relationships/slideLayout" Target="../slideLayouts/slideLayout1290.xml"/><Relationship Id="rId14" Type="http://schemas.openxmlformats.org/officeDocument/2006/relationships/slideLayout" Target="../slideLayouts/slideLayout1289.xml"/><Relationship Id="rId13" Type="http://schemas.openxmlformats.org/officeDocument/2006/relationships/slideLayout" Target="../slideLayouts/slideLayout1288.xml"/><Relationship Id="rId12" Type="http://schemas.openxmlformats.org/officeDocument/2006/relationships/slideLayout" Target="../slideLayouts/slideLayout1287.xml"/><Relationship Id="rId11" Type="http://schemas.openxmlformats.org/officeDocument/2006/relationships/slideLayout" Target="../slideLayouts/slideLayout1286.xml"/><Relationship Id="rId10" Type="http://schemas.openxmlformats.org/officeDocument/2006/relationships/slideLayout" Target="../slideLayouts/slideLayout1285.xml"/><Relationship Id="rId1" Type="http://schemas.openxmlformats.org/officeDocument/2006/relationships/slideLayout" Target="../slideLayouts/slideLayout1276.xml"/></Relationships>
</file>

<file path=ppt/slideMasters/_rels/slideMaster7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301.xml"/><Relationship Id="rId8" Type="http://schemas.openxmlformats.org/officeDocument/2006/relationships/slideLayout" Target="../slideLayouts/slideLayout1300.xml"/><Relationship Id="rId7" Type="http://schemas.openxmlformats.org/officeDocument/2006/relationships/slideLayout" Target="../slideLayouts/slideLayout1299.xml"/><Relationship Id="rId6" Type="http://schemas.openxmlformats.org/officeDocument/2006/relationships/slideLayout" Target="../slideLayouts/slideLayout1298.xml"/><Relationship Id="rId5" Type="http://schemas.openxmlformats.org/officeDocument/2006/relationships/slideLayout" Target="../slideLayouts/slideLayout1297.xml"/><Relationship Id="rId4" Type="http://schemas.openxmlformats.org/officeDocument/2006/relationships/slideLayout" Target="../slideLayouts/slideLayout1296.xml"/><Relationship Id="rId3" Type="http://schemas.openxmlformats.org/officeDocument/2006/relationships/slideLayout" Target="../slideLayouts/slideLayout1295.xml"/><Relationship Id="rId20" Type="http://schemas.openxmlformats.org/officeDocument/2006/relationships/theme" Target="../theme/theme77.xml"/><Relationship Id="rId2" Type="http://schemas.openxmlformats.org/officeDocument/2006/relationships/slideLayout" Target="../slideLayouts/slideLayout1294.xml"/><Relationship Id="rId19" Type="http://schemas.openxmlformats.org/officeDocument/2006/relationships/image" Target="../media/image2.png"/><Relationship Id="rId18" Type="http://schemas.openxmlformats.org/officeDocument/2006/relationships/image" Target="../media/image1.jpeg"/><Relationship Id="rId17" Type="http://schemas.openxmlformats.org/officeDocument/2006/relationships/slideLayout" Target="../slideLayouts/slideLayout1309.xml"/><Relationship Id="rId16" Type="http://schemas.openxmlformats.org/officeDocument/2006/relationships/slideLayout" Target="../slideLayouts/slideLayout1308.xml"/><Relationship Id="rId15" Type="http://schemas.openxmlformats.org/officeDocument/2006/relationships/slideLayout" Target="../slideLayouts/slideLayout1307.xml"/><Relationship Id="rId14" Type="http://schemas.openxmlformats.org/officeDocument/2006/relationships/slideLayout" Target="../slideLayouts/slideLayout1306.xml"/><Relationship Id="rId13" Type="http://schemas.openxmlformats.org/officeDocument/2006/relationships/slideLayout" Target="../slideLayouts/slideLayout1305.xml"/><Relationship Id="rId12" Type="http://schemas.openxmlformats.org/officeDocument/2006/relationships/slideLayout" Target="../slideLayouts/slideLayout1304.xml"/><Relationship Id="rId11" Type="http://schemas.openxmlformats.org/officeDocument/2006/relationships/slideLayout" Target="../slideLayouts/slideLayout1303.xml"/><Relationship Id="rId10" Type="http://schemas.openxmlformats.org/officeDocument/2006/relationships/slideLayout" Target="../slideLayouts/slideLayout1302.xml"/><Relationship Id="rId1" Type="http://schemas.openxmlformats.org/officeDocument/2006/relationships/slideLayout" Target="../slideLayouts/slideLayout129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6" name=""/>
        <p:cNvGrpSpPr/>
        <p:nvPr/>
      </p:nvGrpSpPr>
      <p:grpSpPr/>
      <p:sp>
        <p:nvSpPr>
          <p:cNvPr id="10485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5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86" name=""/>
        <p:cNvGrpSpPr/>
        <p:nvPr/>
      </p:nvGrpSpPr>
      <p:grpSpPr/>
      <p:sp>
        <p:nvSpPr>
          <p:cNvPr id="104861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61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61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61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1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1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2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2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62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67" r:id="rId1"/>
    <p:sldLayoutId id="2147483668" r:id="rId2"/>
    <p:sldLayoutId id="2147483669" r:id="rId3"/>
    <p:sldLayoutId id="2147483670" r:id="rId4"/>
    <p:sldLayoutId id="2147483671" r:id="rId5"/>
    <p:sldLayoutId id="2147483672" r:id="rId6"/>
    <p:sldLayoutId id="2147483673" r:id="rId7"/>
    <p:sldLayoutId id="2147483674" r:id="rId8"/>
    <p:sldLayoutId id="2147483675" r:id="rId9"/>
    <p:sldLayoutId id="2147483676" r:id="rId10"/>
    <p:sldLayoutId id="2147483677" r:id="rId11"/>
    <p:sldLayoutId id="2147483678" r:id="rId12"/>
    <p:sldLayoutId id="2147483679" r:id="rId13"/>
    <p:sldLayoutId id="2147483680" r:id="rId14"/>
    <p:sldLayoutId id="2147483681" r:id="rId15"/>
    <p:sldLayoutId id="2147483682" r:id="rId16"/>
    <p:sldLayoutId id="214748368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206" name=""/>
        <p:cNvGrpSpPr/>
        <p:nvPr/>
      </p:nvGrpSpPr>
      <p:grpSpPr/>
      <p:sp>
        <p:nvSpPr>
          <p:cNvPr id="104863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63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63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63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3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3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4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64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64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  <p:sldLayoutId id="2147483696" r:id="rId12"/>
    <p:sldLayoutId id="2147483697" r:id="rId13"/>
    <p:sldLayoutId id="2147483698" r:id="rId14"/>
    <p:sldLayoutId id="2147483699" r:id="rId15"/>
    <p:sldLayoutId id="2147483700" r:id="rId16"/>
    <p:sldLayoutId id="214748370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238" name=""/>
        <p:cNvGrpSpPr/>
        <p:nvPr/>
      </p:nvGrpSpPr>
      <p:grpSpPr/>
      <p:sp>
        <p:nvSpPr>
          <p:cNvPr id="104872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72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72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73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3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3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3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3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73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03" r:id="rId1"/>
    <p:sldLayoutId id="2147483704" r:id="rId2"/>
    <p:sldLayoutId id="2147483705" r:id="rId3"/>
    <p:sldLayoutId id="2147483706" r:id="rId4"/>
    <p:sldLayoutId id="2147483707" r:id="rId5"/>
    <p:sldLayoutId id="2147483708" r:id="rId6"/>
    <p:sldLayoutId id="2147483709" r:id="rId7"/>
    <p:sldLayoutId id="2147483710" r:id="rId8"/>
    <p:sldLayoutId id="2147483711" r:id="rId9"/>
    <p:sldLayoutId id="2147483712" r:id="rId10"/>
    <p:sldLayoutId id="2147483713" r:id="rId11"/>
    <p:sldLayoutId id="2147483714" r:id="rId12"/>
    <p:sldLayoutId id="2147483715" r:id="rId13"/>
    <p:sldLayoutId id="2147483716" r:id="rId14"/>
    <p:sldLayoutId id="2147483717" r:id="rId15"/>
    <p:sldLayoutId id="2147483718" r:id="rId16"/>
    <p:sldLayoutId id="214748371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259" name=""/>
        <p:cNvGrpSpPr/>
        <p:nvPr/>
      </p:nvGrpSpPr>
      <p:grpSpPr/>
      <p:sp>
        <p:nvSpPr>
          <p:cNvPr id="104874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74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74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74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4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4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5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5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75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6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  <p:sldLayoutId id="2147483732" r:id="rId12"/>
    <p:sldLayoutId id="2147483733" r:id="rId13"/>
    <p:sldLayoutId id="2147483734" r:id="rId14"/>
    <p:sldLayoutId id="2147483735" r:id="rId15"/>
    <p:sldLayoutId id="2147483736" r:id="rId16"/>
    <p:sldLayoutId id="214748373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282" name=""/>
        <p:cNvGrpSpPr/>
        <p:nvPr/>
      </p:nvGrpSpPr>
      <p:grpSpPr/>
      <p:sp>
        <p:nvSpPr>
          <p:cNvPr id="104878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78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78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78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9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9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9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79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79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69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  <p:sldLayoutId id="2147483742" r:id="rId4"/>
    <p:sldLayoutId id="2147483743" r:id="rId5"/>
    <p:sldLayoutId id="2147483744" r:id="rId6"/>
    <p:sldLayoutId id="2147483745" r:id="rId7"/>
    <p:sldLayoutId id="2147483746" r:id="rId8"/>
    <p:sldLayoutId id="2147483747" r:id="rId9"/>
    <p:sldLayoutId id="2147483748" r:id="rId10"/>
    <p:sldLayoutId id="2147483749" r:id="rId11"/>
    <p:sldLayoutId id="2147483750" r:id="rId12"/>
    <p:sldLayoutId id="2147483751" r:id="rId13"/>
    <p:sldLayoutId id="2147483752" r:id="rId14"/>
    <p:sldLayoutId id="2147483753" r:id="rId15"/>
    <p:sldLayoutId id="2147483754" r:id="rId16"/>
    <p:sldLayoutId id="214748375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328" name=""/>
        <p:cNvGrpSpPr/>
        <p:nvPr/>
      </p:nvGrpSpPr>
      <p:grpSpPr/>
      <p:sp>
        <p:nvSpPr>
          <p:cNvPr id="104890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90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1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1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1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1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1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1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1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71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57" r:id="rId1"/>
    <p:sldLayoutId id="2147483758" r:id="rId2"/>
    <p:sldLayoutId id="2147483759" r:id="rId3"/>
    <p:sldLayoutId id="2147483760" r:id="rId4"/>
    <p:sldLayoutId id="2147483761" r:id="rId5"/>
    <p:sldLayoutId id="2147483762" r:id="rId6"/>
    <p:sldLayoutId id="2147483763" r:id="rId7"/>
    <p:sldLayoutId id="2147483764" r:id="rId8"/>
    <p:sldLayoutId id="2147483765" r:id="rId9"/>
    <p:sldLayoutId id="2147483766" r:id="rId10"/>
    <p:sldLayoutId id="2147483767" r:id="rId11"/>
    <p:sldLayoutId id="2147483768" r:id="rId12"/>
    <p:sldLayoutId id="2147483769" r:id="rId13"/>
    <p:sldLayoutId id="2147483770" r:id="rId14"/>
    <p:sldLayoutId id="2147483771" r:id="rId15"/>
    <p:sldLayoutId id="2147483772" r:id="rId16"/>
    <p:sldLayoutId id="214748377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302" name=""/>
        <p:cNvGrpSpPr/>
        <p:nvPr/>
      </p:nvGrpSpPr>
      <p:grpSpPr/>
      <p:sp>
        <p:nvSpPr>
          <p:cNvPr id="104879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80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80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80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0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0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0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80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80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7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75" r:id="rId1"/>
    <p:sldLayoutId id="2147483776" r:id="rId2"/>
    <p:sldLayoutId id="2147483777" r:id="rId3"/>
    <p:sldLayoutId id="2147483778" r:id="rId4"/>
    <p:sldLayoutId id="2147483779" r:id="rId5"/>
    <p:sldLayoutId id="2147483780" r:id="rId6"/>
    <p:sldLayoutId id="2147483781" r:id="rId7"/>
    <p:sldLayoutId id="2147483782" r:id="rId8"/>
    <p:sldLayoutId id="2147483783" r:id="rId9"/>
    <p:sldLayoutId id="2147483784" r:id="rId10"/>
    <p:sldLayoutId id="2147483785" r:id="rId11"/>
    <p:sldLayoutId id="2147483786" r:id="rId12"/>
    <p:sldLayoutId id="2147483787" r:id="rId13"/>
    <p:sldLayoutId id="2147483788" r:id="rId14"/>
    <p:sldLayoutId id="2147483789" r:id="rId15"/>
    <p:sldLayoutId id="2147483790" r:id="rId16"/>
    <p:sldLayoutId id="214748379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349" name=""/>
        <p:cNvGrpSpPr/>
        <p:nvPr/>
      </p:nvGrpSpPr>
      <p:grpSpPr/>
      <p:sp>
        <p:nvSpPr>
          <p:cNvPr id="104892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92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2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2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3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3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3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3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3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8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93" r:id="rId1"/>
    <p:sldLayoutId id="2147483794" r:id="rId2"/>
    <p:sldLayoutId id="2147483795" r:id="rId3"/>
    <p:sldLayoutId id="2147483796" r:id="rId4"/>
    <p:sldLayoutId id="2147483797" r:id="rId5"/>
    <p:sldLayoutId id="2147483798" r:id="rId6"/>
    <p:sldLayoutId id="2147483799" r:id="rId7"/>
    <p:sldLayoutId id="2147483800" r:id="rId8"/>
    <p:sldLayoutId id="2147483801" r:id="rId9"/>
    <p:sldLayoutId id="2147483802" r:id="rId10"/>
    <p:sldLayoutId id="2147483803" r:id="rId11"/>
    <p:sldLayoutId id="2147483804" r:id="rId12"/>
    <p:sldLayoutId id="2147483805" r:id="rId13"/>
    <p:sldLayoutId id="2147483806" r:id="rId14"/>
    <p:sldLayoutId id="2147483807" r:id="rId15"/>
    <p:sldLayoutId id="2147483808" r:id="rId16"/>
    <p:sldLayoutId id="214748380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371" name=""/>
        <p:cNvGrpSpPr/>
        <p:nvPr/>
      </p:nvGrpSpPr>
      <p:grpSpPr/>
      <p:sp>
        <p:nvSpPr>
          <p:cNvPr id="104896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96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6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6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6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6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6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6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7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8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811" r:id="rId1"/>
    <p:sldLayoutId id="2147483812" r:id="rId2"/>
    <p:sldLayoutId id="2147483813" r:id="rId3"/>
    <p:sldLayoutId id="2147483814" r:id="rId4"/>
    <p:sldLayoutId id="2147483815" r:id="rId5"/>
    <p:sldLayoutId id="2147483816" r:id="rId6"/>
    <p:sldLayoutId id="2147483817" r:id="rId7"/>
    <p:sldLayoutId id="2147483818" r:id="rId8"/>
    <p:sldLayoutId id="2147483819" r:id="rId9"/>
    <p:sldLayoutId id="2147483820" r:id="rId10"/>
    <p:sldLayoutId id="2147483821" r:id="rId11"/>
    <p:sldLayoutId id="2147483822" r:id="rId12"/>
    <p:sldLayoutId id="2147483823" r:id="rId13"/>
    <p:sldLayoutId id="2147483824" r:id="rId14"/>
    <p:sldLayoutId id="2147483825" r:id="rId15"/>
    <p:sldLayoutId id="2147483826" r:id="rId16"/>
    <p:sldLayoutId id="214748382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391" name=""/>
        <p:cNvGrpSpPr/>
        <p:nvPr/>
      </p:nvGrpSpPr>
      <p:grpSpPr/>
      <p:sp>
        <p:nvSpPr>
          <p:cNvPr id="104897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97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7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7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7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8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8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8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8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8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829" r:id="rId1"/>
    <p:sldLayoutId id="2147483830" r:id="rId2"/>
    <p:sldLayoutId id="2147483831" r:id="rId3"/>
    <p:sldLayoutId id="2147483832" r:id="rId4"/>
    <p:sldLayoutId id="2147483833" r:id="rId5"/>
    <p:sldLayoutId id="2147483834" r:id="rId6"/>
    <p:sldLayoutId id="2147483835" r:id="rId7"/>
    <p:sldLayoutId id="2147483836" r:id="rId8"/>
    <p:sldLayoutId id="2147483837" r:id="rId9"/>
    <p:sldLayoutId id="2147483838" r:id="rId10"/>
    <p:sldLayoutId id="2147483839" r:id="rId11"/>
    <p:sldLayoutId id="2147483840" r:id="rId12"/>
    <p:sldLayoutId id="2147483841" r:id="rId13"/>
    <p:sldLayoutId id="2147483842" r:id="rId14"/>
    <p:sldLayoutId id="2147483843" r:id="rId15"/>
    <p:sldLayoutId id="2147483844" r:id="rId16"/>
    <p:sldLayoutId id="214748384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411" name=""/>
        <p:cNvGrpSpPr/>
        <p:nvPr/>
      </p:nvGrpSpPr>
      <p:grpSpPr/>
      <p:sp>
        <p:nvSpPr>
          <p:cNvPr id="104898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98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99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99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9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9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9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99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99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1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847" r:id="rId1"/>
    <p:sldLayoutId id="2147483848" r:id="rId2"/>
    <p:sldLayoutId id="2147483849" r:id="rId3"/>
    <p:sldLayoutId id="2147483850" r:id="rId4"/>
    <p:sldLayoutId id="2147483851" r:id="rId5"/>
    <p:sldLayoutId id="2147483852" r:id="rId6"/>
    <p:sldLayoutId id="2147483853" r:id="rId7"/>
    <p:sldLayoutId id="2147483854" r:id="rId8"/>
    <p:sldLayoutId id="2147483855" r:id="rId9"/>
    <p:sldLayoutId id="2147483856" r:id="rId10"/>
    <p:sldLayoutId id="2147483857" r:id="rId11"/>
    <p:sldLayoutId id="2147483858" r:id="rId12"/>
    <p:sldLayoutId id="2147483859" r:id="rId13"/>
    <p:sldLayoutId id="2147483860" r:id="rId14"/>
    <p:sldLayoutId id="2147483861" r:id="rId15"/>
    <p:sldLayoutId id="2147483862" r:id="rId16"/>
    <p:sldLayoutId id="214748386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431" name=""/>
        <p:cNvGrpSpPr/>
        <p:nvPr/>
      </p:nvGrpSpPr>
      <p:grpSpPr/>
      <p:sp>
        <p:nvSpPr>
          <p:cNvPr id="104900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00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00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00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0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0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0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0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00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865" r:id="rId1"/>
    <p:sldLayoutId id="2147483866" r:id="rId2"/>
    <p:sldLayoutId id="2147483867" r:id="rId3"/>
    <p:sldLayoutId id="2147483868" r:id="rId4"/>
    <p:sldLayoutId id="2147483869" r:id="rId5"/>
    <p:sldLayoutId id="2147483870" r:id="rId6"/>
    <p:sldLayoutId id="2147483871" r:id="rId7"/>
    <p:sldLayoutId id="2147483872" r:id="rId8"/>
    <p:sldLayoutId id="2147483873" r:id="rId9"/>
    <p:sldLayoutId id="2147483874" r:id="rId10"/>
    <p:sldLayoutId id="2147483875" r:id="rId11"/>
    <p:sldLayoutId id="2147483876" r:id="rId12"/>
    <p:sldLayoutId id="2147483877" r:id="rId13"/>
    <p:sldLayoutId id="2147483878" r:id="rId14"/>
    <p:sldLayoutId id="2147483879" r:id="rId15"/>
    <p:sldLayoutId id="2147483880" r:id="rId16"/>
    <p:sldLayoutId id="214748388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453" name=""/>
        <p:cNvGrpSpPr/>
        <p:nvPr/>
      </p:nvGrpSpPr>
      <p:grpSpPr/>
      <p:sp>
        <p:nvSpPr>
          <p:cNvPr id="104904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04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04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04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5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5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5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05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05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9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883" r:id="rId1"/>
    <p:sldLayoutId id="2147483884" r:id="rId2"/>
    <p:sldLayoutId id="2147483885" r:id="rId3"/>
    <p:sldLayoutId id="2147483886" r:id="rId4"/>
    <p:sldLayoutId id="2147483887" r:id="rId5"/>
    <p:sldLayoutId id="2147483888" r:id="rId6"/>
    <p:sldLayoutId id="2147483889" r:id="rId7"/>
    <p:sldLayoutId id="2147483890" r:id="rId8"/>
    <p:sldLayoutId id="2147483891" r:id="rId9"/>
    <p:sldLayoutId id="2147483892" r:id="rId10"/>
    <p:sldLayoutId id="2147483893" r:id="rId11"/>
    <p:sldLayoutId id="2147483894" r:id="rId12"/>
    <p:sldLayoutId id="2147483895" r:id="rId13"/>
    <p:sldLayoutId id="2147483896" r:id="rId14"/>
    <p:sldLayoutId id="2147483897" r:id="rId15"/>
    <p:sldLayoutId id="2147483898" r:id="rId16"/>
    <p:sldLayoutId id="214748389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481" name=""/>
        <p:cNvGrpSpPr/>
        <p:nvPr/>
      </p:nvGrpSpPr>
      <p:grpSpPr/>
      <p:sp>
        <p:nvSpPr>
          <p:cNvPr id="104916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16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16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16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6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6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6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16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17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11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01" r:id="rId1"/>
    <p:sldLayoutId id="2147483902" r:id="rId2"/>
    <p:sldLayoutId id="2147483903" r:id="rId3"/>
    <p:sldLayoutId id="2147483904" r:id="rId4"/>
    <p:sldLayoutId id="2147483905" r:id="rId5"/>
    <p:sldLayoutId id="2147483906" r:id="rId6"/>
    <p:sldLayoutId id="2147483907" r:id="rId7"/>
    <p:sldLayoutId id="2147483908" r:id="rId8"/>
    <p:sldLayoutId id="2147483909" r:id="rId9"/>
    <p:sldLayoutId id="2147483910" r:id="rId10"/>
    <p:sldLayoutId id="2147483911" r:id="rId11"/>
    <p:sldLayoutId id="2147483912" r:id="rId12"/>
    <p:sldLayoutId id="2147483913" r:id="rId13"/>
    <p:sldLayoutId id="2147483914" r:id="rId14"/>
    <p:sldLayoutId id="2147483915" r:id="rId15"/>
    <p:sldLayoutId id="2147483916" r:id="rId16"/>
    <p:sldLayoutId id="214748391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504" name=""/>
        <p:cNvGrpSpPr/>
        <p:nvPr/>
      </p:nvGrpSpPr>
      <p:grpSpPr/>
      <p:sp>
        <p:nvSpPr>
          <p:cNvPr id="104920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20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20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20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0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21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2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19" r:id="rId1"/>
    <p:sldLayoutId id="2147483920" r:id="rId2"/>
    <p:sldLayoutId id="2147483921" r:id="rId3"/>
    <p:sldLayoutId id="2147483922" r:id="rId4"/>
    <p:sldLayoutId id="2147483923" r:id="rId5"/>
    <p:sldLayoutId id="2147483924" r:id="rId6"/>
    <p:sldLayoutId id="2147483925" r:id="rId7"/>
    <p:sldLayoutId id="2147483926" r:id="rId8"/>
    <p:sldLayoutId id="2147483927" r:id="rId9"/>
    <p:sldLayoutId id="2147483928" r:id="rId10"/>
    <p:sldLayoutId id="2147483929" r:id="rId11"/>
    <p:sldLayoutId id="2147483930" r:id="rId12"/>
    <p:sldLayoutId id="2147483931" r:id="rId13"/>
    <p:sldLayoutId id="2147483932" r:id="rId14"/>
    <p:sldLayoutId id="2147483933" r:id="rId15"/>
    <p:sldLayoutId id="2147483934" r:id="rId16"/>
    <p:sldLayoutId id="214748393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526" name=""/>
        <p:cNvGrpSpPr/>
        <p:nvPr/>
      </p:nvGrpSpPr>
      <p:grpSpPr/>
      <p:sp>
        <p:nvSpPr>
          <p:cNvPr id="104926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26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26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26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6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7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7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7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27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2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37" r:id="rId1"/>
    <p:sldLayoutId id="2147483938" r:id="rId2"/>
    <p:sldLayoutId id="2147483939" r:id="rId3"/>
    <p:sldLayoutId id="2147483940" r:id="rId4"/>
    <p:sldLayoutId id="2147483941" r:id="rId5"/>
    <p:sldLayoutId id="2147483942" r:id="rId6"/>
    <p:sldLayoutId id="2147483943" r:id="rId7"/>
    <p:sldLayoutId id="2147483944" r:id="rId8"/>
    <p:sldLayoutId id="2147483945" r:id="rId9"/>
    <p:sldLayoutId id="2147483946" r:id="rId10"/>
    <p:sldLayoutId id="2147483947" r:id="rId11"/>
    <p:sldLayoutId id="2147483948" r:id="rId12"/>
    <p:sldLayoutId id="2147483949" r:id="rId13"/>
    <p:sldLayoutId id="2147483950" r:id="rId14"/>
    <p:sldLayoutId id="2147483951" r:id="rId15"/>
    <p:sldLayoutId id="2147483952" r:id="rId16"/>
    <p:sldLayoutId id="214748395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575" name=""/>
        <p:cNvGrpSpPr/>
        <p:nvPr/>
      </p:nvGrpSpPr>
      <p:grpSpPr/>
      <p:sp>
        <p:nvSpPr>
          <p:cNvPr id="104943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43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43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43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3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4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4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44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44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31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55" r:id="rId1"/>
    <p:sldLayoutId id="2147483956" r:id="rId2"/>
    <p:sldLayoutId id="2147483957" r:id="rId3"/>
    <p:sldLayoutId id="2147483958" r:id="rId4"/>
    <p:sldLayoutId id="2147483959" r:id="rId5"/>
    <p:sldLayoutId id="2147483960" r:id="rId6"/>
    <p:sldLayoutId id="2147483961" r:id="rId7"/>
    <p:sldLayoutId id="2147483962" r:id="rId8"/>
    <p:sldLayoutId id="2147483963" r:id="rId9"/>
    <p:sldLayoutId id="2147483964" r:id="rId10"/>
    <p:sldLayoutId id="2147483965" r:id="rId11"/>
    <p:sldLayoutId id="2147483966" r:id="rId12"/>
    <p:sldLayoutId id="2147483967" r:id="rId13"/>
    <p:sldLayoutId id="2147483968" r:id="rId14"/>
    <p:sldLayoutId id="2147483969" r:id="rId15"/>
    <p:sldLayoutId id="2147483970" r:id="rId16"/>
    <p:sldLayoutId id="214748397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964" name=""/>
        <p:cNvGrpSpPr/>
        <p:nvPr/>
      </p:nvGrpSpPr>
      <p:grpSpPr/>
      <p:sp>
        <p:nvSpPr>
          <p:cNvPr id="1050043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044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045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04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4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4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49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50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051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9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73" r:id="rId1"/>
    <p:sldLayoutId id="2147483974" r:id="rId2"/>
    <p:sldLayoutId id="2147483975" r:id="rId3"/>
    <p:sldLayoutId id="2147483976" r:id="rId4"/>
    <p:sldLayoutId id="2147483977" r:id="rId5"/>
    <p:sldLayoutId id="2147483978" r:id="rId6"/>
    <p:sldLayoutId id="2147483979" r:id="rId7"/>
    <p:sldLayoutId id="2147483980" r:id="rId8"/>
    <p:sldLayoutId id="2147483981" r:id="rId9"/>
    <p:sldLayoutId id="2147483982" r:id="rId10"/>
    <p:sldLayoutId id="2147483983" r:id="rId11"/>
    <p:sldLayoutId id="2147483984" r:id="rId12"/>
    <p:sldLayoutId id="2147483985" r:id="rId13"/>
    <p:sldLayoutId id="2147483986" r:id="rId14"/>
    <p:sldLayoutId id="2147483987" r:id="rId15"/>
    <p:sldLayoutId id="2147483988" r:id="rId16"/>
    <p:sldLayoutId id="214748398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188" name=""/>
        <p:cNvGrpSpPr/>
        <p:nvPr/>
      </p:nvGrpSpPr>
      <p:grpSpPr/>
      <p:sp>
        <p:nvSpPr>
          <p:cNvPr id="105042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42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43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43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3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3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3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3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43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1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91" r:id="rId1"/>
    <p:sldLayoutId id="2147483992" r:id="rId2"/>
    <p:sldLayoutId id="2147483993" r:id="rId3"/>
    <p:sldLayoutId id="2147483994" r:id="rId4"/>
    <p:sldLayoutId id="2147483995" r:id="rId5"/>
    <p:sldLayoutId id="2147483996" r:id="rId6"/>
    <p:sldLayoutId id="2147483997" r:id="rId7"/>
    <p:sldLayoutId id="2147483998" r:id="rId8"/>
    <p:sldLayoutId id="2147483999" r:id="rId9"/>
    <p:sldLayoutId id="2147484000" r:id="rId10"/>
    <p:sldLayoutId id="2147484001" r:id="rId11"/>
    <p:sldLayoutId id="2147484002" r:id="rId12"/>
    <p:sldLayoutId id="2147484003" r:id="rId13"/>
    <p:sldLayoutId id="2147484004" r:id="rId14"/>
    <p:sldLayoutId id="2147484005" r:id="rId15"/>
    <p:sldLayoutId id="2147484006" r:id="rId16"/>
    <p:sldLayoutId id="214748400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208" name=""/>
        <p:cNvGrpSpPr/>
        <p:nvPr/>
      </p:nvGrpSpPr>
      <p:grpSpPr/>
      <p:sp>
        <p:nvSpPr>
          <p:cNvPr id="1050441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442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443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44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4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4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47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48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449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19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09" r:id="rId1"/>
    <p:sldLayoutId id="2147484010" r:id="rId2"/>
    <p:sldLayoutId id="2147484011" r:id="rId3"/>
    <p:sldLayoutId id="2147484012" r:id="rId4"/>
    <p:sldLayoutId id="2147484013" r:id="rId5"/>
    <p:sldLayoutId id="2147484014" r:id="rId6"/>
    <p:sldLayoutId id="2147484015" r:id="rId7"/>
    <p:sldLayoutId id="2147484016" r:id="rId8"/>
    <p:sldLayoutId id="2147484017" r:id="rId9"/>
    <p:sldLayoutId id="2147484018" r:id="rId10"/>
    <p:sldLayoutId id="2147484019" r:id="rId11"/>
    <p:sldLayoutId id="2147484020" r:id="rId12"/>
    <p:sldLayoutId id="2147484021" r:id="rId13"/>
    <p:sldLayoutId id="2147484022" r:id="rId14"/>
    <p:sldLayoutId id="2147484023" r:id="rId15"/>
    <p:sldLayoutId id="2147484024" r:id="rId16"/>
    <p:sldLayoutId id="214748402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230" name=""/>
        <p:cNvGrpSpPr/>
        <p:nvPr/>
      </p:nvGrpSpPr>
      <p:grpSpPr/>
      <p:sp>
        <p:nvSpPr>
          <p:cNvPr id="105047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47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47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47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7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7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7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47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48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21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27" r:id="rId1"/>
    <p:sldLayoutId id="2147484028" r:id="rId2"/>
    <p:sldLayoutId id="2147484029" r:id="rId3"/>
    <p:sldLayoutId id="2147484030" r:id="rId4"/>
    <p:sldLayoutId id="2147484031" r:id="rId5"/>
    <p:sldLayoutId id="2147484032" r:id="rId6"/>
    <p:sldLayoutId id="2147484033" r:id="rId7"/>
    <p:sldLayoutId id="2147484034" r:id="rId8"/>
    <p:sldLayoutId id="2147484035" r:id="rId9"/>
    <p:sldLayoutId id="2147484036" r:id="rId10"/>
    <p:sldLayoutId id="2147484037" r:id="rId11"/>
    <p:sldLayoutId id="2147484038" r:id="rId12"/>
    <p:sldLayoutId id="2147484039" r:id="rId13"/>
    <p:sldLayoutId id="2147484040" r:id="rId14"/>
    <p:sldLayoutId id="2147484041" r:id="rId15"/>
    <p:sldLayoutId id="2147484042" r:id="rId16"/>
    <p:sldLayoutId id="214748404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349" name=""/>
        <p:cNvGrpSpPr/>
        <p:nvPr/>
      </p:nvGrpSpPr>
      <p:grpSpPr/>
      <p:sp>
        <p:nvSpPr>
          <p:cNvPr id="1050693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694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695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69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9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9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99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00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701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2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45" r:id="rId1"/>
    <p:sldLayoutId id="2147484046" r:id="rId2"/>
    <p:sldLayoutId id="2147484047" r:id="rId3"/>
    <p:sldLayoutId id="2147484048" r:id="rId4"/>
    <p:sldLayoutId id="2147484049" r:id="rId5"/>
    <p:sldLayoutId id="2147484050" r:id="rId6"/>
    <p:sldLayoutId id="2147484051" r:id="rId7"/>
    <p:sldLayoutId id="2147484052" r:id="rId8"/>
    <p:sldLayoutId id="2147484053" r:id="rId9"/>
    <p:sldLayoutId id="2147484054" r:id="rId10"/>
    <p:sldLayoutId id="2147484055" r:id="rId11"/>
    <p:sldLayoutId id="2147484056" r:id="rId12"/>
    <p:sldLayoutId id="2147484057" r:id="rId13"/>
    <p:sldLayoutId id="2147484058" r:id="rId14"/>
    <p:sldLayoutId id="2147484059" r:id="rId15"/>
    <p:sldLayoutId id="2147484060" r:id="rId16"/>
    <p:sldLayoutId id="214748406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376" name=""/>
        <p:cNvGrpSpPr/>
        <p:nvPr/>
      </p:nvGrpSpPr>
      <p:grpSpPr/>
      <p:sp>
        <p:nvSpPr>
          <p:cNvPr id="105075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75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75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75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5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5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5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5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76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2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63" r:id="rId1"/>
    <p:sldLayoutId id="2147484064" r:id="rId2"/>
    <p:sldLayoutId id="2147484065" r:id="rId3"/>
    <p:sldLayoutId id="2147484066" r:id="rId4"/>
    <p:sldLayoutId id="2147484067" r:id="rId5"/>
    <p:sldLayoutId id="2147484068" r:id="rId6"/>
    <p:sldLayoutId id="2147484069" r:id="rId7"/>
    <p:sldLayoutId id="2147484070" r:id="rId8"/>
    <p:sldLayoutId id="2147484071" r:id="rId9"/>
    <p:sldLayoutId id="2147484072" r:id="rId10"/>
    <p:sldLayoutId id="2147484073" r:id="rId11"/>
    <p:sldLayoutId id="2147484074" r:id="rId12"/>
    <p:sldLayoutId id="2147484075" r:id="rId13"/>
    <p:sldLayoutId id="2147484076" r:id="rId14"/>
    <p:sldLayoutId id="2147484077" r:id="rId15"/>
    <p:sldLayoutId id="2147484078" r:id="rId16"/>
    <p:sldLayoutId id="214748407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396" name=""/>
        <p:cNvGrpSpPr/>
        <p:nvPr/>
      </p:nvGrpSpPr>
      <p:grpSpPr/>
      <p:sp>
        <p:nvSpPr>
          <p:cNvPr id="105076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76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76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76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6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7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7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7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77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3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81" r:id="rId1"/>
    <p:sldLayoutId id="2147484082" r:id="rId2"/>
    <p:sldLayoutId id="2147484083" r:id="rId3"/>
    <p:sldLayoutId id="2147484084" r:id="rId4"/>
    <p:sldLayoutId id="2147484085" r:id="rId5"/>
    <p:sldLayoutId id="2147484086" r:id="rId6"/>
    <p:sldLayoutId id="2147484087" r:id="rId7"/>
    <p:sldLayoutId id="2147484088" r:id="rId8"/>
    <p:sldLayoutId id="2147484089" r:id="rId9"/>
    <p:sldLayoutId id="2147484090" r:id="rId10"/>
    <p:sldLayoutId id="2147484091" r:id="rId11"/>
    <p:sldLayoutId id="2147484092" r:id="rId12"/>
    <p:sldLayoutId id="2147484093" r:id="rId13"/>
    <p:sldLayoutId id="2147484094" r:id="rId14"/>
    <p:sldLayoutId id="2147484095" r:id="rId15"/>
    <p:sldLayoutId id="2147484096" r:id="rId16"/>
    <p:sldLayoutId id="214748409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416" name=""/>
        <p:cNvGrpSpPr/>
        <p:nvPr/>
      </p:nvGrpSpPr>
      <p:grpSpPr/>
      <p:sp>
        <p:nvSpPr>
          <p:cNvPr id="105077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77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77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78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8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8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8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8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78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3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99" r:id="rId1"/>
    <p:sldLayoutId id="2147484100" r:id="rId2"/>
    <p:sldLayoutId id="2147484101" r:id="rId3"/>
    <p:sldLayoutId id="2147484102" r:id="rId4"/>
    <p:sldLayoutId id="2147484103" r:id="rId5"/>
    <p:sldLayoutId id="2147484104" r:id="rId6"/>
    <p:sldLayoutId id="2147484105" r:id="rId7"/>
    <p:sldLayoutId id="2147484106" r:id="rId8"/>
    <p:sldLayoutId id="2147484107" r:id="rId9"/>
    <p:sldLayoutId id="2147484108" r:id="rId10"/>
    <p:sldLayoutId id="2147484109" r:id="rId11"/>
    <p:sldLayoutId id="2147484110" r:id="rId12"/>
    <p:sldLayoutId id="2147484111" r:id="rId13"/>
    <p:sldLayoutId id="2147484112" r:id="rId14"/>
    <p:sldLayoutId id="2147484113" r:id="rId15"/>
    <p:sldLayoutId id="2147484114" r:id="rId16"/>
    <p:sldLayoutId id="214748411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436" name=""/>
        <p:cNvGrpSpPr/>
        <p:nvPr/>
      </p:nvGrpSpPr>
      <p:grpSpPr/>
      <p:sp>
        <p:nvSpPr>
          <p:cNvPr id="105078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79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79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79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9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9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9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79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79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3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17" r:id="rId1"/>
    <p:sldLayoutId id="2147484118" r:id="rId2"/>
    <p:sldLayoutId id="2147484119" r:id="rId3"/>
    <p:sldLayoutId id="2147484120" r:id="rId4"/>
    <p:sldLayoutId id="2147484121" r:id="rId5"/>
    <p:sldLayoutId id="2147484122" r:id="rId6"/>
    <p:sldLayoutId id="2147484123" r:id="rId7"/>
    <p:sldLayoutId id="2147484124" r:id="rId8"/>
    <p:sldLayoutId id="2147484125" r:id="rId9"/>
    <p:sldLayoutId id="2147484126" r:id="rId10"/>
    <p:sldLayoutId id="2147484127" r:id="rId11"/>
    <p:sldLayoutId id="2147484128" r:id="rId12"/>
    <p:sldLayoutId id="2147484129" r:id="rId13"/>
    <p:sldLayoutId id="2147484130" r:id="rId14"/>
    <p:sldLayoutId id="2147484131" r:id="rId15"/>
    <p:sldLayoutId id="2147484132" r:id="rId16"/>
    <p:sldLayoutId id="214748413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456" name=""/>
        <p:cNvGrpSpPr/>
        <p:nvPr/>
      </p:nvGrpSpPr>
      <p:grpSpPr/>
      <p:sp>
        <p:nvSpPr>
          <p:cNvPr id="105080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80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80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80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0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0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0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0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81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3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35" r:id="rId1"/>
    <p:sldLayoutId id="2147484136" r:id="rId2"/>
    <p:sldLayoutId id="2147484137" r:id="rId3"/>
    <p:sldLayoutId id="2147484138" r:id="rId4"/>
    <p:sldLayoutId id="2147484139" r:id="rId5"/>
    <p:sldLayoutId id="2147484140" r:id="rId6"/>
    <p:sldLayoutId id="2147484141" r:id="rId7"/>
    <p:sldLayoutId id="2147484142" r:id="rId8"/>
    <p:sldLayoutId id="2147484143" r:id="rId9"/>
    <p:sldLayoutId id="2147484144" r:id="rId10"/>
    <p:sldLayoutId id="2147484145" r:id="rId11"/>
    <p:sldLayoutId id="2147484146" r:id="rId12"/>
    <p:sldLayoutId id="2147484147" r:id="rId13"/>
    <p:sldLayoutId id="2147484148" r:id="rId14"/>
    <p:sldLayoutId id="2147484149" r:id="rId15"/>
    <p:sldLayoutId id="2147484150" r:id="rId16"/>
    <p:sldLayoutId id="214748415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476" name=""/>
        <p:cNvGrpSpPr/>
        <p:nvPr/>
      </p:nvGrpSpPr>
      <p:grpSpPr/>
      <p:sp>
        <p:nvSpPr>
          <p:cNvPr id="105081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81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81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81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1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1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2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2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82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4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53" r:id="rId1"/>
    <p:sldLayoutId id="2147484154" r:id="rId2"/>
    <p:sldLayoutId id="2147484155" r:id="rId3"/>
    <p:sldLayoutId id="2147484156" r:id="rId4"/>
    <p:sldLayoutId id="2147484157" r:id="rId5"/>
    <p:sldLayoutId id="2147484158" r:id="rId6"/>
    <p:sldLayoutId id="2147484159" r:id="rId7"/>
    <p:sldLayoutId id="2147484160" r:id="rId8"/>
    <p:sldLayoutId id="2147484161" r:id="rId9"/>
    <p:sldLayoutId id="2147484162" r:id="rId10"/>
    <p:sldLayoutId id="2147484163" r:id="rId11"/>
    <p:sldLayoutId id="2147484164" r:id="rId12"/>
    <p:sldLayoutId id="2147484165" r:id="rId13"/>
    <p:sldLayoutId id="2147484166" r:id="rId14"/>
    <p:sldLayoutId id="2147484167" r:id="rId15"/>
    <p:sldLayoutId id="2147484168" r:id="rId16"/>
    <p:sldLayoutId id="214748416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500" name=""/>
        <p:cNvGrpSpPr/>
        <p:nvPr/>
      </p:nvGrpSpPr>
      <p:grpSpPr/>
      <p:sp>
        <p:nvSpPr>
          <p:cNvPr id="105083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83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84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84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4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4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4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4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84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4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71" r:id="rId1"/>
    <p:sldLayoutId id="2147484172" r:id="rId2"/>
    <p:sldLayoutId id="2147484173" r:id="rId3"/>
    <p:sldLayoutId id="2147484174" r:id="rId4"/>
    <p:sldLayoutId id="2147484175" r:id="rId5"/>
    <p:sldLayoutId id="2147484176" r:id="rId6"/>
    <p:sldLayoutId id="2147484177" r:id="rId7"/>
    <p:sldLayoutId id="2147484178" r:id="rId8"/>
    <p:sldLayoutId id="2147484179" r:id="rId9"/>
    <p:sldLayoutId id="2147484180" r:id="rId10"/>
    <p:sldLayoutId id="2147484181" r:id="rId11"/>
    <p:sldLayoutId id="2147484182" r:id="rId12"/>
    <p:sldLayoutId id="2147484183" r:id="rId13"/>
    <p:sldLayoutId id="2147484184" r:id="rId14"/>
    <p:sldLayoutId id="2147484185" r:id="rId15"/>
    <p:sldLayoutId id="2147484186" r:id="rId16"/>
    <p:sldLayoutId id="214748418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520" name=""/>
        <p:cNvGrpSpPr/>
        <p:nvPr/>
      </p:nvGrpSpPr>
      <p:grpSpPr/>
      <p:sp>
        <p:nvSpPr>
          <p:cNvPr id="1050853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854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855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85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5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5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59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60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861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4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89" r:id="rId1"/>
    <p:sldLayoutId id="2147484190" r:id="rId2"/>
    <p:sldLayoutId id="2147484191" r:id="rId3"/>
    <p:sldLayoutId id="2147484192" r:id="rId4"/>
    <p:sldLayoutId id="2147484193" r:id="rId5"/>
    <p:sldLayoutId id="2147484194" r:id="rId6"/>
    <p:sldLayoutId id="2147484195" r:id="rId7"/>
    <p:sldLayoutId id="2147484196" r:id="rId8"/>
    <p:sldLayoutId id="2147484197" r:id="rId9"/>
    <p:sldLayoutId id="2147484198" r:id="rId10"/>
    <p:sldLayoutId id="2147484199" r:id="rId11"/>
    <p:sldLayoutId id="2147484200" r:id="rId12"/>
    <p:sldLayoutId id="2147484201" r:id="rId13"/>
    <p:sldLayoutId id="2147484202" r:id="rId14"/>
    <p:sldLayoutId id="2147484203" r:id="rId15"/>
    <p:sldLayoutId id="2147484204" r:id="rId16"/>
    <p:sldLayoutId id="214748420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560" name=""/>
        <p:cNvGrpSpPr/>
        <p:nvPr/>
      </p:nvGrpSpPr>
      <p:grpSpPr/>
      <p:sp>
        <p:nvSpPr>
          <p:cNvPr id="105087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87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88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88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8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8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8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8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88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5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207" r:id="rId1"/>
    <p:sldLayoutId id="2147484208" r:id="rId2"/>
    <p:sldLayoutId id="2147484209" r:id="rId3"/>
    <p:sldLayoutId id="2147484210" r:id="rId4"/>
    <p:sldLayoutId id="2147484211" r:id="rId5"/>
    <p:sldLayoutId id="2147484212" r:id="rId6"/>
    <p:sldLayoutId id="2147484213" r:id="rId7"/>
    <p:sldLayoutId id="2147484214" r:id="rId8"/>
    <p:sldLayoutId id="2147484215" r:id="rId9"/>
    <p:sldLayoutId id="2147484216" r:id="rId10"/>
    <p:sldLayoutId id="2147484217" r:id="rId11"/>
    <p:sldLayoutId id="2147484218" r:id="rId12"/>
    <p:sldLayoutId id="2147484219" r:id="rId13"/>
    <p:sldLayoutId id="2147484220" r:id="rId14"/>
    <p:sldLayoutId id="2147484221" r:id="rId15"/>
    <p:sldLayoutId id="2147484222" r:id="rId16"/>
    <p:sldLayoutId id="214748422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010" name=""/>
        <p:cNvGrpSpPr/>
        <p:nvPr/>
      </p:nvGrpSpPr>
      <p:grpSpPr/>
      <p:sp>
        <p:nvSpPr>
          <p:cNvPr id="105010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10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10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10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0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0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0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0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11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01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225" r:id="rId1"/>
    <p:sldLayoutId id="2147484226" r:id="rId2"/>
    <p:sldLayoutId id="2147484227" r:id="rId3"/>
    <p:sldLayoutId id="2147484228" r:id="rId4"/>
    <p:sldLayoutId id="2147484229" r:id="rId5"/>
    <p:sldLayoutId id="2147484230" r:id="rId6"/>
    <p:sldLayoutId id="2147484231" r:id="rId7"/>
    <p:sldLayoutId id="2147484232" r:id="rId8"/>
    <p:sldLayoutId id="2147484233" r:id="rId9"/>
    <p:sldLayoutId id="2147484234" r:id="rId10"/>
    <p:sldLayoutId id="2147484235" r:id="rId11"/>
    <p:sldLayoutId id="2147484236" r:id="rId12"/>
    <p:sldLayoutId id="2147484237" r:id="rId13"/>
    <p:sldLayoutId id="2147484238" r:id="rId14"/>
    <p:sldLayoutId id="2147484239" r:id="rId15"/>
    <p:sldLayoutId id="2147484240" r:id="rId16"/>
    <p:sldLayoutId id="214748424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106" name=""/>
        <p:cNvGrpSpPr/>
        <p:nvPr/>
      </p:nvGrpSpPr>
      <p:grpSpPr/>
      <p:sp>
        <p:nvSpPr>
          <p:cNvPr id="105024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25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25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25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25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25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25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25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25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11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243" r:id="rId1"/>
    <p:sldLayoutId id="2147484244" r:id="rId2"/>
    <p:sldLayoutId id="2147484245" r:id="rId3"/>
    <p:sldLayoutId id="2147484246" r:id="rId4"/>
    <p:sldLayoutId id="2147484247" r:id="rId5"/>
    <p:sldLayoutId id="2147484248" r:id="rId6"/>
    <p:sldLayoutId id="2147484249" r:id="rId7"/>
    <p:sldLayoutId id="2147484250" r:id="rId8"/>
    <p:sldLayoutId id="2147484251" r:id="rId9"/>
    <p:sldLayoutId id="2147484252" r:id="rId10"/>
    <p:sldLayoutId id="2147484253" r:id="rId11"/>
    <p:sldLayoutId id="2147484254" r:id="rId12"/>
    <p:sldLayoutId id="2147484255" r:id="rId13"/>
    <p:sldLayoutId id="2147484256" r:id="rId14"/>
    <p:sldLayoutId id="2147484257" r:id="rId15"/>
    <p:sldLayoutId id="2147484258" r:id="rId16"/>
    <p:sldLayoutId id="214748425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054" name=""/>
        <p:cNvGrpSpPr/>
        <p:nvPr/>
      </p:nvGrpSpPr>
      <p:grpSpPr/>
      <p:sp>
        <p:nvSpPr>
          <p:cNvPr id="105015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16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16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16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6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6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6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6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16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05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261" r:id="rId1"/>
    <p:sldLayoutId id="2147484262" r:id="rId2"/>
    <p:sldLayoutId id="2147484263" r:id="rId3"/>
    <p:sldLayoutId id="2147484264" r:id="rId4"/>
    <p:sldLayoutId id="2147484265" r:id="rId5"/>
    <p:sldLayoutId id="2147484266" r:id="rId6"/>
    <p:sldLayoutId id="2147484267" r:id="rId7"/>
    <p:sldLayoutId id="2147484268" r:id="rId8"/>
    <p:sldLayoutId id="2147484269" r:id="rId9"/>
    <p:sldLayoutId id="2147484270" r:id="rId10"/>
    <p:sldLayoutId id="2147484271" r:id="rId11"/>
    <p:sldLayoutId id="2147484272" r:id="rId12"/>
    <p:sldLayoutId id="2147484273" r:id="rId13"/>
    <p:sldLayoutId id="2147484274" r:id="rId14"/>
    <p:sldLayoutId id="2147484275" r:id="rId15"/>
    <p:sldLayoutId id="2147484276" r:id="rId16"/>
    <p:sldLayoutId id="214748427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984" name=""/>
        <p:cNvGrpSpPr/>
        <p:nvPr/>
      </p:nvGrpSpPr>
      <p:grpSpPr/>
      <p:sp>
        <p:nvSpPr>
          <p:cNvPr id="105005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05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05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05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6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6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6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6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06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9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279" r:id="rId1"/>
    <p:sldLayoutId id="2147484280" r:id="rId2"/>
    <p:sldLayoutId id="2147484281" r:id="rId3"/>
    <p:sldLayoutId id="2147484282" r:id="rId4"/>
    <p:sldLayoutId id="2147484283" r:id="rId5"/>
    <p:sldLayoutId id="2147484284" r:id="rId6"/>
    <p:sldLayoutId id="2147484285" r:id="rId7"/>
    <p:sldLayoutId id="2147484286" r:id="rId8"/>
    <p:sldLayoutId id="2147484287" r:id="rId9"/>
    <p:sldLayoutId id="2147484288" r:id="rId10"/>
    <p:sldLayoutId id="2147484289" r:id="rId11"/>
    <p:sldLayoutId id="2147484290" r:id="rId12"/>
    <p:sldLayoutId id="2147484291" r:id="rId13"/>
    <p:sldLayoutId id="2147484292" r:id="rId14"/>
    <p:sldLayoutId id="2147484293" r:id="rId15"/>
    <p:sldLayoutId id="2147484294" r:id="rId16"/>
    <p:sldLayoutId id="214748429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034" name=""/>
        <p:cNvGrpSpPr/>
        <p:nvPr/>
      </p:nvGrpSpPr>
      <p:grpSpPr/>
      <p:sp>
        <p:nvSpPr>
          <p:cNvPr id="105014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14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14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14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5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5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5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15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15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0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297" r:id="rId1"/>
    <p:sldLayoutId id="2147484298" r:id="rId2"/>
    <p:sldLayoutId id="2147484299" r:id="rId3"/>
    <p:sldLayoutId id="2147484300" r:id="rId4"/>
    <p:sldLayoutId id="2147484301" r:id="rId5"/>
    <p:sldLayoutId id="2147484302" r:id="rId6"/>
    <p:sldLayoutId id="2147484303" r:id="rId7"/>
    <p:sldLayoutId id="2147484304" r:id="rId8"/>
    <p:sldLayoutId id="2147484305" r:id="rId9"/>
    <p:sldLayoutId id="2147484306" r:id="rId10"/>
    <p:sldLayoutId id="2147484307" r:id="rId11"/>
    <p:sldLayoutId id="2147484308" r:id="rId12"/>
    <p:sldLayoutId id="2147484309" r:id="rId13"/>
    <p:sldLayoutId id="2147484310" r:id="rId14"/>
    <p:sldLayoutId id="2147484311" r:id="rId15"/>
    <p:sldLayoutId id="2147484312" r:id="rId16"/>
    <p:sldLayoutId id="214748431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082" name=""/>
        <p:cNvGrpSpPr/>
        <p:nvPr/>
      </p:nvGrpSpPr>
      <p:grpSpPr/>
      <p:sp>
        <p:nvSpPr>
          <p:cNvPr id="105020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21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21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21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21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21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21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21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21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0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315" r:id="rId1"/>
    <p:sldLayoutId id="2147484316" r:id="rId2"/>
    <p:sldLayoutId id="2147484317" r:id="rId3"/>
    <p:sldLayoutId id="2147484318" r:id="rId4"/>
    <p:sldLayoutId id="2147484319" r:id="rId5"/>
    <p:sldLayoutId id="2147484320" r:id="rId6"/>
    <p:sldLayoutId id="2147484321" r:id="rId7"/>
    <p:sldLayoutId id="2147484322" r:id="rId8"/>
    <p:sldLayoutId id="2147484323" r:id="rId9"/>
    <p:sldLayoutId id="2147484324" r:id="rId10"/>
    <p:sldLayoutId id="2147484325" r:id="rId11"/>
    <p:sldLayoutId id="2147484326" r:id="rId12"/>
    <p:sldLayoutId id="2147484327" r:id="rId13"/>
    <p:sldLayoutId id="2147484328" r:id="rId14"/>
    <p:sldLayoutId id="2147484329" r:id="rId15"/>
    <p:sldLayoutId id="2147484330" r:id="rId16"/>
    <p:sldLayoutId id="214748433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130" name=""/>
        <p:cNvGrpSpPr/>
        <p:nvPr/>
      </p:nvGrpSpPr>
      <p:grpSpPr/>
      <p:sp>
        <p:nvSpPr>
          <p:cNvPr id="1050301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302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303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30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0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0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07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08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309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1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333" r:id="rId1"/>
    <p:sldLayoutId id="2147484334" r:id="rId2"/>
    <p:sldLayoutId id="2147484335" r:id="rId3"/>
    <p:sldLayoutId id="2147484336" r:id="rId4"/>
    <p:sldLayoutId id="2147484337" r:id="rId5"/>
    <p:sldLayoutId id="2147484338" r:id="rId6"/>
    <p:sldLayoutId id="2147484339" r:id="rId7"/>
    <p:sldLayoutId id="2147484340" r:id="rId8"/>
    <p:sldLayoutId id="2147484341" r:id="rId9"/>
    <p:sldLayoutId id="2147484342" r:id="rId10"/>
    <p:sldLayoutId id="2147484343" r:id="rId11"/>
    <p:sldLayoutId id="2147484344" r:id="rId12"/>
    <p:sldLayoutId id="2147484345" r:id="rId13"/>
    <p:sldLayoutId id="2147484346" r:id="rId14"/>
    <p:sldLayoutId id="2147484347" r:id="rId15"/>
    <p:sldLayoutId id="2147484348" r:id="rId16"/>
    <p:sldLayoutId id="214748434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161" name=""/>
        <p:cNvGrpSpPr/>
        <p:nvPr/>
      </p:nvGrpSpPr>
      <p:grpSpPr/>
      <p:sp>
        <p:nvSpPr>
          <p:cNvPr id="105038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38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39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39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9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9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9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39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39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1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351" r:id="rId1"/>
    <p:sldLayoutId id="2147484352" r:id="rId2"/>
    <p:sldLayoutId id="2147484353" r:id="rId3"/>
    <p:sldLayoutId id="2147484354" r:id="rId4"/>
    <p:sldLayoutId id="2147484355" r:id="rId5"/>
    <p:sldLayoutId id="2147484356" r:id="rId6"/>
    <p:sldLayoutId id="2147484357" r:id="rId7"/>
    <p:sldLayoutId id="2147484358" r:id="rId8"/>
    <p:sldLayoutId id="2147484359" r:id="rId9"/>
    <p:sldLayoutId id="2147484360" r:id="rId10"/>
    <p:sldLayoutId id="2147484361" r:id="rId11"/>
    <p:sldLayoutId id="2147484362" r:id="rId12"/>
    <p:sldLayoutId id="2147484363" r:id="rId13"/>
    <p:sldLayoutId id="2147484364" r:id="rId14"/>
    <p:sldLayoutId id="2147484365" r:id="rId15"/>
    <p:sldLayoutId id="2147484366" r:id="rId16"/>
    <p:sldLayoutId id="214748436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275" name=""/>
        <p:cNvGrpSpPr/>
        <p:nvPr/>
      </p:nvGrpSpPr>
      <p:grpSpPr/>
      <p:sp>
        <p:nvSpPr>
          <p:cNvPr id="105054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54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54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54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4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4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4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4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54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2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369" r:id="rId1"/>
    <p:sldLayoutId id="2147484370" r:id="rId2"/>
    <p:sldLayoutId id="2147484371" r:id="rId3"/>
    <p:sldLayoutId id="2147484372" r:id="rId4"/>
    <p:sldLayoutId id="2147484373" r:id="rId5"/>
    <p:sldLayoutId id="2147484374" r:id="rId6"/>
    <p:sldLayoutId id="2147484375" r:id="rId7"/>
    <p:sldLayoutId id="2147484376" r:id="rId8"/>
    <p:sldLayoutId id="2147484377" r:id="rId9"/>
    <p:sldLayoutId id="2147484378" r:id="rId10"/>
    <p:sldLayoutId id="2147484379" r:id="rId11"/>
    <p:sldLayoutId id="2147484380" r:id="rId12"/>
    <p:sldLayoutId id="2147484381" r:id="rId13"/>
    <p:sldLayoutId id="2147484382" r:id="rId14"/>
    <p:sldLayoutId id="2147484383" r:id="rId15"/>
    <p:sldLayoutId id="2147484384" r:id="rId16"/>
    <p:sldLayoutId id="214748438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255" name=""/>
        <p:cNvGrpSpPr/>
        <p:nvPr/>
      </p:nvGrpSpPr>
      <p:grpSpPr/>
      <p:sp>
        <p:nvSpPr>
          <p:cNvPr id="1050527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528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529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53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3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3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33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34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535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2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387" r:id="rId1"/>
    <p:sldLayoutId id="2147484388" r:id="rId2"/>
    <p:sldLayoutId id="2147484389" r:id="rId3"/>
    <p:sldLayoutId id="2147484390" r:id="rId4"/>
    <p:sldLayoutId id="2147484391" r:id="rId5"/>
    <p:sldLayoutId id="2147484392" r:id="rId6"/>
    <p:sldLayoutId id="2147484393" r:id="rId7"/>
    <p:sldLayoutId id="2147484394" r:id="rId8"/>
    <p:sldLayoutId id="2147484395" r:id="rId9"/>
    <p:sldLayoutId id="2147484396" r:id="rId10"/>
    <p:sldLayoutId id="2147484397" r:id="rId11"/>
    <p:sldLayoutId id="2147484398" r:id="rId12"/>
    <p:sldLayoutId id="2147484399" r:id="rId13"/>
    <p:sldLayoutId id="2147484400" r:id="rId14"/>
    <p:sldLayoutId id="2147484401" r:id="rId15"/>
    <p:sldLayoutId id="2147484402" r:id="rId16"/>
    <p:sldLayoutId id="214748440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305" name=""/>
        <p:cNvGrpSpPr/>
        <p:nvPr/>
      </p:nvGrpSpPr>
      <p:grpSpPr/>
      <p:sp>
        <p:nvSpPr>
          <p:cNvPr id="105062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62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63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63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3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3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3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3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63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25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405" r:id="rId1"/>
    <p:sldLayoutId id="2147484406" r:id="rId2"/>
    <p:sldLayoutId id="2147484407" r:id="rId3"/>
    <p:sldLayoutId id="2147484408" r:id="rId4"/>
    <p:sldLayoutId id="2147484409" r:id="rId5"/>
    <p:sldLayoutId id="2147484410" r:id="rId6"/>
    <p:sldLayoutId id="2147484411" r:id="rId7"/>
    <p:sldLayoutId id="2147484412" r:id="rId8"/>
    <p:sldLayoutId id="2147484413" r:id="rId9"/>
    <p:sldLayoutId id="2147484414" r:id="rId10"/>
    <p:sldLayoutId id="2147484415" r:id="rId11"/>
    <p:sldLayoutId id="2147484416" r:id="rId12"/>
    <p:sldLayoutId id="2147484417" r:id="rId13"/>
    <p:sldLayoutId id="2147484418" r:id="rId14"/>
    <p:sldLayoutId id="2147484419" r:id="rId15"/>
    <p:sldLayoutId id="2147484420" r:id="rId16"/>
    <p:sldLayoutId id="214748442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325" name=""/>
        <p:cNvGrpSpPr/>
        <p:nvPr/>
      </p:nvGrpSpPr>
      <p:grpSpPr/>
      <p:sp>
        <p:nvSpPr>
          <p:cNvPr id="1050641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642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643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64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4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4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47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648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649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2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423" r:id="rId1"/>
    <p:sldLayoutId id="2147484424" r:id="rId2"/>
    <p:sldLayoutId id="2147484425" r:id="rId3"/>
    <p:sldLayoutId id="2147484426" r:id="rId4"/>
    <p:sldLayoutId id="2147484427" r:id="rId5"/>
    <p:sldLayoutId id="2147484428" r:id="rId6"/>
    <p:sldLayoutId id="2147484429" r:id="rId7"/>
    <p:sldLayoutId id="2147484430" r:id="rId8"/>
    <p:sldLayoutId id="2147484431" r:id="rId9"/>
    <p:sldLayoutId id="2147484432" r:id="rId10"/>
    <p:sldLayoutId id="2147484433" r:id="rId11"/>
    <p:sldLayoutId id="2147484434" r:id="rId12"/>
    <p:sldLayoutId id="2147484435" r:id="rId13"/>
    <p:sldLayoutId id="2147484436" r:id="rId14"/>
    <p:sldLayoutId id="2147484437" r:id="rId15"/>
    <p:sldLayoutId id="2147484438" r:id="rId16"/>
    <p:sldLayoutId id="214748443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540" name=""/>
        <p:cNvGrpSpPr/>
        <p:nvPr/>
      </p:nvGrpSpPr>
      <p:grpSpPr/>
      <p:sp>
        <p:nvSpPr>
          <p:cNvPr id="105086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86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86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86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7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7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7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87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87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4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441" r:id="rId1"/>
    <p:sldLayoutId id="2147484442" r:id="rId2"/>
    <p:sldLayoutId id="2147484443" r:id="rId3"/>
    <p:sldLayoutId id="2147484444" r:id="rId4"/>
    <p:sldLayoutId id="2147484445" r:id="rId5"/>
    <p:sldLayoutId id="2147484446" r:id="rId6"/>
    <p:sldLayoutId id="2147484447" r:id="rId7"/>
    <p:sldLayoutId id="2147484448" r:id="rId8"/>
    <p:sldLayoutId id="2147484449" r:id="rId9"/>
    <p:sldLayoutId id="2147484450" r:id="rId10"/>
    <p:sldLayoutId id="2147484451" r:id="rId11"/>
    <p:sldLayoutId id="2147484452" r:id="rId12"/>
    <p:sldLayoutId id="2147484453" r:id="rId13"/>
    <p:sldLayoutId id="2147484454" r:id="rId14"/>
    <p:sldLayoutId id="2147484455" r:id="rId15"/>
    <p:sldLayoutId id="2147484456" r:id="rId16"/>
    <p:sldLayoutId id="214748445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6" name=""/>
        <p:cNvGrpSpPr/>
        <p:nvPr/>
      </p:nvGrpSpPr>
      <p:grpSpPr/>
      <p:sp>
        <p:nvSpPr>
          <p:cNvPr id="10485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5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459" r:id="rId1"/>
    <p:sldLayoutId id="2147484460" r:id="rId2"/>
    <p:sldLayoutId id="2147484461" r:id="rId3"/>
    <p:sldLayoutId id="2147484462" r:id="rId4"/>
    <p:sldLayoutId id="2147484463" r:id="rId5"/>
    <p:sldLayoutId id="2147484464" r:id="rId6"/>
    <p:sldLayoutId id="2147484465" r:id="rId7"/>
    <p:sldLayoutId id="2147484466" r:id="rId8"/>
    <p:sldLayoutId id="2147484467" r:id="rId9"/>
    <p:sldLayoutId id="2147484468" r:id="rId10"/>
    <p:sldLayoutId id="2147484469" r:id="rId11"/>
    <p:sldLayoutId id="2147484470" r:id="rId12"/>
    <p:sldLayoutId id="2147484471" r:id="rId13"/>
    <p:sldLayoutId id="2147484472" r:id="rId14"/>
    <p:sldLayoutId id="2147484473" r:id="rId15"/>
    <p:sldLayoutId id="2147484474" r:id="rId16"/>
    <p:sldLayoutId id="214748447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6" name=""/>
        <p:cNvGrpSpPr/>
        <p:nvPr/>
      </p:nvGrpSpPr>
      <p:grpSpPr/>
      <p:sp>
        <p:nvSpPr>
          <p:cNvPr id="10485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5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477" r:id="rId1"/>
    <p:sldLayoutId id="2147484478" r:id="rId2"/>
    <p:sldLayoutId id="2147484479" r:id="rId3"/>
    <p:sldLayoutId id="2147484480" r:id="rId4"/>
    <p:sldLayoutId id="2147484481" r:id="rId5"/>
    <p:sldLayoutId id="2147484482" r:id="rId6"/>
    <p:sldLayoutId id="2147484483" r:id="rId7"/>
    <p:sldLayoutId id="2147484484" r:id="rId8"/>
    <p:sldLayoutId id="2147484485" r:id="rId9"/>
    <p:sldLayoutId id="2147484486" r:id="rId10"/>
    <p:sldLayoutId id="2147484487" r:id="rId11"/>
    <p:sldLayoutId id="2147484488" r:id="rId12"/>
    <p:sldLayoutId id="2147484489" r:id="rId13"/>
    <p:sldLayoutId id="2147484490" r:id="rId14"/>
    <p:sldLayoutId id="2147484491" r:id="rId15"/>
    <p:sldLayoutId id="2147484492" r:id="rId16"/>
    <p:sldLayoutId id="214748449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6" name=""/>
        <p:cNvGrpSpPr/>
        <p:nvPr/>
      </p:nvGrpSpPr>
      <p:grpSpPr/>
      <p:sp>
        <p:nvSpPr>
          <p:cNvPr id="10485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5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495" r:id="rId1"/>
    <p:sldLayoutId id="2147484496" r:id="rId2"/>
    <p:sldLayoutId id="2147484497" r:id="rId3"/>
    <p:sldLayoutId id="2147484498" r:id="rId4"/>
    <p:sldLayoutId id="2147484499" r:id="rId5"/>
    <p:sldLayoutId id="2147484500" r:id="rId6"/>
    <p:sldLayoutId id="2147484501" r:id="rId7"/>
    <p:sldLayoutId id="2147484502" r:id="rId8"/>
    <p:sldLayoutId id="2147484503" r:id="rId9"/>
    <p:sldLayoutId id="2147484504" r:id="rId10"/>
    <p:sldLayoutId id="2147484505" r:id="rId11"/>
    <p:sldLayoutId id="2147484506" r:id="rId12"/>
    <p:sldLayoutId id="2147484507" r:id="rId13"/>
    <p:sldLayoutId id="2147484508" r:id="rId14"/>
    <p:sldLayoutId id="2147484509" r:id="rId15"/>
    <p:sldLayoutId id="2147484510" r:id="rId16"/>
    <p:sldLayoutId id="214748451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6" name=""/>
        <p:cNvGrpSpPr/>
        <p:nvPr/>
      </p:nvGrpSpPr>
      <p:grpSpPr/>
      <p:sp>
        <p:nvSpPr>
          <p:cNvPr id="10485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5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513" r:id="rId1"/>
    <p:sldLayoutId id="2147484514" r:id="rId2"/>
    <p:sldLayoutId id="2147484515" r:id="rId3"/>
    <p:sldLayoutId id="2147484516" r:id="rId4"/>
    <p:sldLayoutId id="2147484517" r:id="rId5"/>
    <p:sldLayoutId id="2147484518" r:id="rId6"/>
    <p:sldLayoutId id="2147484519" r:id="rId7"/>
    <p:sldLayoutId id="2147484520" r:id="rId8"/>
    <p:sldLayoutId id="2147484521" r:id="rId9"/>
    <p:sldLayoutId id="2147484522" r:id="rId10"/>
    <p:sldLayoutId id="2147484523" r:id="rId11"/>
    <p:sldLayoutId id="2147484524" r:id="rId12"/>
    <p:sldLayoutId id="2147484525" r:id="rId13"/>
    <p:sldLayoutId id="2147484526" r:id="rId14"/>
    <p:sldLayoutId id="2147484527" r:id="rId15"/>
    <p:sldLayoutId id="2147484528" r:id="rId16"/>
    <p:sldLayoutId id="214748452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504" name=""/>
        <p:cNvGrpSpPr/>
        <p:nvPr/>
      </p:nvGrpSpPr>
      <p:grpSpPr/>
      <p:sp>
        <p:nvSpPr>
          <p:cNvPr id="104920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20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20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20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0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21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2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531" r:id="rId1"/>
    <p:sldLayoutId id="2147484532" r:id="rId2"/>
    <p:sldLayoutId id="2147484533" r:id="rId3"/>
    <p:sldLayoutId id="2147484534" r:id="rId4"/>
    <p:sldLayoutId id="2147484535" r:id="rId5"/>
    <p:sldLayoutId id="2147484536" r:id="rId6"/>
    <p:sldLayoutId id="2147484537" r:id="rId7"/>
    <p:sldLayoutId id="2147484538" r:id="rId8"/>
    <p:sldLayoutId id="2147484539" r:id="rId9"/>
    <p:sldLayoutId id="2147484540" r:id="rId10"/>
    <p:sldLayoutId id="2147484541" r:id="rId11"/>
    <p:sldLayoutId id="2147484542" r:id="rId12"/>
    <p:sldLayoutId id="2147484543" r:id="rId13"/>
    <p:sldLayoutId id="2147484544" r:id="rId14"/>
    <p:sldLayoutId id="2147484545" r:id="rId15"/>
    <p:sldLayoutId id="2147484546" r:id="rId16"/>
    <p:sldLayoutId id="214748454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504" name=""/>
        <p:cNvGrpSpPr/>
        <p:nvPr/>
      </p:nvGrpSpPr>
      <p:grpSpPr/>
      <p:sp>
        <p:nvSpPr>
          <p:cNvPr id="104920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20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20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20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0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21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21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2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549" r:id="rId1"/>
    <p:sldLayoutId id="2147484550" r:id="rId2"/>
    <p:sldLayoutId id="2147484551" r:id="rId3"/>
    <p:sldLayoutId id="2147484552" r:id="rId4"/>
    <p:sldLayoutId id="2147484553" r:id="rId5"/>
    <p:sldLayoutId id="2147484554" r:id="rId6"/>
    <p:sldLayoutId id="2147484555" r:id="rId7"/>
    <p:sldLayoutId id="2147484556" r:id="rId8"/>
    <p:sldLayoutId id="2147484557" r:id="rId9"/>
    <p:sldLayoutId id="2147484558" r:id="rId10"/>
    <p:sldLayoutId id="2147484559" r:id="rId11"/>
    <p:sldLayoutId id="2147484560" r:id="rId12"/>
    <p:sldLayoutId id="2147484561" r:id="rId13"/>
    <p:sldLayoutId id="2147484562" r:id="rId14"/>
    <p:sldLayoutId id="2147484563" r:id="rId15"/>
    <p:sldLayoutId id="2147484564" r:id="rId16"/>
    <p:sldLayoutId id="214748456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549" name=""/>
        <p:cNvGrpSpPr/>
        <p:nvPr/>
      </p:nvGrpSpPr>
      <p:grpSpPr/>
      <p:sp>
        <p:nvSpPr>
          <p:cNvPr id="104933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33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34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34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4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4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4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34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34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2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567" r:id="rId1"/>
    <p:sldLayoutId id="2147484568" r:id="rId2"/>
    <p:sldLayoutId id="2147484569" r:id="rId3"/>
    <p:sldLayoutId id="2147484570" r:id="rId4"/>
    <p:sldLayoutId id="2147484571" r:id="rId5"/>
    <p:sldLayoutId id="2147484572" r:id="rId6"/>
    <p:sldLayoutId id="2147484573" r:id="rId7"/>
    <p:sldLayoutId id="2147484574" r:id="rId8"/>
    <p:sldLayoutId id="2147484575" r:id="rId9"/>
    <p:sldLayoutId id="2147484576" r:id="rId10"/>
    <p:sldLayoutId id="2147484577" r:id="rId11"/>
    <p:sldLayoutId id="2147484578" r:id="rId12"/>
    <p:sldLayoutId id="2147484579" r:id="rId13"/>
    <p:sldLayoutId id="2147484580" r:id="rId14"/>
    <p:sldLayoutId id="2147484581" r:id="rId15"/>
    <p:sldLayoutId id="2147484582" r:id="rId16"/>
    <p:sldLayoutId id="214748458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6" name=""/>
        <p:cNvGrpSpPr/>
        <p:nvPr/>
      </p:nvGrpSpPr>
      <p:grpSpPr/>
      <p:sp>
        <p:nvSpPr>
          <p:cNvPr id="10485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5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585" r:id="rId1"/>
    <p:sldLayoutId id="2147484586" r:id="rId2"/>
    <p:sldLayoutId id="2147484587" r:id="rId3"/>
    <p:sldLayoutId id="2147484588" r:id="rId4"/>
    <p:sldLayoutId id="2147484589" r:id="rId5"/>
    <p:sldLayoutId id="2147484590" r:id="rId6"/>
    <p:sldLayoutId id="2147484591" r:id="rId7"/>
    <p:sldLayoutId id="2147484592" r:id="rId8"/>
    <p:sldLayoutId id="2147484593" r:id="rId9"/>
    <p:sldLayoutId id="2147484594" r:id="rId10"/>
    <p:sldLayoutId id="2147484595" r:id="rId11"/>
    <p:sldLayoutId id="2147484596" r:id="rId12"/>
    <p:sldLayoutId id="2147484597" r:id="rId13"/>
    <p:sldLayoutId id="2147484598" r:id="rId14"/>
    <p:sldLayoutId id="2147484599" r:id="rId15"/>
    <p:sldLayoutId id="2147484600" r:id="rId16"/>
    <p:sldLayoutId id="214748460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6" name=""/>
        <p:cNvGrpSpPr/>
        <p:nvPr/>
      </p:nvGrpSpPr>
      <p:grpSpPr/>
      <p:sp>
        <p:nvSpPr>
          <p:cNvPr id="10485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5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03" r:id="rId1"/>
    <p:sldLayoutId id="2147484604" r:id="rId2"/>
    <p:sldLayoutId id="2147484605" r:id="rId3"/>
    <p:sldLayoutId id="2147484606" r:id="rId4"/>
    <p:sldLayoutId id="2147484607" r:id="rId5"/>
    <p:sldLayoutId id="2147484608" r:id="rId6"/>
    <p:sldLayoutId id="2147484609" r:id="rId7"/>
    <p:sldLayoutId id="2147484610" r:id="rId8"/>
    <p:sldLayoutId id="2147484611" r:id="rId9"/>
    <p:sldLayoutId id="2147484612" r:id="rId10"/>
    <p:sldLayoutId id="2147484613" r:id="rId11"/>
    <p:sldLayoutId id="2147484614" r:id="rId12"/>
    <p:sldLayoutId id="2147484615" r:id="rId13"/>
    <p:sldLayoutId id="2147484616" r:id="rId14"/>
    <p:sldLayoutId id="2147484617" r:id="rId15"/>
    <p:sldLayoutId id="2147484618" r:id="rId16"/>
    <p:sldLayoutId id="214748461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613" name=""/>
        <p:cNvGrpSpPr/>
        <p:nvPr/>
      </p:nvGrpSpPr>
      <p:grpSpPr/>
      <p:sp>
        <p:nvSpPr>
          <p:cNvPr id="104962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62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62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6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3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3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63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4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21" r:id="rId1"/>
    <p:sldLayoutId id="2147484622" r:id="rId2"/>
    <p:sldLayoutId id="2147484623" r:id="rId3"/>
    <p:sldLayoutId id="2147484624" r:id="rId4"/>
    <p:sldLayoutId id="2147484625" r:id="rId5"/>
    <p:sldLayoutId id="2147484626" r:id="rId6"/>
    <p:sldLayoutId id="2147484627" r:id="rId7"/>
    <p:sldLayoutId id="2147484628" r:id="rId8"/>
    <p:sldLayoutId id="2147484629" r:id="rId9"/>
    <p:sldLayoutId id="2147484630" r:id="rId10"/>
    <p:sldLayoutId id="2147484631" r:id="rId11"/>
    <p:sldLayoutId id="2147484632" r:id="rId12"/>
    <p:sldLayoutId id="2147484633" r:id="rId13"/>
    <p:sldLayoutId id="2147484634" r:id="rId14"/>
    <p:sldLayoutId id="2147484635" r:id="rId15"/>
    <p:sldLayoutId id="2147484636" r:id="rId16"/>
    <p:sldLayoutId id="214748463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633" name=""/>
        <p:cNvGrpSpPr/>
        <p:nvPr/>
      </p:nvGrpSpPr>
      <p:grpSpPr/>
      <p:sp>
        <p:nvSpPr>
          <p:cNvPr id="104963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63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64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64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4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4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4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4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64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41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39" r:id="rId1"/>
    <p:sldLayoutId id="2147484640" r:id="rId2"/>
    <p:sldLayoutId id="2147484641" r:id="rId3"/>
    <p:sldLayoutId id="2147484642" r:id="rId4"/>
    <p:sldLayoutId id="2147484643" r:id="rId5"/>
    <p:sldLayoutId id="2147484644" r:id="rId6"/>
    <p:sldLayoutId id="2147484645" r:id="rId7"/>
    <p:sldLayoutId id="2147484646" r:id="rId8"/>
    <p:sldLayoutId id="2147484647" r:id="rId9"/>
    <p:sldLayoutId id="2147484648" r:id="rId10"/>
    <p:sldLayoutId id="2147484649" r:id="rId11"/>
    <p:sldLayoutId id="2147484650" r:id="rId12"/>
    <p:sldLayoutId id="2147484651" r:id="rId13"/>
    <p:sldLayoutId id="2147484652" r:id="rId14"/>
    <p:sldLayoutId id="2147484653" r:id="rId15"/>
    <p:sldLayoutId id="2147484654" r:id="rId16"/>
    <p:sldLayoutId id="214748465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653" name=""/>
        <p:cNvGrpSpPr/>
        <p:nvPr/>
      </p:nvGrpSpPr>
      <p:grpSpPr/>
      <p:sp>
        <p:nvSpPr>
          <p:cNvPr id="104965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65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65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65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5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5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5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5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66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43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57" r:id="rId1"/>
    <p:sldLayoutId id="2147484658" r:id="rId2"/>
    <p:sldLayoutId id="2147484659" r:id="rId3"/>
    <p:sldLayoutId id="2147484660" r:id="rId4"/>
    <p:sldLayoutId id="2147484661" r:id="rId5"/>
    <p:sldLayoutId id="2147484662" r:id="rId6"/>
    <p:sldLayoutId id="2147484663" r:id="rId7"/>
    <p:sldLayoutId id="2147484664" r:id="rId8"/>
    <p:sldLayoutId id="2147484665" r:id="rId9"/>
    <p:sldLayoutId id="2147484666" r:id="rId10"/>
    <p:sldLayoutId id="2147484667" r:id="rId11"/>
    <p:sldLayoutId id="2147484668" r:id="rId12"/>
    <p:sldLayoutId id="2147484669" r:id="rId13"/>
    <p:sldLayoutId id="2147484670" r:id="rId14"/>
    <p:sldLayoutId id="2147484671" r:id="rId15"/>
    <p:sldLayoutId id="2147484672" r:id="rId16"/>
    <p:sldLayoutId id="214748467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673" name=""/>
        <p:cNvGrpSpPr/>
        <p:nvPr/>
      </p:nvGrpSpPr>
      <p:grpSpPr/>
      <p:sp>
        <p:nvSpPr>
          <p:cNvPr id="104966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66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66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66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7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7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7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7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67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4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75" r:id="rId1"/>
    <p:sldLayoutId id="2147484676" r:id="rId2"/>
    <p:sldLayoutId id="2147484677" r:id="rId3"/>
    <p:sldLayoutId id="2147484678" r:id="rId4"/>
    <p:sldLayoutId id="2147484679" r:id="rId5"/>
    <p:sldLayoutId id="2147484680" r:id="rId6"/>
    <p:sldLayoutId id="2147484681" r:id="rId7"/>
    <p:sldLayoutId id="2147484682" r:id="rId8"/>
    <p:sldLayoutId id="2147484683" r:id="rId9"/>
    <p:sldLayoutId id="2147484684" r:id="rId10"/>
    <p:sldLayoutId id="2147484685" r:id="rId11"/>
    <p:sldLayoutId id="2147484686" r:id="rId12"/>
    <p:sldLayoutId id="2147484687" r:id="rId13"/>
    <p:sldLayoutId id="2147484688" r:id="rId14"/>
    <p:sldLayoutId id="2147484689" r:id="rId15"/>
    <p:sldLayoutId id="2147484690" r:id="rId16"/>
    <p:sldLayoutId id="214748469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693" name=""/>
        <p:cNvGrpSpPr/>
        <p:nvPr/>
      </p:nvGrpSpPr>
      <p:grpSpPr/>
      <p:sp>
        <p:nvSpPr>
          <p:cNvPr id="104968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68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68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68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8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8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8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8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68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4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93" r:id="rId1"/>
    <p:sldLayoutId id="2147484694" r:id="rId2"/>
    <p:sldLayoutId id="2147484695" r:id="rId3"/>
    <p:sldLayoutId id="2147484696" r:id="rId4"/>
    <p:sldLayoutId id="2147484697" r:id="rId5"/>
    <p:sldLayoutId id="2147484698" r:id="rId6"/>
    <p:sldLayoutId id="2147484699" r:id="rId7"/>
    <p:sldLayoutId id="2147484700" r:id="rId8"/>
    <p:sldLayoutId id="2147484701" r:id="rId9"/>
    <p:sldLayoutId id="2147484702" r:id="rId10"/>
    <p:sldLayoutId id="2147484703" r:id="rId11"/>
    <p:sldLayoutId id="2147484704" r:id="rId12"/>
    <p:sldLayoutId id="2147484705" r:id="rId13"/>
    <p:sldLayoutId id="2147484706" r:id="rId14"/>
    <p:sldLayoutId id="2147484707" r:id="rId15"/>
    <p:sldLayoutId id="2147484708" r:id="rId16"/>
    <p:sldLayoutId id="214748470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13" name=""/>
        <p:cNvGrpSpPr/>
        <p:nvPr/>
      </p:nvGrpSpPr>
      <p:grpSpPr/>
      <p:sp>
        <p:nvSpPr>
          <p:cNvPr id="104969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69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69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69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9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9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9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69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70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5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711" r:id="rId1"/>
    <p:sldLayoutId id="2147484712" r:id="rId2"/>
    <p:sldLayoutId id="2147484713" r:id="rId3"/>
    <p:sldLayoutId id="2147484714" r:id="rId4"/>
    <p:sldLayoutId id="2147484715" r:id="rId5"/>
    <p:sldLayoutId id="2147484716" r:id="rId6"/>
    <p:sldLayoutId id="2147484717" r:id="rId7"/>
    <p:sldLayoutId id="2147484718" r:id="rId8"/>
    <p:sldLayoutId id="2147484719" r:id="rId9"/>
    <p:sldLayoutId id="2147484720" r:id="rId10"/>
    <p:sldLayoutId id="2147484721" r:id="rId11"/>
    <p:sldLayoutId id="2147484722" r:id="rId12"/>
    <p:sldLayoutId id="2147484723" r:id="rId13"/>
    <p:sldLayoutId id="2147484724" r:id="rId14"/>
    <p:sldLayoutId id="2147484725" r:id="rId15"/>
    <p:sldLayoutId id="2147484726" r:id="rId16"/>
    <p:sldLayoutId id="214748472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33" name=""/>
        <p:cNvGrpSpPr/>
        <p:nvPr/>
      </p:nvGrpSpPr>
      <p:grpSpPr/>
      <p:sp>
        <p:nvSpPr>
          <p:cNvPr id="1049705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706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707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70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0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1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11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12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713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51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729" r:id="rId1"/>
    <p:sldLayoutId id="2147484730" r:id="rId2"/>
    <p:sldLayoutId id="2147484731" r:id="rId3"/>
    <p:sldLayoutId id="2147484732" r:id="rId4"/>
    <p:sldLayoutId id="2147484733" r:id="rId5"/>
    <p:sldLayoutId id="2147484734" r:id="rId6"/>
    <p:sldLayoutId id="2147484735" r:id="rId7"/>
    <p:sldLayoutId id="2147484736" r:id="rId8"/>
    <p:sldLayoutId id="2147484737" r:id="rId9"/>
    <p:sldLayoutId id="2147484738" r:id="rId10"/>
    <p:sldLayoutId id="2147484739" r:id="rId11"/>
    <p:sldLayoutId id="2147484740" r:id="rId12"/>
    <p:sldLayoutId id="2147484741" r:id="rId13"/>
    <p:sldLayoutId id="2147484742" r:id="rId14"/>
    <p:sldLayoutId id="2147484743" r:id="rId15"/>
    <p:sldLayoutId id="2147484744" r:id="rId16"/>
    <p:sldLayoutId id="214748474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55" name=""/>
        <p:cNvGrpSpPr/>
        <p:nvPr/>
      </p:nvGrpSpPr>
      <p:grpSpPr/>
      <p:sp>
        <p:nvSpPr>
          <p:cNvPr id="1049752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753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754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755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56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57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58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59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760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747" r:id="rId1"/>
    <p:sldLayoutId id="2147484748" r:id="rId2"/>
    <p:sldLayoutId id="2147484749" r:id="rId3"/>
    <p:sldLayoutId id="2147484750" r:id="rId4"/>
    <p:sldLayoutId id="2147484751" r:id="rId5"/>
    <p:sldLayoutId id="2147484752" r:id="rId6"/>
    <p:sldLayoutId id="2147484753" r:id="rId7"/>
    <p:sldLayoutId id="2147484754" r:id="rId8"/>
    <p:sldLayoutId id="2147484755" r:id="rId9"/>
    <p:sldLayoutId id="2147484756" r:id="rId10"/>
    <p:sldLayoutId id="2147484757" r:id="rId11"/>
    <p:sldLayoutId id="2147484758" r:id="rId12"/>
    <p:sldLayoutId id="2147484759" r:id="rId13"/>
    <p:sldLayoutId id="2147484760" r:id="rId14"/>
    <p:sldLayoutId id="2147484761" r:id="rId15"/>
    <p:sldLayoutId id="2147484762" r:id="rId16"/>
    <p:sldLayoutId id="214748476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75" name=""/>
        <p:cNvGrpSpPr/>
        <p:nvPr/>
      </p:nvGrpSpPr>
      <p:grpSpPr/>
      <p:sp>
        <p:nvSpPr>
          <p:cNvPr id="104976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76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76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76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6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6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7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77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77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5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765" r:id="rId1"/>
    <p:sldLayoutId id="2147484766" r:id="rId2"/>
    <p:sldLayoutId id="2147484767" r:id="rId3"/>
    <p:sldLayoutId id="2147484768" r:id="rId4"/>
    <p:sldLayoutId id="2147484769" r:id="rId5"/>
    <p:sldLayoutId id="2147484770" r:id="rId6"/>
    <p:sldLayoutId id="2147484771" r:id="rId7"/>
    <p:sldLayoutId id="2147484772" r:id="rId8"/>
    <p:sldLayoutId id="2147484773" r:id="rId9"/>
    <p:sldLayoutId id="2147484774" r:id="rId10"/>
    <p:sldLayoutId id="2147484775" r:id="rId11"/>
    <p:sldLayoutId id="2147484776" r:id="rId12"/>
    <p:sldLayoutId id="2147484777" r:id="rId13"/>
    <p:sldLayoutId id="2147484778" r:id="rId14"/>
    <p:sldLayoutId id="2147484779" r:id="rId15"/>
    <p:sldLayoutId id="2147484780" r:id="rId16"/>
    <p:sldLayoutId id="214748478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6" name=""/>
        <p:cNvGrpSpPr/>
        <p:nvPr/>
      </p:nvGrpSpPr>
      <p:grpSpPr/>
      <p:sp>
        <p:nvSpPr>
          <p:cNvPr id="10485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5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783" r:id="rId1"/>
    <p:sldLayoutId id="2147484784" r:id="rId2"/>
    <p:sldLayoutId id="2147484785" r:id="rId3"/>
    <p:sldLayoutId id="2147484786" r:id="rId4"/>
    <p:sldLayoutId id="2147484787" r:id="rId5"/>
    <p:sldLayoutId id="2147484788" r:id="rId6"/>
    <p:sldLayoutId id="2147484789" r:id="rId7"/>
    <p:sldLayoutId id="2147484790" r:id="rId8"/>
    <p:sldLayoutId id="2147484791" r:id="rId9"/>
    <p:sldLayoutId id="2147484792" r:id="rId10"/>
    <p:sldLayoutId id="2147484793" r:id="rId11"/>
    <p:sldLayoutId id="2147484794" r:id="rId12"/>
    <p:sldLayoutId id="2147484795" r:id="rId13"/>
    <p:sldLayoutId id="2147484796" r:id="rId14"/>
    <p:sldLayoutId id="2147484797" r:id="rId15"/>
    <p:sldLayoutId id="2147484798" r:id="rId16"/>
    <p:sldLayoutId id="214748479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98" name=""/>
        <p:cNvGrpSpPr/>
        <p:nvPr/>
      </p:nvGrpSpPr>
      <p:grpSpPr/>
      <p:sp>
        <p:nvSpPr>
          <p:cNvPr id="104984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84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84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84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4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4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4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4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84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56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01" r:id="rId1"/>
    <p:sldLayoutId id="2147484802" r:id="rId2"/>
    <p:sldLayoutId id="2147484803" r:id="rId3"/>
    <p:sldLayoutId id="2147484804" r:id="rId4"/>
    <p:sldLayoutId id="2147484805" r:id="rId5"/>
    <p:sldLayoutId id="2147484806" r:id="rId6"/>
    <p:sldLayoutId id="2147484807" r:id="rId7"/>
    <p:sldLayoutId id="2147484808" r:id="rId8"/>
    <p:sldLayoutId id="2147484809" r:id="rId9"/>
    <p:sldLayoutId id="2147484810" r:id="rId10"/>
    <p:sldLayoutId id="2147484811" r:id="rId11"/>
    <p:sldLayoutId id="2147484812" r:id="rId12"/>
    <p:sldLayoutId id="2147484813" r:id="rId13"/>
    <p:sldLayoutId id="2147484814" r:id="rId14"/>
    <p:sldLayoutId id="2147484815" r:id="rId15"/>
    <p:sldLayoutId id="2147484816" r:id="rId16"/>
    <p:sldLayoutId id="214748481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819" name=""/>
        <p:cNvGrpSpPr/>
        <p:nvPr/>
      </p:nvGrpSpPr>
      <p:grpSpPr/>
      <p:sp>
        <p:nvSpPr>
          <p:cNvPr id="104988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89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89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89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9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9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9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89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89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57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19" r:id="rId1"/>
    <p:sldLayoutId id="2147484820" r:id="rId2"/>
    <p:sldLayoutId id="2147484821" r:id="rId3"/>
    <p:sldLayoutId id="2147484822" r:id="rId4"/>
    <p:sldLayoutId id="2147484823" r:id="rId5"/>
    <p:sldLayoutId id="2147484824" r:id="rId6"/>
    <p:sldLayoutId id="2147484825" r:id="rId7"/>
    <p:sldLayoutId id="2147484826" r:id="rId8"/>
    <p:sldLayoutId id="2147484827" r:id="rId9"/>
    <p:sldLayoutId id="2147484828" r:id="rId10"/>
    <p:sldLayoutId id="2147484829" r:id="rId11"/>
    <p:sldLayoutId id="2147484830" r:id="rId12"/>
    <p:sldLayoutId id="2147484831" r:id="rId13"/>
    <p:sldLayoutId id="2147484832" r:id="rId14"/>
    <p:sldLayoutId id="2147484833" r:id="rId15"/>
    <p:sldLayoutId id="2147484834" r:id="rId16"/>
    <p:sldLayoutId id="214748483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840" name=""/>
        <p:cNvGrpSpPr/>
        <p:nvPr/>
      </p:nvGrpSpPr>
      <p:grpSpPr/>
      <p:sp>
        <p:nvSpPr>
          <p:cNvPr id="1049938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939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940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941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42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43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44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45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946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5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37" r:id="rId1"/>
    <p:sldLayoutId id="2147484838" r:id="rId2"/>
    <p:sldLayoutId id="2147484839" r:id="rId3"/>
    <p:sldLayoutId id="2147484840" r:id="rId4"/>
    <p:sldLayoutId id="2147484841" r:id="rId5"/>
    <p:sldLayoutId id="2147484842" r:id="rId6"/>
    <p:sldLayoutId id="2147484843" r:id="rId7"/>
    <p:sldLayoutId id="2147484844" r:id="rId8"/>
    <p:sldLayoutId id="2147484845" r:id="rId9"/>
    <p:sldLayoutId id="2147484846" r:id="rId10"/>
    <p:sldLayoutId id="2147484847" r:id="rId11"/>
    <p:sldLayoutId id="2147484848" r:id="rId12"/>
    <p:sldLayoutId id="2147484849" r:id="rId13"/>
    <p:sldLayoutId id="2147484850" r:id="rId14"/>
    <p:sldLayoutId id="2147484851" r:id="rId15"/>
    <p:sldLayoutId id="2147484852" r:id="rId16"/>
    <p:sldLayoutId id="214748485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860" name=""/>
        <p:cNvGrpSpPr/>
        <p:nvPr/>
      </p:nvGrpSpPr>
      <p:grpSpPr/>
      <p:sp>
        <p:nvSpPr>
          <p:cNvPr id="1049961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962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963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96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6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6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67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68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969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65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55" r:id="rId1"/>
    <p:sldLayoutId id="2147484856" r:id="rId2"/>
    <p:sldLayoutId id="2147484857" r:id="rId3"/>
    <p:sldLayoutId id="2147484858" r:id="rId4"/>
    <p:sldLayoutId id="2147484859" r:id="rId5"/>
    <p:sldLayoutId id="2147484860" r:id="rId6"/>
    <p:sldLayoutId id="2147484861" r:id="rId7"/>
    <p:sldLayoutId id="2147484862" r:id="rId8"/>
    <p:sldLayoutId id="2147484863" r:id="rId9"/>
    <p:sldLayoutId id="2147484864" r:id="rId10"/>
    <p:sldLayoutId id="2147484865" r:id="rId11"/>
    <p:sldLayoutId id="2147484866" r:id="rId12"/>
    <p:sldLayoutId id="2147484867" r:id="rId13"/>
    <p:sldLayoutId id="2147484868" r:id="rId14"/>
    <p:sldLayoutId id="2147484869" r:id="rId15"/>
    <p:sldLayoutId id="2147484870" r:id="rId16"/>
    <p:sldLayoutId id="214748487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881" name=""/>
        <p:cNvGrpSpPr/>
        <p:nvPr/>
      </p:nvGrpSpPr>
      <p:grpSpPr/>
      <p:sp>
        <p:nvSpPr>
          <p:cNvPr id="1049984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9985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9986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9987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88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89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90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9991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9992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8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73" r:id="rId1"/>
    <p:sldLayoutId id="2147484874" r:id="rId2"/>
    <p:sldLayoutId id="2147484875" r:id="rId3"/>
    <p:sldLayoutId id="2147484876" r:id="rId4"/>
    <p:sldLayoutId id="2147484877" r:id="rId5"/>
    <p:sldLayoutId id="2147484878" r:id="rId6"/>
    <p:sldLayoutId id="2147484879" r:id="rId7"/>
    <p:sldLayoutId id="2147484880" r:id="rId8"/>
    <p:sldLayoutId id="2147484881" r:id="rId9"/>
    <p:sldLayoutId id="2147484882" r:id="rId10"/>
    <p:sldLayoutId id="2147484883" r:id="rId11"/>
    <p:sldLayoutId id="2147484884" r:id="rId12"/>
    <p:sldLayoutId id="2147484885" r:id="rId13"/>
    <p:sldLayoutId id="2147484886" r:id="rId14"/>
    <p:sldLayoutId id="2147484887" r:id="rId15"/>
    <p:sldLayoutId id="2147484888" r:id="rId16"/>
    <p:sldLayoutId id="214748488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901" name=""/>
        <p:cNvGrpSpPr/>
        <p:nvPr/>
      </p:nvGrpSpPr>
      <p:grpSpPr/>
      <p:sp>
        <p:nvSpPr>
          <p:cNvPr id="105000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00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00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00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0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0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0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0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00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85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91" r:id="rId1"/>
    <p:sldLayoutId id="2147484892" r:id="rId2"/>
    <p:sldLayoutId id="2147484893" r:id="rId3"/>
    <p:sldLayoutId id="2147484894" r:id="rId4"/>
    <p:sldLayoutId id="2147484895" r:id="rId5"/>
    <p:sldLayoutId id="2147484896" r:id="rId6"/>
    <p:sldLayoutId id="2147484897" r:id="rId7"/>
    <p:sldLayoutId id="2147484898" r:id="rId8"/>
    <p:sldLayoutId id="2147484899" r:id="rId9"/>
    <p:sldLayoutId id="2147484900" r:id="rId10"/>
    <p:sldLayoutId id="2147484901" r:id="rId11"/>
    <p:sldLayoutId id="2147484902" r:id="rId12"/>
    <p:sldLayoutId id="2147484903" r:id="rId13"/>
    <p:sldLayoutId id="2147484904" r:id="rId14"/>
    <p:sldLayoutId id="2147484905" r:id="rId15"/>
    <p:sldLayoutId id="2147484906" r:id="rId16"/>
    <p:sldLayoutId id="214748490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921" name=""/>
        <p:cNvGrpSpPr/>
        <p:nvPr/>
      </p:nvGrpSpPr>
      <p:grpSpPr/>
      <p:sp>
        <p:nvSpPr>
          <p:cNvPr id="1050013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014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015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01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19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20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021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88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909" r:id="rId1"/>
    <p:sldLayoutId id="2147484910" r:id="rId2"/>
    <p:sldLayoutId id="2147484911" r:id="rId3"/>
    <p:sldLayoutId id="2147484912" r:id="rId4"/>
    <p:sldLayoutId id="2147484913" r:id="rId5"/>
    <p:sldLayoutId id="2147484914" r:id="rId6"/>
    <p:sldLayoutId id="2147484915" r:id="rId7"/>
    <p:sldLayoutId id="2147484916" r:id="rId8"/>
    <p:sldLayoutId id="2147484917" r:id="rId9"/>
    <p:sldLayoutId id="2147484918" r:id="rId10"/>
    <p:sldLayoutId id="2147484919" r:id="rId11"/>
    <p:sldLayoutId id="2147484920" r:id="rId12"/>
    <p:sldLayoutId id="2147484921" r:id="rId13"/>
    <p:sldLayoutId id="2147484922" r:id="rId14"/>
    <p:sldLayoutId id="2147484923" r:id="rId15"/>
    <p:sldLayoutId id="2147484924" r:id="rId16"/>
    <p:sldLayoutId id="214748492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941" name=""/>
        <p:cNvGrpSpPr/>
        <p:nvPr/>
      </p:nvGrpSpPr>
      <p:grpSpPr/>
      <p:sp>
        <p:nvSpPr>
          <p:cNvPr id="105002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02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02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02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3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3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3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03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03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29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927" r:id="rId1"/>
    <p:sldLayoutId id="2147484928" r:id="rId2"/>
    <p:sldLayoutId id="2147484929" r:id="rId3"/>
    <p:sldLayoutId id="2147484930" r:id="rId4"/>
    <p:sldLayoutId id="2147484931" r:id="rId5"/>
    <p:sldLayoutId id="2147484932" r:id="rId6"/>
    <p:sldLayoutId id="2147484933" r:id="rId7"/>
    <p:sldLayoutId id="2147484934" r:id="rId8"/>
    <p:sldLayoutId id="2147484935" r:id="rId9"/>
    <p:sldLayoutId id="2147484936" r:id="rId10"/>
    <p:sldLayoutId id="2147484937" r:id="rId11"/>
    <p:sldLayoutId id="2147484938" r:id="rId12"/>
    <p:sldLayoutId id="2147484939" r:id="rId13"/>
    <p:sldLayoutId id="2147484940" r:id="rId14"/>
    <p:sldLayoutId id="2147484941" r:id="rId15"/>
    <p:sldLayoutId id="2147484942" r:id="rId16"/>
    <p:sldLayoutId id="214748494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6" name=""/>
        <p:cNvGrpSpPr/>
        <p:nvPr/>
      </p:nvGrpSpPr>
      <p:grpSpPr/>
      <p:sp>
        <p:nvSpPr>
          <p:cNvPr id="10485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5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945" r:id="rId1"/>
    <p:sldLayoutId id="2147484946" r:id="rId2"/>
    <p:sldLayoutId id="2147484947" r:id="rId3"/>
    <p:sldLayoutId id="2147484948" r:id="rId4"/>
    <p:sldLayoutId id="2147484949" r:id="rId5"/>
    <p:sldLayoutId id="2147484950" r:id="rId6"/>
    <p:sldLayoutId id="2147484951" r:id="rId7"/>
    <p:sldLayoutId id="2147484952" r:id="rId8"/>
    <p:sldLayoutId id="2147484953" r:id="rId9"/>
    <p:sldLayoutId id="2147484954" r:id="rId10"/>
    <p:sldLayoutId id="2147484955" r:id="rId11"/>
    <p:sldLayoutId id="2147484956" r:id="rId12"/>
    <p:sldLayoutId id="2147484957" r:id="rId13"/>
    <p:sldLayoutId id="2147484958" r:id="rId14"/>
    <p:sldLayoutId id="2147484959" r:id="rId15"/>
    <p:sldLayoutId id="2147484960" r:id="rId16"/>
    <p:sldLayoutId id="2147484961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596" name=""/>
        <p:cNvGrpSpPr/>
        <p:nvPr/>
      </p:nvGrpSpPr>
      <p:grpSpPr/>
      <p:sp>
        <p:nvSpPr>
          <p:cNvPr id="1051029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1030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1031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103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3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3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35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1036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1037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60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963" r:id="rId1"/>
    <p:sldLayoutId id="2147484964" r:id="rId2"/>
    <p:sldLayoutId id="2147484965" r:id="rId3"/>
    <p:sldLayoutId id="2147484966" r:id="rId4"/>
    <p:sldLayoutId id="2147484967" r:id="rId5"/>
    <p:sldLayoutId id="2147484968" r:id="rId6"/>
    <p:sldLayoutId id="2147484969" r:id="rId7"/>
    <p:sldLayoutId id="2147484970" r:id="rId8"/>
    <p:sldLayoutId id="2147484971" r:id="rId9"/>
    <p:sldLayoutId id="2147484972" r:id="rId10"/>
    <p:sldLayoutId id="2147484973" r:id="rId11"/>
    <p:sldLayoutId id="2147484974" r:id="rId12"/>
    <p:sldLayoutId id="2147484975" r:id="rId13"/>
    <p:sldLayoutId id="2147484976" r:id="rId14"/>
    <p:sldLayoutId id="2147484977" r:id="rId15"/>
    <p:sldLayoutId id="2147484978" r:id="rId16"/>
    <p:sldLayoutId id="2147484979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6" name=""/>
        <p:cNvGrpSpPr/>
        <p:nvPr/>
      </p:nvGrpSpPr>
      <p:grpSpPr/>
      <p:sp>
        <p:nvSpPr>
          <p:cNvPr id="10485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5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981" r:id="rId1"/>
    <p:sldLayoutId id="2147484982" r:id="rId2"/>
    <p:sldLayoutId id="2147484983" r:id="rId3"/>
    <p:sldLayoutId id="2147484984" r:id="rId4"/>
    <p:sldLayoutId id="2147484985" r:id="rId5"/>
    <p:sldLayoutId id="2147484986" r:id="rId6"/>
    <p:sldLayoutId id="2147484987" r:id="rId7"/>
    <p:sldLayoutId id="2147484988" r:id="rId8"/>
    <p:sldLayoutId id="2147484989" r:id="rId9"/>
    <p:sldLayoutId id="2147484990" r:id="rId10"/>
    <p:sldLayoutId id="2147484991" r:id="rId11"/>
    <p:sldLayoutId id="2147484992" r:id="rId12"/>
    <p:sldLayoutId id="2147484993" r:id="rId13"/>
    <p:sldLayoutId id="2147484994" r:id="rId14"/>
    <p:sldLayoutId id="2147484995" r:id="rId15"/>
    <p:sldLayoutId id="2147484996" r:id="rId16"/>
    <p:sldLayoutId id="2147484997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76" name=""/>
        <p:cNvGrpSpPr/>
        <p:nvPr/>
      </p:nvGrpSpPr>
      <p:grpSpPr/>
      <p:sp>
        <p:nvSpPr>
          <p:cNvPr id="1048576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48577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48578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48579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0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1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2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8583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48584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152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999" r:id="rId1"/>
    <p:sldLayoutId id="2147485000" r:id="rId2"/>
    <p:sldLayoutId id="2147485001" r:id="rId3"/>
    <p:sldLayoutId id="2147485002" r:id="rId4"/>
    <p:sldLayoutId id="2147485003" r:id="rId5"/>
    <p:sldLayoutId id="2147485004" r:id="rId6"/>
    <p:sldLayoutId id="2147485005" r:id="rId7"/>
    <p:sldLayoutId id="2147485006" r:id="rId8"/>
    <p:sldLayoutId id="2147485007" r:id="rId9"/>
    <p:sldLayoutId id="2147485008" r:id="rId10"/>
    <p:sldLayoutId id="2147485009" r:id="rId11"/>
    <p:sldLayoutId id="2147485010" r:id="rId12"/>
    <p:sldLayoutId id="2147485011" r:id="rId13"/>
    <p:sldLayoutId id="2147485012" r:id="rId14"/>
    <p:sldLayoutId id="2147485013" r:id="rId15"/>
    <p:sldLayoutId id="2147485014" r:id="rId16"/>
    <p:sldLayoutId id="2147485015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275" name=""/>
        <p:cNvGrpSpPr/>
        <p:nvPr/>
      </p:nvGrpSpPr>
      <p:grpSpPr/>
      <p:sp>
        <p:nvSpPr>
          <p:cNvPr id="1050540" name="双波形 13"/>
          <p:cNvSpPr/>
          <p:nvPr userDrawn="1"/>
        </p:nvSpPr>
        <p:spPr>
          <a:xfrm>
            <a:off x="59267" y="725805"/>
            <a:ext cx="11082020" cy="120015"/>
          </a:xfrm>
          <a:prstGeom prst="doubleWave">
            <a:avLst>
              <a:gd name="adj1" fmla="val 6250"/>
              <a:gd name="adj2" fmla="val 0"/>
            </a:avLst>
          </a:prstGeom>
          <a:gradFill>
            <a:gsLst>
              <a:gs pos="0">
                <a:srgbClr val="FE4444"/>
              </a:gs>
              <a:gs pos="100000">
                <a:srgbClr val="832B2B"/>
              </a:gs>
            </a:gsLst>
            <a:lin ang="0" scaled="0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 fontAlgn="base"/>
            <a:endParaRPr lang="zh-CN" altLang="en-US" sz="3200" strike="noStrike" noProof="1"/>
          </a:p>
        </p:txBody>
      </p:sp>
      <p:sp>
        <p:nvSpPr>
          <p:cNvPr id="1050541" name="Rectangle 2"/>
          <p:cNvSpPr>
            <a:spLocks noGrp="1"/>
          </p:cNvSpPr>
          <p:nvPr>
            <p:ph type="title"/>
          </p:nvPr>
        </p:nvSpPr>
        <p:spPr>
          <a:xfrm>
            <a:off x="609600" y="457200"/>
            <a:ext cx="109728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/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1050542" name="Rectangle 3"/>
          <p:cNvSpPr>
            <a:spLocks noGrp="1"/>
          </p:cNvSpPr>
          <p:nvPr>
            <p:ph type="body"/>
          </p:nvPr>
        </p:nvSpPr>
        <p:spPr>
          <a:xfrm>
            <a:off x="609600" y="1600200"/>
            <a:ext cx="10972800" cy="4525963"/>
          </a:xfrm>
          <a:prstGeom prst="rect">
            <a:avLst/>
          </a:prstGeom>
          <a:noFill/>
          <a:ln w="9525">
            <a:noFill/>
          </a:ln>
        </p:spPr>
        <p:txBody>
          <a:bodyPr anchor="t"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 indent="-285750"/>
            <a:r>
              <a:rPr lang="zh-CN" altLang="en-US" dirty="0"/>
              <a:t>第二级</a:t>
            </a:r>
            <a:endParaRPr lang="zh-CN" altLang="en-US" dirty="0"/>
          </a:p>
          <a:p>
            <a:pPr lvl="2" indent="-228600"/>
            <a:r>
              <a:rPr lang="zh-CN" altLang="en-US" dirty="0"/>
              <a:t>第三级</a:t>
            </a:r>
            <a:endParaRPr lang="zh-CN" altLang="en-US" dirty="0"/>
          </a:p>
          <a:p>
            <a:pPr lvl="3" indent="-228600"/>
            <a:r>
              <a:rPr lang="zh-CN" altLang="en-US" dirty="0"/>
              <a:t>第四级</a:t>
            </a:r>
            <a:endParaRPr lang="zh-CN" altLang="en-US" dirty="0"/>
          </a:p>
          <a:p>
            <a:pPr lvl="4" indent="-228600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05054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44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45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latin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fld id="{92AC53CD-A2F0-4746-AFA2-88787E7692E0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kumimoji="0" lang="en-US" altLang="zh-CN" sz="1400" b="0" i="0" u="none" strike="noStrike" kern="1200" cap="none" spc="0" normalizeH="0" baseline="0" noProof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46" name="矩形 6"/>
          <p:cNvSpPr/>
          <p:nvPr userDrawn="1"/>
        </p:nvSpPr>
        <p:spPr bwMode="auto">
          <a:xfrm>
            <a:off x="0" y="6553199"/>
            <a:ext cx="12192000" cy="292101"/>
          </a:xfrm>
          <a:prstGeom prst="rect">
            <a:avLst/>
          </a:prstGeom>
          <a:gradFill>
            <a:gsLst>
              <a:gs pos="0">
                <a:srgbClr val="DDE3D8"/>
              </a:gs>
              <a:gs pos="100000">
                <a:srgbClr val="B3CED5"/>
              </a:gs>
            </a:gsLst>
            <a:lin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cene3d>
              <a:camera prst="orthographicFront"/>
              <a:lightRig rig="threePt" dir="t"/>
            </a:scene3d>
          </a:bodyPr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1" lang="zh-CN" altLang="en-US" sz="2400" b="0" i="0" u="none" strike="noStrike" kern="1200" cap="none" spc="0" normalizeH="0" baseline="0" noProof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0547" name="Rectangle 5"/>
          <p:cNvSpPr txBox="1">
            <a:spLocks noChangeArrowheads="1"/>
          </p:cNvSpPr>
          <p:nvPr userDrawn="1"/>
        </p:nvSpPr>
        <p:spPr bwMode="auto">
          <a:xfrm>
            <a:off x="8331200" y="6561138"/>
            <a:ext cx="38608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b="0" kern="1200">
                <a:solidFill>
                  <a:schemeClr val="accent1">
                    <a:lumMod val="50000"/>
                  </a:schemeClr>
                </a:solidFill>
                <a:latin typeface="隶书" panose="02010509060101010101" pitchFamily="49" charset="-122"/>
                <a:ea typeface="隶书" panose="02010509060101010101" pitchFamily="49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sz="3200" b="1"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厦门大学 高春仙</a:t>
            </a:r>
            <a:r>
              <a:rPr kumimoji="1" lang="en-US" altLang="zh-CN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 </a:t>
            </a:r>
            <a:r>
              <a:rPr kumimoji="1" lang="zh-CN" alt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隶书" panose="02010509060101010101" pitchFamily="49" charset="-122"/>
                <a:ea typeface="隶书" panose="02010509060101010101" pitchFamily="49" charset="-122"/>
                <a:cs typeface="+mn-cs"/>
              </a:rPr>
              <a:t>苏为</a:t>
            </a:r>
            <a:endParaRPr kumimoji="1" lang="zh-CN" alt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隶书" panose="02010509060101010101" pitchFamily="49" charset="-122"/>
              <a:ea typeface="隶书" panose="02010509060101010101" pitchFamily="49" charset="-122"/>
              <a:cs typeface="+mn-cs"/>
            </a:endParaRPr>
          </a:p>
        </p:txBody>
      </p:sp>
      <p:sp>
        <p:nvSpPr>
          <p:cNvPr id="1050548" name="Rectangle 6"/>
          <p:cNvSpPr>
            <a:spLocks noGrp="1"/>
          </p:cNvSpPr>
          <p:nvPr userDrawn="1"/>
        </p:nvSpPr>
        <p:spPr>
          <a:xfrm>
            <a:off x="3860800" y="6553200"/>
            <a:ext cx="4775200" cy="304800"/>
          </a:xfrm>
          <a:prstGeom prst="rect">
            <a:avLst/>
          </a:prstGeom>
          <a:noFill/>
          <a:ln w="9525">
            <a:noFill/>
          </a:ln>
        </p:spPr>
        <p:txBody>
          <a:bodyPr wrap="square" lIns="91440" tIns="45720" rIns="91440" bIns="45720" anchor="t"/>
          <a:p>
            <a:pPr lvl="0" algn="ctr"/>
            <a:fld id="{9A0DB2DC-4C9A-4742-B13C-FB6460FD3503}" type="slidenum">
              <a:rPr lang="en-US" altLang="zh-CN" sz="1400" dirty="0">
                <a:latin typeface="Arial" panose="020B0604020202020204" pitchFamily="34" charset="0"/>
                <a:ea typeface="宋体" panose="02010600030101010101" pitchFamily="2" charset="-122"/>
              </a:rPr>
            </a:fld>
            <a:endParaRPr lang="en-US" altLang="zh-CN" sz="1400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097324" name="图片 7" descr="&amp;pky8089305357&amp;"/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0" y="0"/>
            <a:ext cx="1491827" cy="745490"/>
          </a:xfrm>
          <a:prstGeom prst="rect">
            <a:avLst/>
          </a:prstGeom>
          <a:effectLst>
            <a:softEdge rad="63500"/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017" r:id="rId1"/>
    <p:sldLayoutId id="2147485018" r:id="rId2"/>
    <p:sldLayoutId id="2147485019" r:id="rId3"/>
    <p:sldLayoutId id="2147485020" r:id="rId4"/>
    <p:sldLayoutId id="2147485021" r:id="rId5"/>
    <p:sldLayoutId id="2147485022" r:id="rId6"/>
    <p:sldLayoutId id="2147485023" r:id="rId7"/>
    <p:sldLayoutId id="2147485024" r:id="rId8"/>
    <p:sldLayoutId id="2147485025" r:id="rId9"/>
    <p:sldLayoutId id="2147485026" r:id="rId10"/>
    <p:sldLayoutId id="2147485027" r:id="rId11"/>
    <p:sldLayoutId id="2147485028" r:id="rId12"/>
    <p:sldLayoutId id="2147485029" r:id="rId13"/>
    <p:sldLayoutId id="2147485030" r:id="rId14"/>
    <p:sldLayoutId id="2147485031" r:id="rId15"/>
    <p:sldLayoutId id="2147485032" r:id="rId16"/>
    <p:sldLayoutId id="2147485033" r:id="rId17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隶书" panose="02010509060101010101" pitchFamily="49" charset="-122"/>
          <a:ea typeface="隶书" panose="02010509060101010101" pitchFamily="49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rgbClr val="FFFF00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FF00"/>
        </a:buClr>
        <a:buFont typeface="Wingdings" panose="05000000000000000000" pitchFamily="2" charset="2"/>
        <a:buChar char="Ø"/>
        <a:defRPr sz="32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800" b="1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400" b="1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Blip>
          <a:blip r:embed="rId19"/>
        </a:buBlip>
        <a:defRPr sz="2000" b="1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6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.v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3.wmf"/><Relationship Id="rId1" Type="http://schemas.openxmlformats.org/officeDocument/2006/relationships/oleObject" Target="../embeddings/oleObject1.bin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2.vml"/><Relationship Id="rId5" Type="http://schemas.openxmlformats.org/officeDocument/2006/relationships/slideLayout" Target="../slideLayouts/slideLayout58.xml"/><Relationship Id="rId4" Type="http://schemas.openxmlformats.org/officeDocument/2006/relationships/image" Target="../media/image5.wmf"/><Relationship Id="rId3" Type="http://schemas.openxmlformats.org/officeDocument/2006/relationships/oleObject" Target="../embeddings/oleObject3.bin"/><Relationship Id="rId2" Type="http://schemas.openxmlformats.org/officeDocument/2006/relationships/image" Target="../media/image4.wmf"/><Relationship Id="rId1" Type="http://schemas.openxmlformats.org/officeDocument/2006/relationships/oleObject" Target="../embeddings/oleObject2.bin"/></Relationships>
</file>

<file path=ppt/slides/_rels/slide9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3.v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6.wmf"/><Relationship Id="rId1" Type="http://schemas.openxmlformats.org/officeDocument/2006/relationships/oleObject" Target="../embeddings/oleObject4.bin"/></Relationships>
</file>

<file path=ppt/slides/_rels/slide10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4.vml"/><Relationship Id="rId5" Type="http://schemas.openxmlformats.org/officeDocument/2006/relationships/slideLayout" Target="../slideLayouts/slideLayout75.xml"/><Relationship Id="rId4" Type="http://schemas.openxmlformats.org/officeDocument/2006/relationships/image" Target="../media/image8.wmf"/><Relationship Id="rId3" Type="http://schemas.openxmlformats.org/officeDocument/2006/relationships/oleObject" Target="../embeddings/oleObject6.bin"/><Relationship Id="rId2" Type="http://schemas.openxmlformats.org/officeDocument/2006/relationships/image" Target="../media/image7.wmf"/><Relationship Id="rId1" Type="http://schemas.openxmlformats.org/officeDocument/2006/relationships/oleObject" Target="../embeddings/oleObject5.bin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6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5.vml"/><Relationship Id="rId5" Type="http://schemas.openxmlformats.org/officeDocument/2006/relationships/slideLayout" Target="../slideLayouts/slideLayout109.xml"/><Relationship Id="rId4" Type="http://schemas.openxmlformats.org/officeDocument/2006/relationships/image" Target="../media/image10.wmf"/><Relationship Id="rId3" Type="http://schemas.openxmlformats.org/officeDocument/2006/relationships/oleObject" Target="../embeddings/oleObject8.bin"/><Relationship Id="rId2" Type="http://schemas.openxmlformats.org/officeDocument/2006/relationships/image" Target="../media/image9.wmf"/><Relationship Id="rId1" Type="http://schemas.openxmlformats.org/officeDocument/2006/relationships/oleObject" Target="../embeddings/oleObject7.bin"/></Relationships>
</file>

<file path=ppt/slides/_rels/slide17.xml.rels><?xml version="1.0" encoding="UTF-8" standalone="yes"?>
<Relationships xmlns="http://schemas.openxmlformats.org/package/2006/relationships"><Relationship Id="rId7" Type="http://schemas.openxmlformats.org/officeDocument/2006/relationships/vmlDrawing" Target="../drawings/vmlDrawing6.vml"/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13.wmf"/><Relationship Id="rId4" Type="http://schemas.openxmlformats.org/officeDocument/2006/relationships/oleObject" Target="../embeddings/oleObject10.bin"/><Relationship Id="rId3" Type="http://schemas.openxmlformats.org/officeDocument/2006/relationships/image" Target="../media/image12.jpeg"/><Relationship Id="rId2" Type="http://schemas.openxmlformats.org/officeDocument/2006/relationships/image" Target="../media/image11.wmf"/><Relationship Id="rId1" Type="http://schemas.openxmlformats.org/officeDocument/2006/relationships/oleObject" Target="../embeddings/oleObject9.bin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7.vml"/><Relationship Id="rId7" Type="http://schemas.openxmlformats.org/officeDocument/2006/relationships/slideLayout" Target="../slideLayouts/slideLayout143.xml"/><Relationship Id="rId6" Type="http://schemas.openxmlformats.org/officeDocument/2006/relationships/image" Target="../media/image16.wmf"/><Relationship Id="rId5" Type="http://schemas.openxmlformats.org/officeDocument/2006/relationships/oleObject" Target="../embeddings/oleObject13.bin"/><Relationship Id="rId4" Type="http://schemas.openxmlformats.org/officeDocument/2006/relationships/image" Target="../media/image15.wmf"/><Relationship Id="rId3" Type="http://schemas.openxmlformats.org/officeDocument/2006/relationships/oleObject" Target="../embeddings/oleObject12.bin"/><Relationship Id="rId2" Type="http://schemas.openxmlformats.org/officeDocument/2006/relationships/image" Target="../media/image14.wmf"/><Relationship Id="rId1" Type="http://schemas.openxmlformats.org/officeDocument/2006/relationships/oleObject" Target="../embeddings/oleObject11.bin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.xml"/></Relationships>
</file>

<file path=ppt/slides/_rels/slide21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77.xml"/><Relationship Id="rId4" Type="http://schemas.openxmlformats.org/officeDocument/2006/relationships/image" Target="../media/image18.png"/><Relationship Id="rId3" Type="http://schemas.openxmlformats.org/officeDocument/2006/relationships/tags" Target="../tags/tag2.xml"/><Relationship Id="rId2" Type="http://schemas.openxmlformats.org/officeDocument/2006/relationships/image" Target="../media/image17.png"/><Relationship Id="rId1" Type="http://schemas.openxmlformats.org/officeDocument/2006/relationships/tags" Target="../tags/tag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94.xml"/><Relationship Id="rId2" Type="http://schemas.openxmlformats.org/officeDocument/2006/relationships/image" Target="../media/image19.png"/><Relationship Id="rId1" Type="http://schemas.openxmlformats.org/officeDocument/2006/relationships/tags" Target="../tags/tag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4.xml"/></Relationships>
</file>

<file path=ppt/slides/_rels/slide2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8.bin"/><Relationship Id="rId8" Type="http://schemas.openxmlformats.org/officeDocument/2006/relationships/image" Target="../media/image23.wmf"/><Relationship Id="rId7" Type="http://schemas.openxmlformats.org/officeDocument/2006/relationships/oleObject" Target="../embeddings/oleObject17.bin"/><Relationship Id="rId6" Type="http://schemas.openxmlformats.org/officeDocument/2006/relationships/image" Target="../media/image22.wmf"/><Relationship Id="rId5" Type="http://schemas.openxmlformats.org/officeDocument/2006/relationships/oleObject" Target="../embeddings/oleObject16.bin"/><Relationship Id="rId4" Type="http://schemas.openxmlformats.org/officeDocument/2006/relationships/image" Target="../media/image21.wmf"/><Relationship Id="rId3" Type="http://schemas.openxmlformats.org/officeDocument/2006/relationships/oleObject" Target="../embeddings/oleObject15.bin"/><Relationship Id="rId2" Type="http://schemas.openxmlformats.org/officeDocument/2006/relationships/image" Target="../media/image20.wmf"/><Relationship Id="rId19" Type="http://schemas.openxmlformats.org/officeDocument/2006/relationships/vmlDrawing" Target="../drawings/vmlDrawing8.vml"/><Relationship Id="rId18" Type="http://schemas.openxmlformats.org/officeDocument/2006/relationships/slideLayout" Target="../slideLayouts/slideLayout228.xml"/><Relationship Id="rId17" Type="http://schemas.openxmlformats.org/officeDocument/2006/relationships/tags" Target="../tags/tag5.xml"/><Relationship Id="rId16" Type="http://schemas.openxmlformats.org/officeDocument/2006/relationships/image" Target="../media/image27.wmf"/><Relationship Id="rId15" Type="http://schemas.openxmlformats.org/officeDocument/2006/relationships/oleObject" Target="../embeddings/oleObject21.bin"/><Relationship Id="rId14" Type="http://schemas.openxmlformats.org/officeDocument/2006/relationships/image" Target="../media/image26.wmf"/><Relationship Id="rId13" Type="http://schemas.openxmlformats.org/officeDocument/2006/relationships/oleObject" Target="../embeddings/oleObject20.bin"/><Relationship Id="rId12" Type="http://schemas.openxmlformats.org/officeDocument/2006/relationships/image" Target="../media/image25.wmf"/><Relationship Id="rId11" Type="http://schemas.openxmlformats.org/officeDocument/2006/relationships/oleObject" Target="../embeddings/oleObject19.bin"/><Relationship Id="rId10" Type="http://schemas.openxmlformats.org/officeDocument/2006/relationships/image" Target="../media/image24.wmf"/><Relationship Id="rId1" Type="http://schemas.openxmlformats.org/officeDocument/2006/relationships/oleObject" Target="../embeddings/oleObject14.bin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6.bin"/><Relationship Id="rId8" Type="http://schemas.openxmlformats.org/officeDocument/2006/relationships/image" Target="../media/image31.wmf"/><Relationship Id="rId7" Type="http://schemas.openxmlformats.org/officeDocument/2006/relationships/oleObject" Target="../embeddings/oleObject25.bin"/><Relationship Id="rId6" Type="http://schemas.openxmlformats.org/officeDocument/2006/relationships/image" Target="../media/image30.wmf"/><Relationship Id="rId5" Type="http://schemas.openxmlformats.org/officeDocument/2006/relationships/oleObject" Target="../embeddings/oleObject24.bin"/><Relationship Id="rId4" Type="http://schemas.openxmlformats.org/officeDocument/2006/relationships/image" Target="../media/image29.wmf"/><Relationship Id="rId3" Type="http://schemas.openxmlformats.org/officeDocument/2006/relationships/oleObject" Target="../embeddings/oleObject23.bin"/><Relationship Id="rId2" Type="http://schemas.openxmlformats.org/officeDocument/2006/relationships/image" Target="../media/image28.wmf"/><Relationship Id="rId12" Type="http://schemas.openxmlformats.org/officeDocument/2006/relationships/vmlDrawing" Target="../drawings/vmlDrawing9.vml"/><Relationship Id="rId11" Type="http://schemas.openxmlformats.org/officeDocument/2006/relationships/slideLayout" Target="../slideLayouts/slideLayout245.xml"/><Relationship Id="rId10" Type="http://schemas.openxmlformats.org/officeDocument/2006/relationships/image" Target="../media/image32.wmf"/><Relationship Id="rId1" Type="http://schemas.openxmlformats.org/officeDocument/2006/relationships/oleObject" Target="../embeddings/oleObject22.bin"/></Relationships>
</file>

<file path=ppt/slides/_rels/slide28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0.v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34.wmf"/><Relationship Id="rId3" Type="http://schemas.openxmlformats.org/officeDocument/2006/relationships/oleObject" Target="../embeddings/oleObject28.bin"/><Relationship Id="rId2" Type="http://schemas.openxmlformats.org/officeDocument/2006/relationships/image" Target="../media/image33.wmf"/><Relationship Id="rId1" Type="http://schemas.openxmlformats.org/officeDocument/2006/relationships/oleObject" Target="../embeddings/oleObject27.bin"/></Relationships>
</file>

<file path=ppt/slides/_rels/slide29.xml.rels><?xml version="1.0" encoding="UTF-8" standalone="yes"?>
<Relationships xmlns="http://schemas.openxmlformats.org/package/2006/relationships"><Relationship Id="rId7" Type="http://schemas.openxmlformats.org/officeDocument/2006/relationships/vmlDrawing" Target="../drawings/vmlDrawing11.vml"/><Relationship Id="rId6" Type="http://schemas.openxmlformats.org/officeDocument/2006/relationships/slideLayout" Target="../slideLayouts/slideLayout823.xml"/><Relationship Id="rId5" Type="http://schemas.openxmlformats.org/officeDocument/2006/relationships/image" Target="../media/image35.png"/><Relationship Id="rId4" Type="http://schemas.openxmlformats.org/officeDocument/2006/relationships/image" Target="../media/image34.wmf"/><Relationship Id="rId3" Type="http://schemas.openxmlformats.org/officeDocument/2006/relationships/oleObject" Target="../embeddings/oleObject30.bin"/><Relationship Id="rId2" Type="http://schemas.openxmlformats.org/officeDocument/2006/relationships/image" Target="../media/image33.wmf"/><Relationship Id="rId1" Type="http://schemas.openxmlformats.org/officeDocument/2006/relationships/oleObject" Target="../embeddings/oleObject29.bin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840.xml"/><Relationship Id="rId1" Type="http://schemas.openxmlformats.org/officeDocument/2006/relationships/tags" Target="../tags/tag6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57.xml"/><Relationship Id="rId2" Type="http://schemas.openxmlformats.org/officeDocument/2006/relationships/image" Target="../media/image36.png"/><Relationship Id="rId1" Type="http://schemas.openxmlformats.org/officeDocument/2006/relationships/tags" Target="../tags/tag7.xml"/></Relationships>
</file>

<file path=ppt/slides/_rels/slide32.xml.rels><?xml version="1.0" encoding="UTF-8" standalone="yes"?>
<Relationships xmlns="http://schemas.openxmlformats.org/package/2006/relationships"><Relationship Id="rId9" Type="http://schemas.openxmlformats.org/officeDocument/2006/relationships/tags" Target="../tags/tag16.xml"/><Relationship Id="rId8" Type="http://schemas.openxmlformats.org/officeDocument/2006/relationships/tags" Target="../tags/tag15.xml"/><Relationship Id="rId7" Type="http://schemas.openxmlformats.org/officeDocument/2006/relationships/tags" Target="../tags/tag14.xml"/><Relationship Id="rId6" Type="http://schemas.openxmlformats.org/officeDocument/2006/relationships/tags" Target="../tags/tag13.xml"/><Relationship Id="rId5" Type="http://schemas.openxmlformats.org/officeDocument/2006/relationships/tags" Target="../tags/tag12.xml"/><Relationship Id="rId4" Type="http://schemas.openxmlformats.org/officeDocument/2006/relationships/tags" Target="../tags/tag11.xml"/><Relationship Id="rId3" Type="http://schemas.openxmlformats.org/officeDocument/2006/relationships/tags" Target="../tags/tag10.xml"/><Relationship Id="rId24" Type="http://schemas.openxmlformats.org/officeDocument/2006/relationships/slideLayout" Target="../slideLayouts/slideLayout874.xml"/><Relationship Id="rId23" Type="http://schemas.openxmlformats.org/officeDocument/2006/relationships/tags" Target="../tags/tag30.xml"/><Relationship Id="rId22" Type="http://schemas.openxmlformats.org/officeDocument/2006/relationships/tags" Target="../tags/tag29.xml"/><Relationship Id="rId21" Type="http://schemas.openxmlformats.org/officeDocument/2006/relationships/tags" Target="../tags/tag28.xml"/><Relationship Id="rId20" Type="http://schemas.openxmlformats.org/officeDocument/2006/relationships/tags" Target="../tags/tag27.xml"/><Relationship Id="rId2" Type="http://schemas.openxmlformats.org/officeDocument/2006/relationships/tags" Target="../tags/tag9.xml"/><Relationship Id="rId19" Type="http://schemas.openxmlformats.org/officeDocument/2006/relationships/tags" Target="../tags/tag26.xml"/><Relationship Id="rId18" Type="http://schemas.openxmlformats.org/officeDocument/2006/relationships/tags" Target="../tags/tag25.xml"/><Relationship Id="rId17" Type="http://schemas.openxmlformats.org/officeDocument/2006/relationships/tags" Target="../tags/tag24.xml"/><Relationship Id="rId16" Type="http://schemas.openxmlformats.org/officeDocument/2006/relationships/tags" Target="../tags/tag23.xml"/><Relationship Id="rId15" Type="http://schemas.openxmlformats.org/officeDocument/2006/relationships/tags" Target="../tags/tag22.xml"/><Relationship Id="rId14" Type="http://schemas.openxmlformats.org/officeDocument/2006/relationships/tags" Target="../tags/tag21.xml"/><Relationship Id="rId13" Type="http://schemas.openxmlformats.org/officeDocument/2006/relationships/tags" Target="../tags/tag20.xml"/><Relationship Id="rId12" Type="http://schemas.openxmlformats.org/officeDocument/2006/relationships/tags" Target="../tags/tag19.xml"/><Relationship Id="rId11" Type="http://schemas.openxmlformats.org/officeDocument/2006/relationships/tags" Target="../tags/tag18.xml"/><Relationship Id="rId10" Type="http://schemas.openxmlformats.org/officeDocument/2006/relationships/tags" Target="../tags/tag17.xml"/><Relationship Id="rId1" Type="http://schemas.openxmlformats.org/officeDocument/2006/relationships/tags" Target="../tags/tag8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891.xml"/><Relationship Id="rId1" Type="http://schemas.openxmlformats.org/officeDocument/2006/relationships/tags" Target="../tags/tag3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62.xml"/><Relationship Id="rId1" Type="http://schemas.openxmlformats.org/officeDocument/2006/relationships/tags" Target="../tags/tag3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79.xml"/><Relationship Id="rId2" Type="http://schemas.openxmlformats.org/officeDocument/2006/relationships/tags" Target="../tags/tag34.xml"/><Relationship Id="rId1" Type="http://schemas.openxmlformats.org/officeDocument/2006/relationships/tags" Target="../tags/tag33.xml"/></Relationships>
</file>

<file path=ppt/slides/_rels/slide36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908.xml"/><Relationship Id="rId3" Type="http://schemas.openxmlformats.org/officeDocument/2006/relationships/image" Target="../media/image37.png"/><Relationship Id="rId2" Type="http://schemas.openxmlformats.org/officeDocument/2006/relationships/tags" Target="../tags/tag36.xml"/><Relationship Id="rId1" Type="http://schemas.openxmlformats.org/officeDocument/2006/relationships/tags" Target="../tags/tag35.xml"/></Relationships>
</file>

<file path=ppt/slides/_rels/slide3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tags" Target="../tags/tag3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96.xml"/><Relationship Id="rId1" Type="http://schemas.openxmlformats.org/officeDocument/2006/relationships/tags" Target="../tags/tag38.xml"/></Relationships>
</file>

<file path=ppt/slides/_rels/slide39.xml.rels><?xml version="1.0" encoding="UTF-8" standalone="yes"?>
<Relationships xmlns="http://schemas.openxmlformats.org/package/2006/relationships"><Relationship Id="rId9" Type="http://schemas.openxmlformats.org/officeDocument/2006/relationships/tags" Target="../tags/tag39.xml"/><Relationship Id="rId8" Type="http://schemas.openxmlformats.org/officeDocument/2006/relationships/image" Target="../media/image42.wmf"/><Relationship Id="rId7" Type="http://schemas.openxmlformats.org/officeDocument/2006/relationships/oleObject" Target="../embeddings/oleObject34.bin"/><Relationship Id="rId6" Type="http://schemas.openxmlformats.org/officeDocument/2006/relationships/image" Target="../media/image41.wmf"/><Relationship Id="rId5" Type="http://schemas.openxmlformats.org/officeDocument/2006/relationships/oleObject" Target="../embeddings/oleObject33.bin"/><Relationship Id="rId4" Type="http://schemas.openxmlformats.org/officeDocument/2006/relationships/image" Target="../media/image40.wmf"/><Relationship Id="rId3" Type="http://schemas.openxmlformats.org/officeDocument/2006/relationships/oleObject" Target="../embeddings/oleObject32.bin"/><Relationship Id="rId2" Type="http://schemas.openxmlformats.org/officeDocument/2006/relationships/image" Target="../media/image39.wmf"/><Relationship Id="rId12" Type="http://schemas.openxmlformats.org/officeDocument/2006/relationships/notesSlide" Target="../notesSlides/notesSlide1.xml"/><Relationship Id="rId11" Type="http://schemas.openxmlformats.org/officeDocument/2006/relationships/vmlDrawing" Target="../drawings/vmlDrawing12.vml"/><Relationship Id="rId10" Type="http://schemas.openxmlformats.org/officeDocument/2006/relationships/slideLayout" Target="../slideLayouts/slideLayout7.xml"/><Relationship Id="rId1" Type="http://schemas.openxmlformats.org/officeDocument/2006/relationships/oleObject" Target="../embeddings/oleObject31.bin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.xml"/><Relationship Id="rId3" Type="http://schemas.openxmlformats.org/officeDocument/2006/relationships/slideLayout" Target="../slideLayouts/slideLayout772.xml"/><Relationship Id="rId2" Type="http://schemas.openxmlformats.org/officeDocument/2006/relationships/image" Target="../media/image44.png"/><Relationship Id="rId1" Type="http://schemas.openxmlformats.org/officeDocument/2006/relationships/image" Target="../media/image43.png"/></Relationships>
</file>

<file path=ppt/slides/_rels/slide42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4.xml"/><Relationship Id="rId3" Type="http://schemas.openxmlformats.org/officeDocument/2006/relationships/slideLayout" Target="../slideLayouts/slideLayout789.xml"/><Relationship Id="rId2" Type="http://schemas.openxmlformats.org/officeDocument/2006/relationships/image" Target="../media/image46.png"/><Relationship Id="rId1" Type="http://schemas.openxmlformats.org/officeDocument/2006/relationships/image" Target="../media/image45.png"/></Relationships>
</file>

<file path=ppt/slides/_rels/slide4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.xml"/><Relationship Id="rId3" Type="http://schemas.openxmlformats.org/officeDocument/2006/relationships/slideLayout" Target="../slideLayouts/slideLayout806.xml"/><Relationship Id="rId2" Type="http://schemas.openxmlformats.org/officeDocument/2006/relationships/image" Target="../media/image48.png"/><Relationship Id="rId1" Type="http://schemas.openxmlformats.org/officeDocument/2006/relationships/image" Target="../media/image47.png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2.xml"/></Relationships>
</file>

<file path=ppt/slides/_rels/slide46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13.v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2.jpeg"/><Relationship Id="rId2" Type="http://schemas.openxmlformats.org/officeDocument/2006/relationships/image" Target="../media/image49.wmf"/><Relationship Id="rId1" Type="http://schemas.openxmlformats.org/officeDocument/2006/relationships/oleObject" Target="../embeddings/oleObject35.bin"/></Relationships>
</file>

<file path=ppt/slides/_rels/slide47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4.vml"/><Relationship Id="rId3" Type="http://schemas.openxmlformats.org/officeDocument/2006/relationships/slideLayout" Target="../slideLayouts/slideLayout551.xml"/><Relationship Id="rId2" Type="http://schemas.openxmlformats.org/officeDocument/2006/relationships/image" Target="../media/image50.wmf"/><Relationship Id="rId1" Type="http://schemas.openxmlformats.org/officeDocument/2006/relationships/oleObject" Target="../embeddings/oleObject36.bin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9.xml"/></Relationships>
</file>

<file path=ppt/slides/_rels/slide49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15.vml"/><Relationship Id="rId4" Type="http://schemas.openxmlformats.org/officeDocument/2006/relationships/slideLayout" Target="../slideLayouts/slideLayout585.xml"/><Relationship Id="rId3" Type="http://schemas.openxmlformats.org/officeDocument/2006/relationships/image" Target="../media/image12.jpeg"/><Relationship Id="rId2" Type="http://schemas.openxmlformats.org/officeDocument/2006/relationships/image" Target="../media/image51.wmf"/><Relationship Id="rId1" Type="http://schemas.openxmlformats.org/officeDocument/2006/relationships/oleObject" Target="../embeddings/oleObject37.bin"/></Relationships>
</file>

<file path=ppt/slides/_rels/slide50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6.vml"/><Relationship Id="rId3" Type="http://schemas.openxmlformats.org/officeDocument/2006/relationships/slideLayout" Target="../slideLayouts/slideLayout636.xml"/><Relationship Id="rId2" Type="http://schemas.openxmlformats.org/officeDocument/2006/relationships/image" Target="../media/image52.wmf"/><Relationship Id="rId1" Type="http://schemas.openxmlformats.org/officeDocument/2006/relationships/oleObject" Target="../embeddings/oleObject38.bin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8.xml"/></Relationships>
</file>

<file path=ppt/slides/_rels/slide52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7.v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53.wmf"/><Relationship Id="rId1" Type="http://schemas.openxmlformats.org/officeDocument/2006/relationships/oleObject" Target="../embeddings/oleObject39.bin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3.xml"/></Relationships>
</file>

<file path=ppt/slides/_rels/slide54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8.v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54.wmf"/><Relationship Id="rId1" Type="http://schemas.openxmlformats.org/officeDocument/2006/relationships/oleObject" Target="../embeddings/oleObject40.bin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0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0.xml"/></Relationships>
</file>

<file path=ppt/slides/_rels/slide57.xml.rels><?xml version="1.0" encoding="UTF-8" standalone="yes"?>
<Relationships xmlns="http://schemas.openxmlformats.org/package/2006/relationships"><Relationship Id="rId9" Type="http://schemas.openxmlformats.org/officeDocument/2006/relationships/tags" Target="../tags/tag47.xml"/><Relationship Id="rId8" Type="http://schemas.openxmlformats.org/officeDocument/2006/relationships/tags" Target="../tags/tag46.xml"/><Relationship Id="rId7" Type="http://schemas.openxmlformats.org/officeDocument/2006/relationships/tags" Target="../tags/tag45.xml"/><Relationship Id="rId6" Type="http://schemas.openxmlformats.org/officeDocument/2006/relationships/tags" Target="../tags/tag44.xml"/><Relationship Id="rId5" Type="http://schemas.openxmlformats.org/officeDocument/2006/relationships/tags" Target="../tags/tag43.xml"/><Relationship Id="rId4" Type="http://schemas.openxmlformats.org/officeDocument/2006/relationships/tags" Target="../tags/tag42.xml"/><Relationship Id="rId3" Type="http://schemas.openxmlformats.org/officeDocument/2006/relationships/tags" Target="../tags/tag41.xml"/><Relationship Id="rId2" Type="http://schemas.openxmlformats.org/officeDocument/2006/relationships/image" Target="../media/image55.png"/><Relationship Id="rId19" Type="http://schemas.openxmlformats.org/officeDocument/2006/relationships/slideLayout" Target="../slideLayouts/slideLayout347.xml"/><Relationship Id="rId18" Type="http://schemas.openxmlformats.org/officeDocument/2006/relationships/tags" Target="../tags/tag56.xml"/><Relationship Id="rId17" Type="http://schemas.openxmlformats.org/officeDocument/2006/relationships/tags" Target="../tags/tag55.xml"/><Relationship Id="rId16" Type="http://schemas.openxmlformats.org/officeDocument/2006/relationships/tags" Target="../tags/tag54.xml"/><Relationship Id="rId15" Type="http://schemas.openxmlformats.org/officeDocument/2006/relationships/tags" Target="../tags/tag53.xml"/><Relationship Id="rId14" Type="http://schemas.openxmlformats.org/officeDocument/2006/relationships/tags" Target="../tags/tag52.xml"/><Relationship Id="rId13" Type="http://schemas.openxmlformats.org/officeDocument/2006/relationships/tags" Target="../tags/tag51.xml"/><Relationship Id="rId12" Type="http://schemas.openxmlformats.org/officeDocument/2006/relationships/tags" Target="../tags/tag50.xml"/><Relationship Id="rId11" Type="http://schemas.openxmlformats.org/officeDocument/2006/relationships/tags" Target="../tags/tag49.xml"/><Relationship Id="rId10" Type="http://schemas.openxmlformats.org/officeDocument/2006/relationships/tags" Target="../tags/tag48.xml"/><Relationship Id="rId1" Type="http://schemas.openxmlformats.org/officeDocument/2006/relationships/tags" Target="../tags/tag40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64.xml"/><Relationship Id="rId2" Type="http://schemas.openxmlformats.org/officeDocument/2006/relationships/image" Target="../media/image56.png"/><Relationship Id="rId1" Type="http://schemas.openxmlformats.org/officeDocument/2006/relationships/tags" Target="../tags/tag5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12.jpeg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4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87.xml"/><Relationship Id="rId1" Type="http://schemas.openxmlformats.org/officeDocument/2006/relationships/image" Target="../media/image57.png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99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58.png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38.xml"/><Relationship Id="rId1" Type="http://schemas.openxmlformats.org/officeDocument/2006/relationships/image" Target="../media/image59.png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381.xml"/><Relationship Id="rId1" Type="http://schemas.openxmlformats.org/officeDocument/2006/relationships/image" Target="../media/image60.png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98.xml"/><Relationship Id="rId2" Type="http://schemas.openxmlformats.org/officeDocument/2006/relationships/image" Target="../media/image61.png"/><Relationship Id="rId1" Type="http://schemas.openxmlformats.org/officeDocument/2006/relationships/tags" Target="../tags/tag58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15.xml"/><Relationship Id="rId2" Type="http://schemas.openxmlformats.org/officeDocument/2006/relationships/image" Target="../media/image62.png"/><Relationship Id="rId1" Type="http://schemas.openxmlformats.org/officeDocument/2006/relationships/tags" Target="../tags/tag59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32.xml"/><Relationship Id="rId2" Type="http://schemas.openxmlformats.org/officeDocument/2006/relationships/image" Target="../media/image63.png"/><Relationship Id="rId1" Type="http://schemas.openxmlformats.org/officeDocument/2006/relationships/tags" Target="../tags/tag60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49.xml"/><Relationship Id="rId2" Type="http://schemas.openxmlformats.org/officeDocument/2006/relationships/image" Target="../media/image64.png"/><Relationship Id="rId1" Type="http://schemas.openxmlformats.org/officeDocument/2006/relationships/tags" Target="../tags/tag61.xml"/></Relationships>
</file>

<file path=ppt/slides/_rels/slide72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466.xml"/><Relationship Id="rId4" Type="http://schemas.openxmlformats.org/officeDocument/2006/relationships/image" Target="../media/image67.png"/><Relationship Id="rId3" Type="http://schemas.openxmlformats.org/officeDocument/2006/relationships/image" Target="../media/image66.png"/><Relationship Id="rId2" Type="http://schemas.openxmlformats.org/officeDocument/2006/relationships/tags" Target="../tags/tag62.xml"/><Relationship Id="rId1" Type="http://schemas.openxmlformats.org/officeDocument/2006/relationships/image" Target="../media/image65.png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3.xml"/></Relationships>
</file>

<file path=ppt/slides/_rels/slide74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19.v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68.wmf"/><Relationship Id="rId1" Type="http://schemas.openxmlformats.org/officeDocument/2006/relationships/oleObject" Target="../embeddings/oleObject41.bin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0.xml"/></Relationships>
</file>

<file path=ppt/slides/_rels/slide76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517.xml"/><Relationship Id="rId4" Type="http://schemas.openxmlformats.org/officeDocument/2006/relationships/image" Target="../media/image70.png"/><Relationship Id="rId3" Type="http://schemas.openxmlformats.org/officeDocument/2006/relationships/tags" Target="../tags/tag64.xml"/><Relationship Id="rId2" Type="http://schemas.openxmlformats.org/officeDocument/2006/relationships/image" Target="../media/image69.png"/><Relationship Id="rId1" Type="http://schemas.openxmlformats.org/officeDocument/2006/relationships/tags" Target="../tags/tag63.xml"/></Relationships>
</file>

<file path=ppt/slides/_rels/slide77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755.xml"/><Relationship Id="rId4" Type="http://schemas.openxmlformats.org/officeDocument/2006/relationships/image" Target="../media/image71.png"/><Relationship Id="rId3" Type="http://schemas.openxmlformats.org/officeDocument/2006/relationships/tags" Target="../tags/tag66.xml"/><Relationship Id="rId2" Type="http://schemas.openxmlformats.org/officeDocument/2006/relationships/image" Target="../media/image70.png"/><Relationship Id="rId1" Type="http://schemas.openxmlformats.org/officeDocument/2006/relationships/tags" Target="../tags/tag65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34.xml"/><Relationship Id="rId2" Type="http://schemas.openxmlformats.org/officeDocument/2006/relationships/image" Target="../media/image72.png"/><Relationship Id="rId1" Type="http://schemas.openxmlformats.org/officeDocument/2006/relationships/tags" Target="../tags/tag67.xml"/></Relationships>
</file>

<file path=ppt/slides/_rels/slide79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20.v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2.jpeg"/><Relationship Id="rId2" Type="http://schemas.openxmlformats.org/officeDocument/2006/relationships/image" Target="../media/image73.wmf"/><Relationship Id="rId1" Type="http://schemas.openxmlformats.org/officeDocument/2006/relationships/oleObject" Target="../embeddings/oleObject42.bin"/></Relationships>
</file>

<file path=ppt/slides/_rels/slide8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6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74.png"/><Relationship Id="rId1" Type="http://schemas.openxmlformats.org/officeDocument/2006/relationships/tags" Target="../tags/tag68.xml"/></Relationships>
</file>

<file path=ppt/slides/_rels/slide81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7.xml"/><Relationship Id="rId5" Type="http://schemas.openxmlformats.org/officeDocument/2006/relationships/slideLayout" Target="../slideLayouts/slideLayout1265.xml"/><Relationship Id="rId4" Type="http://schemas.openxmlformats.org/officeDocument/2006/relationships/image" Target="../media/image75.png"/><Relationship Id="rId3" Type="http://schemas.openxmlformats.org/officeDocument/2006/relationships/tags" Target="../tags/tag70.xml"/><Relationship Id="rId2" Type="http://schemas.openxmlformats.org/officeDocument/2006/relationships/image" Target="../media/image74.png"/><Relationship Id="rId1" Type="http://schemas.openxmlformats.org/officeDocument/2006/relationships/tags" Target="../tags/tag69.xml"/></Relationships>
</file>

<file path=ppt/slides/_rels/slide82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8.xml"/><Relationship Id="rId5" Type="http://schemas.openxmlformats.org/officeDocument/2006/relationships/slideLayout" Target="../slideLayouts/slideLayout1282.xml"/><Relationship Id="rId4" Type="http://schemas.openxmlformats.org/officeDocument/2006/relationships/image" Target="../media/image77.png"/><Relationship Id="rId3" Type="http://schemas.openxmlformats.org/officeDocument/2006/relationships/tags" Target="../tags/tag72.xml"/><Relationship Id="rId2" Type="http://schemas.openxmlformats.org/officeDocument/2006/relationships/image" Target="../media/image76.png"/><Relationship Id="rId1" Type="http://schemas.openxmlformats.org/officeDocument/2006/relationships/tags" Target="../tags/tag7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5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42.xml"/><Relationship Id="rId2" Type="http://schemas.openxmlformats.org/officeDocument/2006/relationships/image" Target="../media/image78.emf"/><Relationship Id="rId1" Type="http://schemas.openxmlformats.org/officeDocument/2006/relationships/tags" Target="../tags/tag73.xml"/></Relationships>
</file>

<file path=ppt/slides/_rels/slide85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959.xml"/><Relationship Id="rId4" Type="http://schemas.openxmlformats.org/officeDocument/2006/relationships/image" Target="../media/image78.emf"/><Relationship Id="rId3" Type="http://schemas.openxmlformats.org/officeDocument/2006/relationships/tags" Target="../tags/tag75.xml"/><Relationship Id="rId2" Type="http://schemas.openxmlformats.org/officeDocument/2006/relationships/image" Target="../media/image79.png"/><Relationship Id="rId1" Type="http://schemas.openxmlformats.org/officeDocument/2006/relationships/tags" Target="../tags/tag74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76.xml"/><Relationship Id="rId2" Type="http://schemas.openxmlformats.org/officeDocument/2006/relationships/image" Target="../media/image80.emf"/><Relationship Id="rId1" Type="http://schemas.openxmlformats.org/officeDocument/2006/relationships/tags" Target="../tags/tag76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93.xml"/><Relationship Id="rId2" Type="http://schemas.openxmlformats.org/officeDocument/2006/relationships/image" Target="../media/image81.png"/><Relationship Id="rId1" Type="http://schemas.openxmlformats.org/officeDocument/2006/relationships/tags" Target="../tags/tag7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0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27.xml"/><Relationship Id="rId1" Type="http://schemas.openxmlformats.org/officeDocument/2006/relationships/image" Target="../media/image12.jpe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44.xml"/><Relationship Id="rId1" Type="http://schemas.openxmlformats.org/officeDocument/2006/relationships/image" Target="../media/image82.png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61.xml"/><Relationship Id="rId1" Type="http://schemas.openxmlformats.org/officeDocument/2006/relationships/image" Target="../media/image83.png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8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95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12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21.vml"/><Relationship Id="rId7" Type="http://schemas.openxmlformats.org/officeDocument/2006/relationships/slideLayout" Target="../slideLayouts/slideLayout1129.xml"/><Relationship Id="rId6" Type="http://schemas.openxmlformats.org/officeDocument/2006/relationships/image" Target="../media/image86.wmf"/><Relationship Id="rId5" Type="http://schemas.openxmlformats.org/officeDocument/2006/relationships/oleObject" Target="../embeddings/oleObject45.bin"/><Relationship Id="rId4" Type="http://schemas.openxmlformats.org/officeDocument/2006/relationships/image" Target="../media/image85.wmf"/><Relationship Id="rId3" Type="http://schemas.openxmlformats.org/officeDocument/2006/relationships/oleObject" Target="../embeddings/oleObject44.bin"/><Relationship Id="rId2" Type="http://schemas.openxmlformats.org/officeDocument/2006/relationships/image" Target="../media/image84.wmf"/><Relationship Id="rId1" Type="http://schemas.openxmlformats.org/officeDocument/2006/relationships/oleObject" Target="../embeddings/oleObject43.bin"/></Relationships>
</file>

<file path=ppt/slides/_rels/slide96.xml.rels><?xml version="1.0" encoding="UTF-8" standalone="yes"?>
<Relationships xmlns="http://schemas.openxmlformats.org/package/2006/relationships"><Relationship Id="rId9" Type="http://schemas.openxmlformats.org/officeDocument/2006/relationships/image" Target="../media/image12.jpeg"/><Relationship Id="rId8" Type="http://schemas.openxmlformats.org/officeDocument/2006/relationships/image" Target="../media/image91.jpeg"/><Relationship Id="rId7" Type="http://schemas.openxmlformats.org/officeDocument/2006/relationships/image" Target="../media/image90.emf"/><Relationship Id="rId6" Type="http://schemas.openxmlformats.org/officeDocument/2006/relationships/oleObject" Target="../embeddings/oleObject48.bin"/><Relationship Id="rId5" Type="http://schemas.openxmlformats.org/officeDocument/2006/relationships/image" Target="../media/image89.png"/><Relationship Id="rId4" Type="http://schemas.openxmlformats.org/officeDocument/2006/relationships/image" Target="../media/image88.wmf"/><Relationship Id="rId3" Type="http://schemas.openxmlformats.org/officeDocument/2006/relationships/oleObject" Target="../embeddings/oleObject47.bin"/><Relationship Id="rId2" Type="http://schemas.openxmlformats.org/officeDocument/2006/relationships/image" Target="../media/image87.wmf"/><Relationship Id="rId11" Type="http://schemas.openxmlformats.org/officeDocument/2006/relationships/vmlDrawing" Target="../drawings/vmlDrawing22.vml"/><Relationship Id="rId10" Type="http://schemas.openxmlformats.org/officeDocument/2006/relationships/slideLayout" Target="../slideLayouts/slideLayout1146.xml"/><Relationship Id="rId1" Type="http://schemas.openxmlformats.org/officeDocument/2006/relationships/oleObject" Target="../embeddings/oleObject46.bin"/></Relationships>
</file>

<file path=ppt/slides/_rels/slide97.xml.rels><?xml version="1.0" encoding="UTF-8" standalone="yes"?>
<Relationships xmlns="http://schemas.openxmlformats.org/package/2006/relationships"><Relationship Id="rId9" Type="http://schemas.openxmlformats.org/officeDocument/2006/relationships/image" Target="../media/image12.jpeg"/><Relationship Id="rId8" Type="http://schemas.openxmlformats.org/officeDocument/2006/relationships/image" Target="../media/image91.jpeg"/><Relationship Id="rId7" Type="http://schemas.openxmlformats.org/officeDocument/2006/relationships/image" Target="../media/image94.emf"/><Relationship Id="rId6" Type="http://schemas.openxmlformats.org/officeDocument/2006/relationships/oleObject" Target="../embeddings/oleObject51.bin"/><Relationship Id="rId5" Type="http://schemas.openxmlformats.org/officeDocument/2006/relationships/image" Target="../media/image89.png"/><Relationship Id="rId4" Type="http://schemas.openxmlformats.org/officeDocument/2006/relationships/image" Target="../media/image93.wmf"/><Relationship Id="rId3" Type="http://schemas.openxmlformats.org/officeDocument/2006/relationships/oleObject" Target="../embeddings/oleObject50.bin"/><Relationship Id="rId2" Type="http://schemas.openxmlformats.org/officeDocument/2006/relationships/image" Target="../media/image92.wmf"/><Relationship Id="rId11" Type="http://schemas.openxmlformats.org/officeDocument/2006/relationships/vmlDrawing" Target="../drawings/vmlDrawing23.vml"/><Relationship Id="rId10" Type="http://schemas.openxmlformats.org/officeDocument/2006/relationships/slideLayout" Target="../slideLayouts/slideLayout1078.xml"/><Relationship Id="rId1" Type="http://schemas.openxmlformats.org/officeDocument/2006/relationships/oleObject" Target="../embeddings/oleObject49.bin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24.vml"/><Relationship Id="rId7" Type="http://schemas.openxmlformats.org/officeDocument/2006/relationships/slideLayout" Target="../slideLayouts/slideLayout1163.xml"/><Relationship Id="rId6" Type="http://schemas.openxmlformats.org/officeDocument/2006/relationships/image" Target="../media/image12.jpeg"/><Relationship Id="rId5" Type="http://schemas.openxmlformats.org/officeDocument/2006/relationships/image" Target="../media/image90.emf"/><Relationship Id="rId4" Type="http://schemas.openxmlformats.org/officeDocument/2006/relationships/oleObject" Target="../embeddings/oleObject53.bin"/><Relationship Id="rId3" Type="http://schemas.openxmlformats.org/officeDocument/2006/relationships/image" Target="../media/image91.jpeg"/><Relationship Id="rId2" Type="http://schemas.openxmlformats.org/officeDocument/2006/relationships/image" Target="../media/image94.emf"/><Relationship Id="rId1" Type="http://schemas.openxmlformats.org/officeDocument/2006/relationships/oleObject" Target="../embeddings/oleObject52.bin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80.xml"/><Relationship Id="rId2" Type="http://schemas.openxmlformats.org/officeDocument/2006/relationships/image" Target="../media/image96.png"/><Relationship Id="rId1" Type="http://schemas.openxmlformats.org/officeDocument/2006/relationships/image" Target="../media/image95.png"/></Relationships>
</file>

<file path=ppt/slides/_rels/slide100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1197.xml"/><Relationship Id="rId6" Type="http://schemas.openxmlformats.org/officeDocument/2006/relationships/image" Target="../media/image99.png"/><Relationship Id="rId5" Type="http://schemas.openxmlformats.org/officeDocument/2006/relationships/tags" Target="../tags/tag80.xml"/><Relationship Id="rId4" Type="http://schemas.openxmlformats.org/officeDocument/2006/relationships/image" Target="../media/image98.png"/><Relationship Id="rId3" Type="http://schemas.openxmlformats.org/officeDocument/2006/relationships/tags" Target="../tags/tag79.xml"/><Relationship Id="rId2" Type="http://schemas.openxmlformats.org/officeDocument/2006/relationships/image" Target="../media/image97.png"/><Relationship Id="rId1" Type="http://schemas.openxmlformats.org/officeDocument/2006/relationships/tags" Target="../tags/tag78.xml"/></Relationships>
</file>

<file path=ppt/slides/_rels/slide10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214.xml"/><Relationship Id="rId8" Type="http://schemas.openxmlformats.org/officeDocument/2006/relationships/image" Target="../media/image102.png"/><Relationship Id="rId7" Type="http://schemas.openxmlformats.org/officeDocument/2006/relationships/tags" Target="../tags/tag84.xml"/><Relationship Id="rId6" Type="http://schemas.openxmlformats.org/officeDocument/2006/relationships/image" Target="../media/image101.png"/><Relationship Id="rId5" Type="http://schemas.openxmlformats.org/officeDocument/2006/relationships/tags" Target="../tags/tag83.xml"/><Relationship Id="rId4" Type="http://schemas.openxmlformats.org/officeDocument/2006/relationships/image" Target="../media/image100.png"/><Relationship Id="rId3" Type="http://schemas.openxmlformats.org/officeDocument/2006/relationships/tags" Target="../tags/tag82.xml"/><Relationship Id="rId2" Type="http://schemas.openxmlformats.org/officeDocument/2006/relationships/image" Target="../media/image97.png"/><Relationship Id="rId1" Type="http://schemas.openxmlformats.org/officeDocument/2006/relationships/tags" Target="../tags/tag81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14.xml"/></Relationships>
</file>

<file path=ppt/slides/_rels/slide103.xml.rels><?xml version="1.0" encoding="UTF-8" standalone="yes"?>
<Relationships xmlns="http://schemas.openxmlformats.org/package/2006/relationships"><Relationship Id="rId9" Type="http://schemas.openxmlformats.org/officeDocument/2006/relationships/tags" Target="../tags/tag86.xml"/><Relationship Id="rId8" Type="http://schemas.openxmlformats.org/officeDocument/2006/relationships/tags" Target="../tags/tag85.xml"/><Relationship Id="rId7" Type="http://schemas.openxmlformats.org/officeDocument/2006/relationships/image" Target="../media/image105.wmf"/><Relationship Id="rId6" Type="http://schemas.openxmlformats.org/officeDocument/2006/relationships/oleObject" Target="../embeddings/oleObject56.bin"/><Relationship Id="rId5" Type="http://schemas.openxmlformats.org/officeDocument/2006/relationships/image" Target="../media/image104.wmf"/><Relationship Id="rId4" Type="http://schemas.openxmlformats.org/officeDocument/2006/relationships/oleObject" Target="../embeddings/oleObject55.bin"/><Relationship Id="rId3" Type="http://schemas.openxmlformats.org/officeDocument/2006/relationships/image" Target="../media/image103.wmf"/><Relationship Id="rId2" Type="http://schemas.openxmlformats.org/officeDocument/2006/relationships/oleObject" Target="../embeddings/oleObject54.bin"/><Relationship Id="rId11" Type="http://schemas.openxmlformats.org/officeDocument/2006/relationships/vmlDrawing" Target="../drawings/vmlDrawing25.vml"/><Relationship Id="rId10" Type="http://schemas.openxmlformats.org/officeDocument/2006/relationships/slideLayout" Target="../slideLayouts/slideLayout1231.xml"/><Relationship Id="rId1" Type="http://schemas.openxmlformats.org/officeDocument/2006/relationships/image" Target="../media/image12.jpeg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1.xml"/></Relationships>
</file>

<file path=ppt/slides/_rels/slide10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61.bin"/><Relationship Id="rId8" Type="http://schemas.openxmlformats.org/officeDocument/2006/relationships/image" Target="../media/image109.wmf"/><Relationship Id="rId7" Type="http://schemas.openxmlformats.org/officeDocument/2006/relationships/oleObject" Target="../embeddings/oleObject60.bin"/><Relationship Id="rId6" Type="http://schemas.openxmlformats.org/officeDocument/2006/relationships/image" Target="../media/image108.wmf"/><Relationship Id="rId5" Type="http://schemas.openxmlformats.org/officeDocument/2006/relationships/oleObject" Target="../embeddings/oleObject59.bin"/><Relationship Id="rId4" Type="http://schemas.openxmlformats.org/officeDocument/2006/relationships/image" Target="../media/image107.wmf"/><Relationship Id="rId3" Type="http://schemas.openxmlformats.org/officeDocument/2006/relationships/oleObject" Target="../embeddings/oleObject58.bin"/><Relationship Id="rId2" Type="http://schemas.openxmlformats.org/officeDocument/2006/relationships/image" Target="../media/image106.wmf"/><Relationship Id="rId14" Type="http://schemas.openxmlformats.org/officeDocument/2006/relationships/vmlDrawing" Target="../drawings/vmlDrawing26.vml"/><Relationship Id="rId13" Type="http://schemas.openxmlformats.org/officeDocument/2006/relationships/slideLayout" Target="../slideLayouts/slideLayout1248.xml"/><Relationship Id="rId12" Type="http://schemas.openxmlformats.org/officeDocument/2006/relationships/image" Target="../media/image111.wmf"/><Relationship Id="rId11" Type="http://schemas.openxmlformats.org/officeDocument/2006/relationships/oleObject" Target="../embeddings/oleObject62.bin"/><Relationship Id="rId10" Type="http://schemas.openxmlformats.org/officeDocument/2006/relationships/image" Target="../media/image110.wmf"/><Relationship Id="rId1" Type="http://schemas.openxmlformats.org/officeDocument/2006/relationships/oleObject" Target="../embeddings/oleObject57.bin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8" name="Text Box 6"/>
          <p:cNvSpPr txBox="1">
            <a:spLocks noChangeArrowheads="1"/>
          </p:cNvSpPr>
          <p:nvPr/>
        </p:nvSpPr>
        <p:spPr bwMode="auto">
          <a:xfrm>
            <a:off x="2364135" y="1938571"/>
            <a:ext cx="6492267" cy="202692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第二章  </a:t>
            </a:r>
            <a:endParaRPr lang="zh-CN" altLang="en-US" sz="32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lang="zh-CN" altLang="en-US" sz="3200" b="1" dirty="0" smtClean="0">
                <a:latin typeface="Times New Roman" panose="02020603050405020304" pitchFamily="18" charset="0"/>
                <a:ea typeface="黑体" panose="02010609060101010101" pitchFamily="49" charset="-122"/>
              </a:rPr>
              <a:t>电阻电路的等效变换</a:t>
            </a:r>
            <a:endParaRPr lang="zh-CN" altLang="en-US" sz="3200" b="1" dirty="0" smtClean="0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lang="en-US" altLang="zh-CN" sz="3200" b="1" dirty="0" smtClean="0">
                <a:latin typeface="Times New Roman" panose="02020603050405020304" pitchFamily="18" charset="0"/>
                <a:ea typeface="黑体" panose="02010609060101010101" pitchFamily="49" charset="-122"/>
              </a:rPr>
              <a:t>p32</a:t>
            </a:r>
            <a:endParaRPr lang="en-US" altLang="zh-CN" sz="3200" b="1" dirty="0" smtClean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9" name="Rectangle 12"/>
          <p:cNvSpPr>
            <a:spLocks noGrp="1" noChangeArrowheads="1"/>
          </p:cNvSpPr>
          <p:nvPr>
            <p:ph type="title" idx="4294967295"/>
          </p:nvPr>
        </p:nvSpPr>
        <p:spPr bwMode="gray">
          <a:xfrm>
            <a:off x="1581785" y="148590"/>
            <a:ext cx="7696200" cy="563245"/>
          </a:xfrm>
          <a:noFill/>
        </p:spPr>
        <p:txBody>
          <a:bodyPr vert="horz" wrap="square" lIns="91440" tIns="45720" rIns="91440" bIns="45720" numCol="1" rtlCol="0" anchor="ctr" anchorCtr="0" compatLnSpc="1">
            <a:normAutofit fontScale="90000"/>
          </a:bodyPr>
          <a:p>
            <a:pPr eaLnBrk="1" hangingPunct="1"/>
            <a:r>
              <a:rPr lang="zh-CN" altLang="en-US" b="1" smtClean="0">
                <a:latin typeface="Times New Roman" panose="02020603050405020304" pitchFamily="18" charset="0"/>
                <a:ea typeface="黑体" panose="02010609060101010101" pitchFamily="49" charset="-122"/>
              </a:rPr>
              <a:t>本章基本知识结构框图</a:t>
            </a:r>
            <a:endParaRPr lang="zh-CN" altLang="en-US" b="1" smtClean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84" name="Group 40"/>
          <p:cNvGrpSpPr/>
          <p:nvPr/>
        </p:nvGrpSpPr>
        <p:grpSpPr bwMode="auto">
          <a:xfrm>
            <a:off x="1711325" y="1347789"/>
            <a:ext cx="8777288" cy="720725"/>
            <a:chOff x="118" y="935"/>
            <a:chExt cx="5529" cy="454"/>
          </a:xfrm>
          <a:noFill/>
        </p:grpSpPr>
        <p:sp>
          <p:nvSpPr>
            <p:cNvPr id="1048590" name="AutoShape 41"/>
            <p:cNvSpPr>
              <a:spLocks noChangeArrowheads="1"/>
            </p:cNvSpPr>
            <p:nvPr/>
          </p:nvSpPr>
          <p:spPr bwMode="gray">
            <a:xfrm>
              <a:off x="340" y="935"/>
              <a:ext cx="5125" cy="454"/>
            </a:xfrm>
            <a:prstGeom prst="roundRect">
              <a:avLst>
                <a:gd name="adj" fmla="val 16667"/>
              </a:avLst>
            </a:prstGeom>
            <a:grpFill/>
            <a:ln w="12700" algn="ctr">
              <a:solidFill>
                <a:schemeClr val="bg1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591" name="AutoShape 42"/>
            <p:cNvSpPr>
              <a:spLocks noChangeArrowheads="1"/>
            </p:cNvSpPr>
            <p:nvPr/>
          </p:nvSpPr>
          <p:spPr bwMode="gray">
            <a:xfrm>
              <a:off x="118" y="951"/>
              <a:ext cx="494" cy="432"/>
            </a:xfrm>
            <a:prstGeom prst="diamond">
              <a:avLst/>
            </a:prstGeom>
            <a:grpFill/>
            <a:ln w="25400" algn="ctr">
              <a:solidFill>
                <a:schemeClr val="bg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592" name="Text Box 43"/>
            <p:cNvSpPr txBox="1">
              <a:spLocks noChangeArrowheads="1"/>
            </p:cNvSpPr>
            <p:nvPr/>
          </p:nvSpPr>
          <p:spPr bwMode="gray">
            <a:xfrm>
              <a:off x="339" y="981"/>
              <a:ext cx="5308" cy="329"/>
            </a:xfrm>
            <a:prstGeom prst="rect">
              <a:avLst/>
            </a:prstGeom>
            <a:grp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zh-CN" altLang="en-US" sz="2800" b="1">
                  <a:solidFill>
                    <a:srgbClr val="000000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    电路等效变换的概念</a:t>
              </a:r>
              <a:endParaRPr lang="zh-CN" altLang="en-US" sz="2800" b="1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593" name="Text Box 44"/>
            <p:cNvSpPr txBox="1">
              <a:spLocks noChangeArrowheads="1"/>
            </p:cNvSpPr>
            <p:nvPr/>
          </p:nvSpPr>
          <p:spPr bwMode="gray">
            <a:xfrm>
              <a:off x="245" y="1026"/>
              <a:ext cx="223" cy="288"/>
            </a:xfrm>
            <a:prstGeom prst="rect">
              <a:avLst/>
            </a:prstGeom>
            <a:grp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altLang="zh-CN" sz="2400">
                  <a:solidFill>
                    <a:schemeClr val="bg1"/>
                  </a:solidFill>
                  <a:ea typeface="宋体" panose="02010600030101010101" pitchFamily="2" charset="-122"/>
                </a:rPr>
                <a:t>1</a:t>
              </a:r>
              <a:endParaRPr lang="en-US" altLang="zh-CN" sz="2400">
                <a:solidFill>
                  <a:schemeClr val="bg1"/>
                </a:solidFill>
                <a:ea typeface="宋体" panose="02010600030101010101" pitchFamily="2" charset="-122"/>
              </a:endParaRPr>
            </a:p>
          </p:txBody>
        </p:sp>
      </p:grpSp>
      <p:sp>
        <p:nvSpPr>
          <p:cNvPr id="1048594" name="AutoShape 46"/>
          <p:cNvSpPr>
            <a:spLocks noChangeArrowheads="1"/>
          </p:cNvSpPr>
          <p:nvPr/>
        </p:nvSpPr>
        <p:spPr bwMode="gray">
          <a:xfrm>
            <a:off x="2185988" y="2571750"/>
            <a:ext cx="7942262" cy="776288"/>
          </a:xfrm>
          <a:prstGeom prst="roundRect">
            <a:avLst>
              <a:gd name="adj" fmla="val 16667"/>
            </a:avLst>
          </a:prstGeom>
          <a:noFill/>
          <a:ln w="12700" algn="ctr">
            <a:solidFill>
              <a:schemeClr val="bg1"/>
            </a:solidFill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8595" name="AutoShape 47"/>
          <p:cNvSpPr>
            <a:spLocks noChangeArrowheads="1"/>
          </p:cNvSpPr>
          <p:nvPr/>
        </p:nvSpPr>
        <p:spPr bwMode="gray">
          <a:xfrm>
            <a:off x="1681164" y="2600326"/>
            <a:ext cx="865187" cy="828675"/>
          </a:xfrm>
          <a:prstGeom prst="diamond">
            <a:avLst/>
          </a:prstGeom>
          <a:noFill/>
          <a:ln w="25400" algn="ctr">
            <a:solidFill>
              <a:schemeClr val="bg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8596" name="Text Box 48"/>
          <p:cNvSpPr txBox="1">
            <a:spLocks noChangeArrowheads="1"/>
          </p:cNvSpPr>
          <p:nvPr/>
        </p:nvSpPr>
        <p:spPr bwMode="gray">
          <a:xfrm>
            <a:off x="1970089" y="2701926"/>
            <a:ext cx="7870825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CN" altLang="en-US" sz="2800" b="1" dirty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电阻的并联和串联，星型和三角形相互变换</a:t>
            </a:r>
            <a:endParaRPr lang="zh-CN" altLang="en-US" sz="2800" b="1" dirty="0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597" name="Text Box 49"/>
          <p:cNvSpPr txBox="1">
            <a:spLocks noChangeArrowheads="1"/>
          </p:cNvSpPr>
          <p:nvPr/>
        </p:nvSpPr>
        <p:spPr bwMode="gray">
          <a:xfrm>
            <a:off x="1966120" y="2720976"/>
            <a:ext cx="35242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CN" sz="2400">
                <a:solidFill>
                  <a:schemeClr val="bg1"/>
                </a:solidFill>
                <a:ea typeface="宋体" panose="02010600030101010101" pitchFamily="2" charset="-122"/>
              </a:rPr>
              <a:t>2</a:t>
            </a:r>
            <a:endParaRPr lang="en-US" altLang="zh-CN" sz="2400">
              <a:solidFill>
                <a:schemeClr val="bg1"/>
              </a:solidFill>
              <a:ea typeface="宋体" panose="02010600030101010101" pitchFamily="2" charset="-122"/>
            </a:endParaRPr>
          </a:p>
        </p:txBody>
      </p:sp>
      <p:sp>
        <p:nvSpPr>
          <p:cNvPr id="1048598" name="AutoShape 51"/>
          <p:cNvSpPr>
            <a:spLocks noChangeArrowheads="1"/>
          </p:cNvSpPr>
          <p:nvPr/>
        </p:nvSpPr>
        <p:spPr bwMode="gray">
          <a:xfrm>
            <a:off x="2184401" y="3789363"/>
            <a:ext cx="7872413" cy="792162"/>
          </a:xfrm>
          <a:prstGeom prst="roundRect">
            <a:avLst>
              <a:gd name="adj" fmla="val 16667"/>
            </a:avLst>
          </a:prstGeom>
          <a:noFill/>
          <a:ln w="12700" algn="ctr">
            <a:solidFill>
              <a:schemeClr val="bg1"/>
            </a:solidFill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8599" name="AutoShape 52"/>
          <p:cNvSpPr>
            <a:spLocks noChangeArrowheads="1"/>
          </p:cNvSpPr>
          <p:nvPr/>
        </p:nvSpPr>
        <p:spPr bwMode="gray">
          <a:xfrm>
            <a:off x="1681164" y="3789363"/>
            <a:ext cx="803275" cy="792162"/>
          </a:xfrm>
          <a:prstGeom prst="diamond">
            <a:avLst/>
          </a:prstGeom>
          <a:noFill/>
          <a:ln w="25400" algn="ctr">
            <a:solidFill>
              <a:schemeClr val="bg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8600" name="Text Box 53"/>
          <p:cNvSpPr txBox="1">
            <a:spLocks noChangeArrowheads="1"/>
          </p:cNvSpPr>
          <p:nvPr/>
        </p:nvSpPr>
        <p:spPr bwMode="gray">
          <a:xfrm>
            <a:off x="1824039" y="3917951"/>
            <a:ext cx="8232775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CN" altLang="en-US" sz="2800" b="1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 电压源和电流源的串联和并联及其等效变换</a:t>
            </a:r>
            <a:endParaRPr lang="zh-CN" altLang="en-US" sz="2800" b="1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01" name="Text Box 54"/>
          <p:cNvSpPr txBox="1">
            <a:spLocks noChangeArrowheads="1"/>
          </p:cNvSpPr>
          <p:nvPr/>
        </p:nvSpPr>
        <p:spPr bwMode="gray">
          <a:xfrm>
            <a:off x="1908970" y="3979863"/>
            <a:ext cx="35242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CN" sz="2400">
                <a:solidFill>
                  <a:schemeClr val="bg1"/>
                </a:solidFill>
                <a:ea typeface="宋体" panose="02010600030101010101" pitchFamily="2" charset="-122"/>
              </a:rPr>
              <a:t>3</a:t>
            </a:r>
            <a:endParaRPr lang="en-US" altLang="zh-CN" sz="2400">
              <a:solidFill>
                <a:schemeClr val="bg1"/>
              </a:solidFill>
              <a:ea typeface="宋体" panose="02010600030101010101" pitchFamily="2" charset="-122"/>
            </a:endParaRPr>
          </a:p>
        </p:txBody>
      </p:sp>
      <p:sp>
        <p:nvSpPr>
          <p:cNvPr id="1048602" name="AutoShape 55"/>
          <p:cNvSpPr>
            <a:spLocks noChangeArrowheads="1"/>
          </p:cNvSpPr>
          <p:nvPr/>
        </p:nvSpPr>
        <p:spPr bwMode="gray">
          <a:xfrm>
            <a:off x="2184401" y="4941888"/>
            <a:ext cx="7872413" cy="792162"/>
          </a:xfrm>
          <a:prstGeom prst="roundRect">
            <a:avLst>
              <a:gd name="adj" fmla="val 16667"/>
            </a:avLst>
          </a:prstGeom>
          <a:noFill/>
          <a:ln w="12700" algn="ctr">
            <a:solidFill>
              <a:schemeClr val="bg1"/>
            </a:solidFill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8603" name="AutoShape 56"/>
          <p:cNvSpPr>
            <a:spLocks noChangeArrowheads="1"/>
          </p:cNvSpPr>
          <p:nvPr/>
        </p:nvSpPr>
        <p:spPr bwMode="gray">
          <a:xfrm>
            <a:off x="1681164" y="4941888"/>
            <a:ext cx="803275" cy="792162"/>
          </a:xfrm>
          <a:prstGeom prst="diamond">
            <a:avLst/>
          </a:prstGeom>
          <a:noFill/>
          <a:ln w="25400" algn="ctr">
            <a:solidFill>
              <a:schemeClr val="bg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8604" name="Text Box 57"/>
          <p:cNvSpPr txBox="1">
            <a:spLocks noChangeArrowheads="1"/>
          </p:cNvSpPr>
          <p:nvPr/>
        </p:nvSpPr>
        <p:spPr bwMode="gray">
          <a:xfrm>
            <a:off x="1824039" y="5070476"/>
            <a:ext cx="8232775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zh-CN" altLang="en-US" sz="2800" b="1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 输入电阻</a:t>
            </a:r>
            <a:endParaRPr lang="zh-CN" altLang="en-US" sz="2800" b="1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05" name="Text Box 58"/>
          <p:cNvSpPr txBox="1">
            <a:spLocks noChangeArrowheads="1"/>
          </p:cNvSpPr>
          <p:nvPr/>
        </p:nvSpPr>
        <p:spPr bwMode="gray">
          <a:xfrm>
            <a:off x="1908970" y="5132388"/>
            <a:ext cx="35242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CN" sz="2400">
                <a:solidFill>
                  <a:schemeClr val="bg1"/>
                </a:solidFill>
                <a:ea typeface="宋体" panose="02010600030101010101" pitchFamily="2" charset="-122"/>
              </a:rPr>
              <a:t>4</a:t>
            </a:r>
            <a:endParaRPr lang="en-US" altLang="zh-CN" sz="2400">
              <a:solidFill>
                <a:schemeClr val="bg1"/>
              </a:solidFill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06" name="Rectangle 3"/>
          <p:cNvSpPr>
            <a:spLocks noChangeArrowheads="1"/>
          </p:cNvSpPr>
          <p:nvPr/>
        </p:nvSpPr>
        <p:spPr bwMode="auto">
          <a:xfrm>
            <a:off x="4583113" y="1479869"/>
            <a:ext cx="2952750" cy="58356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CN" sz="32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2.1  </a:t>
            </a:r>
            <a:r>
              <a:rPr kumimoji="1" lang="zh-CN" altLang="en-US" sz="32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引言</a:t>
            </a:r>
            <a:endParaRPr kumimoji="1" lang="zh-CN" altLang="en-US" sz="32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07" name="Text Box 4"/>
          <p:cNvSpPr txBox="1">
            <a:spLocks noChangeArrowheads="1"/>
          </p:cNvSpPr>
          <p:nvPr/>
        </p:nvSpPr>
        <p:spPr bwMode="auto">
          <a:xfrm>
            <a:off x="1992314" y="2487931"/>
            <a:ext cx="1800225" cy="460375"/>
          </a:xfrm>
          <a:prstGeom prst="rect">
            <a:avLst/>
          </a:prstGeom>
          <a:noFill/>
          <a:ln w="38100">
            <a:solidFill>
              <a:srgbClr val="00FFFF"/>
            </a:solidFill>
            <a:miter lim="800000"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>
                <a:srgbClr val="FFFF00"/>
              </a:buClr>
              <a:buFont typeface="Wingdings" panose="05000000000000000000" pitchFamily="2" charset="2"/>
              <a:buChar char="l"/>
            </a:pPr>
            <a:r>
              <a:rPr lang="zh-CN" altLang="en-US" sz="2400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电阻电路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08" name="AutoShape 5"/>
          <p:cNvSpPr>
            <a:spLocks noChangeArrowheads="1"/>
          </p:cNvSpPr>
          <p:nvPr/>
        </p:nvSpPr>
        <p:spPr bwMode="auto">
          <a:xfrm>
            <a:off x="4079876" y="2633980"/>
            <a:ext cx="792162" cy="215900"/>
          </a:xfrm>
          <a:prstGeom prst="rightArrow">
            <a:avLst>
              <a:gd name="adj1" fmla="val 50000"/>
              <a:gd name="adj2" fmla="val 91728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8609" name="Text Box 6"/>
          <p:cNvSpPr txBox="1">
            <a:spLocks noChangeArrowheads="1"/>
          </p:cNvSpPr>
          <p:nvPr/>
        </p:nvSpPr>
        <p:spPr bwMode="auto">
          <a:xfrm>
            <a:off x="4870451" y="2487930"/>
            <a:ext cx="4754563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仅由电源和线性电阻构成的电路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10" name="Text Box 7"/>
          <p:cNvSpPr txBox="1">
            <a:spLocks noChangeArrowheads="1"/>
          </p:cNvSpPr>
          <p:nvPr/>
        </p:nvSpPr>
        <p:spPr bwMode="auto">
          <a:xfrm>
            <a:off x="1992314" y="3301672"/>
            <a:ext cx="1800225" cy="460375"/>
          </a:xfrm>
          <a:prstGeom prst="rect">
            <a:avLst/>
          </a:prstGeom>
          <a:noFill/>
          <a:ln w="38100">
            <a:solidFill>
              <a:srgbClr val="00FFFF"/>
            </a:solidFill>
            <a:miter lim="800000"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>
                <a:srgbClr val="FFFF00"/>
              </a:buClr>
              <a:buFont typeface="Wingdings" panose="05000000000000000000" pitchFamily="2" charset="2"/>
              <a:buChar char="l"/>
            </a:pPr>
            <a:r>
              <a:rPr lang="zh-CN" altLang="en-US" sz="2400" dirty="0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分析方法</a:t>
            </a:r>
            <a:endParaRPr lang="zh-CN" altLang="en-US" sz="24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11" name="AutoShape 8"/>
          <p:cNvSpPr>
            <a:spLocks noChangeArrowheads="1"/>
          </p:cNvSpPr>
          <p:nvPr/>
        </p:nvSpPr>
        <p:spPr bwMode="auto">
          <a:xfrm>
            <a:off x="4079876" y="3424555"/>
            <a:ext cx="792163" cy="215900"/>
          </a:xfrm>
          <a:prstGeom prst="rightArrow">
            <a:avLst>
              <a:gd name="adj1" fmla="val 50000"/>
              <a:gd name="adj2" fmla="val 91728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8612" name="Text Box 9"/>
          <p:cNvSpPr txBox="1">
            <a:spLocks noChangeArrowheads="1"/>
          </p:cNvSpPr>
          <p:nvPr/>
        </p:nvSpPr>
        <p:spPr bwMode="auto">
          <a:xfrm>
            <a:off x="4691063" y="3301672"/>
            <a:ext cx="5113337" cy="80264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lang="en-US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）欧姆定律和基尔霍夫定律是分</a:t>
            </a:r>
            <a:endParaRPr lang="zh-CN" altLang="en-US" sz="24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/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     析电阻电路的依据；</a:t>
            </a:r>
            <a:endParaRPr lang="zh-CN" altLang="en-US" sz="2400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13" name="Text Box 10"/>
          <p:cNvSpPr txBox="1">
            <a:spLocks noChangeArrowheads="1"/>
          </p:cNvSpPr>
          <p:nvPr/>
        </p:nvSpPr>
        <p:spPr bwMode="auto">
          <a:xfrm>
            <a:off x="4691063" y="4355861"/>
            <a:ext cx="561657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lang="en-US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）等效变换的方法</a:t>
            </a:r>
            <a:r>
              <a:rPr lang="en-US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也称化简的方法</a:t>
            </a:r>
            <a:endParaRPr lang="zh-CN" altLang="en-US" sz="2400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26" name="Rectangle 3"/>
          <p:cNvSpPr>
            <a:spLocks noChangeArrowheads="1"/>
          </p:cNvSpPr>
          <p:nvPr/>
        </p:nvSpPr>
        <p:spPr bwMode="auto">
          <a:xfrm>
            <a:off x="3665220" y="1480185"/>
            <a:ext cx="5702300" cy="5835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en-US" altLang="zh-CN" sz="32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2.2  </a:t>
            </a:r>
            <a:r>
              <a:rPr kumimoji="1" lang="zh-CN" altLang="en-US" sz="32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电路的等效变换</a:t>
            </a:r>
            <a:endParaRPr kumimoji="1" lang="zh-CN" altLang="en-US" sz="32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27" name="Text Box 4"/>
          <p:cNvSpPr txBox="1">
            <a:spLocks noChangeArrowheads="1"/>
          </p:cNvSpPr>
          <p:nvPr/>
        </p:nvSpPr>
        <p:spPr bwMode="auto">
          <a:xfrm>
            <a:off x="1992314" y="2487931"/>
            <a:ext cx="1800225" cy="460375"/>
          </a:xfrm>
          <a:prstGeom prst="rect">
            <a:avLst/>
          </a:prstGeom>
          <a:noFill/>
          <a:ln w="38100">
            <a:solidFill>
              <a:srgbClr val="00FFFF"/>
            </a:solidFill>
            <a:miter lim="800000"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>
                <a:srgbClr val="FFFF00"/>
              </a:buClr>
              <a:buFont typeface="Wingdings" panose="05000000000000000000" pitchFamily="2" charset="2"/>
              <a:buChar char="l"/>
            </a:pPr>
            <a:r>
              <a:rPr lang="zh-CN" altLang="en-US" sz="2400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电阻电路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28" name="AutoShape 5"/>
          <p:cNvSpPr>
            <a:spLocks noChangeArrowheads="1"/>
          </p:cNvSpPr>
          <p:nvPr/>
        </p:nvSpPr>
        <p:spPr bwMode="auto">
          <a:xfrm>
            <a:off x="4079876" y="2633980"/>
            <a:ext cx="792162" cy="215900"/>
          </a:xfrm>
          <a:prstGeom prst="rightArrow">
            <a:avLst>
              <a:gd name="adj1" fmla="val 50000"/>
              <a:gd name="adj2" fmla="val 91728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8629" name="Text Box 6"/>
          <p:cNvSpPr txBox="1">
            <a:spLocks noChangeArrowheads="1"/>
          </p:cNvSpPr>
          <p:nvPr/>
        </p:nvSpPr>
        <p:spPr bwMode="auto">
          <a:xfrm>
            <a:off x="4870451" y="2487930"/>
            <a:ext cx="4754563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仅由电源和线性电阻构成的电路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30" name="Text Box 7"/>
          <p:cNvSpPr txBox="1">
            <a:spLocks noChangeArrowheads="1"/>
          </p:cNvSpPr>
          <p:nvPr/>
        </p:nvSpPr>
        <p:spPr bwMode="auto">
          <a:xfrm>
            <a:off x="1992314" y="3301672"/>
            <a:ext cx="1800225" cy="460375"/>
          </a:xfrm>
          <a:prstGeom prst="rect">
            <a:avLst/>
          </a:prstGeom>
          <a:noFill/>
          <a:ln w="38100">
            <a:solidFill>
              <a:srgbClr val="00FFFF"/>
            </a:solidFill>
            <a:miter lim="800000"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>
                <a:srgbClr val="FFFF00"/>
              </a:buClr>
              <a:buFont typeface="Wingdings" panose="05000000000000000000" pitchFamily="2" charset="2"/>
              <a:buChar char="l"/>
            </a:pPr>
            <a:r>
              <a:rPr lang="zh-CN" altLang="en-US" sz="2400" dirty="0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分析方法</a:t>
            </a:r>
            <a:endParaRPr lang="zh-CN" altLang="en-US" sz="24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31" name="AutoShape 8"/>
          <p:cNvSpPr>
            <a:spLocks noChangeArrowheads="1"/>
          </p:cNvSpPr>
          <p:nvPr/>
        </p:nvSpPr>
        <p:spPr bwMode="auto">
          <a:xfrm>
            <a:off x="4079876" y="3424555"/>
            <a:ext cx="792163" cy="215900"/>
          </a:xfrm>
          <a:prstGeom prst="rightArrow">
            <a:avLst>
              <a:gd name="adj1" fmla="val 50000"/>
              <a:gd name="adj2" fmla="val 91728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8632" name="Text Box 9"/>
          <p:cNvSpPr txBox="1">
            <a:spLocks noChangeArrowheads="1"/>
          </p:cNvSpPr>
          <p:nvPr/>
        </p:nvSpPr>
        <p:spPr bwMode="auto">
          <a:xfrm>
            <a:off x="4691063" y="3301672"/>
            <a:ext cx="5113337" cy="80264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lang="en-US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）欧姆定律和基尔霍夫定律是分</a:t>
            </a:r>
            <a:endParaRPr lang="zh-CN" altLang="en-US" sz="24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/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     析电阻电路的依据；</a:t>
            </a:r>
            <a:endParaRPr lang="zh-CN" altLang="en-US" sz="2400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33" name="Text Box 10"/>
          <p:cNvSpPr txBox="1">
            <a:spLocks noChangeArrowheads="1"/>
          </p:cNvSpPr>
          <p:nvPr/>
        </p:nvSpPr>
        <p:spPr bwMode="auto">
          <a:xfrm>
            <a:off x="4691063" y="4355861"/>
            <a:ext cx="561657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lang="en-US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）等效变换的方法</a:t>
            </a:r>
            <a:r>
              <a:rPr lang="en-US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也称化简的方法</a:t>
            </a:r>
            <a:endParaRPr lang="zh-CN" altLang="en-US" sz="2400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6" name="Rectangle 3"/>
          <p:cNvSpPr>
            <a:spLocks noChangeArrowheads="1"/>
          </p:cNvSpPr>
          <p:nvPr/>
        </p:nvSpPr>
        <p:spPr bwMode="auto">
          <a:xfrm>
            <a:off x="2640330" y="2146300"/>
            <a:ext cx="6624320" cy="215836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no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kumimoji="1" lang="en-US" altLang="zh-CN" sz="32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2.3  </a:t>
            </a:r>
            <a:endParaRPr kumimoji="1" lang="en-US" altLang="zh-CN" sz="32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kumimoji="1" lang="zh-CN" altLang="en-US" sz="32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电阻的串联、并联和串并联</a:t>
            </a:r>
            <a:endParaRPr kumimoji="1" lang="zh-CN" altLang="en-US" sz="32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kumimoji="1" lang="en-US" altLang="zh-CN" sz="32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p33</a:t>
            </a:r>
            <a:endParaRPr kumimoji="1" lang="en-US" altLang="zh-CN" sz="32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7" name="Text Box 4"/>
          <p:cNvSpPr txBox="1">
            <a:spLocks noChangeArrowheads="1"/>
          </p:cNvSpPr>
          <p:nvPr/>
        </p:nvSpPr>
        <p:spPr bwMode="auto">
          <a:xfrm>
            <a:off x="1847851" y="1787525"/>
            <a:ext cx="266382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） 电路特点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48" name="Text Box 5"/>
          <p:cNvSpPr txBox="1">
            <a:spLocks noChangeArrowheads="1"/>
          </p:cNvSpPr>
          <p:nvPr/>
        </p:nvSpPr>
        <p:spPr bwMode="auto">
          <a:xfrm>
            <a:off x="1847851" y="1125538"/>
            <a:ext cx="7561263" cy="52197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1. </a:t>
            </a:r>
            <a:r>
              <a:rPr kumimoji="1"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电阻串联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( 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Series Connection of Resistors )</a:t>
            </a:r>
            <a:endParaRPr kumimoji="1"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49" name="Text Box 6"/>
          <p:cNvSpPr txBox="1">
            <a:spLocks noChangeArrowheads="1"/>
          </p:cNvSpPr>
          <p:nvPr/>
        </p:nvSpPr>
        <p:spPr bwMode="auto">
          <a:xfrm>
            <a:off x="2279651" y="4340225"/>
            <a:ext cx="6913563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(a) </a:t>
            </a:r>
            <a:r>
              <a:rPr kumimoji="1" lang="zh-CN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各电阻顺序连接，流过同一电流 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KCL)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；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650" name="Text Box 7"/>
          <p:cNvSpPr txBox="1">
            <a:spLocks noChangeArrowheads="1"/>
          </p:cNvSpPr>
          <p:nvPr/>
        </p:nvSpPr>
        <p:spPr bwMode="auto">
          <a:xfrm>
            <a:off x="2279650" y="4930775"/>
            <a:ext cx="7056438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(b) 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总电压等于各串联电阻的电压之和</a:t>
            </a:r>
            <a:r>
              <a:rPr kumimoji="1" lang="zh-CN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KVL)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04" name="Object 8"/>
          <p:cNvGraphicFramePr>
            <a:graphicFrameLocks noChangeAspect="1"/>
          </p:cNvGraphicFramePr>
          <p:nvPr/>
        </p:nvGraphicFramePr>
        <p:xfrm>
          <a:off x="3721100" y="5473700"/>
          <a:ext cx="3960813" cy="6937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63" name="Equation" showAsIcon="1" r:id="rId1" imgW="35356800" imgH="5486400" progId="Equation.DSMT4">
                  <p:embed/>
                </p:oleObj>
              </mc:Choice>
              <mc:Fallback>
                <p:oleObj name="Equation" showAsIcon="1" r:id="rId1" imgW="35356800" imgH="5486400" progId="Equation.DSMT4">
                  <p:embed/>
                  <p:pic>
                    <p:nvPicPr>
                      <p:cNvPr id="0" name="图片 106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21100" y="5473700"/>
                        <a:ext cx="3960813" cy="6937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27" name="Group 9"/>
          <p:cNvGrpSpPr/>
          <p:nvPr/>
        </p:nvGrpSpPr>
        <p:grpSpPr bwMode="auto">
          <a:xfrm>
            <a:off x="2911475" y="2265363"/>
            <a:ext cx="4706938" cy="2327274"/>
            <a:chOff x="874" y="1706"/>
            <a:chExt cx="2965" cy="1466"/>
          </a:xfrm>
        </p:grpSpPr>
        <p:sp>
          <p:nvSpPr>
            <p:cNvPr id="1048651" name="Rectangle 10"/>
            <p:cNvSpPr>
              <a:spLocks noChangeArrowheads="1"/>
            </p:cNvSpPr>
            <p:nvPr/>
          </p:nvSpPr>
          <p:spPr bwMode="auto">
            <a:xfrm rot="5400000">
              <a:off x="1582" y="1938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chemeClr val="tx2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652" name="Text Box 11"/>
            <p:cNvSpPr txBox="1">
              <a:spLocks noChangeArrowheads="1"/>
            </p:cNvSpPr>
            <p:nvPr/>
          </p:nvSpPr>
          <p:spPr bwMode="auto">
            <a:xfrm>
              <a:off x="1079" y="2666"/>
              <a:ext cx="192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53" name="Text Box 12"/>
            <p:cNvSpPr txBox="1">
              <a:spLocks noChangeArrowheads="1"/>
            </p:cNvSpPr>
            <p:nvPr/>
          </p:nvSpPr>
          <p:spPr bwMode="auto">
            <a:xfrm>
              <a:off x="3647" y="2576"/>
              <a:ext cx="192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dirty="0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4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48654" name="Text Box 13"/>
            <p:cNvSpPr txBox="1">
              <a:spLocks noChangeArrowheads="1"/>
            </p:cNvSpPr>
            <p:nvPr/>
          </p:nvSpPr>
          <p:spPr bwMode="auto">
            <a:xfrm>
              <a:off x="1463" y="1706"/>
              <a:ext cx="38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55" name="Text Box 14"/>
            <p:cNvSpPr txBox="1">
              <a:spLocks noChangeArrowheads="1"/>
            </p:cNvSpPr>
            <p:nvPr/>
          </p:nvSpPr>
          <p:spPr bwMode="auto">
            <a:xfrm>
              <a:off x="3143" y="1706"/>
              <a:ext cx="38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 dirty="0" smtClean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400" b="1" i="1" baseline="-25000" dirty="0" smtClean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n</a:t>
              </a:r>
              <a:endParaRPr kumimoji="1" lang="en-US" altLang="zh-CN" sz="24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228" name="Group 15"/>
            <p:cNvGrpSpPr/>
            <p:nvPr/>
          </p:nvGrpSpPr>
          <p:grpSpPr bwMode="auto">
            <a:xfrm>
              <a:off x="2135" y="2138"/>
              <a:ext cx="768" cy="602"/>
              <a:chOff x="576" y="1152"/>
              <a:chExt cx="768" cy="602"/>
            </a:xfrm>
          </p:grpSpPr>
          <p:sp>
            <p:nvSpPr>
              <p:cNvPr id="1048656" name="Text Box 16"/>
              <p:cNvSpPr txBox="1">
                <a:spLocks noChangeArrowheads="1"/>
              </p:cNvSpPr>
              <p:nvPr/>
            </p:nvSpPr>
            <p:spPr bwMode="auto">
              <a:xfrm>
                <a:off x="576" y="1248"/>
                <a:ext cx="192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8657" name="Text Box 17"/>
              <p:cNvSpPr txBox="1">
                <a:spLocks noChangeArrowheads="1"/>
              </p:cNvSpPr>
              <p:nvPr/>
            </p:nvSpPr>
            <p:spPr bwMode="auto">
              <a:xfrm>
                <a:off x="1152" y="1152"/>
                <a:ext cx="192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658" name="Text Box 18"/>
              <p:cNvSpPr txBox="1">
                <a:spLocks noChangeArrowheads="1"/>
              </p:cNvSpPr>
              <p:nvPr/>
            </p:nvSpPr>
            <p:spPr bwMode="auto">
              <a:xfrm>
                <a:off x="816" y="1249"/>
                <a:ext cx="384" cy="295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 i="1" dirty="0" err="1" smtClean="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400" b="1" i="1" baseline="-25000" dirty="0" err="1" smtClean="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k</a:t>
                </a:r>
                <a:endParaRPr kumimoji="1" lang="en-US" altLang="zh-CN" sz="2400" b="1" i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sp>
          <p:nvSpPr>
            <p:cNvPr id="1048659" name="Text Box 19"/>
            <p:cNvSpPr txBox="1">
              <a:spLocks noChangeArrowheads="1"/>
            </p:cNvSpPr>
            <p:nvPr/>
          </p:nvSpPr>
          <p:spPr bwMode="auto">
            <a:xfrm>
              <a:off x="874" y="2205"/>
              <a:ext cx="19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60" name="Rectangle 20"/>
            <p:cNvSpPr>
              <a:spLocks noChangeArrowheads="1"/>
            </p:cNvSpPr>
            <p:nvPr/>
          </p:nvSpPr>
          <p:spPr bwMode="auto">
            <a:xfrm rot="5400000">
              <a:off x="3262" y="1938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chemeClr val="tx2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661" name="Rectangle 21"/>
            <p:cNvSpPr>
              <a:spLocks noChangeArrowheads="1"/>
            </p:cNvSpPr>
            <p:nvPr/>
          </p:nvSpPr>
          <p:spPr bwMode="auto">
            <a:xfrm rot="5400000">
              <a:off x="2422" y="1938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chemeClr val="tx2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662" name="Line 22"/>
            <p:cNvSpPr>
              <a:spLocks noChangeShapeType="1"/>
            </p:cNvSpPr>
            <p:nvPr/>
          </p:nvSpPr>
          <p:spPr bwMode="auto">
            <a:xfrm>
              <a:off x="1175" y="2042"/>
              <a:ext cx="33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663" name="Line 23"/>
            <p:cNvSpPr>
              <a:spLocks noChangeShapeType="1"/>
            </p:cNvSpPr>
            <p:nvPr/>
          </p:nvSpPr>
          <p:spPr bwMode="auto">
            <a:xfrm>
              <a:off x="1771" y="2042"/>
              <a:ext cx="240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664" name="Line 24"/>
            <p:cNvSpPr>
              <a:spLocks noChangeShapeType="1"/>
            </p:cNvSpPr>
            <p:nvPr/>
          </p:nvSpPr>
          <p:spPr bwMode="auto">
            <a:xfrm>
              <a:off x="2951" y="2042"/>
              <a:ext cx="240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665" name="Line 25"/>
            <p:cNvSpPr>
              <a:spLocks noChangeShapeType="1"/>
            </p:cNvSpPr>
            <p:nvPr/>
          </p:nvSpPr>
          <p:spPr bwMode="auto">
            <a:xfrm>
              <a:off x="1991" y="2042"/>
              <a:ext cx="33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666" name="Line 26"/>
            <p:cNvSpPr>
              <a:spLocks noChangeShapeType="1"/>
            </p:cNvSpPr>
            <p:nvPr/>
          </p:nvSpPr>
          <p:spPr bwMode="auto">
            <a:xfrm>
              <a:off x="2615" y="2042"/>
              <a:ext cx="33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grpSp>
          <p:nvGrpSpPr>
            <p:cNvPr id="229" name="Group 27"/>
            <p:cNvGrpSpPr/>
            <p:nvPr/>
          </p:nvGrpSpPr>
          <p:grpSpPr bwMode="auto">
            <a:xfrm>
              <a:off x="1319" y="2138"/>
              <a:ext cx="768" cy="602"/>
              <a:chOff x="576" y="1152"/>
              <a:chExt cx="768" cy="602"/>
            </a:xfrm>
          </p:grpSpPr>
          <p:sp>
            <p:nvSpPr>
              <p:cNvPr id="1048667" name="Text Box 28"/>
              <p:cNvSpPr txBox="1">
                <a:spLocks noChangeArrowheads="1"/>
              </p:cNvSpPr>
              <p:nvPr/>
            </p:nvSpPr>
            <p:spPr bwMode="auto">
              <a:xfrm>
                <a:off x="576" y="1248"/>
                <a:ext cx="192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8668" name="Text Box 29"/>
              <p:cNvSpPr txBox="1">
                <a:spLocks noChangeArrowheads="1"/>
              </p:cNvSpPr>
              <p:nvPr/>
            </p:nvSpPr>
            <p:spPr bwMode="auto">
              <a:xfrm>
                <a:off x="1152" y="1152"/>
                <a:ext cx="192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669" name="Text Box 30"/>
              <p:cNvSpPr txBox="1">
                <a:spLocks noChangeArrowheads="1"/>
              </p:cNvSpPr>
              <p:nvPr/>
            </p:nvSpPr>
            <p:spPr bwMode="auto">
              <a:xfrm>
                <a:off x="816" y="1249"/>
                <a:ext cx="384" cy="295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4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1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grpSp>
          <p:nvGrpSpPr>
            <p:cNvPr id="230" name="Group 31"/>
            <p:cNvGrpSpPr/>
            <p:nvPr/>
          </p:nvGrpSpPr>
          <p:grpSpPr bwMode="auto">
            <a:xfrm>
              <a:off x="2999" y="2138"/>
              <a:ext cx="768" cy="602"/>
              <a:chOff x="576" y="1152"/>
              <a:chExt cx="768" cy="602"/>
            </a:xfrm>
          </p:grpSpPr>
          <p:sp>
            <p:nvSpPr>
              <p:cNvPr id="1048670" name="Text Box 32"/>
              <p:cNvSpPr txBox="1">
                <a:spLocks noChangeArrowheads="1"/>
              </p:cNvSpPr>
              <p:nvPr/>
            </p:nvSpPr>
            <p:spPr bwMode="auto">
              <a:xfrm>
                <a:off x="576" y="1248"/>
                <a:ext cx="192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8671" name="Text Box 33"/>
              <p:cNvSpPr txBox="1">
                <a:spLocks noChangeArrowheads="1"/>
              </p:cNvSpPr>
              <p:nvPr/>
            </p:nvSpPr>
            <p:spPr bwMode="auto">
              <a:xfrm>
                <a:off x="1152" y="1152"/>
                <a:ext cx="192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672" name="Text Box 34"/>
              <p:cNvSpPr txBox="1">
                <a:spLocks noChangeArrowheads="1"/>
              </p:cNvSpPr>
              <p:nvPr/>
            </p:nvSpPr>
            <p:spPr bwMode="auto">
              <a:xfrm>
                <a:off x="816" y="1249"/>
                <a:ext cx="384" cy="295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400" b="1" i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n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sp>
          <p:nvSpPr>
            <p:cNvPr id="1048673" name="Line 35"/>
            <p:cNvSpPr>
              <a:spLocks noChangeShapeType="1"/>
            </p:cNvSpPr>
            <p:nvPr/>
          </p:nvSpPr>
          <p:spPr bwMode="auto">
            <a:xfrm>
              <a:off x="3451" y="2042"/>
              <a:ext cx="3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674" name="Line 36"/>
            <p:cNvSpPr>
              <a:spLocks noChangeShapeType="1"/>
            </p:cNvSpPr>
            <p:nvPr/>
          </p:nvSpPr>
          <p:spPr bwMode="auto">
            <a:xfrm>
              <a:off x="3753" y="2042"/>
              <a:ext cx="0" cy="57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675" name="Line 37"/>
            <p:cNvSpPr>
              <a:spLocks noChangeShapeType="1"/>
            </p:cNvSpPr>
            <p:nvPr/>
          </p:nvSpPr>
          <p:spPr bwMode="auto">
            <a:xfrm>
              <a:off x="1189" y="2042"/>
              <a:ext cx="0" cy="57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676" name="Text Box 38"/>
            <p:cNvSpPr txBox="1">
              <a:spLocks noChangeArrowheads="1"/>
            </p:cNvSpPr>
            <p:nvPr/>
          </p:nvSpPr>
          <p:spPr bwMode="auto">
            <a:xfrm>
              <a:off x="2375" y="2666"/>
              <a:ext cx="32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77" name="Text Box 39"/>
            <p:cNvSpPr txBox="1">
              <a:spLocks noChangeArrowheads="1"/>
            </p:cNvSpPr>
            <p:nvPr/>
          </p:nvSpPr>
          <p:spPr bwMode="auto">
            <a:xfrm>
              <a:off x="2279" y="1706"/>
              <a:ext cx="38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 dirty="0" err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400" b="1" i="1" baseline="-25000" dirty="0" err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78" name="Oval 40"/>
            <p:cNvSpPr>
              <a:spLocks noChangeArrowheads="1"/>
            </p:cNvSpPr>
            <p:nvPr/>
          </p:nvSpPr>
          <p:spPr bwMode="auto">
            <a:xfrm>
              <a:off x="3719" y="2618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679" name="Oval 41"/>
            <p:cNvSpPr>
              <a:spLocks noChangeArrowheads="1"/>
            </p:cNvSpPr>
            <p:nvPr/>
          </p:nvSpPr>
          <p:spPr bwMode="auto">
            <a:xfrm>
              <a:off x="1155" y="2618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680" name="Line 42"/>
            <p:cNvSpPr>
              <a:spLocks noChangeShapeType="1"/>
            </p:cNvSpPr>
            <p:nvPr/>
          </p:nvSpPr>
          <p:spPr bwMode="auto">
            <a:xfrm flipV="1">
              <a:off x="1066" y="2160"/>
              <a:ext cx="0" cy="4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Group 5"/>
          <p:cNvGrpSpPr/>
          <p:nvPr/>
        </p:nvGrpSpPr>
        <p:grpSpPr bwMode="auto">
          <a:xfrm>
            <a:off x="6651229" y="2255997"/>
            <a:ext cx="1066800" cy="685800"/>
            <a:chOff x="1488" y="720"/>
            <a:chExt cx="672" cy="432"/>
          </a:xfrm>
        </p:grpSpPr>
        <p:sp>
          <p:nvSpPr>
            <p:cNvPr id="1048681" name="AutoShape 6"/>
            <p:cNvSpPr>
              <a:spLocks noChangeArrowheads="1"/>
            </p:cNvSpPr>
            <p:nvPr/>
          </p:nvSpPr>
          <p:spPr bwMode="auto">
            <a:xfrm>
              <a:off x="1488" y="960"/>
              <a:ext cx="672" cy="192"/>
            </a:xfrm>
            <a:prstGeom prst="rightArrow">
              <a:avLst>
                <a:gd name="adj1" fmla="val 50000"/>
                <a:gd name="adj2" fmla="val 87500"/>
              </a:avLst>
            </a:prstGeom>
            <a:solidFill>
              <a:schemeClr val="accent1"/>
            </a:solidFill>
            <a:ln w="9525">
              <a:solidFill>
                <a:schemeClr val="accent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682" name="Text Box 7"/>
            <p:cNvSpPr txBox="1">
              <a:spLocks noChangeArrowheads="1"/>
            </p:cNvSpPr>
            <p:nvPr/>
          </p:nvSpPr>
          <p:spPr bwMode="auto">
            <a:xfrm>
              <a:off x="1536" y="720"/>
              <a:ext cx="576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等效</a:t>
              </a:r>
              <a:endPara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8683" name="Text Box 9"/>
          <p:cNvSpPr txBox="1">
            <a:spLocks noChangeArrowheads="1"/>
          </p:cNvSpPr>
          <p:nvPr/>
        </p:nvSpPr>
        <p:spPr bwMode="auto">
          <a:xfrm>
            <a:off x="1963739" y="1283653"/>
            <a:ext cx="2738437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rPr>
              <a:t>(2) </a:t>
            </a:r>
            <a:r>
              <a:rPr kumimoji="1" lang="zh-CN" altLang="en-US" sz="2800" b="1">
                <a:latin typeface="Times New Roman" panose="02020603050405020304" pitchFamily="18" charset="0"/>
                <a:ea typeface="黑体" panose="02010609060101010101" pitchFamily="49" charset="-122"/>
              </a:rPr>
              <a:t>等效电阻</a:t>
            </a:r>
            <a:endParaRPr kumimoji="1" lang="zh-CN" altLang="en-US" sz="28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233" name="Group 10"/>
          <p:cNvGrpSpPr/>
          <p:nvPr/>
        </p:nvGrpSpPr>
        <p:grpSpPr bwMode="auto">
          <a:xfrm>
            <a:off x="7654925" y="1631316"/>
            <a:ext cx="2419350" cy="2530475"/>
            <a:chOff x="3984" y="672"/>
            <a:chExt cx="1524" cy="1594"/>
          </a:xfrm>
        </p:grpSpPr>
        <p:sp>
          <p:nvSpPr>
            <p:cNvPr id="1048684" name="Text Box 11"/>
            <p:cNvSpPr txBox="1">
              <a:spLocks noChangeArrowheads="1"/>
            </p:cNvSpPr>
            <p:nvPr/>
          </p:nvSpPr>
          <p:spPr bwMode="auto">
            <a:xfrm>
              <a:off x="4752" y="168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85" name="Text Box 12"/>
            <p:cNvSpPr txBox="1">
              <a:spLocks noChangeArrowheads="1"/>
            </p:cNvSpPr>
            <p:nvPr/>
          </p:nvSpPr>
          <p:spPr bwMode="auto">
            <a:xfrm rot="16200000">
              <a:off x="4214" y="1530"/>
              <a:ext cx="240" cy="58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86" name="Text Box 13"/>
            <p:cNvSpPr txBox="1">
              <a:spLocks noChangeArrowheads="1"/>
            </p:cNvSpPr>
            <p:nvPr/>
          </p:nvSpPr>
          <p:spPr bwMode="auto">
            <a:xfrm>
              <a:off x="5316" y="1536"/>
              <a:ext cx="192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dirty="0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8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48687" name="Rectangle 14"/>
            <p:cNvSpPr>
              <a:spLocks noChangeArrowheads="1"/>
            </p:cNvSpPr>
            <p:nvPr/>
          </p:nvSpPr>
          <p:spPr bwMode="auto">
            <a:xfrm rot="16200000">
              <a:off x="4793" y="986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chemeClr val="tx2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688" name="Line 15"/>
            <p:cNvSpPr>
              <a:spLocks noChangeShapeType="1"/>
            </p:cNvSpPr>
            <p:nvPr/>
          </p:nvSpPr>
          <p:spPr bwMode="auto">
            <a:xfrm rot="-5400000">
              <a:off x="4070" y="1368"/>
              <a:ext cx="528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689" name="Line 16"/>
            <p:cNvSpPr>
              <a:spLocks noChangeShapeType="1"/>
            </p:cNvSpPr>
            <p:nvPr/>
          </p:nvSpPr>
          <p:spPr bwMode="auto">
            <a:xfrm rot="-5400000">
              <a:off x="4520" y="903"/>
              <a:ext cx="1" cy="402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690" name="Line 17"/>
            <p:cNvSpPr>
              <a:spLocks noChangeShapeType="1"/>
            </p:cNvSpPr>
            <p:nvPr/>
          </p:nvSpPr>
          <p:spPr bwMode="auto">
            <a:xfrm rot="5400000" flipV="1">
              <a:off x="5201" y="881"/>
              <a:ext cx="1" cy="44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691" name="Text Box 18"/>
            <p:cNvSpPr txBox="1">
              <a:spLocks noChangeArrowheads="1"/>
            </p:cNvSpPr>
            <p:nvPr/>
          </p:nvSpPr>
          <p:spPr bwMode="auto">
            <a:xfrm>
              <a:off x="4704" y="672"/>
              <a:ext cx="67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latinLnBrk="1" hangingPunct="1">
                <a:spcBef>
                  <a:spcPct val="50000"/>
                </a:spcBef>
              </a:pPr>
              <a:r>
                <a:rPr kumimoji="1" lang="en-US" altLang="zh-CN" sz="2800" b="1" i="1" dirty="0" err="1" smtClean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 dirty="0" err="1" smtClean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eq</a:t>
              </a:r>
              <a:endParaRPr kumimoji="1" lang="en-US" altLang="zh-CN" sz="28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92" name="Line 19"/>
            <p:cNvSpPr>
              <a:spLocks noChangeShapeType="1"/>
            </p:cNvSpPr>
            <p:nvPr/>
          </p:nvSpPr>
          <p:spPr bwMode="auto">
            <a:xfrm rot="-5400000">
              <a:off x="4032" y="1392"/>
              <a:ext cx="384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tailEnd type="stealth" w="sm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693" name="Text Box 20"/>
            <p:cNvSpPr txBox="1">
              <a:spLocks noChangeArrowheads="1"/>
            </p:cNvSpPr>
            <p:nvPr/>
          </p:nvSpPr>
          <p:spPr bwMode="auto">
            <a:xfrm>
              <a:off x="3984" y="1296"/>
              <a:ext cx="19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94" name="Oval 21"/>
            <p:cNvSpPr>
              <a:spLocks noChangeArrowheads="1"/>
            </p:cNvSpPr>
            <p:nvPr/>
          </p:nvSpPr>
          <p:spPr bwMode="auto">
            <a:xfrm>
              <a:off x="4300" y="1632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695" name="Line 22"/>
            <p:cNvSpPr>
              <a:spLocks noChangeShapeType="1"/>
            </p:cNvSpPr>
            <p:nvPr/>
          </p:nvSpPr>
          <p:spPr bwMode="auto">
            <a:xfrm rot="16200000">
              <a:off x="5160" y="1365"/>
              <a:ext cx="528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696" name="Oval 23"/>
            <p:cNvSpPr>
              <a:spLocks noChangeArrowheads="1"/>
            </p:cNvSpPr>
            <p:nvPr/>
          </p:nvSpPr>
          <p:spPr bwMode="auto">
            <a:xfrm>
              <a:off x="5390" y="1632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grpSp>
        <p:nvGrpSpPr>
          <p:cNvPr id="234" name="Group 24"/>
          <p:cNvGrpSpPr/>
          <p:nvPr/>
        </p:nvGrpSpPr>
        <p:grpSpPr bwMode="auto">
          <a:xfrm>
            <a:off x="1604963" y="1702753"/>
            <a:ext cx="4743451" cy="2327274"/>
            <a:chOff x="1056" y="2304"/>
            <a:chExt cx="2988" cy="1466"/>
          </a:xfrm>
        </p:grpSpPr>
        <p:sp>
          <p:nvSpPr>
            <p:cNvPr id="1048697" name="Rectangle 25"/>
            <p:cNvSpPr>
              <a:spLocks noChangeArrowheads="1"/>
            </p:cNvSpPr>
            <p:nvPr/>
          </p:nvSpPr>
          <p:spPr bwMode="auto">
            <a:xfrm rot="5400000">
              <a:off x="1799" y="2536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chemeClr val="tx2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698" name="Text Box 26"/>
            <p:cNvSpPr txBox="1">
              <a:spLocks noChangeArrowheads="1"/>
            </p:cNvSpPr>
            <p:nvPr/>
          </p:nvSpPr>
          <p:spPr bwMode="auto">
            <a:xfrm>
              <a:off x="1296" y="3264"/>
              <a:ext cx="192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699" name="Text Box 27"/>
            <p:cNvSpPr txBox="1">
              <a:spLocks noChangeArrowheads="1"/>
            </p:cNvSpPr>
            <p:nvPr/>
          </p:nvSpPr>
          <p:spPr bwMode="auto">
            <a:xfrm>
              <a:off x="3852" y="3174"/>
              <a:ext cx="192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dirty="0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400" b="1" dirty="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48700" name="Text Box 28"/>
            <p:cNvSpPr txBox="1">
              <a:spLocks noChangeArrowheads="1"/>
            </p:cNvSpPr>
            <p:nvPr/>
          </p:nvSpPr>
          <p:spPr bwMode="auto">
            <a:xfrm>
              <a:off x="1680" y="2304"/>
              <a:ext cx="38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01" name="Text Box 29"/>
            <p:cNvSpPr txBox="1">
              <a:spLocks noChangeArrowheads="1"/>
            </p:cNvSpPr>
            <p:nvPr/>
          </p:nvSpPr>
          <p:spPr bwMode="auto">
            <a:xfrm>
              <a:off x="3360" y="2304"/>
              <a:ext cx="38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 </a:t>
              </a:r>
              <a:r>
                <a:rPr kumimoji="1" lang="en-US" altLang="zh-CN" sz="24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n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235" name="Group 30"/>
            <p:cNvGrpSpPr/>
            <p:nvPr/>
          </p:nvGrpSpPr>
          <p:grpSpPr bwMode="auto">
            <a:xfrm>
              <a:off x="2352" y="2736"/>
              <a:ext cx="768" cy="602"/>
              <a:chOff x="576" y="1152"/>
              <a:chExt cx="768" cy="602"/>
            </a:xfrm>
          </p:grpSpPr>
          <p:sp>
            <p:nvSpPr>
              <p:cNvPr id="1048702" name="Text Box 31"/>
              <p:cNvSpPr txBox="1">
                <a:spLocks noChangeArrowheads="1"/>
              </p:cNvSpPr>
              <p:nvPr/>
            </p:nvSpPr>
            <p:spPr bwMode="auto">
              <a:xfrm>
                <a:off x="576" y="1248"/>
                <a:ext cx="192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8703" name="Text Box 32"/>
              <p:cNvSpPr txBox="1">
                <a:spLocks noChangeArrowheads="1"/>
              </p:cNvSpPr>
              <p:nvPr/>
            </p:nvSpPr>
            <p:spPr bwMode="auto">
              <a:xfrm>
                <a:off x="1152" y="1152"/>
                <a:ext cx="192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704" name="Text Box 33"/>
              <p:cNvSpPr txBox="1">
                <a:spLocks noChangeArrowheads="1"/>
              </p:cNvSpPr>
              <p:nvPr/>
            </p:nvSpPr>
            <p:spPr bwMode="auto">
              <a:xfrm>
                <a:off x="816" y="1248"/>
                <a:ext cx="384" cy="28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 i="1" dirty="0" err="1" smtClean="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400" b="1" i="1" baseline="-25000" dirty="0" err="1" smtClean="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k</a:t>
                </a:r>
                <a:endParaRPr kumimoji="1" lang="en-US" altLang="zh-CN" sz="2400" b="1" i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sp>
          <p:nvSpPr>
            <p:cNvPr id="1048705" name="Text Box 34"/>
            <p:cNvSpPr txBox="1">
              <a:spLocks noChangeArrowheads="1"/>
            </p:cNvSpPr>
            <p:nvPr/>
          </p:nvSpPr>
          <p:spPr bwMode="auto">
            <a:xfrm>
              <a:off x="1056" y="2880"/>
              <a:ext cx="19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06" name="Rectangle 35"/>
            <p:cNvSpPr>
              <a:spLocks noChangeArrowheads="1"/>
            </p:cNvSpPr>
            <p:nvPr/>
          </p:nvSpPr>
          <p:spPr bwMode="auto">
            <a:xfrm rot="5400000">
              <a:off x="3479" y="2536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chemeClr val="tx2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707" name="Rectangle 36"/>
            <p:cNvSpPr>
              <a:spLocks noChangeArrowheads="1"/>
            </p:cNvSpPr>
            <p:nvPr/>
          </p:nvSpPr>
          <p:spPr bwMode="auto">
            <a:xfrm rot="5400000">
              <a:off x="2639" y="2536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chemeClr val="tx2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708" name="Line 37"/>
            <p:cNvSpPr>
              <a:spLocks noChangeShapeType="1"/>
            </p:cNvSpPr>
            <p:nvPr/>
          </p:nvSpPr>
          <p:spPr bwMode="auto">
            <a:xfrm>
              <a:off x="1392" y="2640"/>
              <a:ext cx="33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09" name="Line 38"/>
            <p:cNvSpPr>
              <a:spLocks noChangeShapeType="1"/>
            </p:cNvSpPr>
            <p:nvPr/>
          </p:nvSpPr>
          <p:spPr bwMode="auto">
            <a:xfrm>
              <a:off x="1988" y="2640"/>
              <a:ext cx="240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10" name="Line 39"/>
            <p:cNvSpPr>
              <a:spLocks noChangeShapeType="1"/>
            </p:cNvSpPr>
            <p:nvPr/>
          </p:nvSpPr>
          <p:spPr bwMode="auto">
            <a:xfrm>
              <a:off x="3168" y="2640"/>
              <a:ext cx="240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11" name="Line 40"/>
            <p:cNvSpPr>
              <a:spLocks noChangeShapeType="1"/>
            </p:cNvSpPr>
            <p:nvPr/>
          </p:nvSpPr>
          <p:spPr bwMode="auto">
            <a:xfrm>
              <a:off x="2208" y="2640"/>
              <a:ext cx="33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12" name="Line 41"/>
            <p:cNvSpPr>
              <a:spLocks noChangeShapeType="1"/>
            </p:cNvSpPr>
            <p:nvPr/>
          </p:nvSpPr>
          <p:spPr bwMode="auto">
            <a:xfrm>
              <a:off x="2832" y="2640"/>
              <a:ext cx="33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grpSp>
          <p:nvGrpSpPr>
            <p:cNvPr id="236" name="Group 42"/>
            <p:cNvGrpSpPr/>
            <p:nvPr/>
          </p:nvGrpSpPr>
          <p:grpSpPr bwMode="auto">
            <a:xfrm>
              <a:off x="1536" y="2736"/>
              <a:ext cx="768" cy="602"/>
              <a:chOff x="576" y="1152"/>
              <a:chExt cx="768" cy="602"/>
            </a:xfrm>
          </p:grpSpPr>
          <p:sp>
            <p:nvSpPr>
              <p:cNvPr id="1048713" name="Text Box 43"/>
              <p:cNvSpPr txBox="1">
                <a:spLocks noChangeArrowheads="1"/>
              </p:cNvSpPr>
              <p:nvPr/>
            </p:nvSpPr>
            <p:spPr bwMode="auto">
              <a:xfrm>
                <a:off x="576" y="1248"/>
                <a:ext cx="192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8714" name="Text Box 44"/>
              <p:cNvSpPr txBox="1">
                <a:spLocks noChangeArrowheads="1"/>
              </p:cNvSpPr>
              <p:nvPr/>
            </p:nvSpPr>
            <p:spPr bwMode="auto">
              <a:xfrm>
                <a:off x="1152" y="1152"/>
                <a:ext cx="192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715" name="Text Box 45"/>
              <p:cNvSpPr txBox="1">
                <a:spLocks noChangeArrowheads="1"/>
              </p:cNvSpPr>
              <p:nvPr/>
            </p:nvSpPr>
            <p:spPr bwMode="auto">
              <a:xfrm>
                <a:off x="816" y="1249"/>
                <a:ext cx="384" cy="295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4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1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grpSp>
          <p:nvGrpSpPr>
            <p:cNvPr id="237" name="Group 46"/>
            <p:cNvGrpSpPr/>
            <p:nvPr/>
          </p:nvGrpSpPr>
          <p:grpSpPr bwMode="auto">
            <a:xfrm>
              <a:off x="3216" y="2736"/>
              <a:ext cx="768" cy="602"/>
              <a:chOff x="576" y="1152"/>
              <a:chExt cx="768" cy="602"/>
            </a:xfrm>
          </p:grpSpPr>
          <p:sp>
            <p:nvSpPr>
              <p:cNvPr id="1048716" name="Text Box 47"/>
              <p:cNvSpPr txBox="1">
                <a:spLocks noChangeArrowheads="1"/>
              </p:cNvSpPr>
              <p:nvPr/>
            </p:nvSpPr>
            <p:spPr bwMode="auto">
              <a:xfrm>
                <a:off x="576" y="1248"/>
                <a:ext cx="192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8717" name="Text Box 48"/>
              <p:cNvSpPr txBox="1">
                <a:spLocks noChangeArrowheads="1"/>
              </p:cNvSpPr>
              <p:nvPr/>
            </p:nvSpPr>
            <p:spPr bwMode="auto">
              <a:xfrm>
                <a:off x="1152" y="1152"/>
                <a:ext cx="192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718" name="Text Box 49"/>
              <p:cNvSpPr txBox="1">
                <a:spLocks noChangeArrowheads="1"/>
              </p:cNvSpPr>
              <p:nvPr/>
            </p:nvSpPr>
            <p:spPr bwMode="auto">
              <a:xfrm>
                <a:off x="816" y="1249"/>
                <a:ext cx="384" cy="295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4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400" b="1" i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n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sp>
          <p:nvSpPr>
            <p:cNvPr id="1048719" name="Line 50"/>
            <p:cNvSpPr>
              <a:spLocks noChangeShapeType="1"/>
            </p:cNvSpPr>
            <p:nvPr/>
          </p:nvSpPr>
          <p:spPr bwMode="auto">
            <a:xfrm>
              <a:off x="3668" y="2640"/>
              <a:ext cx="3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20" name="Line 51"/>
            <p:cNvSpPr>
              <a:spLocks noChangeShapeType="1"/>
            </p:cNvSpPr>
            <p:nvPr/>
          </p:nvSpPr>
          <p:spPr bwMode="auto">
            <a:xfrm>
              <a:off x="3970" y="2640"/>
              <a:ext cx="0" cy="57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21" name="Line 52"/>
            <p:cNvSpPr>
              <a:spLocks noChangeShapeType="1"/>
            </p:cNvSpPr>
            <p:nvPr/>
          </p:nvSpPr>
          <p:spPr bwMode="auto">
            <a:xfrm>
              <a:off x="1406" y="2640"/>
              <a:ext cx="0" cy="57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22" name="Text Box 53"/>
            <p:cNvSpPr txBox="1">
              <a:spLocks noChangeArrowheads="1"/>
            </p:cNvSpPr>
            <p:nvPr/>
          </p:nvSpPr>
          <p:spPr bwMode="auto">
            <a:xfrm>
              <a:off x="2592" y="3264"/>
              <a:ext cx="32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23" name="Text Box 54"/>
            <p:cNvSpPr txBox="1">
              <a:spLocks noChangeArrowheads="1"/>
            </p:cNvSpPr>
            <p:nvPr/>
          </p:nvSpPr>
          <p:spPr bwMode="auto">
            <a:xfrm>
              <a:off x="2496" y="2304"/>
              <a:ext cx="38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 dirty="0" err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400" b="1" i="1" baseline="-25000" dirty="0" err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24" name="Line 55"/>
            <p:cNvSpPr>
              <a:spLocks noChangeShapeType="1"/>
            </p:cNvSpPr>
            <p:nvPr/>
          </p:nvSpPr>
          <p:spPr bwMode="auto">
            <a:xfrm flipV="1">
              <a:off x="1248" y="2832"/>
              <a:ext cx="0" cy="336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tailEnd type="stealth" w="sm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25" name="Oval 56"/>
            <p:cNvSpPr>
              <a:spLocks noChangeArrowheads="1"/>
            </p:cNvSpPr>
            <p:nvPr/>
          </p:nvSpPr>
          <p:spPr bwMode="auto">
            <a:xfrm>
              <a:off x="3936" y="3216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726" name="Oval 57"/>
            <p:cNvSpPr>
              <a:spLocks noChangeArrowheads="1"/>
            </p:cNvSpPr>
            <p:nvPr/>
          </p:nvSpPr>
          <p:spPr bwMode="auto">
            <a:xfrm>
              <a:off x="1372" y="3216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39" name="Text Box 3"/>
          <p:cNvSpPr txBox="1">
            <a:spLocks noChangeArrowheads="1"/>
          </p:cNvSpPr>
          <p:nvPr/>
        </p:nvSpPr>
        <p:spPr bwMode="auto">
          <a:xfrm>
            <a:off x="1676718" y="1573372"/>
            <a:ext cx="2232025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zh-CN" altLang="en-US" sz="2400" b="1" dirty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由欧姆定律</a:t>
            </a:r>
            <a:endParaRPr kumimoji="1" lang="zh-CN" altLang="en-US" sz="2400" b="1" dirty="0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740" name="Text Box 4"/>
          <p:cNvSpPr txBox="1">
            <a:spLocks noChangeArrowheads="1"/>
          </p:cNvSpPr>
          <p:nvPr/>
        </p:nvSpPr>
        <p:spPr bwMode="auto">
          <a:xfrm>
            <a:off x="1424306" y="4107974"/>
            <a:ext cx="1800225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zh-CN" altLang="en-US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结论：</a:t>
            </a:r>
            <a:endParaRPr kumimoji="1" lang="zh-CN" altLang="en-US" sz="28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741" name="Rectangle 8"/>
          <p:cNvSpPr>
            <a:spLocks noChangeArrowheads="1"/>
          </p:cNvSpPr>
          <p:nvPr/>
        </p:nvSpPr>
        <p:spPr bwMode="auto">
          <a:xfrm>
            <a:off x="2792731" y="4628515"/>
            <a:ext cx="5688013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串联电路的总电阻等于各分电阻之和。  </a:t>
            </a:r>
            <a:endParaRPr kumimoji="1"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  <a:sym typeface="Symbol" panose="05050102010706020507" pitchFamily="18" charset="2"/>
            </a:endParaRPr>
          </a:p>
        </p:txBody>
      </p:sp>
      <p:graphicFrame>
        <p:nvGraphicFramePr>
          <p:cNvPr id="4194305" name="Object 58"/>
          <p:cNvGraphicFramePr>
            <a:graphicFrameLocks noChangeAspect="1"/>
          </p:cNvGraphicFramePr>
          <p:nvPr/>
        </p:nvGraphicFramePr>
        <p:xfrm>
          <a:off x="1884680" y="2063115"/>
          <a:ext cx="7921625" cy="714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24" name="Equation" showAsIcon="1" r:id="rId1" imgW="73152000" imgH="5791200" progId="Equation.DSMT4">
                  <p:embed/>
                </p:oleObj>
              </mc:Choice>
              <mc:Fallback>
                <p:oleObj name="Equation" showAsIcon="1" r:id="rId1" imgW="73152000" imgH="5791200" progId="Equation.DSMT4">
                  <p:embed/>
                  <p:pic>
                    <p:nvPicPr>
                      <p:cNvPr id="0" name="图片 21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84680" y="2063115"/>
                        <a:ext cx="7921625" cy="7143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06" name="Object 59"/>
          <p:cNvGraphicFramePr>
            <a:graphicFrameLocks noChangeAspect="1"/>
          </p:cNvGraphicFramePr>
          <p:nvPr/>
        </p:nvGraphicFramePr>
        <p:xfrm>
          <a:off x="2435543" y="2898140"/>
          <a:ext cx="6354762" cy="11985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25" name="Equation" showAsIcon="1" r:id="rId3" imgW="58521600" imgH="10363200" progId="Equation.DSMT4">
                  <p:embed/>
                </p:oleObj>
              </mc:Choice>
              <mc:Fallback>
                <p:oleObj name="Equation" showAsIcon="1" r:id="rId3" imgW="58521600" imgH="10363200" progId="Equation.DSMT4">
                  <p:embed/>
                  <p:pic>
                    <p:nvPicPr>
                      <p:cNvPr id="0" name="图片 212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35543" y="2898140"/>
                        <a:ext cx="6354762" cy="11985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42" name="Text Box 3"/>
          <p:cNvSpPr txBox="1">
            <a:spLocks noChangeArrowheads="1"/>
          </p:cNvSpPr>
          <p:nvPr/>
        </p:nvSpPr>
        <p:spPr bwMode="auto">
          <a:xfrm>
            <a:off x="1876425" y="1538288"/>
            <a:ext cx="360045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rPr>
              <a:t>(3) </a:t>
            </a:r>
            <a:r>
              <a:rPr kumimoji="1" lang="zh-CN" altLang="en-US" sz="2800" b="1">
                <a:latin typeface="Times New Roman" panose="02020603050405020304" pitchFamily="18" charset="0"/>
                <a:ea typeface="黑体" panose="02010609060101010101" pitchFamily="49" charset="-122"/>
              </a:rPr>
              <a:t>串联电阻的分压</a:t>
            </a:r>
            <a:endParaRPr kumimoji="1" lang="zh-CN" altLang="en-US" sz="28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743" name="Text Box 4"/>
          <p:cNvSpPr txBox="1">
            <a:spLocks noChangeArrowheads="1"/>
          </p:cNvSpPr>
          <p:nvPr/>
        </p:nvSpPr>
        <p:spPr bwMode="auto">
          <a:xfrm>
            <a:off x="1919289" y="3861118"/>
            <a:ext cx="8135937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说明电压与电阻成正比，因此串连电阻电路可作分压电路</a:t>
            </a:r>
            <a:endParaRPr kumimoji="1"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07" name="Object 29"/>
          <p:cNvGraphicFramePr>
            <a:graphicFrameLocks noChangeAspect="1"/>
          </p:cNvGraphicFramePr>
          <p:nvPr/>
        </p:nvGraphicFramePr>
        <p:xfrm>
          <a:off x="3308350" y="2163763"/>
          <a:ext cx="4767263" cy="12620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85" name="Equation" showAsIcon="1" r:id="rId1" imgW="42367200" imgH="10668000" progId="Equation.DSMT4">
                  <p:embed/>
                </p:oleObj>
              </mc:Choice>
              <mc:Fallback>
                <p:oleObj name="Equation" showAsIcon="1" r:id="rId1" imgW="42367200" imgH="10668000" progId="Equation.DSMT4">
                  <p:embed/>
                  <p:pic>
                    <p:nvPicPr>
                      <p:cNvPr id="0" name="图片 318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08350" y="2163763"/>
                        <a:ext cx="4767263" cy="12620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" name="Group 5"/>
          <p:cNvGrpSpPr/>
          <p:nvPr/>
        </p:nvGrpSpPr>
        <p:grpSpPr bwMode="auto">
          <a:xfrm>
            <a:off x="2711451" y="2379664"/>
            <a:ext cx="1706563" cy="3109910"/>
            <a:chOff x="748" y="2241"/>
            <a:chExt cx="1075" cy="1959"/>
          </a:xfrm>
        </p:grpSpPr>
        <p:sp>
          <p:nvSpPr>
            <p:cNvPr id="1048756" name="Rectangle 6"/>
            <p:cNvSpPr>
              <a:spLocks noChangeArrowheads="1"/>
            </p:cNvSpPr>
            <p:nvPr/>
          </p:nvSpPr>
          <p:spPr bwMode="auto">
            <a:xfrm>
              <a:off x="1295" y="2806"/>
              <a:ext cx="116" cy="233"/>
            </a:xfrm>
            <a:prstGeom prst="rect">
              <a:avLst/>
            </a:prstGeom>
            <a:solidFill>
              <a:srgbClr val="FF9900"/>
            </a:solidFill>
            <a:ln w="1270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757" name="Line 7"/>
            <p:cNvSpPr>
              <a:spLocks noChangeShapeType="1"/>
            </p:cNvSpPr>
            <p:nvPr/>
          </p:nvSpPr>
          <p:spPr bwMode="auto">
            <a:xfrm>
              <a:off x="1355" y="3066"/>
              <a:ext cx="0" cy="288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58" name="Line 8"/>
            <p:cNvSpPr>
              <a:spLocks noChangeShapeType="1"/>
            </p:cNvSpPr>
            <p:nvPr/>
          </p:nvSpPr>
          <p:spPr bwMode="auto">
            <a:xfrm flipV="1">
              <a:off x="1355" y="2538"/>
              <a:ext cx="0" cy="24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59" name="Line 9"/>
            <p:cNvSpPr>
              <a:spLocks noChangeShapeType="1"/>
            </p:cNvSpPr>
            <p:nvPr/>
          </p:nvSpPr>
          <p:spPr bwMode="auto">
            <a:xfrm>
              <a:off x="1355" y="3594"/>
              <a:ext cx="0" cy="288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60" name="Line 10"/>
            <p:cNvSpPr>
              <a:spLocks noChangeShapeType="1"/>
            </p:cNvSpPr>
            <p:nvPr/>
          </p:nvSpPr>
          <p:spPr bwMode="auto">
            <a:xfrm>
              <a:off x="839" y="3870"/>
              <a:ext cx="528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61" name="Line 11"/>
            <p:cNvSpPr>
              <a:spLocks noChangeShapeType="1"/>
            </p:cNvSpPr>
            <p:nvPr/>
          </p:nvSpPr>
          <p:spPr bwMode="auto">
            <a:xfrm flipH="1">
              <a:off x="827" y="2538"/>
              <a:ext cx="528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62" name="Rectangle 12"/>
            <p:cNvSpPr>
              <a:spLocks noChangeArrowheads="1"/>
            </p:cNvSpPr>
            <p:nvPr/>
          </p:nvSpPr>
          <p:spPr bwMode="auto">
            <a:xfrm>
              <a:off x="1295" y="3334"/>
              <a:ext cx="116" cy="233"/>
            </a:xfrm>
            <a:prstGeom prst="rect">
              <a:avLst/>
            </a:prstGeom>
            <a:solidFill>
              <a:srgbClr val="FF9900"/>
            </a:solidFill>
            <a:ln w="1270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763" name="Text Box 13"/>
            <p:cNvSpPr txBox="1">
              <a:spLocks noChangeArrowheads="1"/>
            </p:cNvSpPr>
            <p:nvPr/>
          </p:nvSpPr>
          <p:spPr bwMode="auto">
            <a:xfrm>
              <a:off x="748" y="2622"/>
              <a:ext cx="192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64" name="Text Box 14"/>
            <p:cNvSpPr txBox="1">
              <a:spLocks noChangeArrowheads="1"/>
            </p:cNvSpPr>
            <p:nvPr/>
          </p:nvSpPr>
          <p:spPr bwMode="auto">
            <a:xfrm>
              <a:off x="779" y="3498"/>
              <a:ext cx="192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48765" name="Text Box 15"/>
            <p:cNvSpPr txBox="1">
              <a:spLocks noChangeArrowheads="1"/>
            </p:cNvSpPr>
            <p:nvPr/>
          </p:nvSpPr>
          <p:spPr bwMode="auto">
            <a:xfrm>
              <a:off x="755" y="3114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66" name="Text Box 16"/>
            <p:cNvSpPr txBox="1">
              <a:spLocks noChangeArrowheads="1"/>
            </p:cNvSpPr>
            <p:nvPr/>
          </p:nvSpPr>
          <p:spPr bwMode="auto">
            <a:xfrm>
              <a:off x="1439" y="2778"/>
              <a:ext cx="384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67" name="Text Box 17"/>
            <p:cNvSpPr txBox="1">
              <a:spLocks noChangeArrowheads="1"/>
            </p:cNvSpPr>
            <p:nvPr/>
          </p:nvSpPr>
          <p:spPr bwMode="auto">
            <a:xfrm>
              <a:off x="1415" y="3318"/>
              <a:ext cx="384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280" name="Group 18"/>
            <p:cNvGrpSpPr/>
            <p:nvPr/>
          </p:nvGrpSpPr>
          <p:grpSpPr bwMode="auto">
            <a:xfrm>
              <a:off x="986" y="2586"/>
              <a:ext cx="384" cy="922"/>
              <a:chOff x="295" y="2586"/>
              <a:chExt cx="384" cy="922"/>
            </a:xfrm>
          </p:grpSpPr>
          <p:sp>
            <p:nvSpPr>
              <p:cNvPr id="1048768" name="Text Box 19"/>
              <p:cNvSpPr txBox="1">
                <a:spLocks noChangeArrowheads="1"/>
              </p:cNvSpPr>
              <p:nvPr/>
            </p:nvSpPr>
            <p:spPr bwMode="auto">
              <a:xfrm>
                <a:off x="391" y="2586"/>
                <a:ext cx="192" cy="58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48769" name="Text Box 20"/>
              <p:cNvSpPr txBox="1">
                <a:spLocks noChangeArrowheads="1"/>
              </p:cNvSpPr>
              <p:nvPr/>
            </p:nvSpPr>
            <p:spPr bwMode="auto">
              <a:xfrm>
                <a:off x="391" y="2922"/>
                <a:ext cx="192" cy="58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-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770" name="Text Box 21"/>
              <p:cNvSpPr txBox="1">
                <a:spLocks noChangeArrowheads="1"/>
              </p:cNvSpPr>
              <p:nvPr/>
            </p:nvSpPr>
            <p:spPr bwMode="auto">
              <a:xfrm>
                <a:off x="295" y="2778"/>
                <a:ext cx="384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1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sp>
          <p:nvSpPr>
            <p:cNvPr id="1048771" name="Text Box 22"/>
            <p:cNvSpPr txBox="1">
              <a:spLocks noChangeArrowheads="1"/>
            </p:cNvSpPr>
            <p:nvPr/>
          </p:nvSpPr>
          <p:spPr bwMode="auto">
            <a:xfrm>
              <a:off x="1019" y="3126"/>
              <a:ext cx="192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-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48772" name="Text Box 23"/>
            <p:cNvSpPr txBox="1">
              <a:spLocks noChangeArrowheads="1"/>
            </p:cNvSpPr>
            <p:nvPr/>
          </p:nvSpPr>
          <p:spPr bwMode="auto">
            <a:xfrm>
              <a:off x="1019" y="3498"/>
              <a:ext cx="192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73" name="Text Box 24"/>
            <p:cNvSpPr txBox="1">
              <a:spLocks noChangeArrowheads="1"/>
            </p:cNvSpPr>
            <p:nvPr/>
          </p:nvSpPr>
          <p:spPr bwMode="auto">
            <a:xfrm>
              <a:off x="983" y="3306"/>
              <a:ext cx="384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74" name="Line 25"/>
            <p:cNvSpPr>
              <a:spLocks noChangeShapeType="1"/>
            </p:cNvSpPr>
            <p:nvPr/>
          </p:nvSpPr>
          <p:spPr bwMode="auto">
            <a:xfrm>
              <a:off x="827" y="2538"/>
              <a:ext cx="288" cy="0"/>
            </a:xfrm>
            <a:prstGeom prst="line">
              <a:avLst/>
            </a:prstGeom>
            <a:noFill/>
            <a:ln w="5715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775" name="Text Box 26"/>
            <p:cNvSpPr txBox="1">
              <a:spLocks noChangeArrowheads="1"/>
            </p:cNvSpPr>
            <p:nvPr/>
          </p:nvSpPr>
          <p:spPr bwMode="auto">
            <a:xfrm>
              <a:off x="839" y="2241"/>
              <a:ext cx="19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776" name="Text Box 27"/>
            <p:cNvSpPr txBox="1">
              <a:spLocks noChangeArrowheads="1"/>
            </p:cNvSpPr>
            <p:nvPr/>
          </p:nvSpPr>
          <p:spPr bwMode="auto">
            <a:xfrm>
              <a:off x="760" y="3613"/>
              <a:ext cx="116" cy="58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bg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º</a:t>
              </a:r>
              <a:endPara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048777" name="Text Box 28"/>
          <p:cNvSpPr txBox="1">
            <a:spLocks noChangeArrowheads="1"/>
          </p:cNvSpPr>
          <p:nvPr/>
        </p:nvSpPr>
        <p:spPr bwMode="auto">
          <a:xfrm>
            <a:off x="8183563" y="2684464"/>
            <a:ext cx="2425822" cy="460375"/>
          </a:xfrm>
          <a:prstGeom prst="rect">
            <a:avLst/>
          </a:prstGeom>
          <a:noFill/>
          <a:ln w="38100">
            <a:solidFill>
              <a:srgbClr val="FF3300"/>
            </a:solidFill>
            <a:miter lim="800000"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 dirty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zh-CN" altLang="en-US" sz="2400" b="1" dirty="0" smtClean="0">
                <a:latin typeface="Times New Roman" panose="02020603050405020304" pitchFamily="18" charset="0"/>
                <a:ea typeface="黑体" panose="02010609060101010101" pitchFamily="49" charset="-122"/>
              </a:rPr>
              <a:t>注意参考方向 </a:t>
            </a:r>
            <a:r>
              <a:rPr kumimoji="1" lang="en-US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!</a:t>
            </a:r>
            <a:endParaRPr kumimoji="1" lang="en-US" altLang="zh-CN" sz="2400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778" name="Text Box 30"/>
          <p:cNvSpPr txBox="1">
            <a:spLocks noChangeArrowheads="1"/>
          </p:cNvSpPr>
          <p:nvPr/>
        </p:nvSpPr>
        <p:spPr bwMode="auto">
          <a:xfrm>
            <a:off x="1847534" y="1817848"/>
            <a:ext cx="54038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endParaRPr kumimoji="1" lang="zh-CN" altLang="en-US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779" name="Text Box 31"/>
          <p:cNvSpPr txBox="1">
            <a:spLocks noChangeArrowheads="1"/>
          </p:cNvSpPr>
          <p:nvPr/>
        </p:nvSpPr>
        <p:spPr bwMode="auto">
          <a:xfrm>
            <a:off x="3862389" y="1892300"/>
            <a:ext cx="2808287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两个电阻的分压：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08" name="Object 32"/>
          <p:cNvGraphicFramePr>
            <a:graphicFrameLocks noChangeAspect="1"/>
          </p:cNvGraphicFramePr>
          <p:nvPr/>
        </p:nvGraphicFramePr>
        <p:xfrm>
          <a:off x="5202238" y="2451100"/>
          <a:ext cx="2303462" cy="1177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86" name="Equation" showAsIcon="1" r:id="rId1" imgW="20726400" imgH="10363200" progId="Equation.DSMT4">
                  <p:embed/>
                </p:oleObj>
              </mc:Choice>
              <mc:Fallback>
                <p:oleObj name="Equation" showAsIcon="1" r:id="rId1" imgW="20726400" imgH="10363200" progId="Equation.DSMT4">
                  <p:embed/>
                  <p:pic>
                    <p:nvPicPr>
                      <p:cNvPr id="0" name="图片 318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02238" y="2451100"/>
                        <a:ext cx="2303462" cy="1177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09" name="Object 33"/>
          <p:cNvGraphicFramePr>
            <a:graphicFrameLocks noChangeAspect="1"/>
          </p:cNvGraphicFramePr>
          <p:nvPr/>
        </p:nvGraphicFramePr>
        <p:xfrm>
          <a:off x="5237163" y="3681413"/>
          <a:ext cx="2319337" cy="11795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87" name="Equation" showAsIcon="1" r:id="rId3" imgW="21031200" imgH="10363200" progId="Equation.DSMT4">
                  <p:embed/>
                </p:oleObj>
              </mc:Choice>
              <mc:Fallback>
                <p:oleObj name="Equation" showAsIcon="1" r:id="rId3" imgW="21031200" imgH="10363200" progId="Equation.DSMT4">
                  <p:embed/>
                  <p:pic>
                    <p:nvPicPr>
                      <p:cNvPr id="0" name="图片 318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37163" y="3681413"/>
                        <a:ext cx="2319337" cy="11795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80" name="Text Box 3"/>
          <p:cNvSpPr txBox="1">
            <a:spLocks noChangeArrowheads="1"/>
          </p:cNvSpPr>
          <p:nvPr/>
        </p:nvSpPr>
        <p:spPr bwMode="auto">
          <a:xfrm>
            <a:off x="2057400" y="895350"/>
            <a:ext cx="1517650" cy="929639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(4)  </a:t>
            </a:r>
            <a:r>
              <a:rPr kumimoji="1"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功率</a:t>
            </a:r>
            <a:endParaRPr kumimoji="1" lang="zh-CN" altLang="en-US" sz="28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781" name="Text Box 4"/>
          <p:cNvSpPr txBox="1">
            <a:spLocks noChangeArrowheads="1"/>
          </p:cNvSpPr>
          <p:nvPr/>
        </p:nvSpPr>
        <p:spPr bwMode="auto">
          <a:xfrm>
            <a:off x="3863975" y="1343025"/>
            <a:ext cx="5315194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30000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， 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30000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kumimoji="1"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， 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i="1" baseline="-25000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i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30000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endParaRPr kumimoji="1"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782" name="Text Box 5"/>
          <p:cNvSpPr txBox="1">
            <a:spLocks noChangeArrowheads="1"/>
          </p:cNvSpPr>
          <p:nvPr/>
        </p:nvSpPr>
        <p:spPr bwMode="auto">
          <a:xfrm>
            <a:off x="3863975" y="2090878"/>
            <a:ext cx="5092456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: 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2 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: 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 : 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i="1" baseline="-25000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= 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1 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: 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2  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: 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 :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i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endParaRPr kumimoji="1" lang="en-US" altLang="zh-CN" sz="2800" b="1" baseline="30000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783" name="Text Box 6"/>
          <p:cNvSpPr txBox="1">
            <a:spLocks noChangeArrowheads="1"/>
          </p:cNvSpPr>
          <p:nvPr/>
        </p:nvSpPr>
        <p:spPr bwMode="auto">
          <a:xfrm>
            <a:off x="3768968" y="2865038"/>
            <a:ext cx="6289431" cy="240792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总功率     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30000" dirty="0">
                <a:latin typeface="Times New Roman" panose="02020603050405020304" pitchFamily="18" charset="0"/>
                <a:ea typeface="黑体" panose="02010609060101010101" pitchFamily="49" charset="-122"/>
              </a:rPr>
              <a:t>2 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= (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+ 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+ …+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i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n 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) 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30000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endParaRPr kumimoji="1" lang="en-US" altLang="zh-CN" sz="2800" b="1" baseline="30000" dirty="0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                   =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30000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30000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+ 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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800" b="1" i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30000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endParaRPr kumimoji="1" lang="en-US" altLang="zh-CN" sz="2800" b="1" baseline="30000" dirty="0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                   =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+ 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+ 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i="1" baseline="-25000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endParaRPr kumimoji="1"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endParaRPr kumimoji="1" lang="zh-CN" altLang="en-US" sz="2800" b="1" baseline="30000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784" name="Text Box 7"/>
          <p:cNvSpPr txBox="1">
            <a:spLocks noChangeArrowheads="1"/>
          </p:cNvSpPr>
          <p:nvPr/>
        </p:nvSpPr>
        <p:spPr bwMode="auto">
          <a:xfrm>
            <a:off x="2083594" y="4892390"/>
            <a:ext cx="8208962" cy="985521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 dirty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lang="en-US" altLang="zh-CN" sz="2400" b="1" dirty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zh-CN" altLang="en-US" sz="2400" b="1" dirty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） 电阻串连时，各电阻消耗的功率与电阻大小成正比</a:t>
            </a:r>
            <a:endParaRPr lang="zh-CN" altLang="en-US" sz="2400" b="1" dirty="0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lang="zh-CN" altLang="en-US" sz="2400" b="1" dirty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lang="en-US" altLang="zh-CN" sz="2400" b="1" dirty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zh-CN" altLang="en-US" sz="2400" b="1" dirty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） 等效电阻消耗的功率等于各串连电阻消耗功率的总和</a:t>
            </a:r>
            <a:endParaRPr lang="zh-CN" altLang="en-US" sz="2400" b="1" dirty="0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785" name="Text Box 8"/>
          <p:cNvSpPr txBox="1">
            <a:spLocks noChangeArrowheads="1"/>
          </p:cNvSpPr>
          <p:nvPr/>
        </p:nvSpPr>
        <p:spPr bwMode="auto">
          <a:xfrm>
            <a:off x="2083594" y="4258470"/>
            <a:ext cx="863600" cy="460375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表明</a:t>
            </a:r>
            <a:endParaRPr lang="zh-CN" altLang="en-US" sz="24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0171430" y="3600450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endParaRPr lang="zh-CN" alt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98" name="Text Box 3"/>
          <p:cNvSpPr txBox="1">
            <a:spLocks noChangeArrowheads="1"/>
          </p:cNvSpPr>
          <p:nvPr/>
        </p:nvSpPr>
        <p:spPr bwMode="auto">
          <a:xfrm>
            <a:off x="2563495" y="2064386"/>
            <a:ext cx="6553200" cy="114300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kumimoji="1"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rPr>
              <a:t>2.  </a:t>
            </a:r>
            <a:r>
              <a:rPr kumimoji="1" lang="zh-CN" altLang="en-US" sz="2800" b="1">
                <a:latin typeface="Times New Roman" panose="02020603050405020304" pitchFamily="18" charset="0"/>
                <a:ea typeface="黑体" panose="02010609060101010101" pitchFamily="49" charset="-122"/>
              </a:rPr>
              <a:t>电阻并联 </a:t>
            </a:r>
            <a:endParaRPr kumimoji="1" lang="zh-CN" altLang="en-US" sz="28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kumimoji="1"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rPr>
              <a:t>(Parallel Connection)</a:t>
            </a:r>
            <a:endParaRPr kumimoji="1" lang="en-US" altLang="zh-CN" sz="280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11" name="Text Box 42"/>
          <p:cNvSpPr txBox="1">
            <a:spLocks noChangeArrowheads="1"/>
          </p:cNvSpPr>
          <p:nvPr/>
        </p:nvSpPr>
        <p:spPr bwMode="auto">
          <a:xfrm>
            <a:off x="1919605" y="1256030"/>
            <a:ext cx="8273415" cy="177546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sz="28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思考：</a:t>
            </a:r>
            <a:endParaRPr kumimoji="1" lang="zh-CN" sz="2800" b="1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rPr>
              <a:t>    </a:t>
            </a:r>
            <a:r>
              <a:rPr kumimoji="1" lang="zh-CN" altLang="en-US" sz="2800" b="1">
                <a:latin typeface="Times New Roman" panose="02020603050405020304" pitchFamily="18" charset="0"/>
                <a:ea typeface="黑体" panose="02010609060101010101" pitchFamily="49" charset="-122"/>
              </a:rPr>
              <a:t>粗的导线相比细的导线对导电有什么影响？</a:t>
            </a:r>
            <a:endParaRPr kumimoji="1" lang="zh-CN" sz="28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rPr>
              <a:t>    </a:t>
            </a:r>
            <a:r>
              <a:rPr kumimoji="1" lang="zh-CN" altLang="en-US" sz="2800" b="1">
                <a:latin typeface="Times New Roman" panose="02020603050405020304" pitchFamily="18" charset="0"/>
                <a:ea typeface="黑体" panose="02010609060101010101" pitchFamily="49" charset="-122"/>
              </a:rPr>
              <a:t>将一组导线拧在一起对导电有什么影响？</a:t>
            </a:r>
            <a:endParaRPr kumimoji="1" lang="zh-CN" altLang="en-US" sz="28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3" name="Group 4"/>
          <p:cNvGrpSpPr/>
          <p:nvPr/>
        </p:nvGrpSpPr>
        <p:grpSpPr bwMode="auto">
          <a:xfrm>
            <a:off x="4297363" y="1182688"/>
            <a:ext cx="5735638" cy="2414588"/>
            <a:chOff x="1747" y="753"/>
            <a:chExt cx="3613" cy="1521"/>
          </a:xfrm>
        </p:grpSpPr>
        <p:sp>
          <p:nvSpPr>
            <p:cNvPr id="1048812" name="Text Box 5"/>
            <p:cNvSpPr txBox="1">
              <a:spLocks noChangeArrowheads="1"/>
            </p:cNvSpPr>
            <p:nvPr/>
          </p:nvSpPr>
          <p:spPr bwMode="auto">
            <a:xfrm>
              <a:off x="4915" y="1164"/>
              <a:ext cx="359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n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13" name="Line 6"/>
            <p:cNvSpPr>
              <a:spLocks noChangeShapeType="1"/>
            </p:cNvSpPr>
            <p:nvPr/>
          </p:nvSpPr>
          <p:spPr bwMode="auto">
            <a:xfrm>
              <a:off x="1991" y="1164"/>
              <a:ext cx="1223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14" name="Line 7"/>
            <p:cNvSpPr>
              <a:spLocks noChangeShapeType="1"/>
            </p:cNvSpPr>
            <p:nvPr/>
          </p:nvSpPr>
          <p:spPr bwMode="auto">
            <a:xfrm rot="-5400000">
              <a:off x="2051" y="1700"/>
              <a:ext cx="107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15" name="Line 8"/>
            <p:cNvSpPr>
              <a:spLocks noChangeShapeType="1"/>
            </p:cNvSpPr>
            <p:nvPr/>
          </p:nvSpPr>
          <p:spPr bwMode="auto">
            <a:xfrm rot="-5400000">
              <a:off x="2534" y="1700"/>
              <a:ext cx="107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16" name="Line 9"/>
            <p:cNvSpPr>
              <a:spLocks noChangeShapeType="1"/>
            </p:cNvSpPr>
            <p:nvPr/>
          </p:nvSpPr>
          <p:spPr bwMode="auto">
            <a:xfrm>
              <a:off x="1991" y="2236"/>
              <a:ext cx="1223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17" name="Line 10"/>
            <p:cNvSpPr>
              <a:spLocks noChangeShapeType="1"/>
            </p:cNvSpPr>
            <p:nvPr/>
          </p:nvSpPr>
          <p:spPr bwMode="auto">
            <a:xfrm>
              <a:off x="3214" y="1164"/>
              <a:ext cx="425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18" name="Line 11"/>
            <p:cNvSpPr>
              <a:spLocks noChangeShapeType="1"/>
            </p:cNvSpPr>
            <p:nvPr/>
          </p:nvSpPr>
          <p:spPr bwMode="auto">
            <a:xfrm>
              <a:off x="3229" y="2236"/>
              <a:ext cx="42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19" name="Line 12"/>
            <p:cNvSpPr>
              <a:spLocks noChangeShapeType="1"/>
            </p:cNvSpPr>
            <p:nvPr/>
          </p:nvSpPr>
          <p:spPr bwMode="auto">
            <a:xfrm>
              <a:off x="3655" y="1164"/>
              <a:ext cx="425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20" name="Line 13"/>
            <p:cNvSpPr>
              <a:spLocks noChangeShapeType="1"/>
            </p:cNvSpPr>
            <p:nvPr/>
          </p:nvSpPr>
          <p:spPr bwMode="auto">
            <a:xfrm rot="-5400000">
              <a:off x="3327" y="1700"/>
              <a:ext cx="107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21" name="Line 14"/>
            <p:cNvSpPr>
              <a:spLocks noChangeShapeType="1"/>
            </p:cNvSpPr>
            <p:nvPr/>
          </p:nvSpPr>
          <p:spPr bwMode="auto">
            <a:xfrm>
              <a:off x="3655" y="2236"/>
              <a:ext cx="425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22" name="Line 15"/>
            <p:cNvSpPr>
              <a:spLocks noChangeShapeType="1"/>
            </p:cNvSpPr>
            <p:nvPr/>
          </p:nvSpPr>
          <p:spPr bwMode="auto">
            <a:xfrm>
              <a:off x="4027" y="1164"/>
              <a:ext cx="425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23" name="Line 16"/>
            <p:cNvSpPr>
              <a:spLocks noChangeShapeType="1"/>
            </p:cNvSpPr>
            <p:nvPr/>
          </p:nvSpPr>
          <p:spPr bwMode="auto">
            <a:xfrm>
              <a:off x="4080" y="2236"/>
              <a:ext cx="425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24" name="Line 17"/>
            <p:cNvSpPr>
              <a:spLocks noChangeShapeType="1"/>
            </p:cNvSpPr>
            <p:nvPr/>
          </p:nvSpPr>
          <p:spPr bwMode="auto">
            <a:xfrm>
              <a:off x="4452" y="1164"/>
              <a:ext cx="37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25" name="Line 18"/>
            <p:cNvSpPr>
              <a:spLocks noChangeShapeType="1"/>
            </p:cNvSpPr>
            <p:nvPr/>
          </p:nvSpPr>
          <p:spPr bwMode="auto">
            <a:xfrm>
              <a:off x="4452" y="2236"/>
              <a:ext cx="37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26" name="Line 19"/>
            <p:cNvSpPr>
              <a:spLocks noChangeShapeType="1"/>
            </p:cNvSpPr>
            <p:nvPr/>
          </p:nvSpPr>
          <p:spPr bwMode="auto">
            <a:xfrm rot="-5400000">
              <a:off x="4288" y="1700"/>
              <a:ext cx="107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27" name="Rectangle 20"/>
            <p:cNvSpPr>
              <a:spLocks noChangeArrowheads="1"/>
            </p:cNvSpPr>
            <p:nvPr/>
          </p:nvSpPr>
          <p:spPr bwMode="auto">
            <a:xfrm>
              <a:off x="2232" y="1483"/>
              <a:ext cx="33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28" name="Rectangle 21"/>
            <p:cNvSpPr>
              <a:spLocks noChangeArrowheads="1"/>
            </p:cNvSpPr>
            <p:nvPr/>
          </p:nvSpPr>
          <p:spPr bwMode="auto">
            <a:xfrm>
              <a:off x="2678" y="1483"/>
              <a:ext cx="33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29" name="Rectangle 22"/>
            <p:cNvSpPr>
              <a:spLocks noChangeArrowheads="1"/>
            </p:cNvSpPr>
            <p:nvPr/>
          </p:nvSpPr>
          <p:spPr bwMode="auto">
            <a:xfrm>
              <a:off x="3475" y="1483"/>
              <a:ext cx="33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30" name="Rectangle 23"/>
            <p:cNvSpPr>
              <a:spLocks noChangeArrowheads="1"/>
            </p:cNvSpPr>
            <p:nvPr/>
          </p:nvSpPr>
          <p:spPr bwMode="auto">
            <a:xfrm>
              <a:off x="4444" y="1483"/>
              <a:ext cx="34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n</a:t>
              </a:r>
              <a:endPara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31" name="Line 24"/>
            <p:cNvSpPr>
              <a:spLocks noChangeShapeType="1"/>
            </p:cNvSpPr>
            <p:nvPr/>
          </p:nvSpPr>
          <p:spPr bwMode="auto">
            <a:xfrm>
              <a:off x="1991" y="1072"/>
              <a:ext cx="425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32" name="Text Box 25"/>
            <p:cNvSpPr txBox="1">
              <a:spLocks noChangeArrowheads="1"/>
            </p:cNvSpPr>
            <p:nvPr/>
          </p:nvSpPr>
          <p:spPr bwMode="auto">
            <a:xfrm>
              <a:off x="2078" y="753"/>
              <a:ext cx="17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33" name="Rectangle 26"/>
            <p:cNvSpPr>
              <a:spLocks noChangeArrowheads="1"/>
            </p:cNvSpPr>
            <p:nvPr/>
          </p:nvSpPr>
          <p:spPr bwMode="auto">
            <a:xfrm>
              <a:off x="1782" y="1107"/>
              <a:ext cx="243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CommonBullets" pitchFamily="34" charset="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CommonBullets" pitchFamily="34" charset="2"/>
              </a:endParaRPr>
            </a:p>
          </p:txBody>
        </p:sp>
        <p:sp>
          <p:nvSpPr>
            <p:cNvPr id="1048834" name="Text Box 27"/>
            <p:cNvSpPr txBox="1">
              <a:spLocks noChangeArrowheads="1"/>
            </p:cNvSpPr>
            <p:nvPr/>
          </p:nvSpPr>
          <p:spPr bwMode="auto">
            <a:xfrm>
              <a:off x="1747" y="1568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35" name="Rectangle 28"/>
            <p:cNvSpPr>
              <a:spLocks noChangeArrowheads="1"/>
            </p:cNvSpPr>
            <p:nvPr/>
          </p:nvSpPr>
          <p:spPr bwMode="auto">
            <a:xfrm>
              <a:off x="2999" y="1574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836" name="Rectangle 29"/>
            <p:cNvSpPr>
              <a:spLocks noChangeArrowheads="1"/>
            </p:cNvSpPr>
            <p:nvPr/>
          </p:nvSpPr>
          <p:spPr bwMode="auto">
            <a:xfrm>
              <a:off x="2525" y="1574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837" name="Rectangle 30"/>
            <p:cNvSpPr>
              <a:spLocks noChangeArrowheads="1"/>
            </p:cNvSpPr>
            <p:nvPr/>
          </p:nvSpPr>
          <p:spPr bwMode="auto">
            <a:xfrm>
              <a:off x="3796" y="1574"/>
              <a:ext cx="133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838" name="Rectangle 31"/>
            <p:cNvSpPr>
              <a:spLocks noChangeArrowheads="1"/>
            </p:cNvSpPr>
            <p:nvPr/>
          </p:nvSpPr>
          <p:spPr bwMode="auto">
            <a:xfrm>
              <a:off x="4758" y="1574"/>
              <a:ext cx="133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839" name="Line 32"/>
            <p:cNvSpPr>
              <a:spLocks noChangeShapeType="1"/>
            </p:cNvSpPr>
            <p:nvPr/>
          </p:nvSpPr>
          <p:spPr bwMode="auto">
            <a:xfrm>
              <a:off x="2682" y="1217"/>
              <a:ext cx="0" cy="28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40" name="Text Box 33"/>
            <p:cNvSpPr txBox="1">
              <a:spLocks noChangeArrowheads="1"/>
            </p:cNvSpPr>
            <p:nvPr/>
          </p:nvSpPr>
          <p:spPr bwMode="auto">
            <a:xfrm>
              <a:off x="2682" y="1153"/>
              <a:ext cx="359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41" name="Text Box 34"/>
            <p:cNvSpPr txBox="1">
              <a:spLocks noChangeArrowheads="1"/>
            </p:cNvSpPr>
            <p:nvPr/>
          </p:nvSpPr>
          <p:spPr bwMode="auto">
            <a:xfrm>
              <a:off x="3161" y="1153"/>
              <a:ext cx="35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42" name="Text Box 35"/>
            <p:cNvSpPr txBox="1">
              <a:spLocks noChangeArrowheads="1"/>
            </p:cNvSpPr>
            <p:nvPr/>
          </p:nvSpPr>
          <p:spPr bwMode="auto">
            <a:xfrm>
              <a:off x="4011" y="1164"/>
              <a:ext cx="359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43" name="Text Box 36"/>
            <p:cNvSpPr txBox="1">
              <a:spLocks noChangeArrowheads="1"/>
            </p:cNvSpPr>
            <p:nvPr/>
          </p:nvSpPr>
          <p:spPr bwMode="auto">
            <a:xfrm>
              <a:off x="1783" y="1854"/>
              <a:ext cx="212" cy="322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48844" name="Line 37"/>
            <p:cNvSpPr>
              <a:spLocks noChangeShapeType="1"/>
            </p:cNvSpPr>
            <p:nvPr/>
          </p:nvSpPr>
          <p:spPr bwMode="auto">
            <a:xfrm>
              <a:off x="3161" y="1243"/>
              <a:ext cx="0" cy="28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45" name="Line 38"/>
            <p:cNvSpPr>
              <a:spLocks noChangeShapeType="1"/>
            </p:cNvSpPr>
            <p:nvPr/>
          </p:nvSpPr>
          <p:spPr bwMode="auto">
            <a:xfrm>
              <a:off x="3958" y="1217"/>
              <a:ext cx="0" cy="28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46" name="Line 39"/>
            <p:cNvSpPr>
              <a:spLocks noChangeShapeType="1"/>
            </p:cNvSpPr>
            <p:nvPr/>
          </p:nvSpPr>
          <p:spPr bwMode="auto">
            <a:xfrm>
              <a:off x="4915" y="1164"/>
              <a:ext cx="0" cy="281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47" name="Oval 40"/>
            <p:cNvSpPr>
              <a:spLocks noChangeArrowheads="1"/>
            </p:cNvSpPr>
            <p:nvPr/>
          </p:nvSpPr>
          <p:spPr bwMode="auto">
            <a:xfrm>
              <a:off x="1922" y="2198"/>
              <a:ext cx="75" cy="76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848" name="Oval 41"/>
            <p:cNvSpPr>
              <a:spLocks noChangeArrowheads="1"/>
            </p:cNvSpPr>
            <p:nvPr/>
          </p:nvSpPr>
          <p:spPr bwMode="auto">
            <a:xfrm>
              <a:off x="1922" y="1126"/>
              <a:ext cx="75" cy="76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sp>
        <p:nvSpPr>
          <p:cNvPr id="1048849" name="Text Box 42"/>
          <p:cNvSpPr txBox="1">
            <a:spLocks noChangeArrowheads="1"/>
          </p:cNvSpPr>
          <p:nvPr/>
        </p:nvSpPr>
        <p:spPr bwMode="auto">
          <a:xfrm>
            <a:off x="1919289" y="1255713"/>
            <a:ext cx="236537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(1) 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电路特点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50" name="Text Box 43"/>
          <p:cNvSpPr txBox="1">
            <a:spLocks noChangeArrowheads="1"/>
          </p:cNvSpPr>
          <p:nvPr/>
        </p:nvSpPr>
        <p:spPr bwMode="auto">
          <a:xfrm>
            <a:off x="2351088" y="3921125"/>
            <a:ext cx="8316912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(a) </a:t>
            </a:r>
            <a:r>
              <a:rPr kumimoji="1" lang="zh-CN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各电阻两端分别接在一起，两端为同一电压 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KVL)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；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51" name="Text Box 44"/>
          <p:cNvSpPr txBox="1">
            <a:spLocks noChangeArrowheads="1"/>
          </p:cNvSpPr>
          <p:nvPr/>
        </p:nvSpPr>
        <p:spPr bwMode="auto">
          <a:xfrm>
            <a:off x="2351088" y="4711700"/>
            <a:ext cx="754380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(b) 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总电流等于流过各并联电阻的电流之和</a:t>
            </a:r>
            <a:r>
              <a:rPr kumimoji="1" lang="zh-CN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KCL)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52" name="Text Box 45"/>
          <p:cNvSpPr txBox="1">
            <a:spLocks noChangeArrowheads="1"/>
          </p:cNvSpPr>
          <p:nvPr/>
        </p:nvSpPr>
        <p:spPr bwMode="auto">
          <a:xfrm>
            <a:off x="3503614" y="5503864"/>
            <a:ext cx="4968875" cy="58356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3200" i="1" dirty="0" err="1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3200" i="1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黑体" panose="02010609060101010101" pitchFamily="49" charset="-122"/>
              </a:rPr>
              <a:t> = i</a:t>
            </a:r>
            <a:r>
              <a:rPr kumimoji="1" lang="en-US" altLang="zh-CN" sz="3200" baseline="-250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3200" i="1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黑体" panose="02010609060101010101" pitchFamily="49" charset="-122"/>
              </a:rPr>
              <a:t>+ i</a:t>
            </a:r>
            <a:r>
              <a:rPr kumimoji="1" lang="en-US" altLang="zh-CN" sz="3200" baseline="-250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3200" i="1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kumimoji="1" lang="en-US" altLang="zh-CN" sz="3200" i="1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黑体" panose="02010609060101010101" pitchFamily="49" charset="-122"/>
                <a:sym typeface="Math4" pitchFamily="2" charset="2"/>
              </a:rPr>
              <a:t> …</a:t>
            </a:r>
            <a:r>
              <a:rPr kumimoji="1" lang="en-US" altLang="zh-CN" sz="3200" i="1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黑体" panose="02010609060101010101" pitchFamily="49" charset="-122"/>
              </a:rPr>
              <a:t>+ </a:t>
            </a:r>
            <a:r>
              <a:rPr kumimoji="1" lang="en-US" altLang="zh-CN" sz="3200" i="1" dirty="0" err="1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3200" i="1" baseline="-25000" dirty="0" err="1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kumimoji="1" lang="en-US" altLang="zh-CN" sz="3200" i="1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黑体" panose="02010609060101010101" pitchFamily="49" charset="-122"/>
              </a:rPr>
              <a:t>+ …+i</a:t>
            </a:r>
            <a:r>
              <a:rPr kumimoji="1" lang="en-US" altLang="zh-CN" sz="3200" baseline="-250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endParaRPr kumimoji="1" lang="en-US" altLang="zh-CN" sz="3200" baseline="-250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5" name="Group 3"/>
          <p:cNvGrpSpPr/>
          <p:nvPr/>
        </p:nvGrpSpPr>
        <p:grpSpPr bwMode="auto">
          <a:xfrm>
            <a:off x="7369175" y="2216150"/>
            <a:ext cx="990600" cy="762000"/>
            <a:chOff x="3648" y="1008"/>
            <a:chExt cx="624" cy="480"/>
          </a:xfrm>
        </p:grpSpPr>
        <p:sp>
          <p:nvSpPr>
            <p:cNvPr id="1048853" name="AutoShape 4"/>
            <p:cNvSpPr>
              <a:spLocks noChangeArrowheads="1"/>
            </p:cNvSpPr>
            <p:nvPr/>
          </p:nvSpPr>
          <p:spPr bwMode="auto">
            <a:xfrm>
              <a:off x="3648" y="1200"/>
              <a:ext cx="624" cy="288"/>
            </a:xfrm>
            <a:prstGeom prst="rightArrow">
              <a:avLst>
                <a:gd name="adj1" fmla="val 50000"/>
                <a:gd name="adj2" fmla="val 54167"/>
              </a:avLst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854" name="Text Box 5"/>
            <p:cNvSpPr txBox="1">
              <a:spLocks noChangeArrowheads="1"/>
            </p:cNvSpPr>
            <p:nvPr/>
          </p:nvSpPr>
          <p:spPr bwMode="auto">
            <a:xfrm>
              <a:off x="3648" y="1008"/>
              <a:ext cx="52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等效</a:t>
              </a:r>
              <a:endParaRPr kumimoji="1" lang="zh-CN" altLang="en-US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8855" name="Text Box 6"/>
          <p:cNvSpPr txBox="1">
            <a:spLocks noChangeArrowheads="1"/>
          </p:cNvSpPr>
          <p:nvPr/>
        </p:nvSpPr>
        <p:spPr bwMode="auto">
          <a:xfrm>
            <a:off x="1895475" y="3906840"/>
            <a:ext cx="1557337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由</a:t>
            </a:r>
            <a:r>
              <a:rPr kumimoji="1" lang="en-US" altLang="zh-CN" sz="24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KCL:</a:t>
            </a:r>
            <a:endParaRPr kumimoji="1" lang="en-US" altLang="zh-CN" sz="24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56" name="Text Box 7"/>
          <p:cNvSpPr txBox="1">
            <a:spLocks noChangeArrowheads="1"/>
          </p:cNvSpPr>
          <p:nvPr/>
        </p:nvSpPr>
        <p:spPr bwMode="auto">
          <a:xfrm>
            <a:off x="3657600" y="4623118"/>
            <a:ext cx="3817938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 = i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 i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Math4" pitchFamily="2" charset="2"/>
              </a:rPr>
              <a:t> …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 i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k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 …+i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endParaRPr kumimoji="1" lang="en-US" altLang="zh-CN" sz="2800" b="1" baseline="-2500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57" name="Text Box 8"/>
          <p:cNvSpPr txBox="1">
            <a:spLocks noChangeArrowheads="1"/>
          </p:cNvSpPr>
          <p:nvPr/>
        </p:nvSpPr>
        <p:spPr bwMode="auto">
          <a:xfrm>
            <a:off x="3595054" y="5200333"/>
            <a:ext cx="8135937" cy="929639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=u/R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+u/R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Math4" pitchFamily="2" charset="2"/>
              </a:rPr>
              <a:t> …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+u/R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=u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(1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Math4" pitchFamily="2" charset="2"/>
              </a:rPr>
              <a:t>…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)=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uG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endParaRPr kumimoji="1" lang="en-US" altLang="zh-CN" sz="2800" b="1" i="1" baseline="-2500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858" name="Text Box 10"/>
          <p:cNvSpPr txBox="1">
            <a:spLocks noChangeArrowheads="1"/>
          </p:cNvSpPr>
          <p:nvPr/>
        </p:nvSpPr>
        <p:spPr bwMode="auto">
          <a:xfrm>
            <a:off x="1752600" y="1073150"/>
            <a:ext cx="2090738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(2) 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等效电阻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326" name="Group 11"/>
          <p:cNvGrpSpPr/>
          <p:nvPr/>
        </p:nvGrpSpPr>
        <p:grpSpPr bwMode="auto">
          <a:xfrm>
            <a:off x="8561388" y="1323975"/>
            <a:ext cx="1981200" cy="2530475"/>
            <a:chOff x="4272" y="288"/>
            <a:chExt cx="1248" cy="1594"/>
          </a:xfrm>
        </p:grpSpPr>
        <p:sp>
          <p:nvSpPr>
            <p:cNvPr id="1048859" name="Freeform 12"/>
            <p:cNvSpPr/>
            <p:nvPr/>
          </p:nvSpPr>
          <p:spPr bwMode="auto">
            <a:xfrm>
              <a:off x="4443" y="705"/>
              <a:ext cx="597" cy="2"/>
            </a:xfrm>
            <a:custGeom>
              <a:avLst/>
              <a:gdLst>
                <a:gd name="T0" fmla="*/ 0 w 597"/>
                <a:gd name="T1" fmla="*/ 0 h 2"/>
                <a:gd name="T2" fmla="*/ 597 w 597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7" h="2">
                  <a:moveTo>
                    <a:pt x="0" y="0"/>
                  </a:moveTo>
                  <a:lnTo>
                    <a:pt x="597" y="2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60" name="Freeform 13"/>
            <p:cNvSpPr/>
            <p:nvPr/>
          </p:nvSpPr>
          <p:spPr bwMode="auto">
            <a:xfrm>
              <a:off x="4479" y="1667"/>
              <a:ext cx="561" cy="1"/>
            </a:xfrm>
            <a:custGeom>
              <a:avLst/>
              <a:gdLst>
                <a:gd name="T0" fmla="*/ 0 w 561"/>
                <a:gd name="T1" fmla="*/ 1 h 1"/>
                <a:gd name="T2" fmla="*/ 561 w 56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1" h="1">
                  <a:moveTo>
                    <a:pt x="0" y="1"/>
                  </a:moveTo>
                  <a:lnTo>
                    <a:pt x="561" y="0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61" name="Freeform 14"/>
            <p:cNvSpPr/>
            <p:nvPr/>
          </p:nvSpPr>
          <p:spPr bwMode="auto">
            <a:xfrm>
              <a:off x="5040" y="702"/>
              <a:ext cx="3" cy="966"/>
            </a:xfrm>
            <a:custGeom>
              <a:avLst/>
              <a:gdLst>
                <a:gd name="T0" fmla="*/ 0 w 3"/>
                <a:gd name="T1" fmla="*/ 0 h 966"/>
                <a:gd name="T2" fmla="*/ 3 w 3"/>
                <a:gd name="T3" fmla="*/ 966 h 9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66">
                  <a:moveTo>
                    <a:pt x="0" y="0"/>
                  </a:moveTo>
                  <a:lnTo>
                    <a:pt x="3" y="966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62" name="Line 15"/>
            <p:cNvSpPr>
              <a:spLocks noChangeShapeType="1"/>
            </p:cNvSpPr>
            <p:nvPr/>
          </p:nvSpPr>
          <p:spPr bwMode="auto">
            <a:xfrm>
              <a:off x="4416" y="624"/>
              <a:ext cx="288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63" name="Text Box 16"/>
            <p:cNvSpPr txBox="1">
              <a:spLocks noChangeArrowheads="1"/>
            </p:cNvSpPr>
            <p:nvPr/>
          </p:nvSpPr>
          <p:spPr bwMode="auto">
            <a:xfrm>
              <a:off x="4272" y="768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64" name="Text Box 17"/>
            <p:cNvSpPr txBox="1">
              <a:spLocks noChangeArrowheads="1"/>
            </p:cNvSpPr>
            <p:nvPr/>
          </p:nvSpPr>
          <p:spPr bwMode="auto">
            <a:xfrm>
              <a:off x="4272" y="1056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65" name="Text Box 18"/>
            <p:cNvSpPr txBox="1">
              <a:spLocks noChangeArrowheads="1"/>
            </p:cNvSpPr>
            <p:nvPr/>
          </p:nvSpPr>
          <p:spPr bwMode="auto">
            <a:xfrm>
              <a:off x="4320" y="1296"/>
              <a:ext cx="192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48866" name="Text Box 19"/>
            <p:cNvSpPr txBox="1">
              <a:spLocks noChangeArrowheads="1"/>
            </p:cNvSpPr>
            <p:nvPr/>
          </p:nvSpPr>
          <p:spPr bwMode="auto">
            <a:xfrm>
              <a:off x="4464" y="288"/>
              <a:ext cx="19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67" name="Text Box 20"/>
            <p:cNvSpPr txBox="1">
              <a:spLocks noChangeArrowheads="1"/>
            </p:cNvSpPr>
            <p:nvPr/>
          </p:nvSpPr>
          <p:spPr bwMode="auto">
            <a:xfrm>
              <a:off x="5088" y="1008"/>
              <a:ext cx="43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eq</a:t>
              </a:r>
              <a:endPara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68" name="Rectangle 21"/>
            <p:cNvSpPr>
              <a:spLocks noChangeArrowheads="1"/>
            </p:cNvSpPr>
            <p:nvPr/>
          </p:nvSpPr>
          <p:spPr bwMode="auto">
            <a:xfrm>
              <a:off x="4980" y="1036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869" name="Oval 22"/>
            <p:cNvSpPr>
              <a:spLocks noChangeArrowheads="1"/>
            </p:cNvSpPr>
            <p:nvPr/>
          </p:nvSpPr>
          <p:spPr bwMode="auto">
            <a:xfrm>
              <a:off x="4416" y="1632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870" name="Oval 23"/>
            <p:cNvSpPr>
              <a:spLocks noChangeArrowheads="1"/>
            </p:cNvSpPr>
            <p:nvPr/>
          </p:nvSpPr>
          <p:spPr bwMode="auto">
            <a:xfrm>
              <a:off x="4368" y="672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sp>
        <p:nvSpPr>
          <p:cNvPr id="1048871" name="Text Box 25"/>
          <p:cNvSpPr txBox="1">
            <a:spLocks noChangeArrowheads="1"/>
          </p:cNvSpPr>
          <p:nvPr/>
        </p:nvSpPr>
        <p:spPr bwMode="auto">
          <a:xfrm>
            <a:off x="7086601" y="1893888"/>
            <a:ext cx="569913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-2500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endParaRPr kumimoji="1" lang="en-US" altLang="zh-CN" sz="2800" b="1" i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327" name="Group 26"/>
          <p:cNvGrpSpPr/>
          <p:nvPr/>
        </p:nvGrpSpPr>
        <p:grpSpPr bwMode="auto">
          <a:xfrm>
            <a:off x="2057400" y="1408113"/>
            <a:ext cx="5735636" cy="2247901"/>
            <a:chOff x="260" y="517"/>
            <a:chExt cx="3613" cy="1416"/>
          </a:xfrm>
        </p:grpSpPr>
        <p:sp>
          <p:nvSpPr>
            <p:cNvPr id="1048872" name="Line 27"/>
            <p:cNvSpPr>
              <a:spLocks noChangeShapeType="1"/>
            </p:cNvSpPr>
            <p:nvPr/>
          </p:nvSpPr>
          <p:spPr bwMode="auto">
            <a:xfrm>
              <a:off x="504" y="823"/>
              <a:ext cx="1223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73" name="Line 28"/>
            <p:cNvSpPr>
              <a:spLocks noChangeShapeType="1"/>
            </p:cNvSpPr>
            <p:nvPr/>
          </p:nvSpPr>
          <p:spPr bwMode="auto">
            <a:xfrm rot="-5400000">
              <a:off x="564" y="1359"/>
              <a:ext cx="107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74" name="Line 29"/>
            <p:cNvSpPr>
              <a:spLocks noChangeShapeType="1"/>
            </p:cNvSpPr>
            <p:nvPr/>
          </p:nvSpPr>
          <p:spPr bwMode="auto">
            <a:xfrm rot="-5400000">
              <a:off x="1047" y="1359"/>
              <a:ext cx="107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75" name="Line 30"/>
            <p:cNvSpPr>
              <a:spLocks noChangeShapeType="1"/>
            </p:cNvSpPr>
            <p:nvPr/>
          </p:nvSpPr>
          <p:spPr bwMode="auto">
            <a:xfrm>
              <a:off x="504" y="1895"/>
              <a:ext cx="1223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76" name="Line 31"/>
            <p:cNvSpPr>
              <a:spLocks noChangeShapeType="1"/>
            </p:cNvSpPr>
            <p:nvPr/>
          </p:nvSpPr>
          <p:spPr bwMode="auto">
            <a:xfrm>
              <a:off x="1727" y="823"/>
              <a:ext cx="425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77" name="Line 32"/>
            <p:cNvSpPr>
              <a:spLocks noChangeShapeType="1"/>
            </p:cNvSpPr>
            <p:nvPr/>
          </p:nvSpPr>
          <p:spPr bwMode="auto">
            <a:xfrm>
              <a:off x="1742" y="1895"/>
              <a:ext cx="42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78" name="Line 33"/>
            <p:cNvSpPr>
              <a:spLocks noChangeShapeType="1"/>
            </p:cNvSpPr>
            <p:nvPr/>
          </p:nvSpPr>
          <p:spPr bwMode="auto">
            <a:xfrm>
              <a:off x="2168" y="823"/>
              <a:ext cx="425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79" name="Line 34"/>
            <p:cNvSpPr>
              <a:spLocks noChangeShapeType="1"/>
            </p:cNvSpPr>
            <p:nvPr/>
          </p:nvSpPr>
          <p:spPr bwMode="auto">
            <a:xfrm rot="-5400000">
              <a:off x="1840" y="1359"/>
              <a:ext cx="107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80" name="Line 35"/>
            <p:cNvSpPr>
              <a:spLocks noChangeShapeType="1"/>
            </p:cNvSpPr>
            <p:nvPr/>
          </p:nvSpPr>
          <p:spPr bwMode="auto">
            <a:xfrm>
              <a:off x="2168" y="1895"/>
              <a:ext cx="425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81" name="Line 36"/>
            <p:cNvSpPr>
              <a:spLocks noChangeShapeType="1"/>
            </p:cNvSpPr>
            <p:nvPr/>
          </p:nvSpPr>
          <p:spPr bwMode="auto">
            <a:xfrm>
              <a:off x="2540" y="823"/>
              <a:ext cx="425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82" name="Line 37"/>
            <p:cNvSpPr>
              <a:spLocks noChangeShapeType="1"/>
            </p:cNvSpPr>
            <p:nvPr/>
          </p:nvSpPr>
          <p:spPr bwMode="auto">
            <a:xfrm>
              <a:off x="2593" y="1895"/>
              <a:ext cx="425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prstDash val="dash"/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83" name="Line 38"/>
            <p:cNvSpPr>
              <a:spLocks noChangeShapeType="1"/>
            </p:cNvSpPr>
            <p:nvPr/>
          </p:nvSpPr>
          <p:spPr bwMode="auto">
            <a:xfrm>
              <a:off x="2965" y="823"/>
              <a:ext cx="37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84" name="Line 39"/>
            <p:cNvSpPr>
              <a:spLocks noChangeShapeType="1"/>
            </p:cNvSpPr>
            <p:nvPr/>
          </p:nvSpPr>
          <p:spPr bwMode="auto">
            <a:xfrm>
              <a:off x="2965" y="1895"/>
              <a:ext cx="37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85" name="Line 40"/>
            <p:cNvSpPr>
              <a:spLocks noChangeShapeType="1"/>
            </p:cNvSpPr>
            <p:nvPr/>
          </p:nvSpPr>
          <p:spPr bwMode="auto">
            <a:xfrm rot="-5400000">
              <a:off x="2801" y="1359"/>
              <a:ext cx="107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86" name="Rectangle 41"/>
            <p:cNvSpPr>
              <a:spLocks noChangeArrowheads="1"/>
            </p:cNvSpPr>
            <p:nvPr/>
          </p:nvSpPr>
          <p:spPr bwMode="auto">
            <a:xfrm>
              <a:off x="745" y="1142"/>
              <a:ext cx="33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87" name="Rectangle 42"/>
            <p:cNvSpPr>
              <a:spLocks noChangeArrowheads="1"/>
            </p:cNvSpPr>
            <p:nvPr/>
          </p:nvSpPr>
          <p:spPr bwMode="auto">
            <a:xfrm>
              <a:off x="1191" y="1142"/>
              <a:ext cx="33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88" name="Rectangle 43"/>
            <p:cNvSpPr>
              <a:spLocks noChangeArrowheads="1"/>
            </p:cNvSpPr>
            <p:nvPr/>
          </p:nvSpPr>
          <p:spPr bwMode="auto">
            <a:xfrm>
              <a:off x="1988" y="1142"/>
              <a:ext cx="33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89" name="Rectangle 44"/>
            <p:cNvSpPr>
              <a:spLocks noChangeArrowheads="1"/>
            </p:cNvSpPr>
            <p:nvPr/>
          </p:nvSpPr>
          <p:spPr bwMode="auto">
            <a:xfrm>
              <a:off x="2957" y="1142"/>
              <a:ext cx="34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n</a:t>
              </a:r>
              <a:endPara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90" name="Line 45"/>
            <p:cNvSpPr>
              <a:spLocks noChangeShapeType="1"/>
            </p:cNvSpPr>
            <p:nvPr/>
          </p:nvSpPr>
          <p:spPr bwMode="auto">
            <a:xfrm>
              <a:off x="504" y="731"/>
              <a:ext cx="425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91" name="Text Box 46"/>
            <p:cNvSpPr txBox="1">
              <a:spLocks noChangeArrowheads="1"/>
            </p:cNvSpPr>
            <p:nvPr/>
          </p:nvSpPr>
          <p:spPr bwMode="auto">
            <a:xfrm>
              <a:off x="591" y="517"/>
              <a:ext cx="17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92" name="Rectangle 47"/>
            <p:cNvSpPr>
              <a:spLocks noChangeArrowheads="1"/>
            </p:cNvSpPr>
            <p:nvPr/>
          </p:nvSpPr>
          <p:spPr bwMode="auto">
            <a:xfrm>
              <a:off x="295" y="766"/>
              <a:ext cx="243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CommonBullets" pitchFamily="34" charset="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CommonBullets" pitchFamily="34" charset="2"/>
              </a:endParaRPr>
            </a:p>
          </p:txBody>
        </p:sp>
        <p:sp>
          <p:nvSpPr>
            <p:cNvPr id="1048893" name="Text Box 48"/>
            <p:cNvSpPr txBox="1">
              <a:spLocks noChangeArrowheads="1"/>
            </p:cNvSpPr>
            <p:nvPr/>
          </p:nvSpPr>
          <p:spPr bwMode="auto">
            <a:xfrm>
              <a:off x="260" y="1227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894" name="Rectangle 49"/>
            <p:cNvSpPr>
              <a:spLocks noChangeArrowheads="1"/>
            </p:cNvSpPr>
            <p:nvPr/>
          </p:nvSpPr>
          <p:spPr bwMode="auto">
            <a:xfrm>
              <a:off x="1512" y="1233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895" name="Rectangle 50"/>
            <p:cNvSpPr>
              <a:spLocks noChangeArrowheads="1"/>
            </p:cNvSpPr>
            <p:nvPr/>
          </p:nvSpPr>
          <p:spPr bwMode="auto">
            <a:xfrm>
              <a:off x="1038" y="1233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896" name="Rectangle 51"/>
            <p:cNvSpPr>
              <a:spLocks noChangeArrowheads="1"/>
            </p:cNvSpPr>
            <p:nvPr/>
          </p:nvSpPr>
          <p:spPr bwMode="auto">
            <a:xfrm>
              <a:off x="2309" y="1233"/>
              <a:ext cx="133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897" name="Rectangle 52"/>
            <p:cNvSpPr>
              <a:spLocks noChangeArrowheads="1"/>
            </p:cNvSpPr>
            <p:nvPr/>
          </p:nvSpPr>
          <p:spPr bwMode="auto">
            <a:xfrm>
              <a:off x="3271" y="1233"/>
              <a:ext cx="133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898" name="Line 53"/>
            <p:cNvSpPr>
              <a:spLocks noChangeShapeType="1"/>
            </p:cNvSpPr>
            <p:nvPr/>
          </p:nvSpPr>
          <p:spPr bwMode="auto">
            <a:xfrm>
              <a:off x="1195" y="876"/>
              <a:ext cx="0" cy="28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899" name="Text Box 54"/>
            <p:cNvSpPr txBox="1">
              <a:spLocks noChangeArrowheads="1"/>
            </p:cNvSpPr>
            <p:nvPr/>
          </p:nvSpPr>
          <p:spPr bwMode="auto">
            <a:xfrm>
              <a:off x="1202" y="799"/>
              <a:ext cx="359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00" name="Text Box 55"/>
            <p:cNvSpPr txBox="1">
              <a:spLocks noChangeArrowheads="1"/>
            </p:cNvSpPr>
            <p:nvPr/>
          </p:nvSpPr>
          <p:spPr bwMode="auto">
            <a:xfrm>
              <a:off x="1674" y="823"/>
              <a:ext cx="35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01" name="Text Box 56"/>
            <p:cNvSpPr txBox="1">
              <a:spLocks noChangeArrowheads="1"/>
            </p:cNvSpPr>
            <p:nvPr/>
          </p:nvSpPr>
          <p:spPr bwMode="auto">
            <a:xfrm>
              <a:off x="2524" y="823"/>
              <a:ext cx="359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k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02" name="Text Box 57"/>
            <p:cNvSpPr txBox="1">
              <a:spLocks noChangeArrowheads="1"/>
            </p:cNvSpPr>
            <p:nvPr/>
          </p:nvSpPr>
          <p:spPr bwMode="auto">
            <a:xfrm>
              <a:off x="296" y="1513"/>
              <a:ext cx="212" cy="322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48903" name="Line 58"/>
            <p:cNvSpPr>
              <a:spLocks noChangeShapeType="1"/>
            </p:cNvSpPr>
            <p:nvPr/>
          </p:nvSpPr>
          <p:spPr bwMode="auto">
            <a:xfrm>
              <a:off x="1674" y="876"/>
              <a:ext cx="0" cy="28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904" name="Line 59"/>
            <p:cNvSpPr>
              <a:spLocks noChangeShapeType="1"/>
            </p:cNvSpPr>
            <p:nvPr/>
          </p:nvSpPr>
          <p:spPr bwMode="auto">
            <a:xfrm>
              <a:off x="2471" y="876"/>
              <a:ext cx="0" cy="28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905" name="Line 60"/>
            <p:cNvSpPr>
              <a:spLocks noChangeShapeType="1"/>
            </p:cNvSpPr>
            <p:nvPr/>
          </p:nvSpPr>
          <p:spPr bwMode="auto">
            <a:xfrm>
              <a:off x="3428" y="823"/>
              <a:ext cx="0" cy="281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906" name="Oval 61"/>
            <p:cNvSpPr>
              <a:spLocks noChangeArrowheads="1"/>
            </p:cNvSpPr>
            <p:nvPr/>
          </p:nvSpPr>
          <p:spPr bwMode="auto">
            <a:xfrm>
              <a:off x="435" y="1857"/>
              <a:ext cx="75" cy="76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907" name="Oval 62"/>
            <p:cNvSpPr>
              <a:spLocks noChangeArrowheads="1"/>
            </p:cNvSpPr>
            <p:nvPr/>
          </p:nvSpPr>
          <p:spPr bwMode="auto">
            <a:xfrm>
              <a:off x="435" y="785"/>
              <a:ext cx="75" cy="76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20" name="Text Box 9"/>
          <p:cNvSpPr txBox="1">
            <a:spLocks noChangeArrowheads="1"/>
          </p:cNvSpPr>
          <p:nvPr/>
        </p:nvSpPr>
        <p:spPr bwMode="auto">
          <a:xfrm>
            <a:off x="2072640" y="1218565"/>
            <a:ext cx="2305050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 i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 =</a:t>
            </a:r>
            <a:r>
              <a:rPr kumimoji="1" lang="en-US" altLang="zh-CN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 </a:t>
            </a:r>
            <a:r>
              <a:rPr kumimoji="1" lang="en-US" altLang="zh-CN" sz="2400" b="1" i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 R</a:t>
            </a:r>
            <a:r>
              <a:rPr kumimoji="1"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为电导</a:t>
            </a:r>
            <a:endParaRPr kumimoji="1" lang="zh-CN" altLang="en-US" sz="24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921" name="Text Box 24"/>
          <p:cNvSpPr txBox="1">
            <a:spLocks noChangeArrowheads="1"/>
          </p:cNvSpPr>
          <p:nvPr/>
        </p:nvSpPr>
        <p:spPr bwMode="auto">
          <a:xfrm>
            <a:off x="2025015" y="3457893"/>
            <a:ext cx="5041900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等效电导等于并联的各电导之和</a:t>
            </a:r>
            <a:endParaRPr kumimoji="1" lang="zh-CN" altLang="en-US" sz="24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10" name="Object 63"/>
          <p:cNvGraphicFramePr>
            <a:graphicFrameLocks noChangeAspect="1"/>
          </p:cNvGraphicFramePr>
          <p:nvPr/>
        </p:nvGraphicFramePr>
        <p:xfrm>
          <a:off x="4320540" y="1779270"/>
          <a:ext cx="4706938" cy="9747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72" name="Equation" r:id="rId1" imgW="53340000" imgH="10363200" progId="Equation.DSMT4">
                  <p:embed/>
                </p:oleObj>
              </mc:Choice>
              <mc:Fallback>
                <p:oleObj name="Equation" r:id="rId1" imgW="53340000" imgH="10363200" progId="Equation.DSMT4">
                  <p:embed/>
                  <p:pic>
                    <p:nvPicPr>
                      <p:cNvPr id="0" name="图片 417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20540" y="1779270"/>
                        <a:ext cx="4706938" cy="9747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11" name="Object 64"/>
          <p:cNvGraphicFramePr>
            <a:graphicFrameLocks noChangeAspect="1"/>
          </p:cNvGraphicFramePr>
          <p:nvPr/>
        </p:nvGraphicFramePr>
        <p:xfrm>
          <a:off x="4320540" y="4288790"/>
          <a:ext cx="5822950" cy="992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73" name="Equation" r:id="rId3" imgW="66141600" imgH="10668000" progId="Equation.DSMT4">
                  <p:embed/>
                </p:oleObj>
              </mc:Choice>
              <mc:Fallback>
                <p:oleObj name="Equation" r:id="rId3" imgW="66141600" imgH="10668000" progId="Equation.DSMT4">
                  <p:embed/>
                  <p:pic>
                    <p:nvPicPr>
                      <p:cNvPr id="0" name="图片 417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20540" y="4288790"/>
                        <a:ext cx="5822950" cy="9921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22" name="Text Box 3"/>
          <p:cNvSpPr txBox="1">
            <a:spLocks noChangeArrowheads="1"/>
          </p:cNvSpPr>
          <p:nvPr/>
        </p:nvSpPr>
        <p:spPr bwMode="auto">
          <a:xfrm>
            <a:off x="1653065" y="1858329"/>
            <a:ext cx="4227512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kumimoji="1" lang="en-US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r>
              <a:rPr kumimoji="1"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） 并联电阻的电流分配</a:t>
            </a:r>
            <a:endParaRPr kumimoji="1" lang="zh-CN" altLang="en-US" sz="24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12" name="Object 4"/>
          <p:cNvGraphicFramePr>
            <a:graphicFrameLocks noChangeAspect="1"/>
          </p:cNvGraphicFramePr>
          <p:nvPr/>
        </p:nvGraphicFramePr>
        <p:xfrm>
          <a:off x="2217420" y="2580640"/>
          <a:ext cx="3098800" cy="1216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312" name="Equation" r:id="rId1" imgW="26517600" imgH="10058400" progId="Equation.DSMT4">
                  <p:embed/>
                </p:oleObj>
              </mc:Choice>
              <mc:Fallback>
                <p:oleObj name="Equation" r:id="rId1" imgW="26517600" imgH="10058400" progId="Equation.DSMT4">
                  <p:embed/>
                  <p:pic>
                    <p:nvPicPr>
                      <p:cNvPr id="0" name="图片 53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17420" y="2580640"/>
                        <a:ext cx="3098800" cy="12160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8923" name="AutoShape 6"/>
          <p:cNvSpPr>
            <a:spLocks noChangeArrowheads="1"/>
          </p:cNvSpPr>
          <p:nvPr/>
        </p:nvSpPr>
        <p:spPr bwMode="auto">
          <a:xfrm>
            <a:off x="7008496" y="2220279"/>
            <a:ext cx="2735263" cy="287337"/>
          </a:xfrm>
          <a:prstGeom prst="wedgeRoundRectCallout">
            <a:avLst>
              <a:gd name="adj1" fmla="val -43750"/>
              <a:gd name="adj2" fmla="val 70000"/>
              <a:gd name="adj3" fmla="val 16667"/>
            </a:avLst>
          </a:prstGeom>
          <a:noFill/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zh-CN" altLang="en-US" sz="2400" b="1">
              <a:solidFill>
                <a:srgbClr val="FFFF00"/>
              </a:solidFill>
              <a:ea typeface="仿宋_GB2312" pitchFamily="49" charset="-122"/>
            </a:endParaRPr>
          </a:p>
        </p:txBody>
      </p:sp>
      <p:sp>
        <p:nvSpPr>
          <p:cNvPr id="1048924" name="AutoShape 7" descr="羊皮纸"/>
          <p:cNvSpPr>
            <a:spLocks noChangeArrowheads="1"/>
          </p:cNvSpPr>
          <p:nvPr/>
        </p:nvSpPr>
        <p:spPr bwMode="auto">
          <a:xfrm>
            <a:off x="6719571" y="1859916"/>
            <a:ext cx="3529013" cy="576263"/>
          </a:xfrm>
          <a:prstGeom prst="wedgeRoundRectCallout">
            <a:avLst>
              <a:gd name="adj1" fmla="val -85852"/>
              <a:gd name="adj2" fmla="val 140634"/>
              <a:gd name="adj3" fmla="val 16667"/>
            </a:avLst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电流分配与电导成正比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925" name="AutoShape 8"/>
          <p:cNvSpPr>
            <a:spLocks noChangeArrowheads="1"/>
          </p:cNvSpPr>
          <p:nvPr/>
        </p:nvSpPr>
        <p:spPr bwMode="auto">
          <a:xfrm>
            <a:off x="5855970" y="3083878"/>
            <a:ext cx="935038" cy="215900"/>
          </a:xfrm>
          <a:prstGeom prst="rightArrow">
            <a:avLst>
              <a:gd name="adj1" fmla="val 50000"/>
              <a:gd name="adj2" fmla="val 108272"/>
            </a:avLst>
          </a:prstGeom>
          <a:solidFill>
            <a:srgbClr val="FF3300"/>
          </a:solidFill>
          <a:ln>
            <a:noFill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aphicFrame>
        <p:nvGraphicFramePr>
          <p:cNvPr id="4194313" name="Object 9"/>
          <p:cNvGraphicFramePr>
            <a:graphicFrameLocks noChangeAspect="1"/>
          </p:cNvGraphicFramePr>
          <p:nvPr/>
        </p:nvGraphicFramePr>
        <p:xfrm>
          <a:off x="7089458" y="2580640"/>
          <a:ext cx="1689100" cy="1216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313" name="Equation" r:id="rId4" imgW="14020800" imgH="10058400" progId="Equation.DSMT4">
                  <p:embed/>
                </p:oleObj>
              </mc:Choice>
              <mc:Fallback>
                <p:oleObj name="Equation" r:id="rId4" imgW="14020800" imgH="10058400" progId="Equation.DSMT4">
                  <p:embed/>
                  <p:pic>
                    <p:nvPicPr>
                      <p:cNvPr id="0" name="图片 53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089458" y="2580640"/>
                        <a:ext cx="1689100" cy="12160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38" name="Text Box 5"/>
          <p:cNvSpPr txBox="1">
            <a:spLocks noChangeArrowheads="1"/>
          </p:cNvSpPr>
          <p:nvPr/>
        </p:nvSpPr>
        <p:spPr bwMode="auto">
          <a:xfrm>
            <a:off x="2098358" y="1571943"/>
            <a:ext cx="3382962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对于两电阻并联，有：</a:t>
            </a:r>
            <a:endParaRPr kumimoji="1" lang="zh-CN" altLang="en-US" sz="24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14" name="Object 10"/>
          <p:cNvGraphicFramePr>
            <a:graphicFrameLocks noChangeAspect="1"/>
          </p:cNvGraphicFramePr>
          <p:nvPr/>
        </p:nvGraphicFramePr>
        <p:xfrm>
          <a:off x="5840095" y="2994343"/>
          <a:ext cx="4110038" cy="1144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314" name="Equation" r:id="rId1" imgW="38709600" imgH="10363200" progId="Equation.DSMT4">
                  <p:embed/>
                </p:oleObj>
              </mc:Choice>
              <mc:Fallback>
                <p:oleObj name="Equation" r:id="rId1" imgW="38709600" imgH="10363200" progId="Equation.DSMT4">
                  <p:embed/>
                  <p:pic>
                    <p:nvPicPr>
                      <p:cNvPr id="0" name="图片 53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840095" y="2994343"/>
                        <a:ext cx="4110038" cy="1144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15" name="Object 11"/>
          <p:cNvGraphicFramePr>
            <a:graphicFrameLocks noChangeAspect="1"/>
          </p:cNvGraphicFramePr>
          <p:nvPr/>
        </p:nvGraphicFramePr>
        <p:xfrm>
          <a:off x="3860483" y="4434205"/>
          <a:ext cx="5837237" cy="1181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315" name="Equation" r:id="rId3" imgW="53644800" imgH="10363200" progId="Equation.DSMT4">
                  <p:embed/>
                </p:oleObj>
              </mc:Choice>
              <mc:Fallback>
                <p:oleObj name="Equation" r:id="rId3" imgW="53644800" imgH="10363200" progId="Equation.DSMT4">
                  <p:embed/>
                  <p:pic>
                    <p:nvPicPr>
                      <p:cNvPr id="0" name="图片 53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60483" y="4434205"/>
                        <a:ext cx="5837237" cy="1181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16" name="Object 12"/>
          <p:cNvGraphicFramePr>
            <a:graphicFrameLocks noChangeAspect="1"/>
          </p:cNvGraphicFramePr>
          <p:nvPr/>
        </p:nvGraphicFramePr>
        <p:xfrm>
          <a:off x="5803583" y="1843405"/>
          <a:ext cx="4110037" cy="1103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316" name="Equation" r:id="rId5" imgW="40233600" imgH="10363200" progId="Equation.DSMT4">
                  <p:embed/>
                </p:oleObj>
              </mc:Choice>
              <mc:Fallback>
                <p:oleObj name="Equation" r:id="rId5" imgW="40233600" imgH="10363200" progId="Equation.DSMT4">
                  <p:embed/>
                  <p:pic>
                    <p:nvPicPr>
                      <p:cNvPr id="0" name="图片 53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803583" y="1843405"/>
                        <a:ext cx="4110037" cy="11033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69" name="Group 13"/>
          <p:cNvGrpSpPr/>
          <p:nvPr/>
        </p:nvGrpSpPr>
        <p:grpSpPr bwMode="auto">
          <a:xfrm>
            <a:off x="2092009" y="2075181"/>
            <a:ext cx="3292475" cy="2743200"/>
            <a:chOff x="427" y="1842"/>
            <a:chExt cx="2074" cy="1728"/>
          </a:xfrm>
        </p:grpSpPr>
        <p:sp>
          <p:nvSpPr>
            <p:cNvPr id="1048939" name="Line 14"/>
            <p:cNvSpPr>
              <a:spLocks noChangeShapeType="1"/>
            </p:cNvSpPr>
            <p:nvPr/>
          </p:nvSpPr>
          <p:spPr bwMode="auto">
            <a:xfrm>
              <a:off x="542" y="3216"/>
              <a:ext cx="144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940" name="Line 15"/>
            <p:cNvSpPr>
              <a:spLocks noChangeShapeType="1"/>
            </p:cNvSpPr>
            <p:nvPr/>
          </p:nvSpPr>
          <p:spPr bwMode="auto">
            <a:xfrm>
              <a:off x="527" y="2250"/>
              <a:ext cx="144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941" name="Line 16"/>
            <p:cNvSpPr>
              <a:spLocks noChangeShapeType="1"/>
            </p:cNvSpPr>
            <p:nvPr/>
          </p:nvSpPr>
          <p:spPr bwMode="auto">
            <a:xfrm>
              <a:off x="1005" y="2250"/>
              <a:ext cx="0" cy="96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942" name="Line 17"/>
            <p:cNvSpPr>
              <a:spLocks noChangeShapeType="1"/>
            </p:cNvSpPr>
            <p:nvPr/>
          </p:nvSpPr>
          <p:spPr bwMode="auto">
            <a:xfrm>
              <a:off x="1973" y="2250"/>
              <a:ext cx="0" cy="96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943" name="Rectangle 18"/>
            <p:cNvSpPr>
              <a:spLocks noChangeArrowheads="1"/>
            </p:cNvSpPr>
            <p:nvPr/>
          </p:nvSpPr>
          <p:spPr bwMode="auto">
            <a:xfrm>
              <a:off x="932" y="2617"/>
              <a:ext cx="116" cy="233"/>
            </a:xfrm>
            <a:prstGeom prst="rect">
              <a:avLst/>
            </a:prstGeom>
            <a:solidFill>
              <a:srgbClr val="FF9900"/>
            </a:solidFill>
            <a:ln w="1270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944" name="Rectangle 19"/>
            <p:cNvSpPr>
              <a:spLocks noChangeArrowheads="1"/>
            </p:cNvSpPr>
            <p:nvPr/>
          </p:nvSpPr>
          <p:spPr bwMode="auto">
            <a:xfrm>
              <a:off x="1901" y="2582"/>
              <a:ext cx="116" cy="233"/>
            </a:xfrm>
            <a:prstGeom prst="rect">
              <a:avLst/>
            </a:prstGeom>
            <a:solidFill>
              <a:srgbClr val="FF9900"/>
            </a:solidFill>
            <a:ln w="1270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8945" name="Text Box 20"/>
            <p:cNvSpPr txBox="1">
              <a:spLocks noChangeArrowheads="1"/>
            </p:cNvSpPr>
            <p:nvPr/>
          </p:nvSpPr>
          <p:spPr bwMode="auto">
            <a:xfrm>
              <a:off x="541" y="2474"/>
              <a:ext cx="545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46" name="Text Box 21"/>
            <p:cNvSpPr txBox="1">
              <a:spLocks noChangeArrowheads="1"/>
            </p:cNvSpPr>
            <p:nvPr/>
          </p:nvSpPr>
          <p:spPr bwMode="auto">
            <a:xfrm>
              <a:off x="1525" y="2409"/>
              <a:ext cx="583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800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47" name="Line 22"/>
            <p:cNvSpPr>
              <a:spLocks noChangeShapeType="1"/>
            </p:cNvSpPr>
            <p:nvPr/>
          </p:nvSpPr>
          <p:spPr bwMode="auto">
            <a:xfrm>
              <a:off x="1142" y="2381"/>
              <a:ext cx="0" cy="419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948" name="Line 23"/>
            <p:cNvSpPr>
              <a:spLocks noChangeShapeType="1"/>
            </p:cNvSpPr>
            <p:nvPr/>
          </p:nvSpPr>
          <p:spPr bwMode="auto">
            <a:xfrm rot="10800000">
              <a:off x="2125" y="2279"/>
              <a:ext cx="0" cy="484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949" name="Line 24"/>
            <p:cNvSpPr>
              <a:spLocks noChangeShapeType="1"/>
            </p:cNvSpPr>
            <p:nvPr/>
          </p:nvSpPr>
          <p:spPr bwMode="auto">
            <a:xfrm>
              <a:off x="585" y="2148"/>
              <a:ext cx="447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8950" name="Text Box 25"/>
            <p:cNvSpPr txBox="1">
              <a:spLocks noChangeArrowheads="1"/>
            </p:cNvSpPr>
            <p:nvPr/>
          </p:nvSpPr>
          <p:spPr bwMode="auto">
            <a:xfrm>
              <a:off x="1156" y="2264"/>
              <a:ext cx="347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51" name="Text Box 26"/>
            <p:cNvSpPr txBox="1">
              <a:spLocks noChangeArrowheads="1"/>
            </p:cNvSpPr>
            <p:nvPr/>
          </p:nvSpPr>
          <p:spPr bwMode="auto">
            <a:xfrm>
              <a:off x="2154" y="2160"/>
              <a:ext cx="347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52" name="Text Box 27"/>
            <p:cNvSpPr txBox="1">
              <a:spLocks noChangeArrowheads="1"/>
            </p:cNvSpPr>
            <p:nvPr/>
          </p:nvSpPr>
          <p:spPr bwMode="auto">
            <a:xfrm>
              <a:off x="704" y="1842"/>
              <a:ext cx="29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8953" name="Text Box 28"/>
            <p:cNvSpPr txBox="1">
              <a:spLocks noChangeArrowheads="1"/>
            </p:cNvSpPr>
            <p:nvPr/>
          </p:nvSpPr>
          <p:spPr bwMode="auto">
            <a:xfrm>
              <a:off x="445" y="2957"/>
              <a:ext cx="140" cy="58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bg1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º</a:t>
              </a:r>
              <a:endPara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8954" name="Text Box 29"/>
            <p:cNvSpPr txBox="1">
              <a:spLocks noChangeArrowheads="1"/>
            </p:cNvSpPr>
            <p:nvPr/>
          </p:nvSpPr>
          <p:spPr bwMode="auto">
            <a:xfrm>
              <a:off x="476" y="2983"/>
              <a:ext cx="140" cy="58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º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8955" name="Text Box 30"/>
            <p:cNvSpPr txBox="1">
              <a:spLocks noChangeArrowheads="1"/>
            </p:cNvSpPr>
            <p:nvPr/>
          </p:nvSpPr>
          <p:spPr bwMode="auto">
            <a:xfrm>
              <a:off x="427" y="2008"/>
              <a:ext cx="140" cy="58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º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56" name="Text Box 3"/>
          <p:cNvSpPr txBox="1">
            <a:spLocks noChangeArrowheads="1"/>
          </p:cNvSpPr>
          <p:nvPr/>
        </p:nvSpPr>
        <p:spPr bwMode="auto">
          <a:xfrm>
            <a:off x="360364" y="1114425"/>
            <a:ext cx="180657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4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） 功率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957" name="Text Box 4"/>
          <p:cNvSpPr txBox="1">
            <a:spLocks noChangeArrowheads="1"/>
          </p:cNvSpPr>
          <p:nvPr/>
        </p:nvSpPr>
        <p:spPr bwMode="auto">
          <a:xfrm>
            <a:off x="4638993" y="1114108"/>
            <a:ext cx="575945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2800" b="1" baseline="30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zh-CN" altLang="en-US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，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2800" b="1" baseline="30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zh-CN" altLang="en-US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kumimoji="1" lang="zh-CN" altLang="en-US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，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2800" b="1" baseline="30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endParaRPr kumimoji="1" lang="en-US" altLang="zh-CN" sz="28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958" name="Text Box 5"/>
          <p:cNvSpPr txBox="1">
            <a:spLocks noChangeArrowheads="1"/>
          </p:cNvSpPr>
          <p:nvPr/>
        </p:nvSpPr>
        <p:spPr bwMode="auto">
          <a:xfrm>
            <a:off x="4639310" y="1930718"/>
            <a:ext cx="532765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: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 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: 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 :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 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: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  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: 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 :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endParaRPr kumimoji="1" lang="en-US" altLang="zh-CN" sz="2800" b="1" baseline="3000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959" name="Text Box 6"/>
          <p:cNvSpPr txBox="1">
            <a:spLocks noChangeArrowheads="1"/>
          </p:cNvSpPr>
          <p:nvPr/>
        </p:nvSpPr>
        <p:spPr bwMode="auto">
          <a:xfrm>
            <a:off x="3288031" y="2580640"/>
            <a:ext cx="6480175" cy="240792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总功率</a:t>
            </a:r>
            <a:r>
              <a:rPr kumimoji="1" lang="zh-CN" altLang="en-US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eq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2800" b="1" baseline="30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 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 (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 …+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n 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2800" b="1" baseline="30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endParaRPr kumimoji="1" lang="en-US" altLang="zh-CN" sz="2800" b="1" baseline="3000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             =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2800" b="1" baseline="30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2800" b="1" baseline="30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 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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2800" b="1" baseline="30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endParaRPr kumimoji="1" lang="en-US" altLang="zh-CN" sz="2800" b="1" baseline="3000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             =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+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n</a:t>
            </a:r>
            <a:endParaRPr kumimoji="1" lang="en-US" altLang="zh-CN" sz="28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endParaRPr kumimoji="1" lang="zh-CN" altLang="en-US" sz="2800" b="1" baseline="3000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960" name="Text Box 7"/>
          <p:cNvSpPr txBox="1">
            <a:spLocks noChangeArrowheads="1"/>
          </p:cNvSpPr>
          <p:nvPr/>
        </p:nvSpPr>
        <p:spPr bwMode="auto">
          <a:xfrm>
            <a:off x="2063751" y="4941889"/>
            <a:ext cx="8208963" cy="985521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lang="en-US" altLang="zh-CN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） 电阻并连时，各电阻消耗的功率与电阻大小成反比</a:t>
            </a:r>
            <a:endParaRPr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lang="en-US" altLang="zh-CN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） 等效电阻消耗的功率等于各串连电阻消耗功率的总和</a:t>
            </a:r>
            <a:endParaRPr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8961" name="Text Box 8"/>
          <p:cNvSpPr txBox="1">
            <a:spLocks noChangeArrowheads="1"/>
          </p:cNvSpPr>
          <p:nvPr/>
        </p:nvSpPr>
        <p:spPr bwMode="auto">
          <a:xfrm>
            <a:off x="1992313" y="4149726"/>
            <a:ext cx="1008062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表明</a:t>
            </a:r>
            <a:endParaRPr lang="zh-CN" altLang="en-US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74" name="Text Box 3"/>
          <p:cNvSpPr txBox="1">
            <a:spLocks noChangeArrowheads="1"/>
          </p:cNvSpPr>
          <p:nvPr/>
        </p:nvSpPr>
        <p:spPr bwMode="auto">
          <a:xfrm>
            <a:off x="4422776" y="2214246"/>
            <a:ext cx="3097213" cy="177546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kumimoji="1"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rPr>
              <a:t>2-3</a:t>
            </a:r>
            <a:endParaRPr kumimoji="1" lang="en-US" altLang="zh-CN" sz="28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kumimoji="1" lang="zh-CN" altLang="en-US" sz="2800" b="1">
                <a:latin typeface="Times New Roman" panose="02020603050405020304" pitchFamily="18" charset="0"/>
                <a:ea typeface="黑体" panose="02010609060101010101" pitchFamily="49" charset="-122"/>
              </a:rPr>
              <a:t>电阻的串并联</a:t>
            </a:r>
            <a:endParaRPr kumimoji="1" lang="zh-CN" altLang="en-US" sz="28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kumimoji="1"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rPr>
              <a:t>p33</a:t>
            </a:r>
            <a:endParaRPr kumimoji="1" lang="en-US" altLang="zh-CN" sz="28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1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189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931545" y="944245"/>
            <a:ext cx="5351145" cy="4702175"/>
          </a:xfrm>
          <a:prstGeom prst="rect">
            <a:avLst/>
          </a:prstGeom>
        </p:spPr>
      </p:pic>
      <p:pic>
        <p:nvPicPr>
          <p:cNvPr id="2097190" name="图片 2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2355850" y="5646420"/>
            <a:ext cx="2143125" cy="600075"/>
          </a:xfrm>
          <a:prstGeom prst="rect">
            <a:avLst/>
          </a:prstGeom>
        </p:spPr>
      </p:pic>
      <p:sp>
        <p:nvSpPr>
          <p:cNvPr id="1048987" name="文本框 3"/>
          <p:cNvSpPr txBox="1"/>
          <p:nvPr/>
        </p:nvSpPr>
        <p:spPr>
          <a:xfrm>
            <a:off x="6282690" y="2654935"/>
            <a:ext cx="4874260" cy="891541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>
                <a:latin typeface="Times New Roman" panose="02020603050405020304" pitchFamily="18" charset="0"/>
                <a:ea typeface="黑体" panose="02010609060101010101" pitchFamily="49" charset="-122"/>
              </a:rPr>
              <a:t>思考：电路中串联并联的关系分析</a:t>
            </a:r>
            <a:endParaRPr lang="zh-CN" altLang="en-US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endParaRPr lang="zh-CN" altLang="en-US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r>
              <a:rPr lang="zh-CN" altLang="en-US">
                <a:latin typeface="Times New Roman" panose="02020603050405020304" pitchFamily="18" charset="0"/>
                <a:ea typeface="黑体" panose="02010609060101010101" pitchFamily="49" charset="-122"/>
              </a:rPr>
              <a:t>方法：看元器件端点的关系，和电流关系</a:t>
            </a:r>
            <a:endParaRPr lang="zh-CN" altLang="en-US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3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192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730250" y="1588770"/>
            <a:ext cx="10890250" cy="3373755"/>
          </a:xfrm>
          <a:prstGeom prst="rect">
            <a:avLst/>
          </a:prstGeom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12" name="Text Box 7"/>
          <p:cNvSpPr txBox="1">
            <a:spLocks noChangeArrowheads="1"/>
          </p:cNvSpPr>
          <p:nvPr/>
        </p:nvSpPr>
        <p:spPr bwMode="auto">
          <a:xfrm>
            <a:off x="2628266" y="2537460"/>
            <a:ext cx="4321175" cy="64516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600" b="1">
                <a:latin typeface="Times New Roman" panose="02020603050405020304" pitchFamily="18" charset="0"/>
                <a:ea typeface="黑体" panose="02010609060101010101" pitchFamily="49" charset="-122"/>
              </a:rPr>
              <a:t>补充例题</a:t>
            </a:r>
            <a:endParaRPr lang="zh-CN" altLang="en-US" sz="36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13" name="Text Box 4"/>
          <p:cNvSpPr txBox="1">
            <a:spLocks noChangeArrowheads="1"/>
          </p:cNvSpPr>
          <p:nvPr/>
        </p:nvSpPr>
        <p:spPr bwMode="auto">
          <a:xfrm>
            <a:off x="391160" y="1106805"/>
            <a:ext cx="1563370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014" name="Text Box 7"/>
          <p:cNvSpPr txBox="1">
            <a:spLocks noChangeArrowheads="1"/>
          </p:cNvSpPr>
          <p:nvPr/>
        </p:nvSpPr>
        <p:spPr bwMode="auto">
          <a:xfrm>
            <a:off x="2279651" y="1122045"/>
            <a:ext cx="432117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计算各支路的电压和电流。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452" name="Group 8"/>
          <p:cNvGrpSpPr/>
          <p:nvPr/>
        </p:nvGrpSpPr>
        <p:grpSpPr bwMode="auto">
          <a:xfrm>
            <a:off x="3215958" y="2262506"/>
            <a:ext cx="4970462" cy="2840038"/>
            <a:chOff x="67" y="1071"/>
            <a:chExt cx="3131" cy="1789"/>
          </a:xfrm>
        </p:grpSpPr>
        <p:sp>
          <p:nvSpPr>
            <p:cNvPr id="1049015" name="Text Box 9"/>
            <p:cNvSpPr txBox="1">
              <a:spLocks noChangeArrowheads="1"/>
            </p:cNvSpPr>
            <p:nvPr/>
          </p:nvSpPr>
          <p:spPr bwMode="auto">
            <a:xfrm>
              <a:off x="658" y="1071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16" name="Oval 10"/>
            <p:cNvSpPr>
              <a:spLocks noChangeArrowheads="1"/>
            </p:cNvSpPr>
            <p:nvPr/>
          </p:nvSpPr>
          <p:spPr bwMode="auto">
            <a:xfrm>
              <a:off x="567" y="1887"/>
              <a:ext cx="363" cy="317"/>
            </a:xfrm>
            <a:prstGeom prst="ellipse">
              <a:avLst/>
            </a:prstGeom>
            <a:solidFill>
              <a:srgbClr val="00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17" name="Rectangle 11"/>
            <p:cNvSpPr>
              <a:spLocks noChangeArrowheads="1"/>
            </p:cNvSpPr>
            <p:nvPr/>
          </p:nvSpPr>
          <p:spPr bwMode="auto">
            <a:xfrm>
              <a:off x="748" y="1570"/>
              <a:ext cx="817" cy="1043"/>
            </a:xfrm>
            <a:prstGeom prst="rect">
              <a:avLst/>
            </a:prstGeom>
            <a:noFill/>
            <a:ln w="38100">
              <a:solidFill>
                <a:srgbClr val="FFCC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18" name="Rectangle 12"/>
            <p:cNvSpPr>
              <a:spLocks noChangeArrowheads="1"/>
            </p:cNvSpPr>
            <p:nvPr/>
          </p:nvSpPr>
          <p:spPr bwMode="auto">
            <a:xfrm>
              <a:off x="2200" y="2114"/>
              <a:ext cx="499" cy="499"/>
            </a:xfrm>
            <a:prstGeom prst="rect">
              <a:avLst/>
            </a:prstGeom>
            <a:noFill/>
            <a:ln w="38100">
              <a:solidFill>
                <a:srgbClr val="FFCC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19" name="Line 13"/>
            <p:cNvSpPr>
              <a:spLocks noChangeShapeType="1"/>
            </p:cNvSpPr>
            <p:nvPr/>
          </p:nvSpPr>
          <p:spPr bwMode="auto">
            <a:xfrm>
              <a:off x="1565" y="1570"/>
              <a:ext cx="907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20" name="Line 14"/>
            <p:cNvSpPr>
              <a:spLocks noChangeShapeType="1"/>
            </p:cNvSpPr>
            <p:nvPr/>
          </p:nvSpPr>
          <p:spPr bwMode="auto">
            <a:xfrm>
              <a:off x="2472" y="1570"/>
              <a:ext cx="0" cy="54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21" name="Line 15"/>
            <p:cNvSpPr>
              <a:spLocks noChangeShapeType="1"/>
            </p:cNvSpPr>
            <p:nvPr/>
          </p:nvSpPr>
          <p:spPr bwMode="auto">
            <a:xfrm>
              <a:off x="1565" y="2613"/>
              <a:ext cx="680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22" name="Rectangle 16"/>
            <p:cNvSpPr>
              <a:spLocks noChangeArrowheads="1"/>
            </p:cNvSpPr>
            <p:nvPr/>
          </p:nvSpPr>
          <p:spPr bwMode="auto">
            <a:xfrm>
              <a:off x="1020" y="1479"/>
              <a:ext cx="318" cy="136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23" name="Rectangle 17"/>
            <p:cNvSpPr>
              <a:spLocks noChangeArrowheads="1"/>
            </p:cNvSpPr>
            <p:nvPr/>
          </p:nvSpPr>
          <p:spPr bwMode="auto">
            <a:xfrm>
              <a:off x="1020" y="1479"/>
              <a:ext cx="318" cy="136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24" name="Rectangle 18"/>
            <p:cNvSpPr>
              <a:spLocks noChangeArrowheads="1"/>
            </p:cNvSpPr>
            <p:nvPr/>
          </p:nvSpPr>
          <p:spPr bwMode="auto">
            <a:xfrm>
              <a:off x="2109" y="2205"/>
              <a:ext cx="137" cy="27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25" name="Rectangle 19"/>
            <p:cNvSpPr>
              <a:spLocks noChangeArrowheads="1"/>
            </p:cNvSpPr>
            <p:nvPr/>
          </p:nvSpPr>
          <p:spPr bwMode="auto">
            <a:xfrm>
              <a:off x="1520" y="1933"/>
              <a:ext cx="136" cy="318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26" name="Rectangle 20"/>
            <p:cNvSpPr>
              <a:spLocks noChangeArrowheads="1"/>
            </p:cNvSpPr>
            <p:nvPr/>
          </p:nvSpPr>
          <p:spPr bwMode="auto">
            <a:xfrm>
              <a:off x="2381" y="1706"/>
              <a:ext cx="136" cy="27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27" name="Rectangle 21"/>
            <p:cNvSpPr>
              <a:spLocks noChangeArrowheads="1"/>
            </p:cNvSpPr>
            <p:nvPr/>
          </p:nvSpPr>
          <p:spPr bwMode="auto">
            <a:xfrm>
              <a:off x="2608" y="2205"/>
              <a:ext cx="136" cy="27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28" name="Text Box 22"/>
            <p:cNvSpPr txBox="1">
              <a:spLocks noChangeArrowheads="1"/>
            </p:cNvSpPr>
            <p:nvPr/>
          </p:nvSpPr>
          <p:spPr bwMode="auto">
            <a:xfrm>
              <a:off x="340" y="1606"/>
              <a:ext cx="27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29" name="Text Box 23"/>
            <p:cNvSpPr txBox="1">
              <a:spLocks noChangeArrowheads="1"/>
            </p:cNvSpPr>
            <p:nvPr/>
          </p:nvSpPr>
          <p:spPr bwMode="auto">
            <a:xfrm>
              <a:off x="386" y="2069"/>
              <a:ext cx="272" cy="32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solidFill>
                    <a:schemeClr val="tx2"/>
                  </a:solidFill>
                  <a:ea typeface="仿宋_GB2312" pitchFamily="49" charset="-122"/>
                </a:rPr>
                <a:t>-</a:t>
              </a:r>
              <a:endParaRPr lang="en-US" altLang="zh-CN" sz="2800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49030" name="Line 24"/>
            <p:cNvSpPr>
              <a:spLocks noChangeShapeType="1"/>
            </p:cNvSpPr>
            <p:nvPr/>
          </p:nvSpPr>
          <p:spPr bwMode="auto">
            <a:xfrm>
              <a:off x="703" y="1433"/>
              <a:ext cx="227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31" name="Line 25"/>
            <p:cNvSpPr>
              <a:spLocks noChangeShapeType="1"/>
            </p:cNvSpPr>
            <p:nvPr/>
          </p:nvSpPr>
          <p:spPr bwMode="auto">
            <a:xfrm>
              <a:off x="1611" y="1615"/>
              <a:ext cx="0" cy="27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32" name="Line 26"/>
            <p:cNvSpPr>
              <a:spLocks noChangeShapeType="1"/>
            </p:cNvSpPr>
            <p:nvPr/>
          </p:nvSpPr>
          <p:spPr bwMode="auto">
            <a:xfrm>
              <a:off x="2835" y="2114"/>
              <a:ext cx="0" cy="27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33" name="Line 27"/>
            <p:cNvSpPr>
              <a:spLocks noChangeShapeType="1"/>
            </p:cNvSpPr>
            <p:nvPr/>
          </p:nvSpPr>
          <p:spPr bwMode="auto">
            <a:xfrm>
              <a:off x="2291" y="2159"/>
              <a:ext cx="0" cy="27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34" name="Line 28"/>
            <p:cNvSpPr>
              <a:spLocks noChangeShapeType="1"/>
            </p:cNvSpPr>
            <p:nvPr/>
          </p:nvSpPr>
          <p:spPr bwMode="auto">
            <a:xfrm>
              <a:off x="2563" y="1615"/>
              <a:ext cx="0" cy="27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35" name="Text Box 29"/>
            <p:cNvSpPr txBox="1">
              <a:spLocks noChangeArrowheads="1"/>
            </p:cNvSpPr>
            <p:nvPr/>
          </p:nvSpPr>
          <p:spPr bwMode="auto">
            <a:xfrm>
              <a:off x="1611" y="1561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36" name="Text Box 30"/>
            <p:cNvSpPr txBox="1">
              <a:spLocks noChangeArrowheads="1"/>
            </p:cNvSpPr>
            <p:nvPr/>
          </p:nvSpPr>
          <p:spPr bwMode="auto">
            <a:xfrm>
              <a:off x="2563" y="1515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37" name="Text Box 31"/>
            <p:cNvSpPr txBox="1">
              <a:spLocks noChangeArrowheads="1"/>
            </p:cNvSpPr>
            <p:nvPr/>
          </p:nvSpPr>
          <p:spPr bwMode="auto">
            <a:xfrm>
              <a:off x="2290" y="2114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38" name="Text Box 32"/>
            <p:cNvSpPr txBox="1">
              <a:spLocks noChangeArrowheads="1"/>
            </p:cNvSpPr>
            <p:nvPr/>
          </p:nvSpPr>
          <p:spPr bwMode="auto">
            <a:xfrm>
              <a:off x="2881" y="2114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39" name="Text Box 33"/>
            <p:cNvSpPr txBox="1">
              <a:spLocks noChangeArrowheads="1"/>
            </p:cNvSpPr>
            <p:nvPr/>
          </p:nvSpPr>
          <p:spPr bwMode="auto">
            <a:xfrm>
              <a:off x="1066" y="1932"/>
              <a:ext cx="54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18 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40" name="Text Box 34"/>
            <p:cNvSpPr txBox="1">
              <a:spLocks noChangeArrowheads="1"/>
            </p:cNvSpPr>
            <p:nvPr/>
          </p:nvSpPr>
          <p:spPr bwMode="auto">
            <a:xfrm>
              <a:off x="2019" y="1660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 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41" name="Text Box 35"/>
            <p:cNvSpPr txBox="1">
              <a:spLocks noChangeArrowheads="1"/>
            </p:cNvSpPr>
            <p:nvPr/>
          </p:nvSpPr>
          <p:spPr bwMode="auto">
            <a:xfrm>
              <a:off x="1021" y="1207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 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42" name="Text Box 36"/>
            <p:cNvSpPr txBox="1">
              <a:spLocks noChangeArrowheads="1"/>
            </p:cNvSpPr>
            <p:nvPr/>
          </p:nvSpPr>
          <p:spPr bwMode="auto">
            <a:xfrm>
              <a:off x="1792" y="2250"/>
              <a:ext cx="36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43" name="Text Box 37"/>
            <p:cNvSpPr txBox="1">
              <a:spLocks noChangeArrowheads="1"/>
            </p:cNvSpPr>
            <p:nvPr/>
          </p:nvSpPr>
          <p:spPr bwMode="auto">
            <a:xfrm>
              <a:off x="2699" y="2386"/>
              <a:ext cx="499" cy="474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 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44" name="Text Box 38"/>
            <p:cNvSpPr txBox="1">
              <a:spLocks noChangeArrowheads="1"/>
            </p:cNvSpPr>
            <p:nvPr/>
          </p:nvSpPr>
          <p:spPr bwMode="auto">
            <a:xfrm>
              <a:off x="67" y="1888"/>
              <a:ext cx="59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165V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045" name="Text Box 7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615556" y="73025"/>
            <a:ext cx="4321175" cy="64516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zh-CN" altLang="en-US" sz="3600" b="1">
                <a:latin typeface="Times New Roman" panose="02020603050405020304" pitchFamily="18" charset="0"/>
                <a:ea typeface="黑体" panose="02010609060101010101" pitchFamily="49" charset="-122"/>
              </a:rPr>
              <a:t>补充例题</a:t>
            </a:r>
            <a:endParaRPr lang="zh-CN" altLang="en-US" sz="36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58" name="Text Box 4"/>
          <p:cNvSpPr txBox="1">
            <a:spLocks noChangeArrowheads="1"/>
          </p:cNvSpPr>
          <p:nvPr/>
        </p:nvSpPr>
        <p:spPr bwMode="auto">
          <a:xfrm>
            <a:off x="391160" y="1106805"/>
            <a:ext cx="1563370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059" name="Line 6"/>
          <p:cNvSpPr>
            <a:spLocks noChangeShapeType="1"/>
          </p:cNvSpPr>
          <p:nvPr/>
        </p:nvSpPr>
        <p:spPr bwMode="auto">
          <a:xfrm>
            <a:off x="3648075" y="5156200"/>
            <a:ext cx="719138" cy="0"/>
          </a:xfrm>
          <a:prstGeom prst="line">
            <a:avLst/>
          </a:prstGeom>
          <a:noFill/>
          <a:ln>
            <a:noFill/>
          </a:ln>
          <a:effectLst/>
        </p:spPr>
        <p:txBody>
          <a:bodyPr/>
          <a:p>
            <a:endParaRPr lang="zh-CN" altLang="en-US"/>
          </a:p>
        </p:txBody>
      </p:sp>
      <p:sp>
        <p:nvSpPr>
          <p:cNvPr id="1049060" name="Text Box 7"/>
          <p:cNvSpPr txBox="1">
            <a:spLocks noChangeArrowheads="1"/>
          </p:cNvSpPr>
          <p:nvPr/>
        </p:nvSpPr>
        <p:spPr bwMode="auto">
          <a:xfrm>
            <a:off x="2927351" y="1196975"/>
            <a:ext cx="432117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计算各支路的电压和电流。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473" name="Group 8"/>
          <p:cNvGrpSpPr/>
          <p:nvPr/>
        </p:nvGrpSpPr>
        <p:grpSpPr bwMode="auto">
          <a:xfrm>
            <a:off x="1630363" y="1412876"/>
            <a:ext cx="4970462" cy="2840038"/>
            <a:chOff x="67" y="1071"/>
            <a:chExt cx="3131" cy="1789"/>
          </a:xfrm>
        </p:grpSpPr>
        <p:sp>
          <p:nvSpPr>
            <p:cNvPr id="1049061" name="Text Box 9"/>
            <p:cNvSpPr txBox="1">
              <a:spLocks noChangeArrowheads="1"/>
            </p:cNvSpPr>
            <p:nvPr/>
          </p:nvSpPr>
          <p:spPr bwMode="auto">
            <a:xfrm>
              <a:off x="658" y="1071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62" name="Oval 10"/>
            <p:cNvSpPr>
              <a:spLocks noChangeArrowheads="1"/>
            </p:cNvSpPr>
            <p:nvPr/>
          </p:nvSpPr>
          <p:spPr bwMode="auto">
            <a:xfrm>
              <a:off x="567" y="1887"/>
              <a:ext cx="363" cy="317"/>
            </a:xfrm>
            <a:prstGeom prst="ellipse">
              <a:avLst/>
            </a:prstGeom>
            <a:solidFill>
              <a:srgbClr val="00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63" name="Rectangle 11"/>
            <p:cNvSpPr>
              <a:spLocks noChangeArrowheads="1"/>
            </p:cNvSpPr>
            <p:nvPr/>
          </p:nvSpPr>
          <p:spPr bwMode="auto">
            <a:xfrm>
              <a:off x="748" y="1570"/>
              <a:ext cx="817" cy="1043"/>
            </a:xfrm>
            <a:prstGeom prst="rect">
              <a:avLst/>
            </a:prstGeom>
            <a:noFill/>
            <a:ln w="38100">
              <a:solidFill>
                <a:srgbClr val="FFCC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64" name="Rectangle 12"/>
            <p:cNvSpPr>
              <a:spLocks noChangeArrowheads="1"/>
            </p:cNvSpPr>
            <p:nvPr/>
          </p:nvSpPr>
          <p:spPr bwMode="auto">
            <a:xfrm>
              <a:off x="2200" y="2114"/>
              <a:ext cx="499" cy="499"/>
            </a:xfrm>
            <a:prstGeom prst="rect">
              <a:avLst/>
            </a:prstGeom>
            <a:noFill/>
            <a:ln w="38100">
              <a:solidFill>
                <a:srgbClr val="FFCC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65" name="Line 13"/>
            <p:cNvSpPr>
              <a:spLocks noChangeShapeType="1"/>
            </p:cNvSpPr>
            <p:nvPr/>
          </p:nvSpPr>
          <p:spPr bwMode="auto">
            <a:xfrm>
              <a:off x="1565" y="1570"/>
              <a:ext cx="907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66" name="Line 14"/>
            <p:cNvSpPr>
              <a:spLocks noChangeShapeType="1"/>
            </p:cNvSpPr>
            <p:nvPr/>
          </p:nvSpPr>
          <p:spPr bwMode="auto">
            <a:xfrm>
              <a:off x="2472" y="1570"/>
              <a:ext cx="0" cy="54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67" name="Line 15"/>
            <p:cNvSpPr>
              <a:spLocks noChangeShapeType="1"/>
            </p:cNvSpPr>
            <p:nvPr/>
          </p:nvSpPr>
          <p:spPr bwMode="auto">
            <a:xfrm>
              <a:off x="1565" y="2613"/>
              <a:ext cx="680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68" name="Rectangle 16"/>
            <p:cNvSpPr>
              <a:spLocks noChangeArrowheads="1"/>
            </p:cNvSpPr>
            <p:nvPr/>
          </p:nvSpPr>
          <p:spPr bwMode="auto">
            <a:xfrm>
              <a:off x="1020" y="1479"/>
              <a:ext cx="318" cy="136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69" name="Rectangle 17"/>
            <p:cNvSpPr>
              <a:spLocks noChangeArrowheads="1"/>
            </p:cNvSpPr>
            <p:nvPr/>
          </p:nvSpPr>
          <p:spPr bwMode="auto">
            <a:xfrm>
              <a:off x="1020" y="1479"/>
              <a:ext cx="318" cy="136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70" name="Rectangle 18"/>
            <p:cNvSpPr>
              <a:spLocks noChangeArrowheads="1"/>
            </p:cNvSpPr>
            <p:nvPr/>
          </p:nvSpPr>
          <p:spPr bwMode="auto">
            <a:xfrm>
              <a:off x="2109" y="2205"/>
              <a:ext cx="137" cy="27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71" name="Rectangle 19"/>
            <p:cNvSpPr>
              <a:spLocks noChangeArrowheads="1"/>
            </p:cNvSpPr>
            <p:nvPr/>
          </p:nvSpPr>
          <p:spPr bwMode="auto">
            <a:xfrm>
              <a:off x="1520" y="1933"/>
              <a:ext cx="136" cy="318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72" name="Rectangle 20"/>
            <p:cNvSpPr>
              <a:spLocks noChangeArrowheads="1"/>
            </p:cNvSpPr>
            <p:nvPr/>
          </p:nvSpPr>
          <p:spPr bwMode="auto">
            <a:xfrm>
              <a:off x="2381" y="1706"/>
              <a:ext cx="136" cy="27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73" name="Rectangle 21"/>
            <p:cNvSpPr>
              <a:spLocks noChangeArrowheads="1"/>
            </p:cNvSpPr>
            <p:nvPr/>
          </p:nvSpPr>
          <p:spPr bwMode="auto">
            <a:xfrm>
              <a:off x="2608" y="2205"/>
              <a:ext cx="136" cy="27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74" name="Text Box 22"/>
            <p:cNvSpPr txBox="1">
              <a:spLocks noChangeArrowheads="1"/>
            </p:cNvSpPr>
            <p:nvPr/>
          </p:nvSpPr>
          <p:spPr bwMode="auto">
            <a:xfrm>
              <a:off x="340" y="1606"/>
              <a:ext cx="27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75" name="Text Box 23"/>
            <p:cNvSpPr txBox="1">
              <a:spLocks noChangeArrowheads="1"/>
            </p:cNvSpPr>
            <p:nvPr/>
          </p:nvSpPr>
          <p:spPr bwMode="auto">
            <a:xfrm>
              <a:off x="386" y="2069"/>
              <a:ext cx="272" cy="32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solidFill>
                    <a:schemeClr val="tx2"/>
                  </a:solidFill>
                  <a:ea typeface="仿宋_GB2312" pitchFamily="49" charset="-122"/>
                </a:rPr>
                <a:t>-</a:t>
              </a:r>
              <a:endParaRPr lang="en-US" altLang="zh-CN" sz="2800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49076" name="Line 24"/>
            <p:cNvSpPr>
              <a:spLocks noChangeShapeType="1"/>
            </p:cNvSpPr>
            <p:nvPr/>
          </p:nvSpPr>
          <p:spPr bwMode="auto">
            <a:xfrm>
              <a:off x="703" y="1433"/>
              <a:ext cx="227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77" name="Line 25"/>
            <p:cNvSpPr>
              <a:spLocks noChangeShapeType="1"/>
            </p:cNvSpPr>
            <p:nvPr/>
          </p:nvSpPr>
          <p:spPr bwMode="auto">
            <a:xfrm>
              <a:off x="1611" y="1615"/>
              <a:ext cx="0" cy="27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78" name="Line 26"/>
            <p:cNvSpPr>
              <a:spLocks noChangeShapeType="1"/>
            </p:cNvSpPr>
            <p:nvPr/>
          </p:nvSpPr>
          <p:spPr bwMode="auto">
            <a:xfrm>
              <a:off x="2835" y="2114"/>
              <a:ext cx="0" cy="27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79" name="Line 27"/>
            <p:cNvSpPr>
              <a:spLocks noChangeShapeType="1"/>
            </p:cNvSpPr>
            <p:nvPr/>
          </p:nvSpPr>
          <p:spPr bwMode="auto">
            <a:xfrm>
              <a:off x="2291" y="2159"/>
              <a:ext cx="0" cy="27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80" name="Line 28"/>
            <p:cNvSpPr>
              <a:spLocks noChangeShapeType="1"/>
            </p:cNvSpPr>
            <p:nvPr/>
          </p:nvSpPr>
          <p:spPr bwMode="auto">
            <a:xfrm>
              <a:off x="2563" y="1615"/>
              <a:ext cx="0" cy="27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81" name="Text Box 29"/>
            <p:cNvSpPr txBox="1">
              <a:spLocks noChangeArrowheads="1"/>
            </p:cNvSpPr>
            <p:nvPr/>
          </p:nvSpPr>
          <p:spPr bwMode="auto">
            <a:xfrm>
              <a:off x="1611" y="1561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82" name="Text Box 30"/>
            <p:cNvSpPr txBox="1">
              <a:spLocks noChangeArrowheads="1"/>
            </p:cNvSpPr>
            <p:nvPr/>
          </p:nvSpPr>
          <p:spPr bwMode="auto">
            <a:xfrm>
              <a:off x="2563" y="1515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83" name="Text Box 31"/>
            <p:cNvSpPr txBox="1">
              <a:spLocks noChangeArrowheads="1"/>
            </p:cNvSpPr>
            <p:nvPr/>
          </p:nvSpPr>
          <p:spPr bwMode="auto">
            <a:xfrm>
              <a:off x="2290" y="2114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84" name="Text Box 32"/>
            <p:cNvSpPr txBox="1">
              <a:spLocks noChangeArrowheads="1"/>
            </p:cNvSpPr>
            <p:nvPr/>
          </p:nvSpPr>
          <p:spPr bwMode="auto">
            <a:xfrm>
              <a:off x="2881" y="2114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85" name="Text Box 33"/>
            <p:cNvSpPr txBox="1">
              <a:spLocks noChangeArrowheads="1"/>
            </p:cNvSpPr>
            <p:nvPr/>
          </p:nvSpPr>
          <p:spPr bwMode="auto">
            <a:xfrm>
              <a:off x="1066" y="1932"/>
              <a:ext cx="54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18 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86" name="Text Box 34"/>
            <p:cNvSpPr txBox="1">
              <a:spLocks noChangeArrowheads="1"/>
            </p:cNvSpPr>
            <p:nvPr/>
          </p:nvSpPr>
          <p:spPr bwMode="auto">
            <a:xfrm>
              <a:off x="2019" y="1660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 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87" name="Text Box 35"/>
            <p:cNvSpPr txBox="1">
              <a:spLocks noChangeArrowheads="1"/>
            </p:cNvSpPr>
            <p:nvPr/>
          </p:nvSpPr>
          <p:spPr bwMode="auto">
            <a:xfrm>
              <a:off x="1021" y="1207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 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88" name="Text Box 36"/>
            <p:cNvSpPr txBox="1">
              <a:spLocks noChangeArrowheads="1"/>
            </p:cNvSpPr>
            <p:nvPr/>
          </p:nvSpPr>
          <p:spPr bwMode="auto">
            <a:xfrm>
              <a:off x="1792" y="2250"/>
              <a:ext cx="36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89" name="Text Box 37"/>
            <p:cNvSpPr txBox="1">
              <a:spLocks noChangeArrowheads="1"/>
            </p:cNvSpPr>
            <p:nvPr/>
          </p:nvSpPr>
          <p:spPr bwMode="auto">
            <a:xfrm>
              <a:off x="2699" y="2386"/>
              <a:ext cx="499" cy="474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 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090" name="Text Box 38"/>
            <p:cNvSpPr txBox="1">
              <a:spLocks noChangeArrowheads="1"/>
            </p:cNvSpPr>
            <p:nvPr/>
          </p:nvSpPr>
          <p:spPr bwMode="auto">
            <a:xfrm>
              <a:off x="67" y="1888"/>
              <a:ext cx="59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165V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474" name="Group 39"/>
          <p:cNvGrpSpPr/>
          <p:nvPr/>
        </p:nvGrpSpPr>
        <p:grpSpPr bwMode="auto">
          <a:xfrm>
            <a:off x="6240464" y="1412876"/>
            <a:ext cx="4424362" cy="2663825"/>
            <a:chOff x="2971" y="1071"/>
            <a:chExt cx="2787" cy="1678"/>
          </a:xfrm>
        </p:grpSpPr>
        <p:sp>
          <p:nvSpPr>
            <p:cNvPr id="1049091" name="Text Box 40"/>
            <p:cNvSpPr txBox="1">
              <a:spLocks noChangeArrowheads="1"/>
            </p:cNvSpPr>
            <p:nvPr/>
          </p:nvSpPr>
          <p:spPr bwMode="auto">
            <a:xfrm>
              <a:off x="3722" y="1071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92" name="Oval 41"/>
            <p:cNvSpPr>
              <a:spLocks noChangeArrowheads="1"/>
            </p:cNvSpPr>
            <p:nvPr/>
          </p:nvSpPr>
          <p:spPr bwMode="auto">
            <a:xfrm>
              <a:off x="2971" y="2341"/>
              <a:ext cx="318" cy="408"/>
            </a:xfrm>
            <a:prstGeom prst="ellipse">
              <a:avLst/>
            </a:prstGeom>
            <a:noFill/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93" name="AutoShape 42"/>
            <p:cNvSpPr>
              <a:spLocks noChangeArrowheads="1"/>
            </p:cNvSpPr>
            <p:nvPr/>
          </p:nvSpPr>
          <p:spPr bwMode="auto">
            <a:xfrm>
              <a:off x="2971" y="1480"/>
              <a:ext cx="499" cy="136"/>
            </a:xfrm>
            <a:prstGeom prst="rightArrow">
              <a:avLst>
                <a:gd name="adj1" fmla="val 50000"/>
                <a:gd name="adj2" fmla="val 91728"/>
              </a:avLst>
            </a:prstGeom>
            <a:solidFill>
              <a:srgbClr val="FF33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94" name="Text Box 43"/>
            <p:cNvSpPr txBox="1">
              <a:spLocks noChangeArrowheads="1"/>
            </p:cNvSpPr>
            <p:nvPr/>
          </p:nvSpPr>
          <p:spPr bwMode="auto">
            <a:xfrm>
              <a:off x="3145" y="1907"/>
              <a:ext cx="599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165</a:t>
              </a:r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V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095" name="Oval 44"/>
            <p:cNvSpPr>
              <a:spLocks noChangeArrowheads="1"/>
            </p:cNvSpPr>
            <p:nvPr/>
          </p:nvSpPr>
          <p:spPr bwMode="auto">
            <a:xfrm>
              <a:off x="3636" y="1862"/>
              <a:ext cx="342" cy="307"/>
            </a:xfrm>
            <a:prstGeom prst="ellipse">
              <a:avLst/>
            </a:prstGeom>
            <a:solidFill>
              <a:srgbClr val="00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96" name="Rectangle 45"/>
            <p:cNvSpPr>
              <a:spLocks noChangeArrowheads="1"/>
            </p:cNvSpPr>
            <p:nvPr/>
          </p:nvSpPr>
          <p:spPr bwMode="auto">
            <a:xfrm>
              <a:off x="3807" y="1555"/>
              <a:ext cx="770" cy="1011"/>
            </a:xfrm>
            <a:prstGeom prst="rect">
              <a:avLst/>
            </a:prstGeom>
            <a:noFill/>
            <a:ln w="38100">
              <a:solidFill>
                <a:srgbClr val="FFCC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097" name="Line 46"/>
            <p:cNvSpPr>
              <a:spLocks noChangeShapeType="1"/>
            </p:cNvSpPr>
            <p:nvPr/>
          </p:nvSpPr>
          <p:spPr bwMode="auto">
            <a:xfrm>
              <a:off x="4577" y="1555"/>
              <a:ext cx="855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98" name="Line 47"/>
            <p:cNvSpPr>
              <a:spLocks noChangeShapeType="1"/>
            </p:cNvSpPr>
            <p:nvPr/>
          </p:nvSpPr>
          <p:spPr bwMode="auto">
            <a:xfrm flipH="1">
              <a:off x="5411" y="1555"/>
              <a:ext cx="21" cy="1012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099" name="Line 48"/>
            <p:cNvSpPr>
              <a:spLocks noChangeShapeType="1"/>
            </p:cNvSpPr>
            <p:nvPr/>
          </p:nvSpPr>
          <p:spPr bwMode="auto">
            <a:xfrm>
              <a:off x="4577" y="2566"/>
              <a:ext cx="792" cy="1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100" name="Rectangle 49"/>
            <p:cNvSpPr>
              <a:spLocks noChangeArrowheads="1"/>
            </p:cNvSpPr>
            <p:nvPr/>
          </p:nvSpPr>
          <p:spPr bwMode="auto">
            <a:xfrm>
              <a:off x="4063" y="1467"/>
              <a:ext cx="300" cy="131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01" name="Rectangle 50"/>
            <p:cNvSpPr>
              <a:spLocks noChangeArrowheads="1"/>
            </p:cNvSpPr>
            <p:nvPr/>
          </p:nvSpPr>
          <p:spPr bwMode="auto">
            <a:xfrm>
              <a:off x="4063" y="1509"/>
              <a:ext cx="300" cy="131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02" name="Rectangle 51"/>
            <p:cNvSpPr>
              <a:spLocks noChangeArrowheads="1"/>
            </p:cNvSpPr>
            <p:nvPr/>
          </p:nvSpPr>
          <p:spPr bwMode="auto">
            <a:xfrm>
              <a:off x="4517" y="1907"/>
              <a:ext cx="128" cy="308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03" name="Rectangle 52"/>
            <p:cNvSpPr>
              <a:spLocks noChangeArrowheads="1"/>
            </p:cNvSpPr>
            <p:nvPr/>
          </p:nvSpPr>
          <p:spPr bwMode="auto">
            <a:xfrm>
              <a:off x="5361" y="1907"/>
              <a:ext cx="129" cy="263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04" name="Text Box 53"/>
            <p:cNvSpPr txBox="1">
              <a:spLocks noChangeArrowheads="1"/>
            </p:cNvSpPr>
            <p:nvPr/>
          </p:nvSpPr>
          <p:spPr bwMode="auto">
            <a:xfrm>
              <a:off x="3440" y="1652"/>
              <a:ext cx="25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05" name="Text Box 54"/>
            <p:cNvSpPr txBox="1">
              <a:spLocks noChangeArrowheads="1"/>
            </p:cNvSpPr>
            <p:nvPr/>
          </p:nvSpPr>
          <p:spPr bwMode="auto">
            <a:xfrm>
              <a:off x="3466" y="2039"/>
              <a:ext cx="256" cy="32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solidFill>
                    <a:schemeClr val="tx2"/>
                  </a:solidFill>
                  <a:ea typeface="仿宋_GB2312" pitchFamily="49" charset="-122"/>
                </a:rPr>
                <a:t>-</a:t>
              </a:r>
              <a:endParaRPr lang="en-US" altLang="zh-CN" sz="2800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49106" name="Line 55"/>
            <p:cNvSpPr>
              <a:spLocks noChangeShapeType="1"/>
            </p:cNvSpPr>
            <p:nvPr/>
          </p:nvSpPr>
          <p:spPr bwMode="auto">
            <a:xfrm>
              <a:off x="3764" y="1422"/>
              <a:ext cx="214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107" name="Line 56"/>
            <p:cNvSpPr>
              <a:spLocks noChangeShapeType="1"/>
            </p:cNvSpPr>
            <p:nvPr/>
          </p:nvSpPr>
          <p:spPr bwMode="auto">
            <a:xfrm>
              <a:off x="4620" y="1598"/>
              <a:ext cx="0" cy="264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108" name="Line 57"/>
            <p:cNvSpPr>
              <a:spLocks noChangeShapeType="1"/>
            </p:cNvSpPr>
            <p:nvPr/>
          </p:nvSpPr>
          <p:spPr bwMode="auto">
            <a:xfrm>
              <a:off x="5518" y="1598"/>
              <a:ext cx="0" cy="264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109" name="Text Box 58"/>
            <p:cNvSpPr txBox="1">
              <a:spLocks noChangeArrowheads="1"/>
            </p:cNvSpPr>
            <p:nvPr/>
          </p:nvSpPr>
          <p:spPr bwMode="auto">
            <a:xfrm>
              <a:off x="4604" y="1515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10" name="Text Box 59"/>
            <p:cNvSpPr txBox="1">
              <a:spLocks noChangeArrowheads="1"/>
            </p:cNvSpPr>
            <p:nvPr/>
          </p:nvSpPr>
          <p:spPr bwMode="auto">
            <a:xfrm>
              <a:off x="5518" y="1515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11" name="Text Box 60"/>
            <p:cNvSpPr txBox="1">
              <a:spLocks noChangeArrowheads="1"/>
            </p:cNvSpPr>
            <p:nvPr/>
          </p:nvSpPr>
          <p:spPr bwMode="auto">
            <a:xfrm>
              <a:off x="4107" y="1906"/>
              <a:ext cx="512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18 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12" name="Text Box 61"/>
            <p:cNvSpPr txBox="1">
              <a:spLocks noChangeArrowheads="1"/>
            </p:cNvSpPr>
            <p:nvPr/>
          </p:nvSpPr>
          <p:spPr bwMode="auto">
            <a:xfrm>
              <a:off x="4984" y="1907"/>
              <a:ext cx="42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9 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13" name="Text Box 62"/>
            <p:cNvSpPr txBox="1">
              <a:spLocks noChangeArrowheads="1"/>
            </p:cNvSpPr>
            <p:nvPr/>
          </p:nvSpPr>
          <p:spPr bwMode="auto">
            <a:xfrm>
              <a:off x="4064" y="1203"/>
              <a:ext cx="42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 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049114" name="Line 63"/>
          <p:cNvSpPr>
            <a:spLocks noChangeShapeType="1"/>
          </p:cNvSpPr>
          <p:nvPr/>
        </p:nvSpPr>
        <p:spPr bwMode="auto">
          <a:xfrm>
            <a:off x="8904288" y="4365625"/>
            <a:ext cx="576262" cy="863600"/>
          </a:xfrm>
          <a:prstGeom prst="line">
            <a:avLst/>
          </a:prstGeom>
          <a:noFill/>
          <a:ln>
            <a:noFill/>
          </a:ln>
          <a:effectLst/>
        </p:spPr>
        <p:txBody>
          <a:bodyPr/>
          <a:p>
            <a:endParaRPr lang="zh-CN" altLang="en-US"/>
          </a:p>
        </p:txBody>
      </p:sp>
      <p:grpSp>
        <p:nvGrpSpPr>
          <p:cNvPr id="475" name="Group 64"/>
          <p:cNvGrpSpPr/>
          <p:nvPr/>
        </p:nvGrpSpPr>
        <p:grpSpPr bwMode="auto">
          <a:xfrm>
            <a:off x="8904289" y="1268413"/>
            <a:ext cx="1150937" cy="1873250"/>
            <a:chOff x="4604" y="1298"/>
            <a:chExt cx="725" cy="1180"/>
          </a:xfrm>
        </p:grpSpPr>
        <p:sp>
          <p:nvSpPr>
            <p:cNvPr id="1049115" name="Line 65"/>
            <p:cNvSpPr>
              <a:spLocks noChangeShapeType="1"/>
            </p:cNvSpPr>
            <p:nvPr/>
          </p:nvSpPr>
          <p:spPr bwMode="auto">
            <a:xfrm flipH="1" flipV="1">
              <a:off x="5193" y="1616"/>
              <a:ext cx="136" cy="862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116" name="Line 66"/>
            <p:cNvSpPr>
              <a:spLocks noChangeShapeType="1"/>
            </p:cNvSpPr>
            <p:nvPr/>
          </p:nvSpPr>
          <p:spPr bwMode="auto">
            <a:xfrm flipV="1">
              <a:off x="4604" y="1616"/>
              <a:ext cx="272" cy="816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117" name="Text Box 67"/>
            <p:cNvSpPr txBox="1">
              <a:spLocks noChangeArrowheads="1"/>
            </p:cNvSpPr>
            <p:nvPr/>
          </p:nvSpPr>
          <p:spPr bwMode="auto">
            <a:xfrm>
              <a:off x="4830" y="1298"/>
              <a:ext cx="454" cy="290"/>
            </a:xfrm>
            <a:prstGeom prst="rect">
              <a:avLst/>
            </a:prstGeom>
            <a:noFill/>
            <a:ln w="38100">
              <a:solidFill>
                <a:srgbClr val="66FFFF"/>
              </a:solidFill>
              <a:miter lim="800000"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 </a:t>
              </a:r>
              <a:r>
                <a:rPr kumimoji="1" lang="en-US" altLang="zh-CN" sz="20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kumimoji="1" lang="en-US" altLang="zh-CN" sz="20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graphicFrame>
        <p:nvGraphicFramePr>
          <p:cNvPr id="4194317" name="Object 68"/>
          <p:cNvGraphicFramePr>
            <a:graphicFrameLocks noChangeAspect="1"/>
          </p:cNvGraphicFramePr>
          <p:nvPr/>
        </p:nvGraphicFramePr>
        <p:xfrm>
          <a:off x="2495550" y="3881438"/>
          <a:ext cx="2663825" cy="631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450" name="Equation" r:id="rId1" imgW="25603200" imgH="5486400" progId="Equation.DSMT4">
                  <p:embed/>
                </p:oleObj>
              </mc:Choice>
              <mc:Fallback>
                <p:oleObj name="Equation" r:id="rId1" imgW="25603200" imgH="5486400" progId="Equation.DSMT4">
                  <p:embed/>
                  <p:pic>
                    <p:nvPicPr>
                      <p:cNvPr id="0" name="图片 64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95550" y="3881438"/>
                        <a:ext cx="2663825" cy="631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18" name="Object 69"/>
          <p:cNvGraphicFramePr>
            <a:graphicFrameLocks noChangeAspect="1"/>
          </p:cNvGraphicFramePr>
          <p:nvPr/>
        </p:nvGraphicFramePr>
        <p:xfrm>
          <a:off x="6318250" y="3894138"/>
          <a:ext cx="3225800" cy="5921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451" name="Equation" r:id="rId3" imgW="33223200" imgH="5486400" progId="Equation.DSMT4">
                  <p:embed/>
                </p:oleObj>
              </mc:Choice>
              <mc:Fallback>
                <p:oleObj name="Equation" r:id="rId3" imgW="33223200" imgH="5486400" progId="Equation.DSMT4">
                  <p:embed/>
                  <p:pic>
                    <p:nvPicPr>
                      <p:cNvPr id="0" name="图片 64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18250" y="3894138"/>
                        <a:ext cx="3225800" cy="5921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19" name="Object 70"/>
          <p:cNvGraphicFramePr>
            <a:graphicFrameLocks noChangeAspect="1"/>
          </p:cNvGraphicFramePr>
          <p:nvPr/>
        </p:nvGraphicFramePr>
        <p:xfrm>
          <a:off x="2495550" y="4430713"/>
          <a:ext cx="2424112" cy="631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452" name="Equation" r:id="rId5" imgW="23164800" imgH="5486400" progId="Equation.DSMT4">
                  <p:embed/>
                </p:oleObj>
              </mc:Choice>
              <mc:Fallback>
                <p:oleObj name="Equation" r:id="rId5" imgW="23164800" imgH="5486400" progId="Equation.DSMT4">
                  <p:embed/>
                  <p:pic>
                    <p:nvPicPr>
                      <p:cNvPr id="0" name="图片 64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95550" y="4430713"/>
                        <a:ext cx="2424112" cy="631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0" name="Object 71"/>
          <p:cNvGraphicFramePr>
            <a:graphicFrameLocks noChangeAspect="1"/>
          </p:cNvGraphicFramePr>
          <p:nvPr/>
        </p:nvGraphicFramePr>
        <p:xfrm>
          <a:off x="2495550" y="5052159"/>
          <a:ext cx="2570162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453" name="Equation" r:id="rId7" imgW="24688800" imgH="5486400" progId="Equation.DSMT4">
                  <p:embed/>
                </p:oleObj>
              </mc:Choice>
              <mc:Fallback>
                <p:oleObj name="Equation" r:id="rId7" imgW="24688800" imgH="5486400" progId="Equation.DSMT4">
                  <p:embed/>
                  <p:pic>
                    <p:nvPicPr>
                      <p:cNvPr id="0" name="图片 64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95550" y="5052159"/>
                        <a:ext cx="2570162" cy="638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1" name="Object 72"/>
          <p:cNvGraphicFramePr>
            <a:graphicFrameLocks noChangeAspect="1"/>
          </p:cNvGraphicFramePr>
          <p:nvPr/>
        </p:nvGraphicFramePr>
        <p:xfrm>
          <a:off x="6326188" y="4471988"/>
          <a:ext cx="3241675" cy="596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454" name="Equation" r:id="rId9" imgW="33528000" imgH="5486400" progId="Equation.DSMT4">
                  <p:embed/>
                </p:oleObj>
              </mc:Choice>
              <mc:Fallback>
                <p:oleObj name="Equation" r:id="rId9" imgW="33528000" imgH="5486400" progId="Equation.DSMT4">
                  <p:embed/>
                  <p:pic>
                    <p:nvPicPr>
                      <p:cNvPr id="0" name="图片 64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26188" y="4471988"/>
                        <a:ext cx="3241675" cy="596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2" name="Object 73"/>
          <p:cNvGraphicFramePr>
            <a:graphicFrameLocks noChangeAspect="1"/>
          </p:cNvGraphicFramePr>
          <p:nvPr/>
        </p:nvGraphicFramePr>
        <p:xfrm>
          <a:off x="6326188" y="5100638"/>
          <a:ext cx="2109787" cy="5984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455" name="Equation" r:id="rId11" imgW="21640800" imgH="5486400" progId="Equation.DSMT4">
                  <p:embed/>
                </p:oleObj>
              </mc:Choice>
              <mc:Fallback>
                <p:oleObj name="Equation" r:id="rId11" imgW="21640800" imgH="5486400" progId="Equation.DSMT4">
                  <p:embed/>
                  <p:pic>
                    <p:nvPicPr>
                      <p:cNvPr id="0" name="图片 645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26188" y="5100638"/>
                        <a:ext cx="2109787" cy="5984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3" name="Object 74"/>
          <p:cNvGraphicFramePr>
            <a:graphicFrameLocks noChangeAspect="1"/>
          </p:cNvGraphicFramePr>
          <p:nvPr/>
        </p:nvGraphicFramePr>
        <p:xfrm>
          <a:off x="2495550" y="5715001"/>
          <a:ext cx="2570162" cy="6334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456" name="Equation" r:id="rId13" imgW="24688800" imgH="5486400" progId="Equation.DSMT4">
                  <p:embed/>
                </p:oleObj>
              </mc:Choice>
              <mc:Fallback>
                <p:oleObj name="Equation" r:id="rId13" imgW="24688800" imgH="5486400" progId="Equation.DSMT4">
                  <p:embed/>
                  <p:pic>
                    <p:nvPicPr>
                      <p:cNvPr id="0" name="图片 64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95550" y="5715001"/>
                        <a:ext cx="2570162" cy="6334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4" name="Object 75"/>
          <p:cNvGraphicFramePr>
            <a:graphicFrameLocks noChangeAspect="1"/>
          </p:cNvGraphicFramePr>
          <p:nvPr/>
        </p:nvGraphicFramePr>
        <p:xfrm>
          <a:off x="6319838" y="5711825"/>
          <a:ext cx="2987675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457" name="Equation" r:id="rId15" imgW="28651200" imgH="5486400" progId="Equation.DSMT4">
                  <p:embed/>
                </p:oleObj>
              </mc:Choice>
              <mc:Fallback>
                <p:oleObj name="Equation" r:id="rId15" imgW="28651200" imgH="5486400" progId="Equation.DSMT4">
                  <p:embed/>
                  <p:pic>
                    <p:nvPicPr>
                      <p:cNvPr id="0" name="图片 64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19838" y="5711825"/>
                        <a:ext cx="2987675" cy="6365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118" name="Text Box 7"/>
          <p:cNvSpPr txBox="1"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7615556" y="73025"/>
            <a:ext cx="4321175" cy="64516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zh-CN" altLang="en-US" sz="3600" b="1">
                <a:latin typeface="Times New Roman" panose="02020603050405020304" pitchFamily="18" charset="0"/>
                <a:ea typeface="黑体" panose="02010609060101010101" pitchFamily="49" charset="-122"/>
              </a:rPr>
              <a:t>补充例题</a:t>
            </a:r>
            <a:endParaRPr lang="zh-CN" altLang="en-US" sz="36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19" name="Text Box 70"/>
          <p:cNvSpPr txBox="1">
            <a:spLocks noChangeArrowheads="1"/>
          </p:cNvSpPr>
          <p:nvPr/>
        </p:nvSpPr>
        <p:spPr bwMode="auto">
          <a:xfrm>
            <a:off x="1029970" y="1627505"/>
            <a:ext cx="108521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120" name="Text Box 79"/>
          <p:cNvSpPr txBox="1">
            <a:spLocks noChangeArrowheads="1"/>
          </p:cNvSpPr>
          <p:nvPr/>
        </p:nvSpPr>
        <p:spPr bwMode="auto">
          <a:xfrm>
            <a:off x="4405313" y="4652963"/>
            <a:ext cx="2627312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latin typeface="Times New Roman" panose="02020603050405020304" pitchFamily="18" charset="0"/>
                <a:ea typeface="黑体" panose="02010609060101010101" pitchFamily="49" charset="-122"/>
              </a:rPr>
              <a:t>求：</a:t>
            </a:r>
            <a:r>
              <a:rPr kumimoji="1" lang="en-US" altLang="zh-CN" sz="2800" b="1" i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800" b="1" i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latin typeface="Times New Roman" panose="02020603050405020304" pitchFamily="18" charset="0"/>
                <a:ea typeface="黑体" panose="02010609060101010101" pitchFamily="49" charset="-122"/>
              </a:rPr>
              <a:t>,I</a:t>
            </a:r>
            <a:r>
              <a:rPr kumimoji="1" lang="en-US" altLang="zh-CN" sz="28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4</a:t>
            </a:r>
            <a:r>
              <a:rPr kumimoji="1" lang="en-US" altLang="zh-CN" sz="2800" b="1" i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latin typeface="Times New Roman" panose="02020603050405020304" pitchFamily="18" charset="0"/>
                <a:ea typeface="黑体" panose="02010609060101010101" pitchFamily="49" charset="-122"/>
              </a:rPr>
              <a:t>,U</a:t>
            </a:r>
            <a:r>
              <a:rPr kumimoji="1" lang="en-US" altLang="zh-CN" sz="28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4</a:t>
            </a:r>
            <a:endParaRPr kumimoji="1" lang="en-US" altLang="zh-CN" sz="28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477" name="Group 80"/>
          <p:cNvGrpSpPr/>
          <p:nvPr/>
        </p:nvGrpSpPr>
        <p:grpSpPr bwMode="auto">
          <a:xfrm>
            <a:off x="2909570" y="1471295"/>
            <a:ext cx="5619750" cy="2147888"/>
            <a:chOff x="567" y="210"/>
            <a:chExt cx="3540" cy="1353"/>
          </a:xfrm>
        </p:grpSpPr>
        <p:sp>
          <p:nvSpPr>
            <p:cNvPr id="1049121" name="Text Box 113"/>
            <p:cNvSpPr txBox="1">
              <a:spLocks noChangeArrowheads="1"/>
            </p:cNvSpPr>
            <p:nvPr/>
          </p:nvSpPr>
          <p:spPr bwMode="auto">
            <a:xfrm>
              <a:off x="567" y="915"/>
              <a:ext cx="50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12V</a:t>
              </a:r>
              <a:endParaRPr kumimoji="1" lang="en-US" altLang="zh-CN" sz="24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478" name="Group 81"/>
            <p:cNvGrpSpPr/>
            <p:nvPr/>
          </p:nvGrpSpPr>
          <p:grpSpPr bwMode="auto">
            <a:xfrm>
              <a:off x="870" y="686"/>
              <a:ext cx="347" cy="617"/>
              <a:chOff x="783" y="899"/>
              <a:chExt cx="347" cy="617"/>
            </a:xfrm>
          </p:grpSpPr>
          <p:sp>
            <p:nvSpPr>
              <p:cNvPr id="1049122" name="Text Box 84"/>
              <p:cNvSpPr txBox="1">
                <a:spLocks noChangeArrowheads="1"/>
              </p:cNvSpPr>
              <p:nvPr/>
            </p:nvSpPr>
            <p:spPr bwMode="auto">
              <a:xfrm>
                <a:off x="796" y="1228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400" b="1" dirty="0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sym typeface="Symbol" panose="05050102010706020507" pitchFamily="18" charset="2"/>
                  </a:rPr>
                  <a:t>_</a:t>
                </a:r>
                <a:endParaRPr kumimoji="1" lang="en-US" altLang="zh-CN" sz="2400" b="1" dirty="0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49123" name="Oval 82"/>
              <p:cNvSpPr>
                <a:spLocks noChangeArrowheads="1"/>
              </p:cNvSpPr>
              <p:nvPr/>
            </p:nvSpPr>
            <p:spPr bwMode="auto">
              <a:xfrm>
                <a:off x="966" y="1112"/>
                <a:ext cx="16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24" name="Text Box 83"/>
              <p:cNvSpPr txBox="1">
                <a:spLocks noChangeArrowheads="1"/>
              </p:cNvSpPr>
              <p:nvPr/>
            </p:nvSpPr>
            <p:spPr bwMode="auto">
              <a:xfrm>
                <a:off x="783" y="899"/>
                <a:ext cx="225" cy="29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+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</p:grpSp>
        <p:sp>
          <p:nvSpPr>
            <p:cNvPr id="1049125" name="Line 85"/>
            <p:cNvSpPr>
              <a:spLocks noChangeShapeType="1"/>
            </p:cNvSpPr>
            <p:nvPr/>
          </p:nvSpPr>
          <p:spPr bwMode="auto">
            <a:xfrm>
              <a:off x="1143" y="555"/>
              <a:ext cx="2640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126" name="Line 86"/>
            <p:cNvSpPr>
              <a:spLocks noChangeShapeType="1"/>
            </p:cNvSpPr>
            <p:nvPr/>
          </p:nvSpPr>
          <p:spPr bwMode="auto">
            <a:xfrm>
              <a:off x="1143" y="1563"/>
              <a:ext cx="2640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127" name="Line 87"/>
            <p:cNvSpPr>
              <a:spLocks noChangeShapeType="1"/>
            </p:cNvSpPr>
            <p:nvPr/>
          </p:nvSpPr>
          <p:spPr bwMode="auto">
            <a:xfrm>
              <a:off x="1143" y="555"/>
              <a:ext cx="0" cy="1008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128" name="Line 88"/>
            <p:cNvSpPr>
              <a:spLocks noChangeShapeType="1"/>
            </p:cNvSpPr>
            <p:nvPr/>
          </p:nvSpPr>
          <p:spPr bwMode="auto">
            <a:xfrm>
              <a:off x="1815" y="555"/>
              <a:ext cx="0" cy="1008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sm" len="sm"/>
              <a:tailEnd type="oval" w="sm" len="sm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129" name="Line 89"/>
            <p:cNvSpPr>
              <a:spLocks noChangeShapeType="1"/>
            </p:cNvSpPr>
            <p:nvPr/>
          </p:nvSpPr>
          <p:spPr bwMode="auto">
            <a:xfrm>
              <a:off x="2487" y="555"/>
              <a:ext cx="0" cy="1008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sm" len="sm"/>
              <a:tailEnd type="oval" w="sm" len="sm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130" name="Line 90"/>
            <p:cNvSpPr>
              <a:spLocks noChangeShapeType="1"/>
            </p:cNvSpPr>
            <p:nvPr/>
          </p:nvSpPr>
          <p:spPr bwMode="auto">
            <a:xfrm>
              <a:off x="3135" y="555"/>
              <a:ext cx="0" cy="1008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sm" len="sm"/>
              <a:tailEnd type="oval" w="sm" len="sm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131" name="Line 91"/>
            <p:cNvSpPr>
              <a:spLocks noChangeShapeType="1"/>
            </p:cNvSpPr>
            <p:nvPr/>
          </p:nvSpPr>
          <p:spPr bwMode="auto">
            <a:xfrm>
              <a:off x="3771" y="555"/>
              <a:ext cx="0" cy="1008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132" name="Rectangle 92"/>
            <p:cNvSpPr>
              <a:spLocks noChangeArrowheads="1"/>
            </p:cNvSpPr>
            <p:nvPr/>
          </p:nvSpPr>
          <p:spPr bwMode="auto">
            <a:xfrm>
              <a:off x="3711" y="943"/>
              <a:ext cx="116" cy="233"/>
            </a:xfrm>
            <a:prstGeom prst="rect">
              <a:avLst/>
            </a:prstGeom>
            <a:solidFill>
              <a:srgbClr val="FF9900"/>
            </a:solidFill>
            <a:ln w="1270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33" name="Text Box 93"/>
            <p:cNvSpPr txBox="1">
              <a:spLocks noChangeArrowheads="1"/>
            </p:cNvSpPr>
            <p:nvPr/>
          </p:nvSpPr>
          <p:spPr bwMode="auto">
            <a:xfrm>
              <a:off x="3399" y="891"/>
              <a:ext cx="38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2R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34" name="Rectangle 94"/>
            <p:cNvSpPr>
              <a:spLocks noChangeArrowheads="1"/>
            </p:cNvSpPr>
            <p:nvPr/>
          </p:nvSpPr>
          <p:spPr bwMode="auto">
            <a:xfrm>
              <a:off x="3075" y="931"/>
              <a:ext cx="116" cy="233"/>
            </a:xfrm>
            <a:prstGeom prst="rect">
              <a:avLst/>
            </a:prstGeom>
            <a:solidFill>
              <a:srgbClr val="FF9900"/>
            </a:solidFill>
            <a:ln w="1270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35" name="Text Box 95"/>
            <p:cNvSpPr txBox="1">
              <a:spLocks noChangeArrowheads="1"/>
            </p:cNvSpPr>
            <p:nvPr/>
          </p:nvSpPr>
          <p:spPr bwMode="auto">
            <a:xfrm>
              <a:off x="2775" y="891"/>
              <a:ext cx="432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latin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2R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36" name="Rectangle 96"/>
            <p:cNvSpPr>
              <a:spLocks noChangeArrowheads="1"/>
            </p:cNvSpPr>
            <p:nvPr/>
          </p:nvSpPr>
          <p:spPr bwMode="auto">
            <a:xfrm>
              <a:off x="2427" y="919"/>
              <a:ext cx="116" cy="233"/>
            </a:xfrm>
            <a:prstGeom prst="rect">
              <a:avLst/>
            </a:prstGeom>
            <a:solidFill>
              <a:srgbClr val="FF9900"/>
            </a:solidFill>
            <a:ln w="1270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37" name="Text Box 97"/>
            <p:cNvSpPr txBox="1">
              <a:spLocks noChangeArrowheads="1"/>
            </p:cNvSpPr>
            <p:nvPr/>
          </p:nvSpPr>
          <p:spPr bwMode="auto">
            <a:xfrm>
              <a:off x="2109" y="891"/>
              <a:ext cx="38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2R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38" name="Rectangle 98"/>
            <p:cNvSpPr>
              <a:spLocks noChangeArrowheads="1"/>
            </p:cNvSpPr>
            <p:nvPr/>
          </p:nvSpPr>
          <p:spPr bwMode="auto">
            <a:xfrm>
              <a:off x="1755" y="919"/>
              <a:ext cx="116" cy="233"/>
            </a:xfrm>
            <a:prstGeom prst="rect">
              <a:avLst/>
            </a:prstGeom>
            <a:solidFill>
              <a:srgbClr val="FF9900"/>
            </a:solidFill>
            <a:ln w="1270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39" name="Text Box 99"/>
            <p:cNvSpPr txBox="1">
              <a:spLocks noChangeArrowheads="1"/>
            </p:cNvSpPr>
            <p:nvPr/>
          </p:nvSpPr>
          <p:spPr bwMode="auto">
            <a:xfrm>
              <a:off x="1429" y="891"/>
              <a:ext cx="38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2R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40" name="Rectangle 100"/>
            <p:cNvSpPr>
              <a:spLocks noChangeArrowheads="1"/>
            </p:cNvSpPr>
            <p:nvPr/>
          </p:nvSpPr>
          <p:spPr bwMode="auto">
            <a:xfrm rot="16200000">
              <a:off x="2150" y="426"/>
              <a:ext cx="116" cy="233"/>
            </a:xfrm>
            <a:prstGeom prst="rect">
              <a:avLst/>
            </a:prstGeom>
            <a:solidFill>
              <a:srgbClr val="FF9900"/>
            </a:solidFill>
            <a:ln w="1270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41" name="Rectangle 101"/>
            <p:cNvSpPr>
              <a:spLocks noChangeArrowheads="1"/>
            </p:cNvSpPr>
            <p:nvPr/>
          </p:nvSpPr>
          <p:spPr bwMode="auto">
            <a:xfrm rot="16200000">
              <a:off x="2813" y="451"/>
              <a:ext cx="116" cy="233"/>
            </a:xfrm>
            <a:prstGeom prst="rect">
              <a:avLst/>
            </a:prstGeom>
            <a:solidFill>
              <a:srgbClr val="FF9900"/>
            </a:solidFill>
            <a:ln w="1270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42" name="Text Box 102"/>
            <p:cNvSpPr txBox="1">
              <a:spLocks noChangeArrowheads="1"/>
            </p:cNvSpPr>
            <p:nvPr/>
          </p:nvSpPr>
          <p:spPr bwMode="auto">
            <a:xfrm>
              <a:off x="2103" y="210"/>
              <a:ext cx="24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43" name="Text Box 103"/>
            <p:cNvSpPr txBox="1">
              <a:spLocks noChangeArrowheads="1"/>
            </p:cNvSpPr>
            <p:nvPr/>
          </p:nvSpPr>
          <p:spPr bwMode="auto">
            <a:xfrm>
              <a:off x="2775" y="239"/>
              <a:ext cx="192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44" name="Line 104"/>
            <p:cNvSpPr>
              <a:spLocks noChangeShapeType="1"/>
            </p:cNvSpPr>
            <p:nvPr/>
          </p:nvSpPr>
          <p:spPr bwMode="auto">
            <a:xfrm>
              <a:off x="1287" y="618"/>
              <a:ext cx="336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145" name="Line 105"/>
            <p:cNvSpPr>
              <a:spLocks noChangeShapeType="1"/>
            </p:cNvSpPr>
            <p:nvPr/>
          </p:nvSpPr>
          <p:spPr bwMode="auto">
            <a:xfrm>
              <a:off x="1882" y="663"/>
              <a:ext cx="272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146" name="Line 106"/>
            <p:cNvSpPr>
              <a:spLocks noChangeShapeType="1"/>
            </p:cNvSpPr>
            <p:nvPr/>
          </p:nvSpPr>
          <p:spPr bwMode="auto">
            <a:xfrm>
              <a:off x="2487" y="618"/>
              <a:ext cx="257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147" name="Line 107"/>
            <p:cNvSpPr>
              <a:spLocks noChangeShapeType="1"/>
            </p:cNvSpPr>
            <p:nvPr/>
          </p:nvSpPr>
          <p:spPr bwMode="auto">
            <a:xfrm>
              <a:off x="3198" y="555"/>
              <a:ext cx="0" cy="24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148" name="Line 108"/>
            <p:cNvSpPr>
              <a:spLocks noChangeShapeType="1"/>
            </p:cNvSpPr>
            <p:nvPr/>
          </p:nvSpPr>
          <p:spPr bwMode="auto">
            <a:xfrm flipH="1">
              <a:off x="3351" y="618"/>
              <a:ext cx="288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149" name="Text Box 109"/>
            <p:cNvSpPr txBox="1">
              <a:spLocks noChangeArrowheads="1"/>
            </p:cNvSpPr>
            <p:nvPr/>
          </p:nvSpPr>
          <p:spPr bwMode="auto">
            <a:xfrm>
              <a:off x="1431" y="255"/>
              <a:ext cx="28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50" name="Text Box 110"/>
            <p:cNvSpPr txBox="1">
              <a:spLocks noChangeArrowheads="1"/>
            </p:cNvSpPr>
            <p:nvPr/>
          </p:nvSpPr>
          <p:spPr bwMode="auto">
            <a:xfrm>
              <a:off x="1803" y="255"/>
              <a:ext cx="28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51" name="Text Box 111"/>
            <p:cNvSpPr txBox="1">
              <a:spLocks noChangeArrowheads="1"/>
            </p:cNvSpPr>
            <p:nvPr/>
          </p:nvSpPr>
          <p:spPr bwMode="auto">
            <a:xfrm>
              <a:off x="2487" y="267"/>
              <a:ext cx="28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52" name="Text Box 112"/>
            <p:cNvSpPr txBox="1">
              <a:spLocks noChangeArrowheads="1"/>
            </p:cNvSpPr>
            <p:nvPr/>
          </p:nvSpPr>
          <p:spPr bwMode="auto">
            <a:xfrm>
              <a:off x="3399" y="255"/>
              <a:ext cx="28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153" name="Text Box 114"/>
            <p:cNvSpPr txBox="1">
              <a:spLocks noChangeArrowheads="1"/>
            </p:cNvSpPr>
            <p:nvPr/>
          </p:nvSpPr>
          <p:spPr bwMode="auto">
            <a:xfrm>
              <a:off x="3867" y="906"/>
              <a:ext cx="144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  <a:sym typeface="Symbol" panose="05050102010706020507" pitchFamily="18" charset="2"/>
                </a:rPr>
                <a:t>_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  <a:sym typeface="Symbol" panose="05050102010706020507" pitchFamily="18" charset="2"/>
              </a:endParaRPr>
            </a:p>
          </p:txBody>
        </p:sp>
        <p:sp>
          <p:nvSpPr>
            <p:cNvPr id="1049154" name="Text Box 115"/>
            <p:cNvSpPr txBox="1">
              <a:spLocks noChangeArrowheads="1"/>
            </p:cNvSpPr>
            <p:nvPr/>
          </p:nvSpPr>
          <p:spPr bwMode="auto">
            <a:xfrm>
              <a:off x="3783" y="814"/>
              <a:ext cx="324" cy="474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U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4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grpSp>
          <p:nvGrpSpPr>
            <p:cNvPr id="479" name="Group 116"/>
            <p:cNvGrpSpPr/>
            <p:nvPr/>
          </p:nvGrpSpPr>
          <p:grpSpPr bwMode="auto">
            <a:xfrm>
              <a:off x="2517" y="597"/>
              <a:ext cx="368" cy="829"/>
              <a:chOff x="276" y="2544"/>
              <a:chExt cx="324" cy="708"/>
            </a:xfrm>
          </p:grpSpPr>
          <p:sp>
            <p:nvSpPr>
              <p:cNvPr id="1049155" name="Text Box 117"/>
              <p:cNvSpPr txBox="1">
                <a:spLocks noChangeArrowheads="1"/>
              </p:cNvSpPr>
              <p:nvPr/>
            </p:nvSpPr>
            <p:spPr bwMode="auto">
              <a:xfrm>
                <a:off x="370" y="2544"/>
                <a:ext cx="116" cy="431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+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49156" name="Text Box 118"/>
              <p:cNvSpPr txBox="1">
                <a:spLocks noChangeArrowheads="1"/>
              </p:cNvSpPr>
              <p:nvPr/>
            </p:nvSpPr>
            <p:spPr bwMode="auto">
              <a:xfrm>
                <a:off x="360" y="2820"/>
                <a:ext cx="144" cy="432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sym typeface="Symbol" panose="05050102010706020507" pitchFamily="18" charset="2"/>
                  </a:rPr>
                  <a:t>_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49157" name="Text Box 119"/>
              <p:cNvSpPr txBox="1">
                <a:spLocks noChangeArrowheads="1"/>
              </p:cNvSpPr>
              <p:nvPr/>
            </p:nvSpPr>
            <p:spPr bwMode="auto">
              <a:xfrm>
                <a:off x="276" y="2804"/>
                <a:ext cx="324" cy="24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4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U</a:t>
                </a:r>
                <a:r>
                  <a:rPr kumimoji="1" lang="en-US" altLang="zh-CN" sz="24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2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</p:grpSp>
        <p:grpSp>
          <p:nvGrpSpPr>
            <p:cNvPr id="480" name="Group 120"/>
            <p:cNvGrpSpPr/>
            <p:nvPr/>
          </p:nvGrpSpPr>
          <p:grpSpPr bwMode="auto">
            <a:xfrm>
              <a:off x="1830" y="609"/>
              <a:ext cx="415" cy="822"/>
              <a:chOff x="276" y="2538"/>
              <a:chExt cx="324" cy="721"/>
            </a:xfrm>
          </p:grpSpPr>
          <p:sp>
            <p:nvSpPr>
              <p:cNvPr id="1049158" name="Text Box 121"/>
              <p:cNvSpPr txBox="1">
                <a:spLocks noChangeArrowheads="1"/>
              </p:cNvSpPr>
              <p:nvPr/>
            </p:nvSpPr>
            <p:spPr bwMode="auto">
              <a:xfrm>
                <a:off x="370" y="2538"/>
                <a:ext cx="116" cy="444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+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49159" name="Text Box 122"/>
              <p:cNvSpPr txBox="1">
                <a:spLocks noChangeArrowheads="1"/>
              </p:cNvSpPr>
              <p:nvPr/>
            </p:nvSpPr>
            <p:spPr bwMode="auto">
              <a:xfrm>
                <a:off x="360" y="2814"/>
                <a:ext cx="144" cy="445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sym typeface="Symbol" panose="05050102010706020507" pitchFamily="18" charset="2"/>
                  </a:rPr>
                  <a:t>_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49160" name="Text Box 123"/>
              <p:cNvSpPr txBox="1">
                <a:spLocks noChangeArrowheads="1"/>
              </p:cNvSpPr>
              <p:nvPr/>
            </p:nvSpPr>
            <p:spPr bwMode="auto">
              <a:xfrm>
                <a:off x="276" y="2800"/>
                <a:ext cx="324" cy="254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4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U</a:t>
                </a:r>
                <a:r>
                  <a:rPr kumimoji="1" lang="en-US" altLang="zh-CN" sz="24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1</a:t>
                </a:r>
                <a:endPara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</p:grpSp>
        <p:sp>
          <p:nvSpPr>
            <p:cNvPr id="1049161" name="Text Box 124"/>
            <p:cNvSpPr txBox="1">
              <a:spLocks noChangeArrowheads="1"/>
            </p:cNvSpPr>
            <p:nvPr/>
          </p:nvSpPr>
          <p:spPr bwMode="auto">
            <a:xfrm>
              <a:off x="3833" y="524"/>
              <a:ext cx="227" cy="58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74" name="Text Box 71"/>
          <p:cNvSpPr txBox="1">
            <a:spLocks noChangeArrowheads="1"/>
          </p:cNvSpPr>
          <p:nvPr/>
        </p:nvSpPr>
        <p:spPr bwMode="auto">
          <a:xfrm>
            <a:off x="1931671" y="1509396"/>
            <a:ext cx="595313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解</a:t>
            </a:r>
            <a:endParaRPr kumimoji="1" lang="zh-CN" altLang="en-US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175" name="Text Box 72"/>
          <p:cNvSpPr txBox="1">
            <a:spLocks noChangeArrowheads="1"/>
          </p:cNvSpPr>
          <p:nvPr/>
        </p:nvSpPr>
        <p:spPr bwMode="auto">
          <a:xfrm>
            <a:off x="2693670" y="1585595"/>
            <a:ext cx="307340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① 用分流方法做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176" name="Text Box 73"/>
          <p:cNvSpPr txBox="1">
            <a:spLocks noChangeArrowheads="1"/>
          </p:cNvSpPr>
          <p:nvPr/>
        </p:nvSpPr>
        <p:spPr bwMode="auto">
          <a:xfrm>
            <a:off x="2814320" y="3863658"/>
            <a:ext cx="251460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②用分压方法做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25" name="Object 74"/>
          <p:cNvGraphicFramePr>
            <a:graphicFrameLocks noChangeAspect="1"/>
          </p:cNvGraphicFramePr>
          <p:nvPr/>
        </p:nvGraphicFramePr>
        <p:xfrm>
          <a:off x="3149283" y="2201545"/>
          <a:ext cx="5988050" cy="784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360" name="Equation" r:id="rId1" imgW="65532000" imgH="7924800" progId="Equation.DSMT4">
                  <p:embed/>
                </p:oleObj>
              </mc:Choice>
              <mc:Fallback>
                <p:oleObj name="Equation" r:id="rId1" imgW="65532000" imgH="7924800" progId="Equation.DSMT4">
                  <p:embed/>
                  <p:pic>
                    <p:nvPicPr>
                      <p:cNvPr id="0" name="图片 73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149283" y="2201545"/>
                        <a:ext cx="5988050" cy="7842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6" name="Object 75"/>
          <p:cNvGraphicFramePr>
            <a:graphicFrameLocks noChangeAspect="1"/>
          </p:cNvGraphicFramePr>
          <p:nvPr/>
        </p:nvGraphicFramePr>
        <p:xfrm>
          <a:off x="3125714" y="4266882"/>
          <a:ext cx="3813175" cy="1057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361" name="Equation" r:id="rId3" imgW="33832800" imgH="8839200" progId="Equation.DSMT4">
                  <p:embed/>
                </p:oleObj>
              </mc:Choice>
              <mc:Fallback>
                <p:oleObj name="Equation" r:id="rId3" imgW="33832800" imgH="8839200" progId="Equation.DSMT4">
                  <p:embed/>
                  <p:pic>
                    <p:nvPicPr>
                      <p:cNvPr id="0" name="图片 736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125714" y="4266882"/>
                        <a:ext cx="3813175" cy="10572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7" name="Object 76"/>
          <p:cNvGraphicFramePr>
            <a:graphicFrameLocks noChangeAspect="1"/>
          </p:cNvGraphicFramePr>
          <p:nvPr/>
        </p:nvGraphicFramePr>
        <p:xfrm>
          <a:off x="7638733" y="3061970"/>
          <a:ext cx="1368425" cy="949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362" name="Equation" r:id="rId5" imgW="11887200" imgH="7924800" progId="Equation.DSMT4">
                  <p:embed/>
                </p:oleObj>
              </mc:Choice>
              <mc:Fallback>
                <p:oleObj name="Equation" r:id="rId5" imgW="11887200" imgH="7924800" progId="Equation.DSMT4">
                  <p:embed/>
                  <p:pic>
                    <p:nvPicPr>
                      <p:cNvPr id="0" name="图片 736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38733" y="3061970"/>
                        <a:ext cx="1368425" cy="949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8" name="Object 77"/>
          <p:cNvGraphicFramePr>
            <a:graphicFrameLocks noChangeAspect="1"/>
          </p:cNvGraphicFramePr>
          <p:nvPr/>
        </p:nvGraphicFramePr>
        <p:xfrm>
          <a:off x="3090545" y="3088958"/>
          <a:ext cx="3551238" cy="6810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363" name="Equation" r:id="rId7" imgW="31394400" imgH="5486400" progId="Equation.DSMT4">
                  <p:embed/>
                </p:oleObj>
              </mc:Choice>
              <mc:Fallback>
                <p:oleObj name="Equation" r:id="rId7" imgW="31394400" imgH="5486400" progId="Equation.DSMT4">
                  <p:embed/>
                  <p:pic>
                    <p:nvPicPr>
                      <p:cNvPr id="0" name="图片 736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90545" y="3088958"/>
                        <a:ext cx="3551238" cy="6810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29" name="Object 78"/>
          <p:cNvGraphicFramePr>
            <a:graphicFrameLocks noChangeAspect="1"/>
          </p:cNvGraphicFramePr>
          <p:nvPr/>
        </p:nvGraphicFramePr>
        <p:xfrm>
          <a:off x="7614920" y="4358958"/>
          <a:ext cx="1600200" cy="873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364" name="Equation" r:id="rId9" imgW="15240000" imgH="7924800" progId="Equation.DSMT4">
                  <p:embed/>
                </p:oleObj>
              </mc:Choice>
              <mc:Fallback>
                <p:oleObj name="Equation" r:id="rId9" imgW="15240000" imgH="7924800" progId="Equation.DSMT4">
                  <p:embed/>
                  <p:pic>
                    <p:nvPicPr>
                      <p:cNvPr id="0" name="图片 736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14920" y="4358958"/>
                        <a:ext cx="1600200" cy="873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77" name="Text Box 8"/>
          <p:cNvSpPr txBox="1">
            <a:spLocks noChangeArrowheads="1"/>
          </p:cNvSpPr>
          <p:nvPr/>
        </p:nvSpPr>
        <p:spPr bwMode="auto">
          <a:xfrm>
            <a:off x="822960" y="1642110"/>
            <a:ext cx="95313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178" name="Line 9"/>
          <p:cNvSpPr>
            <a:spLocks noChangeShapeType="1"/>
          </p:cNvSpPr>
          <p:nvPr/>
        </p:nvSpPr>
        <p:spPr bwMode="auto">
          <a:xfrm>
            <a:off x="1990726" y="2865755"/>
            <a:ext cx="2016125" cy="0"/>
          </a:xfrm>
          <a:prstGeom prst="line">
            <a:avLst/>
          </a:prstGeom>
          <a:noFill/>
          <a:ln>
            <a:noFill/>
          </a:ln>
          <a:effectLst/>
        </p:spPr>
        <p:txBody>
          <a:bodyPr/>
          <a:p>
            <a:endParaRPr lang="zh-CN" altLang="en-US"/>
          </a:p>
        </p:txBody>
      </p:sp>
      <p:sp>
        <p:nvSpPr>
          <p:cNvPr id="1049179" name="Oval 10"/>
          <p:cNvSpPr>
            <a:spLocks noChangeArrowheads="1"/>
          </p:cNvSpPr>
          <p:nvPr/>
        </p:nvSpPr>
        <p:spPr bwMode="auto">
          <a:xfrm>
            <a:off x="6959600" y="3081655"/>
            <a:ext cx="71438" cy="71438"/>
          </a:xfrm>
          <a:prstGeom prst="ellipse">
            <a:avLst/>
          </a:prstGeom>
          <a:noFill/>
          <a:ln>
            <a:noFill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502" name="Group 11"/>
          <p:cNvGrpSpPr/>
          <p:nvPr/>
        </p:nvGrpSpPr>
        <p:grpSpPr bwMode="auto">
          <a:xfrm>
            <a:off x="1703388" y="1857694"/>
            <a:ext cx="3744912" cy="3106737"/>
            <a:chOff x="249" y="2014"/>
            <a:chExt cx="2359" cy="1957"/>
          </a:xfrm>
        </p:grpSpPr>
        <p:grpSp>
          <p:nvGrpSpPr>
            <p:cNvPr id="503" name="Group 12"/>
            <p:cNvGrpSpPr/>
            <p:nvPr/>
          </p:nvGrpSpPr>
          <p:grpSpPr bwMode="auto">
            <a:xfrm>
              <a:off x="476" y="2341"/>
              <a:ext cx="1632" cy="1362"/>
              <a:chOff x="476" y="2341"/>
              <a:chExt cx="1632" cy="1362"/>
            </a:xfrm>
          </p:grpSpPr>
          <p:sp>
            <p:nvSpPr>
              <p:cNvPr id="1049180" name="Line 13"/>
              <p:cNvSpPr>
                <a:spLocks noChangeShapeType="1"/>
              </p:cNvSpPr>
              <p:nvPr/>
            </p:nvSpPr>
            <p:spPr bwMode="auto">
              <a:xfrm>
                <a:off x="567" y="2840"/>
                <a:ext cx="1497" cy="0"/>
              </a:xfrm>
              <a:prstGeom prst="lin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181" name="Line 14"/>
              <p:cNvSpPr>
                <a:spLocks noChangeShapeType="1"/>
              </p:cNvSpPr>
              <p:nvPr/>
            </p:nvSpPr>
            <p:spPr bwMode="auto">
              <a:xfrm>
                <a:off x="567" y="3657"/>
                <a:ext cx="1497" cy="0"/>
              </a:xfrm>
              <a:prstGeom prst="lin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182" name="Line 15"/>
              <p:cNvSpPr>
                <a:spLocks noChangeShapeType="1"/>
              </p:cNvSpPr>
              <p:nvPr/>
            </p:nvSpPr>
            <p:spPr bwMode="auto">
              <a:xfrm>
                <a:off x="1247" y="2432"/>
                <a:ext cx="0" cy="1225"/>
              </a:xfrm>
              <a:prstGeom prst="lin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183" name="Line 16"/>
              <p:cNvSpPr>
                <a:spLocks noChangeShapeType="1"/>
              </p:cNvSpPr>
              <p:nvPr/>
            </p:nvSpPr>
            <p:spPr bwMode="auto">
              <a:xfrm>
                <a:off x="2064" y="2432"/>
                <a:ext cx="0" cy="1225"/>
              </a:xfrm>
              <a:prstGeom prst="lin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184" name="Oval 17"/>
              <p:cNvSpPr>
                <a:spLocks noChangeArrowheads="1"/>
              </p:cNvSpPr>
              <p:nvPr/>
            </p:nvSpPr>
            <p:spPr bwMode="auto">
              <a:xfrm>
                <a:off x="476" y="3612"/>
                <a:ext cx="90" cy="91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85" name="Oval 18"/>
              <p:cNvSpPr>
                <a:spLocks noChangeArrowheads="1"/>
              </p:cNvSpPr>
              <p:nvPr/>
            </p:nvSpPr>
            <p:spPr bwMode="auto">
              <a:xfrm>
                <a:off x="476" y="2795"/>
                <a:ext cx="90" cy="91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86" name="Oval 19"/>
              <p:cNvSpPr>
                <a:spLocks noChangeArrowheads="1"/>
              </p:cNvSpPr>
              <p:nvPr/>
            </p:nvSpPr>
            <p:spPr bwMode="auto">
              <a:xfrm>
                <a:off x="1202" y="2341"/>
                <a:ext cx="90" cy="91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87" name="Oval 20"/>
              <p:cNvSpPr>
                <a:spLocks noChangeArrowheads="1"/>
              </p:cNvSpPr>
              <p:nvPr/>
            </p:nvSpPr>
            <p:spPr bwMode="auto">
              <a:xfrm>
                <a:off x="2018" y="2341"/>
                <a:ext cx="90" cy="91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88" name="Oval 21"/>
              <p:cNvSpPr>
                <a:spLocks noChangeArrowheads="1"/>
              </p:cNvSpPr>
              <p:nvPr/>
            </p:nvSpPr>
            <p:spPr bwMode="auto">
              <a:xfrm>
                <a:off x="2018" y="2795"/>
                <a:ext cx="90" cy="91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89" name="Oval 22"/>
              <p:cNvSpPr>
                <a:spLocks noChangeArrowheads="1"/>
              </p:cNvSpPr>
              <p:nvPr/>
            </p:nvSpPr>
            <p:spPr bwMode="auto">
              <a:xfrm>
                <a:off x="1202" y="2795"/>
                <a:ext cx="90" cy="91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90" name="Oval 23"/>
              <p:cNvSpPr>
                <a:spLocks noChangeArrowheads="1"/>
              </p:cNvSpPr>
              <p:nvPr/>
            </p:nvSpPr>
            <p:spPr bwMode="auto">
              <a:xfrm>
                <a:off x="1202" y="3612"/>
                <a:ext cx="90" cy="91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049191" name="Rectangle 24"/>
            <p:cNvSpPr>
              <a:spLocks noChangeArrowheads="1"/>
            </p:cNvSpPr>
            <p:nvPr/>
          </p:nvSpPr>
          <p:spPr bwMode="auto">
            <a:xfrm>
              <a:off x="1156" y="3113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92" name="Rectangle 25"/>
            <p:cNvSpPr>
              <a:spLocks noChangeArrowheads="1"/>
            </p:cNvSpPr>
            <p:nvPr/>
          </p:nvSpPr>
          <p:spPr bwMode="auto">
            <a:xfrm>
              <a:off x="1972" y="3113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93" name="Rectangle 26"/>
            <p:cNvSpPr>
              <a:spLocks noChangeArrowheads="1"/>
            </p:cNvSpPr>
            <p:nvPr/>
          </p:nvSpPr>
          <p:spPr bwMode="auto">
            <a:xfrm>
              <a:off x="1427" y="2750"/>
              <a:ext cx="364" cy="18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94" name="Rectangle 27"/>
            <p:cNvSpPr>
              <a:spLocks noChangeArrowheads="1"/>
            </p:cNvSpPr>
            <p:nvPr/>
          </p:nvSpPr>
          <p:spPr bwMode="auto">
            <a:xfrm>
              <a:off x="703" y="2750"/>
              <a:ext cx="364" cy="18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95" name="Text Box 28"/>
            <p:cNvSpPr txBox="1">
              <a:spLocks noChangeArrowheads="1"/>
            </p:cNvSpPr>
            <p:nvPr/>
          </p:nvSpPr>
          <p:spPr bwMode="auto">
            <a:xfrm>
              <a:off x="703" y="2478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96" name="Text Box 29"/>
            <p:cNvSpPr txBox="1">
              <a:spLocks noChangeArrowheads="1"/>
            </p:cNvSpPr>
            <p:nvPr/>
          </p:nvSpPr>
          <p:spPr bwMode="auto">
            <a:xfrm>
              <a:off x="1292" y="3113"/>
              <a:ext cx="54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97" name="Text Box 30"/>
            <p:cNvSpPr txBox="1">
              <a:spLocks noChangeArrowheads="1"/>
            </p:cNvSpPr>
            <p:nvPr/>
          </p:nvSpPr>
          <p:spPr bwMode="auto">
            <a:xfrm>
              <a:off x="1429" y="2478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98" name="Text Box 31"/>
            <p:cNvSpPr txBox="1">
              <a:spLocks noChangeArrowheads="1"/>
            </p:cNvSpPr>
            <p:nvPr/>
          </p:nvSpPr>
          <p:spPr bwMode="auto">
            <a:xfrm>
              <a:off x="2154" y="3113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99" name="Text Box 32"/>
            <p:cNvSpPr txBox="1">
              <a:spLocks noChangeArrowheads="1"/>
            </p:cNvSpPr>
            <p:nvPr/>
          </p:nvSpPr>
          <p:spPr bwMode="auto">
            <a:xfrm>
              <a:off x="1973" y="2024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d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00" name="Text Box 33"/>
            <p:cNvSpPr txBox="1">
              <a:spLocks noChangeArrowheads="1"/>
            </p:cNvSpPr>
            <p:nvPr/>
          </p:nvSpPr>
          <p:spPr bwMode="auto">
            <a:xfrm>
              <a:off x="1156" y="2014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c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01" name="Text Box 34"/>
            <p:cNvSpPr txBox="1">
              <a:spLocks noChangeArrowheads="1"/>
            </p:cNvSpPr>
            <p:nvPr/>
          </p:nvSpPr>
          <p:spPr bwMode="auto">
            <a:xfrm>
              <a:off x="249" y="3385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02" name="Text Box 35"/>
            <p:cNvSpPr txBox="1">
              <a:spLocks noChangeArrowheads="1"/>
            </p:cNvSpPr>
            <p:nvPr/>
          </p:nvSpPr>
          <p:spPr bwMode="auto">
            <a:xfrm>
              <a:off x="249" y="2614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049203" name="Text Box 36"/>
          <p:cNvSpPr txBox="1">
            <a:spLocks noChangeArrowheads="1"/>
          </p:cNvSpPr>
          <p:nvPr/>
        </p:nvSpPr>
        <p:spPr bwMode="auto">
          <a:xfrm>
            <a:off x="4870451" y="1641793"/>
            <a:ext cx="2665413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求</a:t>
            </a:r>
            <a:r>
              <a:rPr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:  </a:t>
            </a:r>
            <a:r>
              <a:rPr lang="en-US" altLang="zh-CN" sz="2400" b="1" i="1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4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ab</a:t>
            </a:r>
            <a:r>
              <a:rPr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 ,  </a:t>
            </a:r>
            <a:r>
              <a:rPr lang="en-US" altLang="zh-CN" sz="2400" b="1" i="1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4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cd</a:t>
            </a:r>
            <a:endParaRPr lang="en-US" altLang="zh-CN" sz="2400" b="1" baseline="-2500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30" name="Object 37"/>
          <p:cNvGraphicFramePr>
            <a:graphicFrameLocks noChangeAspect="1"/>
          </p:cNvGraphicFramePr>
          <p:nvPr/>
        </p:nvGraphicFramePr>
        <p:xfrm>
          <a:off x="5621338" y="2249805"/>
          <a:ext cx="4043362" cy="628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270" name="Equation" r:id="rId1" imgW="39624000" imgH="5486400" progId="Equation.DSMT4">
                  <p:embed/>
                </p:oleObj>
              </mc:Choice>
              <mc:Fallback>
                <p:oleObj name="Equation" r:id="rId1" imgW="39624000" imgH="5486400" progId="Equation.DSMT4">
                  <p:embed/>
                  <p:pic>
                    <p:nvPicPr>
                      <p:cNvPr id="0" name="图片 826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21338" y="2249805"/>
                        <a:ext cx="4043362" cy="628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1" name="Object 38"/>
          <p:cNvGraphicFramePr>
            <a:graphicFrameLocks noChangeAspect="1"/>
          </p:cNvGraphicFramePr>
          <p:nvPr/>
        </p:nvGraphicFramePr>
        <p:xfrm>
          <a:off x="5637213" y="2854643"/>
          <a:ext cx="3368675" cy="6270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271" name="Equation" r:id="rId3" imgW="32918400" imgH="5486400" progId="Equation.DSMT4">
                  <p:embed/>
                </p:oleObj>
              </mc:Choice>
              <mc:Fallback>
                <p:oleObj name="Equation" r:id="rId3" imgW="32918400" imgH="5486400" progId="Equation.DSMT4">
                  <p:embed/>
                  <p:pic>
                    <p:nvPicPr>
                      <p:cNvPr id="0" name="图片 827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37213" y="2854643"/>
                        <a:ext cx="3368675" cy="6270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204" name="Text Box 39" descr="羊皮纸"/>
          <p:cNvSpPr txBox="1">
            <a:spLocks noChangeArrowheads="1"/>
          </p:cNvSpPr>
          <p:nvPr/>
        </p:nvSpPr>
        <p:spPr bwMode="auto">
          <a:xfrm>
            <a:off x="5662613" y="3729356"/>
            <a:ext cx="3744912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zh-CN" altLang="en-US" sz="24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77" name="Text Box 8"/>
          <p:cNvSpPr txBox="1">
            <a:spLocks noChangeArrowheads="1"/>
          </p:cNvSpPr>
          <p:nvPr/>
        </p:nvSpPr>
        <p:spPr bwMode="auto">
          <a:xfrm>
            <a:off x="822960" y="1642110"/>
            <a:ext cx="95313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178" name="Line 9"/>
          <p:cNvSpPr>
            <a:spLocks noChangeShapeType="1"/>
          </p:cNvSpPr>
          <p:nvPr/>
        </p:nvSpPr>
        <p:spPr bwMode="auto">
          <a:xfrm>
            <a:off x="1990726" y="2865755"/>
            <a:ext cx="2016125" cy="0"/>
          </a:xfrm>
          <a:prstGeom prst="line">
            <a:avLst/>
          </a:prstGeom>
          <a:noFill/>
          <a:ln>
            <a:noFill/>
          </a:ln>
          <a:effectLst/>
        </p:spPr>
        <p:txBody>
          <a:bodyPr/>
          <a:p>
            <a:endParaRPr lang="zh-CN" altLang="en-US"/>
          </a:p>
        </p:txBody>
      </p:sp>
      <p:sp>
        <p:nvSpPr>
          <p:cNvPr id="1049179" name="Oval 10"/>
          <p:cNvSpPr>
            <a:spLocks noChangeArrowheads="1"/>
          </p:cNvSpPr>
          <p:nvPr/>
        </p:nvSpPr>
        <p:spPr bwMode="auto">
          <a:xfrm>
            <a:off x="6959600" y="3081655"/>
            <a:ext cx="71438" cy="71438"/>
          </a:xfrm>
          <a:prstGeom prst="ellipse">
            <a:avLst/>
          </a:prstGeom>
          <a:noFill/>
          <a:ln>
            <a:noFill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502" name="Group 11"/>
          <p:cNvGrpSpPr/>
          <p:nvPr/>
        </p:nvGrpSpPr>
        <p:grpSpPr bwMode="auto">
          <a:xfrm>
            <a:off x="1703388" y="1857694"/>
            <a:ext cx="3744912" cy="3106737"/>
            <a:chOff x="249" y="2014"/>
            <a:chExt cx="2359" cy="1957"/>
          </a:xfrm>
        </p:grpSpPr>
        <p:grpSp>
          <p:nvGrpSpPr>
            <p:cNvPr id="503" name="Group 12"/>
            <p:cNvGrpSpPr/>
            <p:nvPr/>
          </p:nvGrpSpPr>
          <p:grpSpPr bwMode="auto">
            <a:xfrm>
              <a:off x="476" y="2341"/>
              <a:ext cx="1632" cy="1362"/>
              <a:chOff x="476" y="2341"/>
              <a:chExt cx="1632" cy="1362"/>
            </a:xfrm>
          </p:grpSpPr>
          <p:sp>
            <p:nvSpPr>
              <p:cNvPr id="1049180" name="Line 13"/>
              <p:cNvSpPr>
                <a:spLocks noChangeShapeType="1"/>
              </p:cNvSpPr>
              <p:nvPr/>
            </p:nvSpPr>
            <p:spPr bwMode="auto">
              <a:xfrm>
                <a:off x="567" y="2840"/>
                <a:ext cx="1497" cy="0"/>
              </a:xfrm>
              <a:prstGeom prst="lin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181" name="Line 14"/>
              <p:cNvSpPr>
                <a:spLocks noChangeShapeType="1"/>
              </p:cNvSpPr>
              <p:nvPr/>
            </p:nvSpPr>
            <p:spPr bwMode="auto">
              <a:xfrm>
                <a:off x="567" y="3657"/>
                <a:ext cx="1497" cy="0"/>
              </a:xfrm>
              <a:prstGeom prst="lin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182" name="Line 15"/>
              <p:cNvSpPr>
                <a:spLocks noChangeShapeType="1"/>
              </p:cNvSpPr>
              <p:nvPr/>
            </p:nvSpPr>
            <p:spPr bwMode="auto">
              <a:xfrm>
                <a:off x="1247" y="2432"/>
                <a:ext cx="0" cy="1225"/>
              </a:xfrm>
              <a:prstGeom prst="lin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183" name="Line 16"/>
              <p:cNvSpPr>
                <a:spLocks noChangeShapeType="1"/>
              </p:cNvSpPr>
              <p:nvPr/>
            </p:nvSpPr>
            <p:spPr bwMode="auto">
              <a:xfrm>
                <a:off x="2064" y="2432"/>
                <a:ext cx="0" cy="1225"/>
              </a:xfrm>
              <a:prstGeom prst="lin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184" name="Oval 17"/>
              <p:cNvSpPr>
                <a:spLocks noChangeArrowheads="1"/>
              </p:cNvSpPr>
              <p:nvPr/>
            </p:nvSpPr>
            <p:spPr bwMode="auto">
              <a:xfrm>
                <a:off x="476" y="3612"/>
                <a:ext cx="90" cy="91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85" name="Oval 18"/>
              <p:cNvSpPr>
                <a:spLocks noChangeArrowheads="1"/>
              </p:cNvSpPr>
              <p:nvPr/>
            </p:nvSpPr>
            <p:spPr bwMode="auto">
              <a:xfrm>
                <a:off x="476" y="2795"/>
                <a:ext cx="90" cy="91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86" name="Oval 19"/>
              <p:cNvSpPr>
                <a:spLocks noChangeArrowheads="1"/>
              </p:cNvSpPr>
              <p:nvPr/>
            </p:nvSpPr>
            <p:spPr bwMode="auto">
              <a:xfrm>
                <a:off x="1202" y="2341"/>
                <a:ext cx="90" cy="91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87" name="Oval 20"/>
              <p:cNvSpPr>
                <a:spLocks noChangeArrowheads="1"/>
              </p:cNvSpPr>
              <p:nvPr/>
            </p:nvSpPr>
            <p:spPr bwMode="auto">
              <a:xfrm>
                <a:off x="2018" y="2341"/>
                <a:ext cx="90" cy="91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88" name="Oval 21"/>
              <p:cNvSpPr>
                <a:spLocks noChangeArrowheads="1"/>
              </p:cNvSpPr>
              <p:nvPr/>
            </p:nvSpPr>
            <p:spPr bwMode="auto">
              <a:xfrm>
                <a:off x="2018" y="2795"/>
                <a:ext cx="90" cy="91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89" name="Oval 22"/>
              <p:cNvSpPr>
                <a:spLocks noChangeArrowheads="1"/>
              </p:cNvSpPr>
              <p:nvPr/>
            </p:nvSpPr>
            <p:spPr bwMode="auto">
              <a:xfrm>
                <a:off x="1202" y="2795"/>
                <a:ext cx="90" cy="91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49190" name="Oval 23"/>
              <p:cNvSpPr>
                <a:spLocks noChangeArrowheads="1"/>
              </p:cNvSpPr>
              <p:nvPr/>
            </p:nvSpPr>
            <p:spPr bwMode="auto">
              <a:xfrm>
                <a:off x="1202" y="3612"/>
                <a:ext cx="90" cy="91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1049191" name="Rectangle 24"/>
            <p:cNvSpPr>
              <a:spLocks noChangeArrowheads="1"/>
            </p:cNvSpPr>
            <p:nvPr/>
          </p:nvSpPr>
          <p:spPr bwMode="auto">
            <a:xfrm>
              <a:off x="1156" y="3113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92" name="Rectangle 25"/>
            <p:cNvSpPr>
              <a:spLocks noChangeArrowheads="1"/>
            </p:cNvSpPr>
            <p:nvPr/>
          </p:nvSpPr>
          <p:spPr bwMode="auto">
            <a:xfrm>
              <a:off x="1972" y="3113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93" name="Rectangle 26"/>
            <p:cNvSpPr>
              <a:spLocks noChangeArrowheads="1"/>
            </p:cNvSpPr>
            <p:nvPr/>
          </p:nvSpPr>
          <p:spPr bwMode="auto">
            <a:xfrm>
              <a:off x="1427" y="2750"/>
              <a:ext cx="364" cy="18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94" name="Rectangle 27"/>
            <p:cNvSpPr>
              <a:spLocks noChangeArrowheads="1"/>
            </p:cNvSpPr>
            <p:nvPr/>
          </p:nvSpPr>
          <p:spPr bwMode="auto">
            <a:xfrm>
              <a:off x="703" y="2750"/>
              <a:ext cx="364" cy="18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195" name="Text Box 28"/>
            <p:cNvSpPr txBox="1">
              <a:spLocks noChangeArrowheads="1"/>
            </p:cNvSpPr>
            <p:nvPr/>
          </p:nvSpPr>
          <p:spPr bwMode="auto">
            <a:xfrm>
              <a:off x="703" y="2478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96" name="Text Box 29"/>
            <p:cNvSpPr txBox="1">
              <a:spLocks noChangeArrowheads="1"/>
            </p:cNvSpPr>
            <p:nvPr/>
          </p:nvSpPr>
          <p:spPr bwMode="auto">
            <a:xfrm>
              <a:off x="1292" y="3113"/>
              <a:ext cx="54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97" name="Text Box 30"/>
            <p:cNvSpPr txBox="1">
              <a:spLocks noChangeArrowheads="1"/>
            </p:cNvSpPr>
            <p:nvPr/>
          </p:nvSpPr>
          <p:spPr bwMode="auto">
            <a:xfrm>
              <a:off x="1429" y="2478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98" name="Text Box 31"/>
            <p:cNvSpPr txBox="1">
              <a:spLocks noChangeArrowheads="1"/>
            </p:cNvSpPr>
            <p:nvPr/>
          </p:nvSpPr>
          <p:spPr bwMode="auto">
            <a:xfrm>
              <a:off x="2154" y="3113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199" name="Text Box 32"/>
            <p:cNvSpPr txBox="1">
              <a:spLocks noChangeArrowheads="1"/>
            </p:cNvSpPr>
            <p:nvPr/>
          </p:nvSpPr>
          <p:spPr bwMode="auto">
            <a:xfrm>
              <a:off x="1973" y="2024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d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00" name="Text Box 33"/>
            <p:cNvSpPr txBox="1">
              <a:spLocks noChangeArrowheads="1"/>
            </p:cNvSpPr>
            <p:nvPr/>
          </p:nvSpPr>
          <p:spPr bwMode="auto">
            <a:xfrm>
              <a:off x="1156" y="2014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c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01" name="Text Box 34"/>
            <p:cNvSpPr txBox="1">
              <a:spLocks noChangeArrowheads="1"/>
            </p:cNvSpPr>
            <p:nvPr/>
          </p:nvSpPr>
          <p:spPr bwMode="auto">
            <a:xfrm>
              <a:off x="249" y="3385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202" name="Text Box 35"/>
            <p:cNvSpPr txBox="1">
              <a:spLocks noChangeArrowheads="1"/>
            </p:cNvSpPr>
            <p:nvPr/>
          </p:nvSpPr>
          <p:spPr bwMode="auto">
            <a:xfrm>
              <a:off x="249" y="2614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049203" name="Text Box 36"/>
          <p:cNvSpPr txBox="1">
            <a:spLocks noChangeArrowheads="1"/>
          </p:cNvSpPr>
          <p:nvPr/>
        </p:nvSpPr>
        <p:spPr bwMode="auto">
          <a:xfrm>
            <a:off x="4870451" y="1641793"/>
            <a:ext cx="2665413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求</a:t>
            </a:r>
            <a:r>
              <a:rPr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:  </a:t>
            </a:r>
            <a:r>
              <a:rPr lang="en-US" altLang="zh-CN" sz="2400" b="1" i="1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4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ab</a:t>
            </a:r>
            <a:r>
              <a:rPr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 ,  </a:t>
            </a:r>
            <a:r>
              <a:rPr lang="en-US" altLang="zh-CN" sz="2400" b="1" i="1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4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cd</a:t>
            </a:r>
            <a:endParaRPr lang="en-US" altLang="zh-CN" sz="2400" b="1" baseline="-2500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30" name="Object 37"/>
          <p:cNvGraphicFramePr>
            <a:graphicFrameLocks noChangeAspect="1"/>
          </p:cNvGraphicFramePr>
          <p:nvPr/>
        </p:nvGraphicFramePr>
        <p:xfrm>
          <a:off x="5621338" y="2249805"/>
          <a:ext cx="4043362" cy="628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270" name="Equation" r:id="rId1" imgW="39624000" imgH="5486400" progId="Equation.DSMT4">
                  <p:embed/>
                </p:oleObj>
              </mc:Choice>
              <mc:Fallback>
                <p:oleObj name="Equation" r:id="rId1" imgW="39624000" imgH="5486400" progId="Equation.DSMT4">
                  <p:embed/>
                  <p:pic>
                    <p:nvPicPr>
                      <p:cNvPr id="0" name="图片 826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21338" y="2249805"/>
                        <a:ext cx="4043362" cy="628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1" name="Object 38"/>
          <p:cNvGraphicFramePr>
            <a:graphicFrameLocks noChangeAspect="1"/>
          </p:cNvGraphicFramePr>
          <p:nvPr/>
        </p:nvGraphicFramePr>
        <p:xfrm>
          <a:off x="5637213" y="2854643"/>
          <a:ext cx="3368675" cy="6270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271" name="Equation" r:id="rId3" imgW="32918400" imgH="5486400" progId="Equation.DSMT4">
                  <p:embed/>
                </p:oleObj>
              </mc:Choice>
              <mc:Fallback>
                <p:oleObj name="Equation" r:id="rId3" imgW="32918400" imgH="5486400" progId="Equation.DSMT4">
                  <p:embed/>
                  <p:pic>
                    <p:nvPicPr>
                      <p:cNvPr id="0" name="图片 827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37213" y="2854643"/>
                        <a:ext cx="3368675" cy="6270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" name="图片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665470" y="3602355"/>
            <a:ext cx="6306820" cy="2569210"/>
          </a:xfrm>
          <a:prstGeom prst="rect">
            <a:avLst/>
          </a:prstGeom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4" name="Group 4"/>
          <p:cNvGrpSpPr/>
          <p:nvPr/>
        </p:nvGrpSpPr>
        <p:grpSpPr bwMode="auto">
          <a:xfrm>
            <a:off x="1375093" y="1744981"/>
            <a:ext cx="4392612" cy="3143250"/>
            <a:chOff x="612" y="363"/>
            <a:chExt cx="2767" cy="1980"/>
          </a:xfrm>
        </p:grpSpPr>
        <p:sp>
          <p:nvSpPr>
            <p:cNvPr id="1049217" name="Oval 5"/>
            <p:cNvSpPr>
              <a:spLocks noChangeArrowheads="1"/>
            </p:cNvSpPr>
            <p:nvPr/>
          </p:nvSpPr>
          <p:spPr bwMode="auto">
            <a:xfrm>
              <a:off x="1112" y="618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18" name="Oval 6"/>
            <p:cNvSpPr>
              <a:spLocks noChangeArrowheads="1"/>
            </p:cNvSpPr>
            <p:nvPr/>
          </p:nvSpPr>
          <p:spPr bwMode="auto">
            <a:xfrm>
              <a:off x="1928" y="618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19" name="Text Box 7"/>
            <p:cNvSpPr txBox="1">
              <a:spLocks noChangeArrowheads="1"/>
            </p:cNvSpPr>
            <p:nvPr/>
          </p:nvSpPr>
          <p:spPr bwMode="auto">
            <a:xfrm>
              <a:off x="2019" y="1570"/>
              <a:ext cx="589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0" name="Text Box 8"/>
            <p:cNvSpPr txBox="1">
              <a:spLocks noChangeArrowheads="1"/>
            </p:cNvSpPr>
            <p:nvPr/>
          </p:nvSpPr>
          <p:spPr bwMode="auto">
            <a:xfrm>
              <a:off x="1973" y="935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1" name="Text Box 9"/>
            <p:cNvSpPr txBox="1">
              <a:spLocks noChangeArrowheads="1"/>
            </p:cNvSpPr>
            <p:nvPr/>
          </p:nvSpPr>
          <p:spPr bwMode="auto">
            <a:xfrm>
              <a:off x="2744" y="1480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2" name="Text Box 10"/>
            <p:cNvSpPr txBox="1">
              <a:spLocks noChangeArrowheads="1"/>
            </p:cNvSpPr>
            <p:nvPr/>
          </p:nvSpPr>
          <p:spPr bwMode="auto">
            <a:xfrm>
              <a:off x="2744" y="1026"/>
              <a:ext cx="59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3" name="Text Box 11"/>
            <p:cNvSpPr txBox="1">
              <a:spLocks noChangeArrowheads="1"/>
            </p:cNvSpPr>
            <p:nvPr/>
          </p:nvSpPr>
          <p:spPr bwMode="auto">
            <a:xfrm>
              <a:off x="2019" y="427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4" name="Text Box 12"/>
            <p:cNvSpPr txBox="1">
              <a:spLocks noChangeArrowheads="1"/>
            </p:cNvSpPr>
            <p:nvPr/>
          </p:nvSpPr>
          <p:spPr bwMode="auto">
            <a:xfrm>
              <a:off x="885" y="363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5" name="Line 13"/>
            <p:cNvSpPr>
              <a:spLocks noChangeShapeType="1"/>
            </p:cNvSpPr>
            <p:nvPr/>
          </p:nvSpPr>
          <p:spPr bwMode="auto">
            <a:xfrm>
              <a:off x="1157" y="709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26" name="Line 14"/>
            <p:cNvSpPr>
              <a:spLocks noChangeShapeType="1"/>
            </p:cNvSpPr>
            <p:nvPr/>
          </p:nvSpPr>
          <p:spPr bwMode="auto">
            <a:xfrm>
              <a:off x="1157" y="1389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27" name="Line 15"/>
            <p:cNvSpPr>
              <a:spLocks noChangeShapeType="1"/>
            </p:cNvSpPr>
            <p:nvPr/>
          </p:nvSpPr>
          <p:spPr bwMode="auto">
            <a:xfrm>
              <a:off x="1973" y="890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28" name="Line 16"/>
            <p:cNvSpPr>
              <a:spLocks noChangeShapeType="1"/>
            </p:cNvSpPr>
            <p:nvPr/>
          </p:nvSpPr>
          <p:spPr bwMode="auto">
            <a:xfrm>
              <a:off x="2654" y="890"/>
              <a:ext cx="0" cy="113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29" name="Line 17"/>
            <p:cNvSpPr>
              <a:spLocks noChangeShapeType="1"/>
            </p:cNvSpPr>
            <p:nvPr/>
          </p:nvSpPr>
          <p:spPr bwMode="auto">
            <a:xfrm>
              <a:off x="1973" y="2024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30" name="Rectangle 18"/>
            <p:cNvSpPr>
              <a:spLocks noChangeArrowheads="1"/>
            </p:cNvSpPr>
            <p:nvPr/>
          </p:nvSpPr>
          <p:spPr bwMode="auto">
            <a:xfrm>
              <a:off x="1066" y="890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1" name="Line 19"/>
            <p:cNvSpPr>
              <a:spLocks noChangeShapeType="1"/>
            </p:cNvSpPr>
            <p:nvPr/>
          </p:nvSpPr>
          <p:spPr bwMode="auto">
            <a:xfrm>
              <a:off x="1157" y="2024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32" name="Rectangle 20"/>
            <p:cNvSpPr>
              <a:spLocks noChangeArrowheads="1"/>
            </p:cNvSpPr>
            <p:nvPr/>
          </p:nvSpPr>
          <p:spPr bwMode="auto">
            <a:xfrm>
              <a:off x="1429" y="1933"/>
              <a:ext cx="364" cy="18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3" name="Line 21"/>
            <p:cNvSpPr>
              <a:spLocks noChangeShapeType="1"/>
            </p:cNvSpPr>
            <p:nvPr/>
          </p:nvSpPr>
          <p:spPr bwMode="auto">
            <a:xfrm>
              <a:off x="1973" y="709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34" name="Rectangle 22"/>
            <p:cNvSpPr>
              <a:spLocks noChangeArrowheads="1"/>
            </p:cNvSpPr>
            <p:nvPr/>
          </p:nvSpPr>
          <p:spPr bwMode="auto">
            <a:xfrm>
              <a:off x="1883" y="157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5" name="Rectangle 23"/>
            <p:cNvSpPr>
              <a:spLocks noChangeArrowheads="1"/>
            </p:cNvSpPr>
            <p:nvPr/>
          </p:nvSpPr>
          <p:spPr bwMode="auto">
            <a:xfrm>
              <a:off x="1883" y="981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6" name="Rectangle 24"/>
            <p:cNvSpPr>
              <a:spLocks noChangeArrowheads="1"/>
            </p:cNvSpPr>
            <p:nvPr/>
          </p:nvSpPr>
          <p:spPr bwMode="auto">
            <a:xfrm>
              <a:off x="2563" y="148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7" name="Rectangle 25"/>
            <p:cNvSpPr>
              <a:spLocks noChangeArrowheads="1"/>
            </p:cNvSpPr>
            <p:nvPr/>
          </p:nvSpPr>
          <p:spPr bwMode="auto">
            <a:xfrm>
              <a:off x="2563" y="1071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8" name="Rectangle 26"/>
            <p:cNvSpPr>
              <a:spLocks noChangeArrowheads="1"/>
            </p:cNvSpPr>
            <p:nvPr/>
          </p:nvSpPr>
          <p:spPr bwMode="auto">
            <a:xfrm>
              <a:off x="1066" y="157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9" name="Text Box 27"/>
            <p:cNvSpPr txBox="1">
              <a:spLocks noChangeArrowheads="1"/>
            </p:cNvSpPr>
            <p:nvPr/>
          </p:nvSpPr>
          <p:spPr bwMode="auto">
            <a:xfrm>
              <a:off x="612" y="1570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40" name="Text Box 28"/>
            <p:cNvSpPr txBox="1">
              <a:spLocks noChangeArrowheads="1"/>
            </p:cNvSpPr>
            <p:nvPr/>
          </p:nvSpPr>
          <p:spPr bwMode="auto">
            <a:xfrm>
              <a:off x="1338" y="2053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80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41" name="Text Box 29"/>
            <p:cNvSpPr txBox="1">
              <a:spLocks noChangeArrowheads="1"/>
            </p:cNvSpPr>
            <p:nvPr/>
          </p:nvSpPr>
          <p:spPr bwMode="auto">
            <a:xfrm>
              <a:off x="613" y="845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264" name="Text Box 8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482600" y="1025525"/>
            <a:ext cx="95313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4" name="Group 4"/>
          <p:cNvGrpSpPr/>
          <p:nvPr/>
        </p:nvGrpSpPr>
        <p:grpSpPr bwMode="auto">
          <a:xfrm>
            <a:off x="1036638" y="1888491"/>
            <a:ext cx="4392612" cy="3143250"/>
            <a:chOff x="612" y="363"/>
            <a:chExt cx="2767" cy="1980"/>
          </a:xfrm>
        </p:grpSpPr>
        <p:sp>
          <p:nvSpPr>
            <p:cNvPr id="1049217" name="Oval 5"/>
            <p:cNvSpPr>
              <a:spLocks noChangeArrowheads="1"/>
            </p:cNvSpPr>
            <p:nvPr/>
          </p:nvSpPr>
          <p:spPr bwMode="auto">
            <a:xfrm>
              <a:off x="1112" y="618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18" name="Oval 6"/>
            <p:cNvSpPr>
              <a:spLocks noChangeArrowheads="1"/>
            </p:cNvSpPr>
            <p:nvPr/>
          </p:nvSpPr>
          <p:spPr bwMode="auto">
            <a:xfrm>
              <a:off x="1928" y="618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19" name="Text Box 7"/>
            <p:cNvSpPr txBox="1">
              <a:spLocks noChangeArrowheads="1"/>
            </p:cNvSpPr>
            <p:nvPr/>
          </p:nvSpPr>
          <p:spPr bwMode="auto">
            <a:xfrm>
              <a:off x="2019" y="1570"/>
              <a:ext cx="589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0" name="Text Box 8"/>
            <p:cNvSpPr txBox="1">
              <a:spLocks noChangeArrowheads="1"/>
            </p:cNvSpPr>
            <p:nvPr/>
          </p:nvSpPr>
          <p:spPr bwMode="auto">
            <a:xfrm>
              <a:off x="1973" y="935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1" name="Text Box 9"/>
            <p:cNvSpPr txBox="1">
              <a:spLocks noChangeArrowheads="1"/>
            </p:cNvSpPr>
            <p:nvPr/>
          </p:nvSpPr>
          <p:spPr bwMode="auto">
            <a:xfrm>
              <a:off x="2744" y="1480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2" name="Text Box 10"/>
            <p:cNvSpPr txBox="1">
              <a:spLocks noChangeArrowheads="1"/>
            </p:cNvSpPr>
            <p:nvPr/>
          </p:nvSpPr>
          <p:spPr bwMode="auto">
            <a:xfrm>
              <a:off x="2744" y="1026"/>
              <a:ext cx="59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3" name="Text Box 11"/>
            <p:cNvSpPr txBox="1">
              <a:spLocks noChangeArrowheads="1"/>
            </p:cNvSpPr>
            <p:nvPr/>
          </p:nvSpPr>
          <p:spPr bwMode="auto">
            <a:xfrm>
              <a:off x="2019" y="427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4" name="Text Box 12"/>
            <p:cNvSpPr txBox="1">
              <a:spLocks noChangeArrowheads="1"/>
            </p:cNvSpPr>
            <p:nvPr/>
          </p:nvSpPr>
          <p:spPr bwMode="auto">
            <a:xfrm>
              <a:off x="885" y="363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5" name="Line 13"/>
            <p:cNvSpPr>
              <a:spLocks noChangeShapeType="1"/>
            </p:cNvSpPr>
            <p:nvPr/>
          </p:nvSpPr>
          <p:spPr bwMode="auto">
            <a:xfrm>
              <a:off x="1157" y="709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26" name="Line 14"/>
            <p:cNvSpPr>
              <a:spLocks noChangeShapeType="1"/>
            </p:cNvSpPr>
            <p:nvPr/>
          </p:nvSpPr>
          <p:spPr bwMode="auto">
            <a:xfrm>
              <a:off x="1157" y="1389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27" name="Line 15"/>
            <p:cNvSpPr>
              <a:spLocks noChangeShapeType="1"/>
            </p:cNvSpPr>
            <p:nvPr/>
          </p:nvSpPr>
          <p:spPr bwMode="auto">
            <a:xfrm>
              <a:off x="1973" y="890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28" name="Line 16"/>
            <p:cNvSpPr>
              <a:spLocks noChangeShapeType="1"/>
            </p:cNvSpPr>
            <p:nvPr/>
          </p:nvSpPr>
          <p:spPr bwMode="auto">
            <a:xfrm>
              <a:off x="2654" y="890"/>
              <a:ext cx="0" cy="113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29" name="Line 17"/>
            <p:cNvSpPr>
              <a:spLocks noChangeShapeType="1"/>
            </p:cNvSpPr>
            <p:nvPr/>
          </p:nvSpPr>
          <p:spPr bwMode="auto">
            <a:xfrm>
              <a:off x="1973" y="2024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30" name="Rectangle 18"/>
            <p:cNvSpPr>
              <a:spLocks noChangeArrowheads="1"/>
            </p:cNvSpPr>
            <p:nvPr/>
          </p:nvSpPr>
          <p:spPr bwMode="auto">
            <a:xfrm>
              <a:off x="1066" y="890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1" name="Line 19"/>
            <p:cNvSpPr>
              <a:spLocks noChangeShapeType="1"/>
            </p:cNvSpPr>
            <p:nvPr/>
          </p:nvSpPr>
          <p:spPr bwMode="auto">
            <a:xfrm>
              <a:off x="1157" y="2024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32" name="Rectangle 20"/>
            <p:cNvSpPr>
              <a:spLocks noChangeArrowheads="1"/>
            </p:cNvSpPr>
            <p:nvPr/>
          </p:nvSpPr>
          <p:spPr bwMode="auto">
            <a:xfrm>
              <a:off x="1429" y="1933"/>
              <a:ext cx="364" cy="18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3" name="Line 21"/>
            <p:cNvSpPr>
              <a:spLocks noChangeShapeType="1"/>
            </p:cNvSpPr>
            <p:nvPr/>
          </p:nvSpPr>
          <p:spPr bwMode="auto">
            <a:xfrm>
              <a:off x="1973" y="709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34" name="Rectangle 22"/>
            <p:cNvSpPr>
              <a:spLocks noChangeArrowheads="1"/>
            </p:cNvSpPr>
            <p:nvPr/>
          </p:nvSpPr>
          <p:spPr bwMode="auto">
            <a:xfrm>
              <a:off x="1883" y="157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5" name="Rectangle 23"/>
            <p:cNvSpPr>
              <a:spLocks noChangeArrowheads="1"/>
            </p:cNvSpPr>
            <p:nvPr/>
          </p:nvSpPr>
          <p:spPr bwMode="auto">
            <a:xfrm>
              <a:off x="1883" y="981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6" name="Rectangle 24"/>
            <p:cNvSpPr>
              <a:spLocks noChangeArrowheads="1"/>
            </p:cNvSpPr>
            <p:nvPr/>
          </p:nvSpPr>
          <p:spPr bwMode="auto">
            <a:xfrm>
              <a:off x="2563" y="148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7" name="Rectangle 25"/>
            <p:cNvSpPr>
              <a:spLocks noChangeArrowheads="1"/>
            </p:cNvSpPr>
            <p:nvPr/>
          </p:nvSpPr>
          <p:spPr bwMode="auto">
            <a:xfrm>
              <a:off x="2563" y="1071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8" name="Rectangle 26"/>
            <p:cNvSpPr>
              <a:spLocks noChangeArrowheads="1"/>
            </p:cNvSpPr>
            <p:nvPr/>
          </p:nvSpPr>
          <p:spPr bwMode="auto">
            <a:xfrm>
              <a:off x="1066" y="157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9" name="Text Box 27"/>
            <p:cNvSpPr txBox="1">
              <a:spLocks noChangeArrowheads="1"/>
            </p:cNvSpPr>
            <p:nvPr/>
          </p:nvSpPr>
          <p:spPr bwMode="auto">
            <a:xfrm>
              <a:off x="612" y="1570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40" name="Text Box 28"/>
            <p:cNvSpPr txBox="1">
              <a:spLocks noChangeArrowheads="1"/>
            </p:cNvSpPr>
            <p:nvPr/>
          </p:nvSpPr>
          <p:spPr bwMode="auto">
            <a:xfrm>
              <a:off x="1338" y="2053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80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41" name="Text Box 29"/>
            <p:cNvSpPr txBox="1">
              <a:spLocks noChangeArrowheads="1"/>
            </p:cNvSpPr>
            <p:nvPr/>
          </p:nvSpPr>
          <p:spPr bwMode="auto">
            <a:xfrm>
              <a:off x="613" y="845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264" name="Text Box 8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482600" y="1025525"/>
            <a:ext cx="2481580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 </a:t>
            </a: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方法</a:t>
            </a: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一</a:t>
            </a:r>
            <a:endParaRPr kumimoji="1" lang="zh-CN" altLang="en-US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13985" y="2141855"/>
            <a:ext cx="6600825" cy="3238500"/>
          </a:xfrm>
          <a:prstGeom prst="rect">
            <a:avLst/>
          </a:prstGeom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50" name="AutoShape 68"/>
          <p:cNvSpPr>
            <a:spLocks noChangeArrowheads="1"/>
          </p:cNvSpPr>
          <p:nvPr/>
        </p:nvSpPr>
        <p:spPr bwMode="auto">
          <a:xfrm>
            <a:off x="4018916" y="3616326"/>
            <a:ext cx="863600" cy="142875"/>
          </a:xfrm>
          <a:prstGeom prst="rightArrow">
            <a:avLst>
              <a:gd name="adj1" fmla="val 50000"/>
              <a:gd name="adj2" fmla="val 151111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569" name="Group 69"/>
          <p:cNvGrpSpPr/>
          <p:nvPr/>
        </p:nvGrpSpPr>
        <p:grpSpPr bwMode="auto">
          <a:xfrm>
            <a:off x="958851" y="1555750"/>
            <a:ext cx="2987675" cy="2636838"/>
            <a:chOff x="3447" y="0"/>
            <a:chExt cx="1882" cy="1661"/>
          </a:xfrm>
        </p:grpSpPr>
        <p:sp>
          <p:nvSpPr>
            <p:cNvPr id="1049351" name="Oval 70"/>
            <p:cNvSpPr>
              <a:spLocks noChangeArrowheads="1"/>
            </p:cNvSpPr>
            <p:nvPr/>
          </p:nvSpPr>
          <p:spPr bwMode="auto">
            <a:xfrm>
              <a:off x="3674" y="255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52" name="Oval 71"/>
            <p:cNvSpPr>
              <a:spLocks noChangeArrowheads="1"/>
            </p:cNvSpPr>
            <p:nvPr/>
          </p:nvSpPr>
          <p:spPr bwMode="auto">
            <a:xfrm>
              <a:off x="4490" y="255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53" name="Text Box 72"/>
            <p:cNvSpPr txBox="1">
              <a:spLocks noChangeArrowheads="1"/>
            </p:cNvSpPr>
            <p:nvPr/>
          </p:nvSpPr>
          <p:spPr bwMode="auto">
            <a:xfrm>
              <a:off x="4581" y="1207"/>
              <a:ext cx="589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54" name="Text Box 73"/>
            <p:cNvSpPr txBox="1">
              <a:spLocks noChangeArrowheads="1"/>
            </p:cNvSpPr>
            <p:nvPr/>
          </p:nvSpPr>
          <p:spPr bwMode="auto">
            <a:xfrm>
              <a:off x="4535" y="57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55" name="Text Box 74"/>
            <p:cNvSpPr txBox="1">
              <a:spLocks noChangeArrowheads="1"/>
            </p:cNvSpPr>
            <p:nvPr/>
          </p:nvSpPr>
          <p:spPr bwMode="auto">
            <a:xfrm>
              <a:off x="4694" y="874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56" name="Text Box 75"/>
            <p:cNvSpPr txBox="1">
              <a:spLocks noChangeArrowheads="1"/>
            </p:cNvSpPr>
            <p:nvPr/>
          </p:nvSpPr>
          <p:spPr bwMode="auto">
            <a:xfrm>
              <a:off x="4581" y="64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57" name="Text Box 76"/>
            <p:cNvSpPr txBox="1">
              <a:spLocks noChangeArrowheads="1"/>
            </p:cNvSpPr>
            <p:nvPr/>
          </p:nvSpPr>
          <p:spPr bwMode="auto">
            <a:xfrm>
              <a:off x="3447" y="0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58" name="Line 77"/>
            <p:cNvSpPr>
              <a:spLocks noChangeShapeType="1"/>
            </p:cNvSpPr>
            <p:nvPr/>
          </p:nvSpPr>
          <p:spPr bwMode="auto">
            <a:xfrm>
              <a:off x="3719" y="346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59" name="Line 78"/>
            <p:cNvSpPr>
              <a:spLocks noChangeShapeType="1"/>
            </p:cNvSpPr>
            <p:nvPr/>
          </p:nvSpPr>
          <p:spPr bwMode="auto">
            <a:xfrm>
              <a:off x="3719" y="1026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60" name="Line 79"/>
            <p:cNvSpPr>
              <a:spLocks noChangeShapeType="1"/>
            </p:cNvSpPr>
            <p:nvPr/>
          </p:nvSpPr>
          <p:spPr bwMode="auto">
            <a:xfrm>
              <a:off x="4535" y="527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61" name="Line 80"/>
            <p:cNvSpPr>
              <a:spLocks noChangeShapeType="1"/>
            </p:cNvSpPr>
            <p:nvPr/>
          </p:nvSpPr>
          <p:spPr bwMode="auto">
            <a:xfrm>
              <a:off x="5216" y="527"/>
              <a:ext cx="0" cy="113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62" name="Line 81"/>
            <p:cNvSpPr>
              <a:spLocks noChangeShapeType="1"/>
            </p:cNvSpPr>
            <p:nvPr/>
          </p:nvSpPr>
          <p:spPr bwMode="auto">
            <a:xfrm>
              <a:off x="4535" y="1661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63" name="Rectangle 82"/>
            <p:cNvSpPr>
              <a:spLocks noChangeArrowheads="1"/>
            </p:cNvSpPr>
            <p:nvPr/>
          </p:nvSpPr>
          <p:spPr bwMode="auto">
            <a:xfrm>
              <a:off x="3628" y="527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64" name="Line 83"/>
            <p:cNvSpPr>
              <a:spLocks noChangeShapeType="1"/>
            </p:cNvSpPr>
            <p:nvPr/>
          </p:nvSpPr>
          <p:spPr bwMode="auto">
            <a:xfrm>
              <a:off x="3719" y="1661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65" name="Line 84"/>
            <p:cNvSpPr>
              <a:spLocks noChangeShapeType="1"/>
            </p:cNvSpPr>
            <p:nvPr/>
          </p:nvSpPr>
          <p:spPr bwMode="auto">
            <a:xfrm>
              <a:off x="4535" y="346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66" name="Rectangle 85"/>
            <p:cNvSpPr>
              <a:spLocks noChangeArrowheads="1"/>
            </p:cNvSpPr>
            <p:nvPr/>
          </p:nvSpPr>
          <p:spPr bwMode="auto">
            <a:xfrm>
              <a:off x="4445" y="1207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67" name="Rectangle 86"/>
            <p:cNvSpPr>
              <a:spLocks noChangeArrowheads="1"/>
            </p:cNvSpPr>
            <p:nvPr/>
          </p:nvSpPr>
          <p:spPr bwMode="auto">
            <a:xfrm>
              <a:off x="4445" y="618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68" name="Rectangle 87"/>
            <p:cNvSpPr>
              <a:spLocks noChangeArrowheads="1"/>
            </p:cNvSpPr>
            <p:nvPr/>
          </p:nvSpPr>
          <p:spPr bwMode="auto">
            <a:xfrm>
              <a:off x="5125" y="89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69" name="Rectangle 88"/>
            <p:cNvSpPr>
              <a:spLocks noChangeArrowheads="1"/>
            </p:cNvSpPr>
            <p:nvPr/>
          </p:nvSpPr>
          <p:spPr bwMode="auto">
            <a:xfrm>
              <a:off x="3628" y="1207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70" name="Text Box 89"/>
            <p:cNvSpPr txBox="1">
              <a:spLocks noChangeArrowheads="1"/>
            </p:cNvSpPr>
            <p:nvPr/>
          </p:nvSpPr>
          <p:spPr bwMode="auto">
            <a:xfrm>
              <a:off x="3742" y="116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71" name="Text Box 90"/>
            <p:cNvSpPr txBox="1">
              <a:spLocks noChangeArrowheads="1"/>
            </p:cNvSpPr>
            <p:nvPr/>
          </p:nvSpPr>
          <p:spPr bwMode="auto">
            <a:xfrm>
              <a:off x="3787" y="48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372" name="Text Box 8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482600" y="1025525"/>
            <a:ext cx="2799080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 </a:t>
            </a: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方法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373" name="文本框 2"/>
          <p:cNvSpPr txBox="1"/>
          <p:nvPr/>
        </p:nvSpPr>
        <p:spPr>
          <a:xfrm>
            <a:off x="1137285" y="2992755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1                       2</a:t>
            </a:r>
            <a:endParaRPr lang="en-US" altLang="zh-CN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374" name="文本框 3"/>
          <p:cNvSpPr txBox="1"/>
          <p:nvPr/>
        </p:nvSpPr>
        <p:spPr>
          <a:xfrm>
            <a:off x="2085340" y="4662170"/>
            <a:ext cx="7406640" cy="89154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zh-CN" altLang="en-US">
                <a:latin typeface="Times New Roman" panose="02020603050405020304" pitchFamily="18" charset="0"/>
                <a:ea typeface="黑体" panose="02010609060101010101" pitchFamily="49" charset="-122"/>
              </a:rPr>
              <a:t>、点</a:t>
            </a:r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zh-CN" altLang="en-US"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zh-CN" altLang="en-US">
                <a:latin typeface="Times New Roman" panose="02020603050405020304" pitchFamily="18" charset="0"/>
                <a:ea typeface="黑体" panose="02010609060101010101" pitchFamily="49" charset="-122"/>
              </a:rPr>
              <a:t>采用导线连接，所以</a:t>
            </a:r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U12</a:t>
            </a:r>
            <a:r>
              <a:rPr lang="zh-CN" altLang="en-US">
                <a:latin typeface="Times New Roman" panose="02020603050405020304" pitchFamily="18" charset="0"/>
                <a:ea typeface="黑体" panose="02010609060101010101" pitchFamily="49" charset="-122"/>
              </a:rPr>
              <a:t>间没有电压降，</a:t>
            </a:r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U12=0</a:t>
            </a:r>
            <a:endParaRPr lang="en-US" altLang="zh-CN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zh-CN" altLang="en-US">
                <a:latin typeface="Times New Roman" panose="02020603050405020304" pitchFamily="18" charset="0"/>
                <a:ea typeface="黑体" panose="02010609060101010101" pitchFamily="49" charset="-122"/>
              </a:rPr>
              <a:t>、可以将点</a:t>
            </a:r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zh-CN" altLang="en-US">
                <a:latin typeface="Times New Roman" panose="02020603050405020304" pitchFamily="18" charset="0"/>
                <a:ea typeface="黑体" panose="02010609060101010101" pitchFamily="49" charset="-122"/>
              </a:rPr>
              <a:t>的导线移到点</a:t>
            </a:r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endParaRPr lang="en-US" altLang="zh-CN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r>
              <a:rPr lang="zh-CN" altLang="en-US">
                <a:latin typeface="Times New Roman" panose="02020603050405020304" pitchFamily="18" charset="0"/>
                <a:ea typeface="黑体" panose="02010609060101010101" pitchFamily="49" charset="-122"/>
              </a:rPr>
              <a:t>、</a:t>
            </a:r>
            <a:r>
              <a:rPr lang="zh-CN" altLang="en-US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验证（两点路各之路电流完全相同）</a:t>
            </a:r>
            <a:endParaRPr lang="zh-CN" altLang="en-US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570" name="Group 69"/>
          <p:cNvGrpSpPr/>
          <p:nvPr/>
        </p:nvGrpSpPr>
        <p:grpSpPr bwMode="auto">
          <a:xfrm>
            <a:off x="6164581" y="1466215"/>
            <a:ext cx="2987675" cy="2636838"/>
            <a:chOff x="3447" y="0"/>
            <a:chExt cx="1882" cy="1661"/>
          </a:xfrm>
        </p:grpSpPr>
        <p:sp>
          <p:nvSpPr>
            <p:cNvPr id="1049375" name="Oval 70"/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>
              <a:off x="3674" y="255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76" name="Oval 71"/>
            <p:cNvSpPr>
              <a:spLocks noChangeArrowheads="1"/>
            </p:cNvSpPr>
            <p:nvPr>
              <p:custDataLst>
                <p:tags r:id="rId3"/>
              </p:custDataLst>
            </p:nvPr>
          </p:nvSpPr>
          <p:spPr bwMode="auto">
            <a:xfrm>
              <a:off x="4490" y="255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77" name="Text Box 72"/>
            <p:cNvSpPr txBox="1"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4581" y="1207"/>
              <a:ext cx="589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78" name="Text Box 73"/>
            <p:cNvSpPr txBox="1">
              <a:spLocks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4535" y="57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79" name="Text Box 74"/>
            <p:cNvSpPr txBox="1">
              <a:spLocks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4694" y="874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80" name="Text Box 75"/>
            <p:cNvSpPr txBox="1"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4581" y="64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81" name="Text Box 76"/>
            <p:cNvSpPr txBox="1"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447" y="0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82" name="Line 77"/>
            <p:cNvSpPr>
              <a:spLocks noChangeShapeType="1"/>
            </p:cNvSpPr>
            <p:nvPr>
              <p:custDataLst>
                <p:tags r:id="rId9"/>
              </p:custDataLst>
            </p:nvPr>
          </p:nvSpPr>
          <p:spPr bwMode="auto">
            <a:xfrm>
              <a:off x="3706" y="1016"/>
              <a:ext cx="24" cy="63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83" name="Line 78"/>
            <p:cNvSpPr>
              <a:spLocks noChangeShapeType="1"/>
            </p:cNvSpPr>
            <p:nvPr>
              <p:custDataLst>
                <p:tags r:id="rId10"/>
              </p:custDataLst>
            </p:nvPr>
          </p:nvSpPr>
          <p:spPr bwMode="auto">
            <a:xfrm>
              <a:off x="3719" y="1026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84" name="Line 79"/>
            <p:cNvSpPr>
              <a:spLocks noChangeShapeType="1"/>
            </p:cNvSpPr>
            <p:nvPr>
              <p:custDataLst>
                <p:tags r:id="rId11"/>
              </p:custDataLst>
            </p:nvPr>
          </p:nvSpPr>
          <p:spPr bwMode="auto">
            <a:xfrm>
              <a:off x="4535" y="527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85" name="Line 80"/>
            <p:cNvSpPr>
              <a:spLocks noChangeShapeType="1"/>
            </p:cNvSpPr>
            <p:nvPr>
              <p:custDataLst>
                <p:tags r:id="rId12"/>
              </p:custDataLst>
            </p:nvPr>
          </p:nvSpPr>
          <p:spPr bwMode="auto">
            <a:xfrm>
              <a:off x="5216" y="527"/>
              <a:ext cx="0" cy="113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86" name="Line 81"/>
            <p:cNvSpPr>
              <a:spLocks noChangeShapeType="1"/>
            </p:cNvSpPr>
            <p:nvPr>
              <p:custDataLst>
                <p:tags r:id="rId13"/>
              </p:custDataLst>
            </p:nvPr>
          </p:nvSpPr>
          <p:spPr bwMode="auto">
            <a:xfrm>
              <a:off x="4535" y="1661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87" name="Line 83"/>
            <p:cNvSpPr>
              <a:spLocks noChangeShapeType="1"/>
            </p:cNvSpPr>
            <p:nvPr>
              <p:custDataLst>
                <p:tags r:id="rId14"/>
              </p:custDataLst>
            </p:nvPr>
          </p:nvSpPr>
          <p:spPr bwMode="auto">
            <a:xfrm>
              <a:off x="3719" y="1661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88" name="Line 84"/>
            <p:cNvSpPr>
              <a:spLocks noChangeShapeType="1"/>
            </p:cNvSpPr>
            <p:nvPr>
              <p:custDataLst>
                <p:tags r:id="rId15"/>
              </p:custDataLst>
            </p:nvPr>
          </p:nvSpPr>
          <p:spPr bwMode="auto">
            <a:xfrm>
              <a:off x="4535" y="346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89" name="Rectangle 85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4445" y="1207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90" name="Rectangle 86"/>
            <p:cNvSpPr>
              <a:spLocks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4445" y="618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91" name="Rectangle 87"/>
            <p:cNvSpPr>
              <a:spLocks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5125" y="89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92" name="Rectangle 88"/>
            <p:cNvSpPr>
              <a:spLocks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3628" y="1207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93" name="Text Box 89"/>
            <p:cNvSpPr txBox="1">
              <a:spLocks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3742" y="116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94" name="Text Box 90"/>
            <p:cNvSpPr txBox="1">
              <a:spLocks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3526" y="628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95" name="Rectangle 82"/>
            <p:cNvSpPr>
              <a:spLocks noChangeArrowheads="1"/>
            </p:cNvSpPr>
            <p:nvPr>
              <p:custDataLst>
                <p:tags r:id="rId22"/>
              </p:custDataLst>
            </p:nvPr>
          </p:nvSpPr>
          <p:spPr bwMode="auto">
            <a:xfrm rot="18900000">
              <a:off x="3878" y="416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sp>
        <p:nvSpPr>
          <p:cNvPr id="1049396" name="Line 77"/>
          <p:cNvSpPr>
            <a:spLocks noChangeShapeType="1"/>
          </p:cNvSpPr>
          <p:nvPr>
            <p:custDataLst>
              <p:tags r:id="rId23"/>
            </p:custDataLst>
          </p:nvPr>
        </p:nvSpPr>
        <p:spPr bwMode="auto">
          <a:xfrm>
            <a:off x="6602730" y="2003425"/>
            <a:ext cx="1257935" cy="1063625"/>
          </a:xfrm>
          <a:prstGeom prst="line">
            <a:avLst/>
          </a:prstGeom>
          <a:noFill/>
          <a:ln w="38100">
            <a:solidFill>
              <a:srgbClr val="FFCC00"/>
            </a:solidFill>
            <a:round/>
          </a:ln>
          <a:effectLst/>
        </p:spPr>
        <p:txBody>
          <a:bodyPr/>
          <a:p>
            <a:endParaRPr lang="zh-CN" altLang="en-US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7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2" name="Group 31"/>
          <p:cNvGrpSpPr/>
          <p:nvPr/>
        </p:nvGrpSpPr>
        <p:grpSpPr bwMode="auto">
          <a:xfrm>
            <a:off x="1697356" y="1584009"/>
            <a:ext cx="2987675" cy="2660649"/>
            <a:chOff x="3470" y="2341"/>
            <a:chExt cx="1882" cy="1676"/>
          </a:xfrm>
        </p:grpSpPr>
        <p:sp>
          <p:nvSpPr>
            <p:cNvPr id="1049397" name="Oval 32"/>
            <p:cNvSpPr>
              <a:spLocks noChangeArrowheads="1"/>
            </p:cNvSpPr>
            <p:nvPr/>
          </p:nvSpPr>
          <p:spPr bwMode="auto">
            <a:xfrm>
              <a:off x="3697" y="2596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98" name="Oval 33"/>
            <p:cNvSpPr>
              <a:spLocks noChangeArrowheads="1"/>
            </p:cNvSpPr>
            <p:nvPr/>
          </p:nvSpPr>
          <p:spPr bwMode="auto">
            <a:xfrm>
              <a:off x="4513" y="2596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99" name="Text Box 34"/>
            <p:cNvSpPr txBox="1">
              <a:spLocks noChangeArrowheads="1"/>
            </p:cNvSpPr>
            <p:nvPr/>
          </p:nvSpPr>
          <p:spPr bwMode="auto">
            <a:xfrm>
              <a:off x="4558" y="2913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00" name="Text Box 35"/>
            <p:cNvSpPr txBox="1">
              <a:spLocks noChangeArrowheads="1"/>
            </p:cNvSpPr>
            <p:nvPr/>
          </p:nvSpPr>
          <p:spPr bwMode="auto">
            <a:xfrm>
              <a:off x="4717" y="3215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01" name="Text Box 36"/>
            <p:cNvSpPr txBox="1">
              <a:spLocks noChangeArrowheads="1"/>
            </p:cNvSpPr>
            <p:nvPr/>
          </p:nvSpPr>
          <p:spPr bwMode="auto">
            <a:xfrm>
              <a:off x="4604" y="2405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02" name="Text Box 37"/>
            <p:cNvSpPr txBox="1">
              <a:spLocks noChangeArrowheads="1"/>
            </p:cNvSpPr>
            <p:nvPr/>
          </p:nvSpPr>
          <p:spPr bwMode="auto">
            <a:xfrm>
              <a:off x="3470" y="2341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03" name="Line 38"/>
            <p:cNvSpPr>
              <a:spLocks noChangeShapeType="1"/>
            </p:cNvSpPr>
            <p:nvPr/>
          </p:nvSpPr>
          <p:spPr bwMode="auto">
            <a:xfrm>
              <a:off x="3742" y="2687"/>
              <a:ext cx="0" cy="652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04" name="Line 39"/>
            <p:cNvSpPr>
              <a:spLocks noChangeShapeType="1"/>
            </p:cNvSpPr>
            <p:nvPr/>
          </p:nvSpPr>
          <p:spPr bwMode="auto">
            <a:xfrm>
              <a:off x="3742" y="3367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05" name="Line 40"/>
            <p:cNvSpPr>
              <a:spLocks noChangeShapeType="1"/>
            </p:cNvSpPr>
            <p:nvPr/>
          </p:nvSpPr>
          <p:spPr bwMode="auto">
            <a:xfrm>
              <a:off x="4558" y="2868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06" name="Line 41"/>
            <p:cNvSpPr>
              <a:spLocks noChangeShapeType="1"/>
            </p:cNvSpPr>
            <p:nvPr/>
          </p:nvSpPr>
          <p:spPr bwMode="auto">
            <a:xfrm>
              <a:off x="5239" y="2868"/>
              <a:ext cx="0" cy="113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07" name="Line 42"/>
            <p:cNvSpPr>
              <a:spLocks noChangeShapeType="1"/>
            </p:cNvSpPr>
            <p:nvPr/>
          </p:nvSpPr>
          <p:spPr bwMode="auto">
            <a:xfrm>
              <a:off x="4558" y="4002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08" name="Rectangle 43"/>
            <p:cNvSpPr>
              <a:spLocks noChangeArrowheads="1"/>
            </p:cNvSpPr>
            <p:nvPr/>
          </p:nvSpPr>
          <p:spPr bwMode="auto">
            <a:xfrm>
              <a:off x="3651" y="2868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09" name="Line 44"/>
            <p:cNvSpPr>
              <a:spLocks noChangeShapeType="1"/>
            </p:cNvSpPr>
            <p:nvPr/>
          </p:nvSpPr>
          <p:spPr bwMode="auto">
            <a:xfrm>
              <a:off x="4558" y="2687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10" name="Rectangle 45"/>
            <p:cNvSpPr>
              <a:spLocks noChangeArrowheads="1"/>
            </p:cNvSpPr>
            <p:nvPr/>
          </p:nvSpPr>
          <p:spPr bwMode="auto">
            <a:xfrm>
              <a:off x="4468" y="3548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11" name="Rectangle 46"/>
            <p:cNvSpPr>
              <a:spLocks noChangeArrowheads="1"/>
            </p:cNvSpPr>
            <p:nvPr/>
          </p:nvSpPr>
          <p:spPr bwMode="auto">
            <a:xfrm>
              <a:off x="4468" y="2959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12" name="Rectangle 47"/>
            <p:cNvSpPr>
              <a:spLocks noChangeArrowheads="1"/>
            </p:cNvSpPr>
            <p:nvPr/>
          </p:nvSpPr>
          <p:spPr bwMode="auto">
            <a:xfrm>
              <a:off x="5148" y="3231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13" name="Text Box 48"/>
            <p:cNvSpPr txBox="1">
              <a:spLocks noChangeArrowheads="1"/>
            </p:cNvSpPr>
            <p:nvPr/>
          </p:nvSpPr>
          <p:spPr bwMode="auto">
            <a:xfrm>
              <a:off x="3992" y="3503"/>
              <a:ext cx="476" cy="514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14" name="Text Box 49"/>
            <p:cNvSpPr txBox="1">
              <a:spLocks noChangeArrowheads="1"/>
            </p:cNvSpPr>
            <p:nvPr/>
          </p:nvSpPr>
          <p:spPr bwMode="auto">
            <a:xfrm>
              <a:off x="3810" y="2823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573" name="Group 51"/>
          <p:cNvGrpSpPr/>
          <p:nvPr/>
        </p:nvGrpSpPr>
        <p:grpSpPr bwMode="auto">
          <a:xfrm>
            <a:off x="7175184" y="1799591"/>
            <a:ext cx="3889375" cy="2016125"/>
            <a:chOff x="1020" y="2432"/>
            <a:chExt cx="2450" cy="1270"/>
          </a:xfrm>
        </p:grpSpPr>
        <p:sp>
          <p:nvSpPr>
            <p:cNvPr id="1049415" name="Oval 52"/>
            <p:cNvSpPr>
              <a:spLocks noChangeArrowheads="1"/>
            </p:cNvSpPr>
            <p:nvPr/>
          </p:nvSpPr>
          <p:spPr bwMode="auto">
            <a:xfrm>
              <a:off x="1247" y="2687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16" name="Oval 53"/>
            <p:cNvSpPr>
              <a:spLocks noChangeArrowheads="1"/>
            </p:cNvSpPr>
            <p:nvPr/>
          </p:nvSpPr>
          <p:spPr bwMode="auto">
            <a:xfrm>
              <a:off x="2063" y="2687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17" name="Text Box 54"/>
            <p:cNvSpPr txBox="1">
              <a:spLocks noChangeArrowheads="1"/>
            </p:cNvSpPr>
            <p:nvPr/>
          </p:nvSpPr>
          <p:spPr bwMode="auto">
            <a:xfrm>
              <a:off x="2108" y="2915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18" name="Text Box 55"/>
            <p:cNvSpPr txBox="1">
              <a:spLocks noChangeArrowheads="1"/>
            </p:cNvSpPr>
            <p:nvPr/>
          </p:nvSpPr>
          <p:spPr bwMode="auto">
            <a:xfrm>
              <a:off x="2835" y="314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19" name="Text Box 56"/>
            <p:cNvSpPr txBox="1">
              <a:spLocks noChangeArrowheads="1"/>
            </p:cNvSpPr>
            <p:nvPr/>
          </p:nvSpPr>
          <p:spPr bwMode="auto">
            <a:xfrm>
              <a:off x="2154" y="2496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20" name="Text Box 57"/>
            <p:cNvSpPr txBox="1">
              <a:spLocks noChangeArrowheads="1"/>
            </p:cNvSpPr>
            <p:nvPr/>
          </p:nvSpPr>
          <p:spPr bwMode="auto">
            <a:xfrm>
              <a:off x="1020" y="2432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21" name="Line 58"/>
            <p:cNvSpPr>
              <a:spLocks noChangeShapeType="1"/>
            </p:cNvSpPr>
            <p:nvPr/>
          </p:nvSpPr>
          <p:spPr bwMode="auto">
            <a:xfrm>
              <a:off x="1292" y="2778"/>
              <a:ext cx="0" cy="87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22" name="Line 59"/>
            <p:cNvSpPr>
              <a:spLocks noChangeShapeType="1"/>
            </p:cNvSpPr>
            <p:nvPr/>
          </p:nvSpPr>
          <p:spPr bwMode="auto">
            <a:xfrm>
              <a:off x="1292" y="3657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23" name="Line 60"/>
            <p:cNvSpPr>
              <a:spLocks noChangeShapeType="1"/>
            </p:cNvSpPr>
            <p:nvPr/>
          </p:nvSpPr>
          <p:spPr bwMode="auto">
            <a:xfrm>
              <a:off x="2108" y="2959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24" name="Line 61"/>
            <p:cNvSpPr>
              <a:spLocks noChangeShapeType="1"/>
            </p:cNvSpPr>
            <p:nvPr/>
          </p:nvSpPr>
          <p:spPr bwMode="auto">
            <a:xfrm>
              <a:off x="2789" y="2959"/>
              <a:ext cx="0" cy="698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25" name="Line 62"/>
            <p:cNvSpPr>
              <a:spLocks noChangeShapeType="1"/>
            </p:cNvSpPr>
            <p:nvPr/>
          </p:nvSpPr>
          <p:spPr bwMode="auto">
            <a:xfrm>
              <a:off x="2108" y="3657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26" name="Rectangle 63"/>
            <p:cNvSpPr>
              <a:spLocks noChangeArrowheads="1"/>
            </p:cNvSpPr>
            <p:nvPr/>
          </p:nvSpPr>
          <p:spPr bwMode="auto">
            <a:xfrm>
              <a:off x="1201" y="3113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27" name="Line 64"/>
            <p:cNvSpPr>
              <a:spLocks noChangeShapeType="1"/>
            </p:cNvSpPr>
            <p:nvPr/>
          </p:nvSpPr>
          <p:spPr bwMode="auto">
            <a:xfrm>
              <a:off x="2108" y="2778"/>
              <a:ext cx="1" cy="92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28" name="Rectangle 65"/>
            <p:cNvSpPr>
              <a:spLocks noChangeArrowheads="1"/>
            </p:cNvSpPr>
            <p:nvPr/>
          </p:nvSpPr>
          <p:spPr bwMode="auto">
            <a:xfrm>
              <a:off x="2018" y="3158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29" name="Rectangle 66"/>
            <p:cNvSpPr>
              <a:spLocks noChangeArrowheads="1"/>
            </p:cNvSpPr>
            <p:nvPr/>
          </p:nvSpPr>
          <p:spPr bwMode="auto">
            <a:xfrm>
              <a:off x="2698" y="3202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30" name="Text Box 67"/>
            <p:cNvSpPr txBox="1">
              <a:spLocks noChangeArrowheads="1"/>
            </p:cNvSpPr>
            <p:nvPr/>
          </p:nvSpPr>
          <p:spPr bwMode="auto">
            <a:xfrm>
              <a:off x="1360" y="2914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431" name="AutoShape 91"/>
          <p:cNvSpPr>
            <a:spLocks noChangeArrowheads="1"/>
          </p:cNvSpPr>
          <p:nvPr/>
        </p:nvSpPr>
        <p:spPr bwMode="auto">
          <a:xfrm>
            <a:off x="5880100" y="2907349"/>
            <a:ext cx="863600" cy="142875"/>
          </a:xfrm>
          <a:prstGeom prst="rightArrow">
            <a:avLst>
              <a:gd name="adj1" fmla="val 50000"/>
              <a:gd name="adj2" fmla="val 151111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9432" name="Text Box 92"/>
          <p:cNvSpPr txBox="1">
            <a:spLocks noChangeArrowheads="1"/>
          </p:cNvSpPr>
          <p:nvPr/>
        </p:nvSpPr>
        <p:spPr bwMode="auto">
          <a:xfrm>
            <a:off x="5088256" y="4709795"/>
            <a:ext cx="2016125" cy="521970"/>
          </a:xfrm>
          <a:prstGeom prst="rect">
            <a:avLst/>
          </a:prstGeom>
          <a:noFill/>
          <a:ln w="38100">
            <a:solidFill>
              <a:srgbClr val="00FF00"/>
            </a:solidFill>
            <a:miter lim="800000"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ab</a:t>
            </a:r>
            <a:r>
              <a:rPr lang="zh-CN" altLang="en-US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＝</a:t>
            </a:r>
            <a:r>
              <a: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70</a:t>
            </a:r>
            <a:r>
              <a: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endParaRPr lang="en-US" altLang="zh-CN" sz="28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  <a:sym typeface="Symbol" panose="05050102010706020507" pitchFamily="18" charset="2"/>
            </a:endParaRPr>
          </a:p>
        </p:txBody>
      </p:sp>
      <p:sp>
        <p:nvSpPr>
          <p:cNvPr id="1049433" name="Text Box 8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482600" y="1025525"/>
            <a:ext cx="95313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4" name="Group 4"/>
          <p:cNvGrpSpPr/>
          <p:nvPr/>
        </p:nvGrpSpPr>
        <p:grpSpPr bwMode="auto">
          <a:xfrm>
            <a:off x="1375093" y="1744981"/>
            <a:ext cx="4392612" cy="3143250"/>
            <a:chOff x="612" y="363"/>
            <a:chExt cx="2767" cy="1980"/>
          </a:xfrm>
        </p:grpSpPr>
        <p:sp>
          <p:nvSpPr>
            <p:cNvPr id="1049217" name="Oval 5"/>
            <p:cNvSpPr>
              <a:spLocks noChangeArrowheads="1"/>
            </p:cNvSpPr>
            <p:nvPr/>
          </p:nvSpPr>
          <p:spPr bwMode="auto">
            <a:xfrm>
              <a:off x="1112" y="618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18" name="Oval 6"/>
            <p:cNvSpPr>
              <a:spLocks noChangeArrowheads="1"/>
            </p:cNvSpPr>
            <p:nvPr/>
          </p:nvSpPr>
          <p:spPr bwMode="auto">
            <a:xfrm>
              <a:off x="1928" y="618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19" name="Text Box 7"/>
            <p:cNvSpPr txBox="1">
              <a:spLocks noChangeArrowheads="1"/>
            </p:cNvSpPr>
            <p:nvPr/>
          </p:nvSpPr>
          <p:spPr bwMode="auto">
            <a:xfrm>
              <a:off x="2019" y="1570"/>
              <a:ext cx="589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0" name="Text Box 8"/>
            <p:cNvSpPr txBox="1">
              <a:spLocks noChangeArrowheads="1"/>
            </p:cNvSpPr>
            <p:nvPr/>
          </p:nvSpPr>
          <p:spPr bwMode="auto">
            <a:xfrm>
              <a:off x="1973" y="935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1" name="Text Box 9"/>
            <p:cNvSpPr txBox="1">
              <a:spLocks noChangeArrowheads="1"/>
            </p:cNvSpPr>
            <p:nvPr/>
          </p:nvSpPr>
          <p:spPr bwMode="auto">
            <a:xfrm>
              <a:off x="2744" y="1480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2" name="Text Box 10"/>
            <p:cNvSpPr txBox="1">
              <a:spLocks noChangeArrowheads="1"/>
            </p:cNvSpPr>
            <p:nvPr/>
          </p:nvSpPr>
          <p:spPr bwMode="auto">
            <a:xfrm>
              <a:off x="2744" y="1026"/>
              <a:ext cx="59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3" name="Text Box 11"/>
            <p:cNvSpPr txBox="1">
              <a:spLocks noChangeArrowheads="1"/>
            </p:cNvSpPr>
            <p:nvPr/>
          </p:nvSpPr>
          <p:spPr bwMode="auto">
            <a:xfrm>
              <a:off x="2019" y="427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4" name="Text Box 12"/>
            <p:cNvSpPr txBox="1">
              <a:spLocks noChangeArrowheads="1"/>
            </p:cNvSpPr>
            <p:nvPr/>
          </p:nvSpPr>
          <p:spPr bwMode="auto">
            <a:xfrm>
              <a:off x="885" y="363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25" name="Line 13"/>
            <p:cNvSpPr>
              <a:spLocks noChangeShapeType="1"/>
            </p:cNvSpPr>
            <p:nvPr/>
          </p:nvSpPr>
          <p:spPr bwMode="auto">
            <a:xfrm>
              <a:off x="1157" y="709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26" name="Line 14"/>
            <p:cNvSpPr>
              <a:spLocks noChangeShapeType="1"/>
            </p:cNvSpPr>
            <p:nvPr/>
          </p:nvSpPr>
          <p:spPr bwMode="auto">
            <a:xfrm>
              <a:off x="1157" y="1389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27" name="Line 15"/>
            <p:cNvSpPr>
              <a:spLocks noChangeShapeType="1"/>
            </p:cNvSpPr>
            <p:nvPr/>
          </p:nvSpPr>
          <p:spPr bwMode="auto">
            <a:xfrm>
              <a:off x="1973" y="890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28" name="Line 16"/>
            <p:cNvSpPr>
              <a:spLocks noChangeShapeType="1"/>
            </p:cNvSpPr>
            <p:nvPr/>
          </p:nvSpPr>
          <p:spPr bwMode="auto">
            <a:xfrm>
              <a:off x="2654" y="890"/>
              <a:ext cx="0" cy="113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29" name="Line 17"/>
            <p:cNvSpPr>
              <a:spLocks noChangeShapeType="1"/>
            </p:cNvSpPr>
            <p:nvPr/>
          </p:nvSpPr>
          <p:spPr bwMode="auto">
            <a:xfrm>
              <a:off x="1973" y="2024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30" name="Rectangle 18"/>
            <p:cNvSpPr>
              <a:spLocks noChangeArrowheads="1"/>
            </p:cNvSpPr>
            <p:nvPr/>
          </p:nvSpPr>
          <p:spPr bwMode="auto">
            <a:xfrm>
              <a:off x="1066" y="890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1" name="Line 19"/>
            <p:cNvSpPr>
              <a:spLocks noChangeShapeType="1"/>
            </p:cNvSpPr>
            <p:nvPr/>
          </p:nvSpPr>
          <p:spPr bwMode="auto">
            <a:xfrm>
              <a:off x="1157" y="2024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32" name="Rectangle 20"/>
            <p:cNvSpPr>
              <a:spLocks noChangeArrowheads="1"/>
            </p:cNvSpPr>
            <p:nvPr/>
          </p:nvSpPr>
          <p:spPr bwMode="auto">
            <a:xfrm>
              <a:off x="1429" y="1933"/>
              <a:ext cx="364" cy="18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3" name="Line 21"/>
            <p:cNvSpPr>
              <a:spLocks noChangeShapeType="1"/>
            </p:cNvSpPr>
            <p:nvPr/>
          </p:nvSpPr>
          <p:spPr bwMode="auto">
            <a:xfrm>
              <a:off x="1973" y="709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34" name="Rectangle 22"/>
            <p:cNvSpPr>
              <a:spLocks noChangeArrowheads="1"/>
            </p:cNvSpPr>
            <p:nvPr/>
          </p:nvSpPr>
          <p:spPr bwMode="auto">
            <a:xfrm>
              <a:off x="1883" y="157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5" name="Rectangle 23"/>
            <p:cNvSpPr>
              <a:spLocks noChangeArrowheads="1"/>
            </p:cNvSpPr>
            <p:nvPr/>
          </p:nvSpPr>
          <p:spPr bwMode="auto">
            <a:xfrm>
              <a:off x="1883" y="981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6" name="Rectangle 24"/>
            <p:cNvSpPr>
              <a:spLocks noChangeArrowheads="1"/>
            </p:cNvSpPr>
            <p:nvPr/>
          </p:nvSpPr>
          <p:spPr bwMode="auto">
            <a:xfrm>
              <a:off x="2563" y="148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7" name="Rectangle 25"/>
            <p:cNvSpPr>
              <a:spLocks noChangeArrowheads="1"/>
            </p:cNvSpPr>
            <p:nvPr/>
          </p:nvSpPr>
          <p:spPr bwMode="auto">
            <a:xfrm>
              <a:off x="2563" y="1071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8" name="Rectangle 26"/>
            <p:cNvSpPr>
              <a:spLocks noChangeArrowheads="1"/>
            </p:cNvSpPr>
            <p:nvPr/>
          </p:nvSpPr>
          <p:spPr bwMode="auto">
            <a:xfrm>
              <a:off x="1066" y="157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39" name="Text Box 27"/>
            <p:cNvSpPr txBox="1">
              <a:spLocks noChangeArrowheads="1"/>
            </p:cNvSpPr>
            <p:nvPr/>
          </p:nvSpPr>
          <p:spPr bwMode="auto">
            <a:xfrm>
              <a:off x="612" y="1570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40" name="Text Box 28"/>
            <p:cNvSpPr txBox="1">
              <a:spLocks noChangeArrowheads="1"/>
            </p:cNvSpPr>
            <p:nvPr/>
          </p:nvSpPr>
          <p:spPr bwMode="auto">
            <a:xfrm>
              <a:off x="1338" y="2053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80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41" name="Text Box 29"/>
            <p:cNvSpPr txBox="1">
              <a:spLocks noChangeArrowheads="1"/>
            </p:cNvSpPr>
            <p:nvPr/>
          </p:nvSpPr>
          <p:spPr bwMode="auto">
            <a:xfrm>
              <a:off x="613" y="845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242" name="AutoShape 50"/>
          <p:cNvSpPr>
            <a:spLocks noChangeArrowheads="1"/>
          </p:cNvSpPr>
          <p:nvPr/>
        </p:nvSpPr>
        <p:spPr bwMode="auto">
          <a:xfrm>
            <a:off x="5949950" y="3375344"/>
            <a:ext cx="863600" cy="142875"/>
          </a:xfrm>
          <a:prstGeom prst="rightArrow">
            <a:avLst>
              <a:gd name="adj1" fmla="val 50000"/>
              <a:gd name="adj2" fmla="val 151111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525" name="Group 69"/>
          <p:cNvGrpSpPr/>
          <p:nvPr/>
        </p:nvGrpSpPr>
        <p:grpSpPr bwMode="auto">
          <a:xfrm>
            <a:off x="7411086" y="1889760"/>
            <a:ext cx="2987675" cy="2636838"/>
            <a:chOff x="3447" y="0"/>
            <a:chExt cx="1882" cy="1661"/>
          </a:xfrm>
        </p:grpSpPr>
        <p:sp>
          <p:nvSpPr>
            <p:cNvPr id="1049243" name="Oval 70"/>
            <p:cNvSpPr>
              <a:spLocks noChangeArrowheads="1"/>
            </p:cNvSpPr>
            <p:nvPr/>
          </p:nvSpPr>
          <p:spPr bwMode="auto">
            <a:xfrm>
              <a:off x="3674" y="255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44" name="Oval 71"/>
            <p:cNvSpPr>
              <a:spLocks noChangeArrowheads="1"/>
            </p:cNvSpPr>
            <p:nvPr/>
          </p:nvSpPr>
          <p:spPr bwMode="auto">
            <a:xfrm>
              <a:off x="4490" y="255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45" name="Text Box 72"/>
            <p:cNvSpPr txBox="1">
              <a:spLocks noChangeArrowheads="1"/>
            </p:cNvSpPr>
            <p:nvPr/>
          </p:nvSpPr>
          <p:spPr bwMode="auto">
            <a:xfrm>
              <a:off x="4581" y="1207"/>
              <a:ext cx="589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46" name="Text Box 73"/>
            <p:cNvSpPr txBox="1">
              <a:spLocks noChangeArrowheads="1"/>
            </p:cNvSpPr>
            <p:nvPr/>
          </p:nvSpPr>
          <p:spPr bwMode="auto">
            <a:xfrm>
              <a:off x="4535" y="57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47" name="Text Box 74"/>
            <p:cNvSpPr txBox="1">
              <a:spLocks noChangeArrowheads="1"/>
            </p:cNvSpPr>
            <p:nvPr/>
          </p:nvSpPr>
          <p:spPr bwMode="auto">
            <a:xfrm>
              <a:off x="4694" y="874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48" name="Text Box 75"/>
            <p:cNvSpPr txBox="1">
              <a:spLocks noChangeArrowheads="1"/>
            </p:cNvSpPr>
            <p:nvPr/>
          </p:nvSpPr>
          <p:spPr bwMode="auto">
            <a:xfrm>
              <a:off x="4581" y="64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49" name="Text Box 76"/>
            <p:cNvSpPr txBox="1">
              <a:spLocks noChangeArrowheads="1"/>
            </p:cNvSpPr>
            <p:nvPr/>
          </p:nvSpPr>
          <p:spPr bwMode="auto">
            <a:xfrm>
              <a:off x="3447" y="0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50" name="Line 77"/>
            <p:cNvSpPr>
              <a:spLocks noChangeShapeType="1"/>
            </p:cNvSpPr>
            <p:nvPr/>
          </p:nvSpPr>
          <p:spPr bwMode="auto">
            <a:xfrm>
              <a:off x="3719" y="346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51" name="Line 78"/>
            <p:cNvSpPr>
              <a:spLocks noChangeShapeType="1"/>
            </p:cNvSpPr>
            <p:nvPr/>
          </p:nvSpPr>
          <p:spPr bwMode="auto">
            <a:xfrm>
              <a:off x="3719" y="1026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52" name="Line 79"/>
            <p:cNvSpPr>
              <a:spLocks noChangeShapeType="1"/>
            </p:cNvSpPr>
            <p:nvPr/>
          </p:nvSpPr>
          <p:spPr bwMode="auto">
            <a:xfrm>
              <a:off x="4535" y="527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53" name="Line 80"/>
            <p:cNvSpPr>
              <a:spLocks noChangeShapeType="1"/>
            </p:cNvSpPr>
            <p:nvPr/>
          </p:nvSpPr>
          <p:spPr bwMode="auto">
            <a:xfrm>
              <a:off x="5216" y="527"/>
              <a:ext cx="0" cy="113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54" name="Line 81"/>
            <p:cNvSpPr>
              <a:spLocks noChangeShapeType="1"/>
            </p:cNvSpPr>
            <p:nvPr/>
          </p:nvSpPr>
          <p:spPr bwMode="auto">
            <a:xfrm>
              <a:off x="4535" y="1661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55" name="Rectangle 82"/>
            <p:cNvSpPr>
              <a:spLocks noChangeArrowheads="1"/>
            </p:cNvSpPr>
            <p:nvPr/>
          </p:nvSpPr>
          <p:spPr bwMode="auto">
            <a:xfrm>
              <a:off x="3628" y="527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56" name="Line 83"/>
            <p:cNvSpPr>
              <a:spLocks noChangeShapeType="1"/>
            </p:cNvSpPr>
            <p:nvPr/>
          </p:nvSpPr>
          <p:spPr bwMode="auto">
            <a:xfrm>
              <a:off x="3719" y="1661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57" name="Line 84"/>
            <p:cNvSpPr>
              <a:spLocks noChangeShapeType="1"/>
            </p:cNvSpPr>
            <p:nvPr/>
          </p:nvSpPr>
          <p:spPr bwMode="auto">
            <a:xfrm>
              <a:off x="4535" y="346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58" name="Rectangle 85"/>
            <p:cNvSpPr>
              <a:spLocks noChangeArrowheads="1"/>
            </p:cNvSpPr>
            <p:nvPr/>
          </p:nvSpPr>
          <p:spPr bwMode="auto">
            <a:xfrm>
              <a:off x="4445" y="1207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59" name="Rectangle 86"/>
            <p:cNvSpPr>
              <a:spLocks noChangeArrowheads="1"/>
            </p:cNvSpPr>
            <p:nvPr/>
          </p:nvSpPr>
          <p:spPr bwMode="auto">
            <a:xfrm>
              <a:off x="4445" y="618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60" name="Rectangle 87"/>
            <p:cNvSpPr>
              <a:spLocks noChangeArrowheads="1"/>
            </p:cNvSpPr>
            <p:nvPr/>
          </p:nvSpPr>
          <p:spPr bwMode="auto">
            <a:xfrm>
              <a:off x="5125" y="89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61" name="Rectangle 88"/>
            <p:cNvSpPr>
              <a:spLocks noChangeArrowheads="1"/>
            </p:cNvSpPr>
            <p:nvPr/>
          </p:nvSpPr>
          <p:spPr bwMode="auto">
            <a:xfrm>
              <a:off x="3628" y="1207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62" name="Text Box 89"/>
            <p:cNvSpPr txBox="1">
              <a:spLocks noChangeArrowheads="1"/>
            </p:cNvSpPr>
            <p:nvPr/>
          </p:nvSpPr>
          <p:spPr bwMode="auto">
            <a:xfrm>
              <a:off x="3742" y="116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63" name="Text Box 90"/>
            <p:cNvSpPr txBox="1">
              <a:spLocks noChangeArrowheads="1"/>
            </p:cNvSpPr>
            <p:nvPr/>
          </p:nvSpPr>
          <p:spPr bwMode="auto">
            <a:xfrm>
              <a:off x="3787" y="48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264" name="Text Box 8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482600" y="1025525"/>
            <a:ext cx="95313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" name="Group 31"/>
          <p:cNvGrpSpPr/>
          <p:nvPr/>
        </p:nvGrpSpPr>
        <p:grpSpPr bwMode="auto">
          <a:xfrm>
            <a:off x="8348346" y="1627189"/>
            <a:ext cx="2987675" cy="2660649"/>
            <a:chOff x="3470" y="2341"/>
            <a:chExt cx="1882" cy="1676"/>
          </a:xfrm>
        </p:grpSpPr>
        <p:sp>
          <p:nvSpPr>
            <p:cNvPr id="1049277" name="Oval 32"/>
            <p:cNvSpPr>
              <a:spLocks noChangeArrowheads="1"/>
            </p:cNvSpPr>
            <p:nvPr/>
          </p:nvSpPr>
          <p:spPr bwMode="auto">
            <a:xfrm>
              <a:off x="3697" y="2596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78" name="Oval 33"/>
            <p:cNvSpPr>
              <a:spLocks noChangeArrowheads="1"/>
            </p:cNvSpPr>
            <p:nvPr/>
          </p:nvSpPr>
          <p:spPr bwMode="auto">
            <a:xfrm>
              <a:off x="4513" y="2596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79" name="Text Box 34"/>
            <p:cNvSpPr txBox="1">
              <a:spLocks noChangeArrowheads="1"/>
            </p:cNvSpPr>
            <p:nvPr/>
          </p:nvSpPr>
          <p:spPr bwMode="auto">
            <a:xfrm>
              <a:off x="4558" y="2913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80" name="Text Box 35"/>
            <p:cNvSpPr txBox="1">
              <a:spLocks noChangeArrowheads="1"/>
            </p:cNvSpPr>
            <p:nvPr/>
          </p:nvSpPr>
          <p:spPr bwMode="auto">
            <a:xfrm>
              <a:off x="4717" y="3215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81" name="Text Box 36"/>
            <p:cNvSpPr txBox="1">
              <a:spLocks noChangeArrowheads="1"/>
            </p:cNvSpPr>
            <p:nvPr/>
          </p:nvSpPr>
          <p:spPr bwMode="auto">
            <a:xfrm>
              <a:off x="4604" y="2405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82" name="Text Box 37"/>
            <p:cNvSpPr txBox="1">
              <a:spLocks noChangeArrowheads="1"/>
            </p:cNvSpPr>
            <p:nvPr/>
          </p:nvSpPr>
          <p:spPr bwMode="auto">
            <a:xfrm>
              <a:off x="3470" y="2341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83" name="Line 38"/>
            <p:cNvSpPr>
              <a:spLocks noChangeShapeType="1"/>
            </p:cNvSpPr>
            <p:nvPr/>
          </p:nvSpPr>
          <p:spPr bwMode="auto">
            <a:xfrm>
              <a:off x="3742" y="2687"/>
              <a:ext cx="0" cy="652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84" name="Line 39"/>
            <p:cNvSpPr>
              <a:spLocks noChangeShapeType="1"/>
            </p:cNvSpPr>
            <p:nvPr/>
          </p:nvSpPr>
          <p:spPr bwMode="auto">
            <a:xfrm>
              <a:off x="3742" y="3367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85" name="Line 40"/>
            <p:cNvSpPr>
              <a:spLocks noChangeShapeType="1"/>
            </p:cNvSpPr>
            <p:nvPr/>
          </p:nvSpPr>
          <p:spPr bwMode="auto">
            <a:xfrm>
              <a:off x="4558" y="2868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86" name="Line 41"/>
            <p:cNvSpPr>
              <a:spLocks noChangeShapeType="1"/>
            </p:cNvSpPr>
            <p:nvPr/>
          </p:nvSpPr>
          <p:spPr bwMode="auto">
            <a:xfrm>
              <a:off x="5239" y="2868"/>
              <a:ext cx="0" cy="113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87" name="Line 42"/>
            <p:cNvSpPr>
              <a:spLocks noChangeShapeType="1"/>
            </p:cNvSpPr>
            <p:nvPr/>
          </p:nvSpPr>
          <p:spPr bwMode="auto">
            <a:xfrm>
              <a:off x="4558" y="4002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88" name="Rectangle 43"/>
            <p:cNvSpPr>
              <a:spLocks noChangeArrowheads="1"/>
            </p:cNvSpPr>
            <p:nvPr/>
          </p:nvSpPr>
          <p:spPr bwMode="auto">
            <a:xfrm>
              <a:off x="3651" y="2868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89" name="Line 44"/>
            <p:cNvSpPr>
              <a:spLocks noChangeShapeType="1"/>
            </p:cNvSpPr>
            <p:nvPr/>
          </p:nvSpPr>
          <p:spPr bwMode="auto">
            <a:xfrm>
              <a:off x="4558" y="2687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290" name="Rectangle 45"/>
            <p:cNvSpPr>
              <a:spLocks noChangeArrowheads="1"/>
            </p:cNvSpPr>
            <p:nvPr/>
          </p:nvSpPr>
          <p:spPr bwMode="auto">
            <a:xfrm>
              <a:off x="4468" y="3548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91" name="Rectangle 46"/>
            <p:cNvSpPr>
              <a:spLocks noChangeArrowheads="1"/>
            </p:cNvSpPr>
            <p:nvPr/>
          </p:nvSpPr>
          <p:spPr bwMode="auto">
            <a:xfrm>
              <a:off x="4468" y="2959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92" name="Rectangle 47"/>
            <p:cNvSpPr>
              <a:spLocks noChangeArrowheads="1"/>
            </p:cNvSpPr>
            <p:nvPr/>
          </p:nvSpPr>
          <p:spPr bwMode="auto">
            <a:xfrm>
              <a:off x="5148" y="3231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93" name="Text Box 48"/>
            <p:cNvSpPr txBox="1">
              <a:spLocks noChangeArrowheads="1"/>
            </p:cNvSpPr>
            <p:nvPr/>
          </p:nvSpPr>
          <p:spPr bwMode="auto">
            <a:xfrm>
              <a:off x="3992" y="3503"/>
              <a:ext cx="476" cy="514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94" name="Text Box 49"/>
            <p:cNvSpPr txBox="1">
              <a:spLocks noChangeArrowheads="1"/>
            </p:cNvSpPr>
            <p:nvPr/>
          </p:nvSpPr>
          <p:spPr bwMode="auto">
            <a:xfrm>
              <a:off x="3810" y="2823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547" name="Group 51"/>
          <p:cNvGrpSpPr/>
          <p:nvPr/>
        </p:nvGrpSpPr>
        <p:grpSpPr bwMode="auto">
          <a:xfrm>
            <a:off x="3861119" y="1960246"/>
            <a:ext cx="3889375" cy="2016125"/>
            <a:chOff x="1020" y="2432"/>
            <a:chExt cx="2450" cy="1270"/>
          </a:xfrm>
        </p:grpSpPr>
        <p:sp>
          <p:nvSpPr>
            <p:cNvPr id="1049295" name="Oval 52"/>
            <p:cNvSpPr>
              <a:spLocks noChangeArrowheads="1"/>
            </p:cNvSpPr>
            <p:nvPr/>
          </p:nvSpPr>
          <p:spPr bwMode="auto">
            <a:xfrm>
              <a:off x="1247" y="2687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96" name="Oval 53"/>
            <p:cNvSpPr>
              <a:spLocks noChangeArrowheads="1"/>
            </p:cNvSpPr>
            <p:nvPr/>
          </p:nvSpPr>
          <p:spPr bwMode="auto">
            <a:xfrm>
              <a:off x="2063" y="2687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297" name="Text Box 54"/>
            <p:cNvSpPr txBox="1">
              <a:spLocks noChangeArrowheads="1"/>
            </p:cNvSpPr>
            <p:nvPr/>
          </p:nvSpPr>
          <p:spPr bwMode="auto">
            <a:xfrm>
              <a:off x="2108" y="2915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98" name="Text Box 55"/>
            <p:cNvSpPr txBox="1">
              <a:spLocks noChangeArrowheads="1"/>
            </p:cNvSpPr>
            <p:nvPr/>
          </p:nvSpPr>
          <p:spPr bwMode="auto">
            <a:xfrm>
              <a:off x="2835" y="314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299" name="Text Box 56"/>
            <p:cNvSpPr txBox="1">
              <a:spLocks noChangeArrowheads="1"/>
            </p:cNvSpPr>
            <p:nvPr/>
          </p:nvSpPr>
          <p:spPr bwMode="auto">
            <a:xfrm>
              <a:off x="2154" y="2496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00" name="Text Box 57"/>
            <p:cNvSpPr txBox="1">
              <a:spLocks noChangeArrowheads="1"/>
            </p:cNvSpPr>
            <p:nvPr/>
          </p:nvSpPr>
          <p:spPr bwMode="auto">
            <a:xfrm>
              <a:off x="1020" y="2432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01" name="Line 58"/>
            <p:cNvSpPr>
              <a:spLocks noChangeShapeType="1"/>
            </p:cNvSpPr>
            <p:nvPr/>
          </p:nvSpPr>
          <p:spPr bwMode="auto">
            <a:xfrm>
              <a:off x="1292" y="2778"/>
              <a:ext cx="0" cy="87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02" name="Line 59"/>
            <p:cNvSpPr>
              <a:spLocks noChangeShapeType="1"/>
            </p:cNvSpPr>
            <p:nvPr/>
          </p:nvSpPr>
          <p:spPr bwMode="auto">
            <a:xfrm>
              <a:off x="1292" y="3657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03" name="Line 60"/>
            <p:cNvSpPr>
              <a:spLocks noChangeShapeType="1"/>
            </p:cNvSpPr>
            <p:nvPr/>
          </p:nvSpPr>
          <p:spPr bwMode="auto">
            <a:xfrm>
              <a:off x="2108" y="2959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04" name="Line 61"/>
            <p:cNvSpPr>
              <a:spLocks noChangeShapeType="1"/>
            </p:cNvSpPr>
            <p:nvPr/>
          </p:nvSpPr>
          <p:spPr bwMode="auto">
            <a:xfrm>
              <a:off x="2789" y="2959"/>
              <a:ext cx="0" cy="698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05" name="Line 62"/>
            <p:cNvSpPr>
              <a:spLocks noChangeShapeType="1"/>
            </p:cNvSpPr>
            <p:nvPr/>
          </p:nvSpPr>
          <p:spPr bwMode="auto">
            <a:xfrm>
              <a:off x="2108" y="3657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06" name="Rectangle 63"/>
            <p:cNvSpPr>
              <a:spLocks noChangeArrowheads="1"/>
            </p:cNvSpPr>
            <p:nvPr/>
          </p:nvSpPr>
          <p:spPr bwMode="auto">
            <a:xfrm>
              <a:off x="1201" y="3113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07" name="Line 64"/>
            <p:cNvSpPr>
              <a:spLocks noChangeShapeType="1"/>
            </p:cNvSpPr>
            <p:nvPr/>
          </p:nvSpPr>
          <p:spPr bwMode="auto">
            <a:xfrm>
              <a:off x="2108" y="2778"/>
              <a:ext cx="1" cy="92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08" name="Rectangle 65"/>
            <p:cNvSpPr>
              <a:spLocks noChangeArrowheads="1"/>
            </p:cNvSpPr>
            <p:nvPr/>
          </p:nvSpPr>
          <p:spPr bwMode="auto">
            <a:xfrm>
              <a:off x="2018" y="3158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09" name="Rectangle 66"/>
            <p:cNvSpPr>
              <a:spLocks noChangeArrowheads="1"/>
            </p:cNvSpPr>
            <p:nvPr/>
          </p:nvSpPr>
          <p:spPr bwMode="auto">
            <a:xfrm>
              <a:off x="2698" y="3202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10" name="Text Box 67"/>
            <p:cNvSpPr txBox="1">
              <a:spLocks noChangeArrowheads="1"/>
            </p:cNvSpPr>
            <p:nvPr/>
          </p:nvSpPr>
          <p:spPr bwMode="auto">
            <a:xfrm>
              <a:off x="1360" y="2914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311" name="AutoShape 68"/>
          <p:cNvSpPr>
            <a:spLocks noChangeArrowheads="1"/>
          </p:cNvSpPr>
          <p:nvPr/>
        </p:nvSpPr>
        <p:spPr bwMode="auto">
          <a:xfrm>
            <a:off x="3110866" y="3616326"/>
            <a:ext cx="863600" cy="142875"/>
          </a:xfrm>
          <a:prstGeom prst="rightArrow">
            <a:avLst>
              <a:gd name="adj1" fmla="val 50000"/>
              <a:gd name="adj2" fmla="val 151111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548" name="Group 69"/>
          <p:cNvGrpSpPr/>
          <p:nvPr/>
        </p:nvGrpSpPr>
        <p:grpSpPr bwMode="auto">
          <a:xfrm>
            <a:off x="50801" y="1555750"/>
            <a:ext cx="2987675" cy="2636838"/>
            <a:chOff x="3447" y="0"/>
            <a:chExt cx="1882" cy="1661"/>
          </a:xfrm>
        </p:grpSpPr>
        <p:sp>
          <p:nvSpPr>
            <p:cNvPr id="1049312" name="Oval 70"/>
            <p:cNvSpPr>
              <a:spLocks noChangeArrowheads="1"/>
            </p:cNvSpPr>
            <p:nvPr/>
          </p:nvSpPr>
          <p:spPr bwMode="auto">
            <a:xfrm>
              <a:off x="3674" y="255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13" name="Oval 71"/>
            <p:cNvSpPr>
              <a:spLocks noChangeArrowheads="1"/>
            </p:cNvSpPr>
            <p:nvPr/>
          </p:nvSpPr>
          <p:spPr bwMode="auto">
            <a:xfrm>
              <a:off x="4490" y="255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14" name="Text Box 72"/>
            <p:cNvSpPr txBox="1">
              <a:spLocks noChangeArrowheads="1"/>
            </p:cNvSpPr>
            <p:nvPr/>
          </p:nvSpPr>
          <p:spPr bwMode="auto">
            <a:xfrm>
              <a:off x="4581" y="1207"/>
              <a:ext cx="589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15" name="Text Box 73"/>
            <p:cNvSpPr txBox="1">
              <a:spLocks noChangeArrowheads="1"/>
            </p:cNvSpPr>
            <p:nvPr/>
          </p:nvSpPr>
          <p:spPr bwMode="auto">
            <a:xfrm>
              <a:off x="4535" y="57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16" name="Text Box 74"/>
            <p:cNvSpPr txBox="1">
              <a:spLocks noChangeArrowheads="1"/>
            </p:cNvSpPr>
            <p:nvPr/>
          </p:nvSpPr>
          <p:spPr bwMode="auto">
            <a:xfrm>
              <a:off x="4694" y="874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17" name="Text Box 75"/>
            <p:cNvSpPr txBox="1">
              <a:spLocks noChangeArrowheads="1"/>
            </p:cNvSpPr>
            <p:nvPr/>
          </p:nvSpPr>
          <p:spPr bwMode="auto">
            <a:xfrm>
              <a:off x="4581" y="64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18" name="Text Box 76"/>
            <p:cNvSpPr txBox="1">
              <a:spLocks noChangeArrowheads="1"/>
            </p:cNvSpPr>
            <p:nvPr/>
          </p:nvSpPr>
          <p:spPr bwMode="auto">
            <a:xfrm>
              <a:off x="3447" y="0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19" name="Line 77"/>
            <p:cNvSpPr>
              <a:spLocks noChangeShapeType="1"/>
            </p:cNvSpPr>
            <p:nvPr/>
          </p:nvSpPr>
          <p:spPr bwMode="auto">
            <a:xfrm>
              <a:off x="3719" y="346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20" name="Line 78"/>
            <p:cNvSpPr>
              <a:spLocks noChangeShapeType="1"/>
            </p:cNvSpPr>
            <p:nvPr/>
          </p:nvSpPr>
          <p:spPr bwMode="auto">
            <a:xfrm>
              <a:off x="3719" y="1026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21" name="Line 79"/>
            <p:cNvSpPr>
              <a:spLocks noChangeShapeType="1"/>
            </p:cNvSpPr>
            <p:nvPr/>
          </p:nvSpPr>
          <p:spPr bwMode="auto">
            <a:xfrm>
              <a:off x="4535" y="527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22" name="Line 80"/>
            <p:cNvSpPr>
              <a:spLocks noChangeShapeType="1"/>
            </p:cNvSpPr>
            <p:nvPr/>
          </p:nvSpPr>
          <p:spPr bwMode="auto">
            <a:xfrm>
              <a:off x="5216" y="527"/>
              <a:ext cx="0" cy="113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23" name="Line 81"/>
            <p:cNvSpPr>
              <a:spLocks noChangeShapeType="1"/>
            </p:cNvSpPr>
            <p:nvPr/>
          </p:nvSpPr>
          <p:spPr bwMode="auto">
            <a:xfrm>
              <a:off x="4535" y="1661"/>
              <a:ext cx="681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24" name="Rectangle 82"/>
            <p:cNvSpPr>
              <a:spLocks noChangeArrowheads="1"/>
            </p:cNvSpPr>
            <p:nvPr/>
          </p:nvSpPr>
          <p:spPr bwMode="auto">
            <a:xfrm>
              <a:off x="3628" y="527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25" name="Line 83"/>
            <p:cNvSpPr>
              <a:spLocks noChangeShapeType="1"/>
            </p:cNvSpPr>
            <p:nvPr/>
          </p:nvSpPr>
          <p:spPr bwMode="auto">
            <a:xfrm>
              <a:off x="3719" y="1661"/>
              <a:ext cx="81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26" name="Line 84"/>
            <p:cNvSpPr>
              <a:spLocks noChangeShapeType="1"/>
            </p:cNvSpPr>
            <p:nvPr/>
          </p:nvSpPr>
          <p:spPr bwMode="auto">
            <a:xfrm>
              <a:off x="4535" y="346"/>
              <a:ext cx="0" cy="131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327" name="Rectangle 85"/>
            <p:cNvSpPr>
              <a:spLocks noChangeArrowheads="1"/>
            </p:cNvSpPr>
            <p:nvPr/>
          </p:nvSpPr>
          <p:spPr bwMode="auto">
            <a:xfrm>
              <a:off x="4445" y="1207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28" name="Rectangle 86"/>
            <p:cNvSpPr>
              <a:spLocks noChangeArrowheads="1"/>
            </p:cNvSpPr>
            <p:nvPr/>
          </p:nvSpPr>
          <p:spPr bwMode="auto">
            <a:xfrm>
              <a:off x="4445" y="618"/>
              <a:ext cx="18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29" name="Rectangle 87"/>
            <p:cNvSpPr>
              <a:spLocks noChangeArrowheads="1"/>
            </p:cNvSpPr>
            <p:nvPr/>
          </p:nvSpPr>
          <p:spPr bwMode="auto">
            <a:xfrm>
              <a:off x="5125" y="890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30" name="Rectangle 88"/>
            <p:cNvSpPr>
              <a:spLocks noChangeArrowheads="1"/>
            </p:cNvSpPr>
            <p:nvPr/>
          </p:nvSpPr>
          <p:spPr bwMode="auto">
            <a:xfrm>
              <a:off x="3628" y="1207"/>
              <a:ext cx="181" cy="273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331" name="Text Box 89"/>
            <p:cNvSpPr txBox="1">
              <a:spLocks noChangeArrowheads="1"/>
            </p:cNvSpPr>
            <p:nvPr/>
          </p:nvSpPr>
          <p:spPr bwMode="auto">
            <a:xfrm>
              <a:off x="3742" y="116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332" name="Text Box 90"/>
            <p:cNvSpPr txBox="1">
              <a:spLocks noChangeArrowheads="1"/>
            </p:cNvSpPr>
            <p:nvPr/>
          </p:nvSpPr>
          <p:spPr bwMode="auto">
            <a:xfrm>
              <a:off x="3787" y="482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333" name="Text Box 92"/>
          <p:cNvSpPr txBox="1">
            <a:spLocks noChangeArrowheads="1"/>
          </p:cNvSpPr>
          <p:nvPr/>
        </p:nvSpPr>
        <p:spPr bwMode="auto">
          <a:xfrm>
            <a:off x="5159376" y="5445125"/>
            <a:ext cx="2016125" cy="521970"/>
          </a:xfrm>
          <a:prstGeom prst="rect">
            <a:avLst/>
          </a:prstGeom>
          <a:noFill/>
          <a:ln w="38100">
            <a:solidFill>
              <a:srgbClr val="00FF00"/>
            </a:solidFill>
            <a:miter lim="800000"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ab</a:t>
            </a:r>
            <a:r>
              <a:rPr lang="zh-CN" altLang="en-US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＝</a:t>
            </a:r>
            <a:r>
              <a: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70</a:t>
            </a:r>
            <a:r>
              <a: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endParaRPr lang="en-US" altLang="zh-CN" sz="28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  <a:sym typeface="Symbol" panose="05050102010706020507" pitchFamily="18" charset="2"/>
            </a:endParaRPr>
          </a:p>
        </p:txBody>
      </p:sp>
      <p:sp>
        <p:nvSpPr>
          <p:cNvPr id="1049334" name="Text Box 8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482600" y="1025525"/>
            <a:ext cx="95313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335" name="AutoShape 68"/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7703821" y="3616326"/>
            <a:ext cx="863600" cy="142875"/>
          </a:xfrm>
          <a:prstGeom prst="rightArrow">
            <a:avLst>
              <a:gd name="adj1" fmla="val 50000"/>
              <a:gd name="adj2" fmla="val 151111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9336" name="文本框 2"/>
          <p:cNvSpPr txBox="1"/>
          <p:nvPr/>
        </p:nvSpPr>
        <p:spPr>
          <a:xfrm>
            <a:off x="229235" y="2992755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1                       2</a:t>
            </a:r>
            <a:endParaRPr lang="en-US" altLang="zh-CN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337" name="文本框 3"/>
          <p:cNvSpPr txBox="1"/>
          <p:nvPr/>
        </p:nvSpPr>
        <p:spPr>
          <a:xfrm>
            <a:off x="411480" y="4621530"/>
            <a:ext cx="4064000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zh-CN" altLang="en-US"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zh-CN" altLang="en-US">
                <a:latin typeface="Times New Roman" panose="02020603050405020304" pitchFamily="18" charset="0"/>
                <a:ea typeface="黑体" panose="02010609060101010101" pitchFamily="49" charset="-122"/>
              </a:rPr>
              <a:t>采用导线连接，所以</a:t>
            </a:r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U12</a:t>
            </a:r>
            <a:r>
              <a:rPr lang="zh-CN" altLang="en-US">
                <a:latin typeface="Times New Roman" panose="02020603050405020304" pitchFamily="18" charset="0"/>
                <a:ea typeface="黑体" panose="02010609060101010101" pitchFamily="49" charset="-122"/>
              </a:rPr>
              <a:t>间没有电压降，</a:t>
            </a:r>
            <a:r>
              <a:rPr lang="en-US" altLang="zh-CN">
                <a:latin typeface="Times New Roman" panose="02020603050405020304" pitchFamily="18" charset="0"/>
                <a:ea typeface="黑体" panose="02010609060101010101" pitchFamily="49" charset="-122"/>
              </a:rPr>
              <a:t>U12=0</a:t>
            </a:r>
            <a:endParaRPr lang="en-US" altLang="zh-CN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34" name="Text Box 8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482600" y="1025525"/>
            <a:ext cx="95313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5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229" name="图片 1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/>
          <a:stretch>
            <a:fillRect/>
          </a:stretch>
        </p:blipFill>
        <p:spPr>
          <a:xfrm>
            <a:off x="1527810" y="887730"/>
            <a:ext cx="5365750" cy="5690870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229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102870" y="583565"/>
            <a:ext cx="3207385" cy="3402330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28060" y="467995"/>
            <a:ext cx="8455025" cy="5503545"/>
          </a:xfrm>
          <a:prstGeom prst="rect">
            <a:avLst/>
          </a:prstGeom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5" name="Group 4"/>
          <p:cNvGrpSpPr/>
          <p:nvPr/>
        </p:nvGrpSpPr>
        <p:grpSpPr bwMode="auto">
          <a:xfrm>
            <a:off x="1992313" y="908051"/>
            <a:ext cx="3022600" cy="3140075"/>
            <a:chOff x="1202" y="91"/>
            <a:chExt cx="1904" cy="1978"/>
          </a:xfrm>
        </p:grpSpPr>
        <p:sp>
          <p:nvSpPr>
            <p:cNvPr id="1049447" name="Oval 5"/>
            <p:cNvSpPr>
              <a:spLocks noChangeArrowheads="1"/>
            </p:cNvSpPr>
            <p:nvPr/>
          </p:nvSpPr>
          <p:spPr bwMode="auto">
            <a:xfrm>
              <a:off x="2018" y="436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48" name="Oval 6"/>
            <p:cNvSpPr>
              <a:spLocks noChangeArrowheads="1"/>
            </p:cNvSpPr>
            <p:nvPr/>
          </p:nvSpPr>
          <p:spPr bwMode="auto">
            <a:xfrm>
              <a:off x="2018" y="572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49" name="Text Box 7"/>
            <p:cNvSpPr txBox="1">
              <a:spLocks noChangeArrowheads="1"/>
            </p:cNvSpPr>
            <p:nvPr/>
          </p:nvSpPr>
          <p:spPr bwMode="auto">
            <a:xfrm>
              <a:off x="1565" y="557"/>
              <a:ext cx="54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50" name="Text Box 8"/>
            <p:cNvSpPr txBox="1">
              <a:spLocks noChangeArrowheads="1"/>
            </p:cNvSpPr>
            <p:nvPr/>
          </p:nvSpPr>
          <p:spPr bwMode="auto">
            <a:xfrm>
              <a:off x="2608" y="255"/>
              <a:ext cx="49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51" name="Text Box 9"/>
            <p:cNvSpPr txBox="1">
              <a:spLocks noChangeArrowheads="1"/>
            </p:cNvSpPr>
            <p:nvPr/>
          </p:nvSpPr>
          <p:spPr bwMode="auto">
            <a:xfrm>
              <a:off x="2109" y="436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52" name="Text Box 10"/>
            <p:cNvSpPr txBox="1">
              <a:spLocks noChangeArrowheads="1"/>
            </p:cNvSpPr>
            <p:nvPr/>
          </p:nvSpPr>
          <p:spPr bwMode="auto">
            <a:xfrm>
              <a:off x="2109" y="210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53" name="Text Box 11"/>
            <p:cNvSpPr txBox="1">
              <a:spLocks noChangeArrowheads="1"/>
            </p:cNvSpPr>
            <p:nvPr/>
          </p:nvSpPr>
          <p:spPr bwMode="auto">
            <a:xfrm>
              <a:off x="1224" y="164"/>
              <a:ext cx="386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54" name="Rectangle 12"/>
            <p:cNvSpPr>
              <a:spLocks noChangeArrowheads="1"/>
            </p:cNvSpPr>
            <p:nvPr/>
          </p:nvSpPr>
          <p:spPr bwMode="auto">
            <a:xfrm rot="2739846">
              <a:off x="1447" y="330"/>
              <a:ext cx="1256" cy="1202"/>
            </a:xfrm>
            <a:prstGeom prst="rect">
              <a:avLst/>
            </a:prstGeom>
            <a:noFill/>
            <a:ln w="38100">
              <a:solidFill>
                <a:srgbClr val="FFCC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55" name="Line 13"/>
            <p:cNvSpPr>
              <a:spLocks noChangeShapeType="1"/>
            </p:cNvSpPr>
            <p:nvPr/>
          </p:nvSpPr>
          <p:spPr bwMode="auto">
            <a:xfrm>
              <a:off x="2064" y="91"/>
              <a:ext cx="0" cy="34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56" name="Line 14"/>
            <p:cNvSpPr>
              <a:spLocks noChangeShapeType="1"/>
            </p:cNvSpPr>
            <p:nvPr/>
          </p:nvSpPr>
          <p:spPr bwMode="auto">
            <a:xfrm>
              <a:off x="2064" y="663"/>
              <a:ext cx="0" cy="108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57" name="Line 15"/>
            <p:cNvSpPr>
              <a:spLocks noChangeShapeType="1"/>
            </p:cNvSpPr>
            <p:nvPr/>
          </p:nvSpPr>
          <p:spPr bwMode="auto">
            <a:xfrm>
              <a:off x="1202" y="890"/>
              <a:ext cx="86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58" name="Line 16"/>
            <p:cNvSpPr>
              <a:spLocks noChangeShapeType="1"/>
            </p:cNvSpPr>
            <p:nvPr/>
          </p:nvSpPr>
          <p:spPr bwMode="auto">
            <a:xfrm>
              <a:off x="1202" y="890"/>
              <a:ext cx="0" cy="117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59" name="Line 17"/>
            <p:cNvSpPr>
              <a:spLocks noChangeShapeType="1"/>
            </p:cNvSpPr>
            <p:nvPr/>
          </p:nvSpPr>
          <p:spPr bwMode="auto">
            <a:xfrm>
              <a:off x="1202" y="2069"/>
              <a:ext cx="1723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60" name="Line 18"/>
            <p:cNvSpPr>
              <a:spLocks noChangeShapeType="1"/>
            </p:cNvSpPr>
            <p:nvPr/>
          </p:nvSpPr>
          <p:spPr bwMode="auto">
            <a:xfrm>
              <a:off x="2925" y="935"/>
              <a:ext cx="0" cy="113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61" name="Rectangle 19"/>
            <p:cNvSpPr>
              <a:spLocks noChangeArrowheads="1"/>
            </p:cNvSpPr>
            <p:nvPr/>
          </p:nvSpPr>
          <p:spPr bwMode="auto">
            <a:xfrm rot="-2623656">
              <a:off x="2465" y="375"/>
              <a:ext cx="160" cy="30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62" name="Rectangle 20"/>
            <p:cNvSpPr>
              <a:spLocks noChangeArrowheads="1"/>
            </p:cNvSpPr>
            <p:nvPr/>
          </p:nvSpPr>
          <p:spPr bwMode="auto">
            <a:xfrm rot="2715372">
              <a:off x="2486" y="1162"/>
              <a:ext cx="159" cy="34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63" name="Rectangle 21"/>
            <p:cNvSpPr>
              <a:spLocks noChangeArrowheads="1"/>
            </p:cNvSpPr>
            <p:nvPr/>
          </p:nvSpPr>
          <p:spPr bwMode="auto">
            <a:xfrm rot="-2623656">
              <a:off x="1541" y="1179"/>
              <a:ext cx="160" cy="30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64" name="Text Box 22"/>
            <p:cNvSpPr txBox="1">
              <a:spLocks noChangeArrowheads="1"/>
            </p:cNvSpPr>
            <p:nvPr/>
          </p:nvSpPr>
          <p:spPr bwMode="auto">
            <a:xfrm>
              <a:off x="1247" y="1298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65" name="Text Box 23"/>
            <p:cNvSpPr txBox="1">
              <a:spLocks noChangeArrowheads="1"/>
            </p:cNvSpPr>
            <p:nvPr/>
          </p:nvSpPr>
          <p:spPr bwMode="auto">
            <a:xfrm>
              <a:off x="2517" y="1344"/>
              <a:ext cx="40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66" name="Text Box 24"/>
            <p:cNvSpPr txBox="1">
              <a:spLocks noChangeArrowheads="1"/>
            </p:cNvSpPr>
            <p:nvPr/>
          </p:nvSpPr>
          <p:spPr bwMode="auto">
            <a:xfrm>
              <a:off x="2109" y="1117"/>
              <a:ext cx="363" cy="514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7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67" name="Rectangle 25"/>
            <p:cNvSpPr>
              <a:spLocks noChangeArrowheads="1"/>
            </p:cNvSpPr>
            <p:nvPr/>
          </p:nvSpPr>
          <p:spPr bwMode="auto">
            <a:xfrm rot="2715372">
              <a:off x="1565" y="300"/>
              <a:ext cx="159" cy="34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68" name="Rectangle 26"/>
            <p:cNvSpPr>
              <a:spLocks noChangeArrowheads="1"/>
            </p:cNvSpPr>
            <p:nvPr/>
          </p:nvSpPr>
          <p:spPr bwMode="auto">
            <a:xfrm>
              <a:off x="1565" y="824"/>
              <a:ext cx="311" cy="157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69" name="Rectangle 27"/>
            <p:cNvSpPr>
              <a:spLocks noChangeArrowheads="1"/>
            </p:cNvSpPr>
            <p:nvPr/>
          </p:nvSpPr>
          <p:spPr bwMode="auto">
            <a:xfrm>
              <a:off x="1973" y="1162"/>
              <a:ext cx="181" cy="289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sp>
        <p:nvSpPr>
          <p:cNvPr id="1049470" name="AutoShape 29"/>
          <p:cNvSpPr>
            <a:spLocks noChangeArrowheads="1"/>
          </p:cNvSpPr>
          <p:nvPr/>
        </p:nvSpPr>
        <p:spPr bwMode="auto">
          <a:xfrm>
            <a:off x="5808663" y="2347914"/>
            <a:ext cx="863600" cy="142875"/>
          </a:xfrm>
          <a:prstGeom prst="rightArrow">
            <a:avLst>
              <a:gd name="adj1" fmla="val 50000"/>
              <a:gd name="adj2" fmla="val 151111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596" name="Group 30"/>
          <p:cNvGrpSpPr/>
          <p:nvPr/>
        </p:nvGrpSpPr>
        <p:grpSpPr bwMode="auto">
          <a:xfrm>
            <a:off x="7680326" y="3643314"/>
            <a:ext cx="2087563" cy="2663825"/>
            <a:chOff x="2699" y="2115"/>
            <a:chExt cx="1315" cy="1678"/>
          </a:xfrm>
        </p:grpSpPr>
        <p:sp>
          <p:nvSpPr>
            <p:cNvPr id="1049471" name="Line 31"/>
            <p:cNvSpPr>
              <a:spLocks noChangeShapeType="1"/>
            </p:cNvSpPr>
            <p:nvPr/>
          </p:nvSpPr>
          <p:spPr bwMode="auto">
            <a:xfrm>
              <a:off x="2699" y="2886"/>
              <a:ext cx="862" cy="907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72" name="Line 32"/>
            <p:cNvSpPr>
              <a:spLocks noChangeShapeType="1"/>
            </p:cNvSpPr>
            <p:nvPr/>
          </p:nvSpPr>
          <p:spPr bwMode="auto">
            <a:xfrm flipV="1">
              <a:off x="2744" y="2115"/>
              <a:ext cx="816" cy="771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73" name="Oval 33"/>
            <p:cNvSpPr>
              <a:spLocks noChangeArrowheads="1"/>
            </p:cNvSpPr>
            <p:nvPr/>
          </p:nvSpPr>
          <p:spPr bwMode="auto">
            <a:xfrm>
              <a:off x="3560" y="2460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74" name="Oval 34"/>
            <p:cNvSpPr>
              <a:spLocks noChangeArrowheads="1"/>
            </p:cNvSpPr>
            <p:nvPr/>
          </p:nvSpPr>
          <p:spPr bwMode="auto">
            <a:xfrm>
              <a:off x="3560" y="2596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75" name="Text Box 35"/>
            <p:cNvSpPr txBox="1">
              <a:spLocks noChangeArrowheads="1"/>
            </p:cNvSpPr>
            <p:nvPr/>
          </p:nvSpPr>
          <p:spPr bwMode="auto">
            <a:xfrm>
              <a:off x="3107" y="2581"/>
              <a:ext cx="54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76" name="Text Box 36"/>
            <p:cNvSpPr txBox="1">
              <a:spLocks noChangeArrowheads="1"/>
            </p:cNvSpPr>
            <p:nvPr/>
          </p:nvSpPr>
          <p:spPr bwMode="auto">
            <a:xfrm>
              <a:off x="3651" y="2460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77" name="Text Box 37"/>
            <p:cNvSpPr txBox="1">
              <a:spLocks noChangeArrowheads="1"/>
            </p:cNvSpPr>
            <p:nvPr/>
          </p:nvSpPr>
          <p:spPr bwMode="auto">
            <a:xfrm>
              <a:off x="3651" y="2234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78" name="Text Box 38"/>
            <p:cNvSpPr txBox="1">
              <a:spLocks noChangeArrowheads="1"/>
            </p:cNvSpPr>
            <p:nvPr/>
          </p:nvSpPr>
          <p:spPr bwMode="auto">
            <a:xfrm>
              <a:off x="2766" y="2188"/>
              <a:ext cx="386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79" name="Line 39"/>
            <p:cNvSpPr>
              <a:spLocks noChangeShapeType="1"/>
            </p:cNvSpPr>
            <p:nvPr/>
          </p:nvSpPr>
          <p:spPr bwMode="auto">
            <a:xfrm>
              <a:off x="3606" y="2115"/>
              <a:ext cx="0" cy="34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80" name="Line 40"/>
            <p:cNvSpPr>
              <a:spLocks noChangeShapeType="1"/>
            </p:cNvSpPr>
            <p:nvPr/>
          </p:nvSpPr>
          <p:spPr bwMode="auto">
            <a:xfrm>
              <a:off x="3606" y="2687"/>
              <a:ext cx="0" cy="108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81" name="Line 41"/>
            <p:cNvSpPr>
              <a:spLocks noChangeShapeType="1"/>
            </p:cNvSpPr>
            <p:nvPr/>
          </p:nvSpPr>
          <p:spPr bwMode="auto">
            <a:xfrm>
              <a:off x="2744" y="2914"/>
              <a:ext cx="86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82" name="Rectangle 42"/>
            <p:cNvSpPr>
              <a:spLocks noChangeArrowheads="1"/>
            </p:cNvSpPr>
            <p:nvPr/>
          </p:nvSpPr>
          <p:spPr bwMode="auto">
            <a:xfrm rot="-2623656">
              <a:off x="3083" y="3203"/>
              <a:ext cx="160" cy="30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83" name="Text Box 43"/>
            <p:cNvSpPr txBox="1">
              <a:spLocks noChangeArrowheads="1"/>
            </p:cNvSpPr>
            <p:nvPr/>
          </p:nvSpPr>
          <p:spPr bwMode="auto">
            <a:xfrm>
              <a:off x="2789" y="3322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3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484" name="Text Box 44"/>
            <p:cNvSpPr txBox="1">
              <a:spLocks noChangeArrowheads="1"/>
            </p:cNvSpPr>
            <p:nvPr/>
          </p:nvSpPr>
          <p:spPr bwMode="auto">
            <a:xfrm>
              <a:off x="3651" y="3141"/>
              <a:ext cx="363" cy="514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7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85" name="Rectangle 45"/>
            <p:cNvSpPr>
              <a:spLocks noChangeArrowheads="1"/>
            </p:cNvSpPr>
            <p:nvPr/>
          </p:nvSpPr>
          <p:spPr bwMode="auto">
            <a:xfrm rot="2715372">
              <a:off x="3107" y="2324"/>
              <a:ext cx="159" cy="34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86" name="Rectangle 46"/>
            <p:cNvSpPr>
              <a:spLocks noChangeArrowheads="1"/>
            </p:cNvSpPr>
            <p:nvPr/>
          </p:nvSpPr>
          <p:spPr bwMode="auto">
            <a:xfrm>
              <a:off x="3107" y="2848"/>
              <a:ext cx="311" cy="157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87" name="Rectangle 47"/>
            <p:cNvSpPr>
              <a:spLocks noChangeArrowheads="1"/>
            </p:cNvSpPr>
            <p:nvPr/>
          </p:nvSpPr>
          <p:spPr bwMode="auto">
            <a:xfrm>
              <a:off x="3515" y="3186"/>
              <a:ext cx="181" cy="289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88" name="Line 48"/>
            <p:cNvSpPr>
              <a:spLocks noChangeShapeType="1"/>
            </p:cNvSpPr>
            <p:nvPr/>
          </p:nvSpPr>
          <p:spPr bwMode="auto">
            <a:xfrm flipH="1">
              <a:off x="2744" y="2115"/>
              <a:ext cx="862" cy="771"/>
            </a:xfrm>
            <a:prstGeom prst="line">
              <a:avLst/>
            </a:prstGeom>
            <a:noFill/>
            <a:ln>
              <a:noFill/>
            </a:ln>
            <a:effectLst/>
          </p:spPr>
          <p:txBody>
            <a:bodyPr/>
            <a:p>
              <a:endParaRPr lang="zh-CN" altLang="en-US"/>
            </a:p>
          </p:txBody>
        </p:sp>
      </p:grpSp>
      <p:grpSp>
        <p:nvGrpSpPr>
          <p:cNvPr id="597" name="Group 49"/>
          <p:cNvGrpSpPr/>
          <p:nvPr/>
        </p:nvGrpSpPr>
        <p:grpSpPr bwMode="auto">
          <a:xfrm>
            <a:off x="7248526" y="260350"/>
            <a:ext cx="2663825" cy="3240088"/>
            <a:chOff x="2835" y="164"/>
            <a:chExt cx="1678" cy="2041"/>
          </a:xfrm>
        </p:grpSpPr>
        <p:sp>
          <p:nvSpPr>
            <p:cNvPr id="1049489" name="Line 50"/>
            <p:cNvSpPr>
              <a:spLocks noChangeShapeType="1"/>
            </p:cNvSpPr>
            <p:nvPr/>
          </p:nvSpPr>
          <p:spPr bwMode="auto">
            <a:xfrm>
              <a:off x="3016" y="1570"/>
              <a:ext cx="590" cy="63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90" name="Line 51"/>
            <p:cNvSpPr>
              <a:spLocks noChangeShapeType="1"/>
            </p:cNvSpPr>
            <p:nvPr/>
          </p:nvSpPr>
          <p:spPr bwMode="auto">
            <a:xfrm>
              <a:off x="3198" y="1117"/>
              <a:ext cx="862" cy="907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91" name="Line 52"/>
            <p:cNvSpPr>
              <a:spLocks noChangeShapeType="1"/>
            </p:cNvSpPr>
            <p:nvPr/>
          </p:nvSpPr>
          <p:spPr bwMode="auto">
            <a:xfrm flipV="1">
              <a:off x="3243" y="346"/>
              <a:ext cx="816" cy="771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492" name="Oval 53"/>
            <p:cNvSpPr>
              <a:spLocks noChangeArrowheads="1"/>
            </p:cNvSpPr>
            <p:nvPr/>
          </p:nvSpPr>
          <p:spPr bwMode="auto">
            <a:xfrm>
              <a:off x="4059" y="691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93" name="Oval 54"/>
            <p:cNvSpPr>
              <a:spLocks noChangeArrowheads="1"/>
            </p:cNvSpPr>
            <p:nvPr/>
          </p:nvSpPr>
          <p:spPr bwMode="auto">
            <a:xfrm>
              <a:off x="4059" y="827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494" name="Text Box 55"/>
            <p:cNvSpPr txBox="1">
              <a:spLocks noChangeArrowheads="1"/>
            </p:cNvSpPr>
            <p:nvPr/>
          </p:nvSpPr>
          <p:spPr bwMode="auto">
            <a:xfrm>
              <a:off x="3606" y="812"/>
              <a:ext cx="54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95" name="Text Box 56"/>
            <p:cNvSpPr txBox="1">
              <a:spLocks noChangeArrowheads="1"/>
            </p:cNvSpPr>
            <p:nvPr/>
          </p:nvSpPr>
          <p:spPr bwMode="auto">
            <a:xfrm>
              <a:off x="2835" y="164"/>
              <a:ext cx="49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96" name="Text Box 57"/>
            <p:cNvSpPr txBox="1">
              <a:spLocks noChangeArrowheads="1"/>
            </p:cNvSpPr>
            <p:nvPr/>
          </p:nvSpPr>
          <p:spPr bwMode="auto">
            <a:xfrm>
              <a:off x="4150" y="691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97" name="Text Box 58"/>
            <p:cNvSpPr txBox="1">
              <a:spLocks noChangeArrowheads="1"/>
            </p:cNvSpPr>
            <p:nvPr/>
          </p:nvSpPr>
          <p:spPr bwMode="auto">
            <a:xfrm>
              <a:off x="4150" y="465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98" name="Text Box 59"/>
            <p:cNvSpPr txBox="1">
              <a:spLocks noChangeArrowheads="1"/>
            </p:cNvSpPr>
            <p:nvPr/>
          </p:nvSpPr>
          <p:spPr bwMode="auto">
            <a:xfrm>
              <a:off x="3265" y="419"/>
              <a:ext cx="386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499" name="Line 60"/>
            <p:cNvSpPr>
              <a:spLocks noChangeShapeType="1"/>
            </p:cNvSpPr>
            <p:nvPr/>
          </p:nvSpPr>
          <p:spPr bwMode="auto">
            <a:xfrm>
              <a:off x="4105" y="346"/>
              <a:ext cx="0" cy="34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00" name="Line 61"/>
            <p:cNvSpPr>
              <a:spLocks noChangeShapeType="1"/>
            </p:cNvSpPr>
            <p:nvPr/>
          </p:nvSpPr>
          <p:spPr bwMode="auto">
            <a:xfrm>
              <a:off x="4105" y="918"/>
              <a:ext cx="0" cy="108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01" name="Line 62"/>
            <p:cNvSpPr>
              <a:spLocks noChangeShapeType="1"/>
            </p:cNvSpPr>
            <p:nvPr/>
          </p:nvSpPr>
          <p:spPr bwMode="auto">
            <a:xfrm>
              <a:off x="3243" y="1145"/>
              <a:ext cx="86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02" name="Rectangle 63"/>
            <p:cNvSpPr>
              <a:spLocks noChangeArrowheads="1"/>
            </p:cNvSpPr>
            <p:nvPr/>
          </p:nvSpPr>
          <p:spPr bwMode="auto">
            <a:xfrm rot="-2623656">
              <a:off x="3219" y="1752"/>
              <a:ext cx="160" cy="30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03" name="Rectangle 64"/>
            <p:cNvSpPr>
              <a:spLocks noChangeArrowheads="1"/>
            </p:cNvSpPr>
            <p:nvPr/>
          </p:nvSpPr>
          <p:spPr bwMode="auto">
            <a:xfrm rot="-2623656">
              <a:off x="3582" y="1434"/>
              <a:ext cx="160" cy="30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04" name="Text Box 65"/>
            <p:cNvSpPr txBox="1">
              <a:spLocks noChangeArrowheads="1"/>
            </p:cNvSpPr>
            <p:nvPr/>
          </p:nvSpPr>
          <p:spPr bwMode="auto">
            <a:xfrm>
              <a:off x="3288" y="1553"/>
              <a:ext cx="45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05" name="Text Box 66"/>
            <p:cNvSpPr txBox="1">
              <a:spLocks noChangeArrowheads="1"/>
            </p:cNvSpPr>
            <p:nvPr/>
          </p:nvSpPr>
          <p:spPr bwMode="auto">
            <a:xfrm>
              <a:off x="2925" y="1888"/>
              <a:ext cx="40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06" name="Text Box 67"/>
            <p:cNvSpPr txBox="1">
              <a:spLocks noChangeArrowheads="1"/>
            </p:cNvSpPr>
            <p:nvPr/>
          </p:nvSpPr>
          <p:spPr bwMode="auto">
            <a:xfrm>
              <a:off x="4150" y="1372"/>
              <a:ext cx="363" cy="514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7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07" name="Rectangle 68"/>
            <p:cNvSpPr>
              <a:spLocks noChangeArrowheads="1"/>
            </p:cNvSpPr>
            <p:nvPr/>
          </p:nvSpPr>
          <p:spPr bwMode="auto">
            <a:xfrm rot="2715372">
              <a:off x="3606" y="555"/>
              <a:ext cx="159" cy="34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08" name="Rectangle 69"/>
            <p:cNvSpPr>
              <a:spLocks noChangeArrowheads="1"/>
            </p:cNvSpPr>
            <p:nvPr/>
          </p:nvSpPr>
          <p:spPr bwMode="auto">
            <a:xfrm>
              <a:off x="3606" y="1079"/>
              <a:ext cx="311" cy="157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09" name="Rectangle 70"/>
            <p:cNvSpPr>
              <a:spLocks noChangeArrowheads="1"/>
            </p:cNvSpPr>
            <p:nvPr/>
          </p:nvSpPr>
          <p:spPr bwMode="auto">
            <a:xfrm>
              <a:off x="4014" y="1417"/>
              <a:ext cx="181" cy="289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10" name="Line 71"/>
            <p:cNvSpPr>
              <a:spLocks noChangeShapeType="1"/>
            </p:cNvSpPr>
            <p:nvPr/>
          </p:nvSpPr>
          <p:spPr bwMode="auto">
            <a:xfrm flipH="1">
              <a:off x="3243" y="346"/>
              <a:ext cx="862" cy="771"/>
            </a:xfrm>
            <a:prstGeom prst="line">
              <a:avLst/>
            </a:prstGeom>
            <a:noFill/>
            <a:ln>
              <a:noFill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11" name="Line 72"/>
            <p:cNvSpPr>
              <a:spLocks noChangeShapeType="1"/>
            </p:cNvSpPr>
            <p:nvPr/>
          </p:nvSpPr>
          <p:spPr bwMode="auto">
            <a:xfrm flipH="1">
              <a:off x="3016" y="1117"/>
              <a:ext cx="227" cy="453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12" name="Line 73"/>
            <p:cNvSpPr>
              <a:spLocks noChangeShapeType="1"/>
            </p:cNvSpPr>
            <p:nvPr/>
          </p:nvSpPr>
          <p:spPr bwMode="auto">
            <a:xfrm flipH="1">
              <a:off x="3606" y="1979"/>
              <a:ext cx="499" cy="22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13" name="Line 74"/>
            <p:cNvSpPr>
              <a:spLocks noChangeShapeType="1"/>
            </p:cNvSpPr>
            <p:nvPr/>
          </p:nvSpPr>
          <p:spPr bwMode="auto">
            <a:xfrm flipV="1">
              <a:off x="3107" y="210"/>
              <a:ext cx="499" cy="408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14" name="Rectangle 75"/>
            <p:cNvSpPr>
              <a:spLocks noChangeArrowheads="1"/>
            </p:cNvSpPr>
            <p:nvPr/>
          </p:nvSpPr>
          <p:spPr bwMode="auto">
            <a:xfrm rot="2715372">
              <a:off x="3289" y="209"/>
              <a:ext cx="159" cy="34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15" name="Line 76"/>
            <p:cNvSpPr>
              <a:spLocks noChangeShapeType="1"/>
            </p:cNvSpPr>
            <p:nvPr/>
          </p:nvSpPr>
          <p:spPr bwMode="auto">
            <a:xfrm>
              <a:off x="3107" y="618"/>
              <a:ext cx="136" cy="49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16" name="Line 77"/>
            <p:cNvSpPr>
              <a:spLocks noChangeShapeType="1"/>
            </p:cNvSpPr>
            <p:nvPr/>
          </p:nvSpPr>
          <p:spPr bwMode="auto">
            <a:xfrm>
              <a:off x="3606" y="210"/>
              <a:ext cx="499" cy="13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</p:grpSp>
      <p:sp>
        <p:nvSpPr>
          <p:cNvPr id="1049517" name="AutoShape 78"/>
          <p:cNvSpPr>
            <a:spLocks noChangeArrowheads="1"/>
          </p:cNvSpPr>
          <p:nvPr/>
        </p:nvSpPr>
        <p:spPr bwMode="auto">
          <a:xfrm rot="5400000">
            <a:off x="9336088" y="3429001"/>
            <a:ext cx="863600" cy="142875"/>
          </a:xfrm>
          <a:prstGeom prst="rightArrow">
            <a:avLst>
              <a:gd name="adj1" fmla="val 50000"/>
              <a:gd name="adj2" fmla="val 151111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598" name="Group 79"/>
          <p:cNvGrpSpPr/>
          <p:nvPr/>
        </p:nvGrpSpPr>
        <p:grpSpPr bwMode="auto">
          <a:xfrm>
            <a:off x="4440239" y="4095751"/>
            <a:ext cx="1800225" cy="2287588"/>
            <a:chOff x="1111" y="2642"/>
            <a:chExt cx="1134" cy="1441"/>
          </a:xfrm>
        </p:grpSpPr>
        <p:sp>
          <p:nvSpPr>
            <p:cNvPr id="1049518" name="Line 80"/>
            <p:cNvSpPr>
              <a:spLocks noChangeShapeType="1"/>
            </p:cNvSpPr>
            <p:nvPr/>
          </p:nvSpPr>
          <p:spPr bwMode="auto">
            <a:xfrm>
              <a:off x="1111" y="3413"/>
              <a:ext cx="0" cy="38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19" name="Line 81"/>
            <p:cNvSpPr>
              <a:spLocks noChangeShapeType="1"/>
            </p:cNvSpPr>
            <p:nvPr/>
          </p:nvSpPr>
          <p:spPr bwMode="auto">
            <a:xfrm flipV="1">
              <a:off x="1111" y="2642"/>
              <a:ext cx="816" cy="771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20" name="Oval 82"/>
            <p:cNvSpPr>
              <a:spLocks noChangeArrowheads="1"/>
            </p:cNvSpPr>
            <p:nvPr/>
          </p:nvSpPr>
          <p:spPr bwMode="auto">
            <a:xfrm>
              <a:off x="1927" y="2987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21" name="Oval 83"/>
            <p:cNvSpPr>
              <a:spLocks noChangeArrowheads="1"/>
            </p:cNvSpPr>
            <p:nvPr/>
          </p:nvSpPr>
          <p:spPr bwMode="auto">
            <a:xfrm>
              <a:off x="1927" y="3123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22" name="Text Box 84"/>
            <p:cNvSpPr txBox="1">
              <a:spLocks noChangeArrowheads="1"/>
            </p:cNvSpPr>
            <p:nvPr/>
          </p:nvSpPr>
          <p:spPr bwMode="auto">
            <a:xfrm>
              <a:off x="1474" y="3108"/>
              <a:ext cx="544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23" name="Text Box 85"/>
            <p:cNvSpPr txBox="1">
              <a:spLocks noChangeArrowheads="1"/>
            </p:cNvSpPr>
            <p:nvPr/>
          </p:nvSpPr>
          <p:spPr bwMode="auto">
            <a:xfrm>
              <a:off x="2018" y="2987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24" name="Text Box 86"/>
            <p:cNvSpPr txBox="1">
              <a:spLocks noChangeArrowheads="1"/>
            </p:cNvSpPr>
            <p:nvPr/>
          </p:nvSpPr>
          <p:spPr bwMode="auto">
            <a:xfrm>
              <a:off x="2018" y="2761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25" name="Text Box 87"/>
            <p:cNvSpPr txBox="1">
              <a:spLocks noChangeArrowheads="1"/>
            </p:cNvSpPr>
            <p:nvPr/>
          </p:nvSpPr>
          <p:spPr bwMode="auto">
            <a:xfrm>
              <a:off x="1133" y="2715"/>
              <a:ext cx="386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4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26" name="Line 88"/>
            <p:cNvSpPr>
              <a:spLocks noChangeShapeType="1"/>
            </p:cNvSpPr>
            <p:nvPr/>
          </p:nvSpPr>
          <p:spPr bwMode="auto">
            <a:xfrm>
              <a:off x="1973" y="2642"/>
              <a:ext cx="0" cy="345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27" name="Line 89"/>
            <p:cNvSpPr>
              <a:spLocks noChangeShapeType="1"/>
            </p:cNvSpPr>
            <p:nvPr/>
          </p:nvSpPr>
          <p:spPr bwMode="auto">
            <a:xfrm>
              <a:off x="1973" y="3214"/>
              <a:ext cx="0" cy="57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28" name="Line 90"/>
            <p:cNvSpPr>
              <a:spLocks noChangeShapeType="1"/>
            </p:cNvSpPr>
            <p:nvPr/>
          </p:nvSpPr>
          <p:spPr bwMode="auto">
            <a:xfrm>
              <a:off x="1111" y="3441"/>
              <a:ext cx="86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29" name="Text Box 91"/>
            <p:cNvSpPr txBox="1">
              <a:spLocks noChangeArrowheads="1"/>
            </p:cNvSpPr>
            <p:nvPr/>
          </p:nvSpPr>
          <p:spPr bwMode="auto">
            <a:xfrm>
              <a:off x="1383" y="3793"/>
              <a:ext cx="6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10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30" name="Rectangle 92"/>
            <p:cNvSpPr>
              <a:spLocks noChangeArrowheads="1"/>
            </p:cNvSpPr>
            <p:nvPr/>
          </p:nvSpPr>
          <p:spPr bwMode="auto">
            <a:xfrm rot="2715372">
              <a:off x="1474" y="2851"/>
              <a:ext cx="159" cy="34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31" name="Rectangle 93"/>
            <p:cNvSpPr>
              <a:spLocks noChangeArrowheads="1"/>
            </p:cNvSpPr>
            <p:nvPr/>
          </p:nvSpPr>
          <p:spPr bwMode="auto">
            <a:xfrm>
              <a:off x="1474" y="3375"/>
              <a:ext cx="311" cy="157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32" name="Line 94"/>
            <p:cNvSpPr>
              <a:spLocks noChangeShapeType="1"/>
            </p:cNvSpPr>
            <p:nvPr/>
          </p:nvSpPr>
          <p:spPr bwMode="auto">
            <a:xfrm flipH="1">
              <a:off x="1111" y="2642"/>
              <a:ext cx="862" cy="771"/>
            </a:xfrm>
            <a:prstGeom prst="line">
              <a:avLst/>
            </a:prstGeom>
            <a:noFill/>
            <a:ln>
              <a:noFill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33" name="Line 95"/>
            <p:cNvSpPr>
              <a:spLocks noChangeShapeType="1"/>
            </p:cNvSpPr>
            <p:nvPr/>
          </p:nvSpPr>
          <p:spPr bwMode="auto">
            <a:xfrm>
              <a:off x="1111" y="3793"/>
              <a:ext cx="862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34" name="Rectangle 96"/>
            <p:cNvSpPr>
              <a:spLocks noChangeArrowheads="1"/>
            </p:cNvSpPr>
            <p:nvPr/>
          </p:nvSpPr>
          <p:spPr bwMode="auto">
            <a:xfrm>
              <a:off x="1480" y="3681"/>
              <a:ext cx="311" cy="157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zh-CN" altLang="en-US">
                <a:solidFill>
                  <a:schemeClr val="tx2"/>
                </a:solidFill>
                <a:latin typeface="Arial Black" panose="020B0A04020102020204" pitchFamily="34" charset="0"/>
                <a:ea typeface="宋体" panose="02010600030101010101" pitchFamily="2" charset="-122"/>
              </a:endParaRPr>
            </a:p>
          </p:txBody>
        </p:sp>
      </p:grpSp>
      <p:sp>
        <p:nvSpPr>
          <p:cNvPr id="1049535" name="AutoShape 97"/>
          <p:cNvSpPr>
            <a:spLocks noChangeArrowheads="1"/>
          </p:cNvSpPr>
          <p:nvPr/>
        </p:nvSpPr>
        <p:spPr bwMode="auto">
          <a:xfrm rot="10800000">
            <a:off x="6456363" y="4292601"/>
            <a:ext cx="863600" cy="142875"/>
          </a:xfrm>
          <a:prstGeom prst="rightArrow">
            <a:avLst>
              <a:gd name="adj1" fmla="val 50000"/>
              <a:gd name="adj2" fmla="val 151111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9536" name="Text Box 98"/>
          <p:cNvSpPr txBox="1">
            <a:spLocks noChangeArrowheads="1"/>
          </p:cNvSpPr>
          <p:nvPr/>
        </p:nvSpPr>
        <p:spPr bwMode="auto">
          <a:xfrm>
            <a:off x="1992314" y="5011738"/>
            <a:ext cx="2016125" cy="521970"/>
          </a:xfrm>
          <a:prstGeom prst="rect">
            <a:avLst/>
          </a:prstGeom>
          <a:noFill/>
          <a:ln w="38100">
            <a:solidFill>
              <a:srgbClr val="00FF00"/>
            </a:solidFill>
            <a:miter lim="800000"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lang="en-US" altLang="zh-CN" sz="2800" b="1" i="1" dirty="0" err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baseline="-25000" dirty="0" err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ab</a:t>
            </a:r>
            <a:r>
              <a:rPr lang="zh-CN" altLang="en-US" sz="28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＝</a:t>
            </a:r>
            <a:r>
              <a:rPr lang="en-US" altLang="zh-CN" sz="28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10</a:t>
            </a:r>
            <a:r>
              <a:rPr lang="en-US" altLang="zh-CN" sz="28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endParaRPr lang="en-US" altLang="zh-CN" sz="24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537" name="Text Box 99"/>
          <p:cNvSpPr txBox="1">
            <a:spLocks noChangeArrowheads="1"/>
          </p:cNvSpPr>
          <p:nvPr/>
        </p:nvSpPr>
        <p:spPr bwMode="auto">
          <a:xfrm>
            <a:off x="5160964" y="1230313"/>
            <a:ext cx="2376487" cy="985520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 dirty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缩短无电阻支路</a:t>
            </a:r>
            <a:endParaRPr lang="zh-CN" altLang="en-US" sz="2400" b="1" dirty="0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lang="zh-CN" altLang="en-US" sz="2400" b="1" dirty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同上例，翻折</a:t>
            </a:r>
            <a:endParaRPr lang="zh-CN" altLang="en-US" sz="2400" b="1" dirty="0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538" name="Text Box 8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482600" y="1025525"/>
            <a:ext cx="95313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5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0" name="Group 4"/>
          <p:cNvGrpSpPr/>
          <p:nvPr/>
        </p:nvGrpSpPr>
        <p:grpSpPr bwMode="auto">
          <a:xfrm>
            <a:off x="6673850" y="2393950"/>
            <a:ext cx="3384550" cy="2946400"/>
            <a:chOff x="3334" y="1616"/>
            <a:chExt cx="2132" cy="1856"/>
          </a:xfrm>
        </p:grpSpPr>
        <p:sp>
          <p:nvSpPr>
            <p:cNvPr id="1049539" name="Line 5"/>
            <p:cNvSpPr>
              <a:spLocks noChangeShapeType="1"/>
            </p:cNvSpPr>
            <p:nvPr/>
          </p:nvSpPr>
          <p:spPr bwMode="auto">
            <a:xfrm>
              <a:off x="3515" y="2478"/>
              <a:ext cx="363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40" name="Line 6"/>
            <p:cNvSpPr>
              <a:spLocks noChangeShapeType="1"/>
            </p:cNvSpPr>
            <p:nvPr/>
          </p:nvSpPr>
          <p:spPr bwMode="auto">
            <a:xfrm flipV="1">
              <a:off x="3878" y="1979"/>
              <a:ext cx="544" cy="49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41" name="Line 7"/>
            <p:cNvSpPr>
              <a:spLocks noChangeShapeType="1"/>
            </p:cNvSpPr>
            <p:nvPr/>
          </p:nvSpPr>
          <p:spPr bwMode="auto">
            <a:xfrm>
              <a:off x="3878" y="2478"/>
              <a:ext cx="544" cy="453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42" name="Line 8"/>
            <p:cNvSpPr>
              <a:spLocks noChangeShapeType="1"/>
            </p:cNvSpPr>
            <p:nvPr/>
          </p:nvSpPr>
          <p:spPr bwMode="auto">
            <a:xfrm>
              <a:off x="4422" y="1979"/>
              <a:ext cx="545" cy="49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43" name="Line 9"/>
            <p:cNvSpPr>
              <a:spLocks noChangeShapeType="1"/>
            </p:cNvSpPr>
            <p:nvPr/>
          </p:nvSpPr>
          <p:spPr bwMode="auto">
            <a:xfrm flipV="1">
              <a:off x="4423" y="2478"/>
              <a:ext cx="544" cy="453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44" name="Line 10"/>
            <p:cNvSpPr>
              <a:spLocks noChangeShapeType="1"/>
            </p:cNvSpPr>
            <p:nvPr/>
          </p:nvSpPr>
          <p:spPr bwMode="auto">
            <a:xfrm>
              <a:off x="4967" y="2478"/>
              <a:ext cx="362" cy="0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45" name="Oval 11"/>
            <p:cNvSpPr>
              <a:spLocks noChangeArrowheads="1"/>
            </p:cNvSpPr>
            <p:nvPr/>
          </p:nvSpPr>
          <p:spPr bwMode="auto">
            <a:xfrm>
              <a:off x="5330" y="2432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46" name="Oval 12"/>
            <p:cNvSpPr>
              <a:spLocks noChangeArrowheads="1"/>
            </p:cNvSpPr>
            <p:nvPr/>
          </p:nvSpPr>
          <p:spPr bwMode="auto">
            <a:xfrm>
              <a:off x="3424" y="2432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47" name="Text Box 13"/>
            <p:cNvSpPr txBox="1">
              <a:spLocks noChangeArrowheads="1"/>
            </p:cNvSpPr>
            <p:nvPr/>
          </p:nvSpPr>
          <p:spPr bwMode="auto">
            <a:xfrm>
              <a:off x="5239" y="2478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48" name="Text Box 14"/>
            <p:cNvSpPr txBox="1">
              <a:spLocks noChangeArrowheads="1"/>
            </p:cNvSpPr>
            <p:nvPr/>
          </p:nvSpPr>
          <p:spPr bwMode="auto">
            <a:xfrm>
              <a:off x="3334" y="2432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49" name="Rectangle 15"/>
            <p:cNvSpPr>
              <a:spLocks noChangeArrowheads="1"/>
            </p:cNvSpPr>
            <p:nvPr/>
          </p:nvSpPr>
          <p:spPr bwMode="auto">
            <a:xfrm rot="2715372">
              <a:off x="4066" y="2068"/>
              <a:ext cx="114" cy="34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50" name="Rectangle 16"/>
            <p:cNvSpPr>
              <a:spLocks noChangeArrowheads="1"/>
            </p:cNvSpPr>
            <p:nvPr/>
          </p:nvSpPr>
          <p:spPr bwMode="auto">
            <a:xfrm rot="2620789">
              <a:off x="4551" y="2172"/>
              <a:ext cx="334" cy="126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51" name="Rectangle 17"/>
            <p:cNvSpPr>
              <a:spLocks noChangeArrowheads="1"/>
            </p:cNvSpPr>
            <p:nvPr/>
          </p:nvSpPr>
          <p:spPr bwMode="auto">
            <a:xfrm rot="2064917">
              <a:off x="3956" y="2614"/>
              <a:ext cx="317" cy="11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52" name="Rectangle 18"/>
            <p:cNvSpPr>
              <a:spLocks noChangeArrowheads="1"/>
            </p:cNvSpPr>
            <p:nvPr/>
          </p:nvSpPr>
          <p:spPr bwMode="auto">
            <a:xfrm rot="2715372">
              <a:off x="4640" y="2532"/>
              <a:ext cx="114" cy="318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53" name="Text Box 19"/>
            <p:cNvSpPr txBox="1">
              <a:spLocks noChangeArrowheads="1"/>
            </p:cNvSpPr>
            <p:nvPr/>
          </p:nvSpPr>
          <p:spPr bwMode="auto">
            <a:xfrm>
              <a:off x="4332" y="1616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c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54" name="Text Box 20"/>
            <p:cNvSpPr txBox="1">
              <a:spLocks noChangeArrowheads="1"/>
            </p:cNvSpPr>
            <p:nvPr/>
          </p:nvSpPr>
          <p:spPr bwMode="auto">
            <a:xfrm>
              <a:off x="4286" y="2886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d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55" name="Text Box 21"/>
            <p:cNvSpPr txBox="1">
              <a:spLocks noChangeArrowheads="1"/>
            </p:cNvSpPr>
            <p:nvPr/>
          </p:nvSpPr>
          <p:spPr bwMode="auto">
            <a:xfrm>
              <a:off x="3833" y="1933"/>
              <a:ext cx="227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56" name="Text Box 22"/>
            <p:cNvSpPr txBox="1">
              <a:spLocks noChangeArrowheads="1"/>
            </p:cNvSpPr>
            <p:nvPr/>
          </p:nvSpPr>
          <p:spPr bwMode="auto">
            <a:xfrm>
              <a:off x="4694" y="2705"/>
              <a:ext cx="227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57" name="Text Box 23"/>
            <p:cNvSpPr txBox="1">
              <a:spLocks noChangeArrowheads="1"/>
            </p:cNvSpPr>
            <p:nvPr/>
          </p:nvSpPr>
          <p:spPr bwMode="auto">
            <a:xfrm>
              <a:off x="3923" y="2705"/>
              <a:ext cx="227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58" name="Text Box 24"/>
            <p:cNvSpPr txBox="1">
              <a:spLocks noChangeArrowheads="1"/>
            </p:cNvSpPr>
            <p:nvPr/>
          </p:nvSpPr>
          <p:spPr bwMode="auto">
            <a:xfrm>
              <a:off x="4694" y="1888"/>
              <a:ext cx="227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559" name="Text Box 26"/>
          <p:cNvSpPr txBox="1">
            <a:spLocks noChangeArrowheads="1"/>
          </p:cNvSpPr>
          <p:nvPr/>
        </p:nvSpPr>
        <p:spPr bwMode="auto">
          <a:xfrm>
            <a:off x="5221658" y="293505"/>
            <a:ext cx="1142632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 dirty="0" smtClean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等</a:t>
            </a:r>
            <a:r>
              <a:rPr lang="zh-CN" altLang="en-US" sz="2400" b="1" dirty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电位</a:t>
            </a:r>
            <a:endParaRPr lang="zh-CN" altLang="en-US" sz="2400" b="1" dirty="0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601" name="Group 27"/>
          <p:cNvGrpSpPr/>
          <p:nvPr/>
        </p:nvGrpSpPr>
        <p:grpSpPr bwMode="auto">
          <a:xfrm>
            <a:off x="6599238" y="30164"/>
            <a:ext cx="3384550" cy="2946399"/>
            <a:chOff x="3424" y="0"/>
            <a:chExt cx="2132" cy="1856"/>
          </a:xfrm>
        </p:grpSpPr>
        <p:sp>
          <p:nvSpPr>
            <p:cNvPr id="1049560" name="Line 28"/>
            <p:cNvSpPr>
              <a:spLocks noChangeShapeType="1"/>
            </p:cNvSpPr>
            <p:nvPr/>
          </p:nvSpPr>
          <p:spPr bwMode="auto">
            <a:xfrm>
              <a:off x="3605" y="862"/>
              <a:ext cx="363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61" name="Line 29"/>
            <p:cNvSpPr>
              <a:spLocks noChangeShapeType="1"/>
            </p:cNvSpPr>
            <p:nvPr/>
          </p:nvSpPr>
          <p:spPr bwMode="auto">
            <a:xfrm flipV="1">
              <a:off x="3968" y="363"/>
              <a:ext cx="544" cy="49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62" name="Line 30"/>
            <p:cNvSpPr>
              <a:spLocks noChangeShapeType="1"/>
            </p:cNvSpPr>
            <p:nvPr/>
          </p:nvSpPr>
          <p:spPr bwMode="auto">
            <a:xfrm>
              <a:off x="3968" y="862"/>
              <a:ext cx="544" cy="453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63" name="Line 31"/>
            <p:cNvSpPr>
              <a:spLocks noChangeShapeType="1"/>
            </p:cNvSpPr>
            <p:nvPr/>
          </p:nvSpPr>
          <p:spPr bwMode="auto">
            <a:xfrm>
              <a:off x="4512" y="363"/>
              <a:ext cx="0" cy="952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64" name="Line 32"/>
            <p:cNvSpPr>
              <a:spLocks noChangeShapeType="1"/>
            </p:cNvSpPr>
            <p:nvPr/>
          </p:nvSpPr>
          <p:spPr bwMode="auto">
            <a:xfrm>
              <a:off x="4512" y="363"/>
              <a:ext cx="545" cy="49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65" name="Line 33"/>
            <p:cNvSpPr>
              <a:spLocks noChangeShapeType="1"/>
            </p:cNvSpPr>
            <p:nvPr/>
          </p:nvSpPr>
          <p:spPr bwMode="auto">
            <a:xfrm flipV="1">
              <a:off x="4513" y="862"/>
              <a:ext cx="544" cy="453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66" name="Line 34"/>
            <p:cNvSpPr>
              <a:spLocks noChangeShapeType="1"/>
            </p:cNvSpPr>
            <p:nvPr/>
          </p:nvSpPr>
          <p:spPr bwMode="auto">
            <a:xfrm>
              <a:off x="5057" y="862"/>
              <a:ext cx="362" cy="0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67" name="Oval 35"/>
            <p:cNvSpPr>
              <a:spLocks noChangeArrowheads="1"/>
            </p:cNvSpPr>
            <p:nvPr/>
          </p:nvSpPr>
          <p:spPr bwMode="auto">
            <a:xfrm>
              <a:off x="5420" y="816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68" name="Oval 36"/>
            <p:cNvSpPr>
              <a:spLocks noChangeArrowheads="1"/>
            </p:cNvSpPr>
            <p:nvPr/>
          </p:nvSpPr>
          <p:spPr bwMode="auto">
            <a:xfrm>
              <a:off x="3514" y="816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69" name="Text Box 37"/>
            <p:cNvSpPr txBox="1">
              <a:spLocks noChangeArrowheads="1"/>
            </p:cNvSpPr>
            <p:nvPr/>
          </p:nvSpPr>
          <p:spPr bwMode="auto">
            <a:xfrm>
              <a:off x="5329" y="862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70" name="Text Box 38"/>
            <p:cNvSpPr txBox="1">
              <a:spLocks noChangeArrowheads="1"/>
            </p:cNvSpPr>
            <p:nvPr/>
          </p:nvSpPr>
          <p:spPr bwMode="auto">
            <a:xfrm>
              <a:off x="3424" y="816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71" name="Rectangle 39"/>
            <p:cNvSpPr>
              <a:spLocks noChangeArrowheads="1"/>
            </p:cNvSpPr>
            <p:nvPr/>
          </p:nvSpPr>
          <p:spPr bwMode="auto">
            <a:xfrm rot="2715372">
              <a:off x="4159" y="444"/>
              <a:ext cx="97" cy="341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72" name="Rectangle 40"/>
            <p:cNvSpPr>
              <a:spLocks noChangeArrowheads="1"/>
            </p:cNvSpPr>
            <p:nvPr/>
          </p:nvSpPr>
          <p:spPr bwMode="auto">
            <a:xfrm rot="2620789">
              <a:off x="4649" y="568"/>
              <a:ext cx="312" cy="95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73" name="Rectangle 41"/>
            <p:cNvSpPr>
              <a:spLocks noChangeArrowheads="1"/>
            </p:cNvSpPr>
            <p:nvPr/>
          </p:nvSpPr>
          <p:spPr bwMode="auto">
            <a:xfrm rot="2064917">
              <a:off x="4062" y="1023"/>
              <a:ext cx="357" cy="109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74" name="Rectangle 42"/>
            <p:cNvSpPr>
              <a:spLocks noChangeArrowheads="1"/>
            </p:cNvSpPr>
            <p:nvPr/>
          </p:nvSpPr>
          <p:spPr bwMode="auto">
            <a:xfrm rot="2715372">
              <a:off x="4733" y="955"/>
              <a:ext cx="97" cy="317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75" name="Text Box 43"/>
            <p:cNvSpPr txBox="1">
              <a:spLocks noChangeArrowheads="1"/>
            </p:cNvSpPr>
            <p:nvPr/>
          </p:nvSpPr>
          <p:spPr bwMode="auto">
            <a:xfrm>
              <a:off x="4422" y="0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c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76" name="Text Box 44"/>
            <p:cNvSpPr txBox="1">
              <a:spLocks noChangeArrowheads="1"/>
            </p:cNvSpPr>
            <p:nvPr/>
          </p:nvSpPr>
          <p:spPr bwMode="auto">
            <a:xfrm>
              <a:off x="4376" y="1270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d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77" name="Text Box 45"/>
            <p:cNvSpPr txBox="1">
              <a:spLocks noChangeArrowheads="1"/>
            </p:cNvSpPr>
            <p:nvPr/>
          </p:nvSpPr>
          <p:spPr bwMode="auto">
            <a:xfrm>
              <a:off x="3923" y="317"/>
              <a:ext cx="227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78" name="Text Box 46"/>
            <p:cNvSpPr txBox="1">
              <a:spLocks noChangeArrowheads="1"/>
            </p:cNvSpPr>
            <p:nvPr/>
          </p:nvSpPr>
          <p:spPr bwMode="auto">
            <a:xfrm>
              <a:off x="4784" y="1089"/>
              <a:ext cx="227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79" name="Text Box 47"/>
            <p:cNvSpPr txBox="1">
              <a:spLocks noChangeArrowheads="1"/>
            </p:cNvSpPr>
            <p:nvPr/>
          </p:nvSpPr>
          <p:spPr bwMode="auto">
            <a:xfrm>
              <a:off x="4013" y="1089"/>
              <a:ext cx="227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80" name="Text Box 48"/>
            <p:cNvSpPr txBox="1">
              <a:spLocks noChangeArrowheads="1"/>
            </p:cNvSpPr>
            <p:nvPr/>
          </p:nvSpPr>
          <p:spPr bwMode="auto">
            <a:xfrm>
              <a:off x="4784" y="272"/>
              <a:ext cx="227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602" name="Group 49"/>
          <p:cNvGrpSpPr/>
          <p:nvPr/>
        </p:nvGrpSpPr>
        <p:grpSpPr bwMode="auto">
          <a:xfrm>
            <a:off x="1849438" y="520700"/>
            <a:ext cx="3384550" cy="2946400"/>
            <a:chOff x="431" y="482"/>
            <a:chExt cx="2132" cy="1856"/>
          </a:xfrm>
        </p:grpSpPr>
        <p:sp>
          <p:nvSpPr>
            <p:cNvPr id="1049581" name="Line 50"/>
            <p:cNvSpPr>
              <a:spLocks noChangeShapeType="1"/>
            </p:cNvSpPr>
            <p:nvPr/>
          </p:nvSpPr>
          <p:spPr bwMode="auto">
            <a:xfrm>
              <a:off x="612" y="1344"/>
              <a:ext cx="363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82" name="Line 51"/>
            <p:cNvSpPr>
              <a:spLocks noChangeShapeType="1"/>
            </p:cNvSpPr>
            <p:nvPr/>
          </p:nvSpPr>
          <p:spPr bwMode="auto">
            <a:xfrm flipV="1">
              <a:off x="975" y="845"/>
              <a:ext cx="544" cy="49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83" name="Line 52"/>
            <p:cNvSpPr>
              <a:spLocks noChangeShapeType="1"/>
            </p:cNvSpPr>
            <p:nvPr/>
          </p:nvSpPr>
          <p:spPr bwMode="auto">
            <a:xfrm>
              <a:off x="975" y="1344"/>
              <a:ext cx="544" cy="453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84" name="Line 53"/>
            <p:cNvSpPr>
              <a:spLocks noChangeShapeType="1"/>
            </p:cNvSpPr>
            <p:nvPr/>
          </p:nvSpPr>
          <p:spPr bwMode="auto">
            <a:xfrm>
              <a:off x="1519" y="845"/>
              <a:ext cx="0" cy="952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85" name="Line 54"/>
            <p:cNvSpPr>
              <a:spLocks noChangeShapeType="1"/>
            </p:cNvSpPr>
            <p:nvPr/>
          </p:nvSpPr>
          <p:spPr bwMode="auto">
            <a:xfrm>
              <a:off x="1519" y="845"/>
              <a:ext cx="545" cy="499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86" name="Line 55"/>
            <p:cNvSpPr>
              <a:spLocks noChangeShapeType="1"/>
            </p:cNvSpPr>
            <p:nvPr/>
          </p:nvSpPr>
          <p:spPr bwMode="auto">
            <a:xfrm flipV="1">
              <a:off x="1520" y="1344"/>
              <a:ext cx="544" cy="453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87" name="Line 56"/>
            <p:cNvSpPr>
              <a:spLocks noChangeShapeType="1"/>
            </p:cNvSpPr>
            <p:nvPr/>
          </p:nvSpPr>
          <p:spPr bwMode="auto">
            <a:xfrm>
              <a:off x="2064" y="1344"/>
              <a:ext cx="362" cy="0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588" name="Oval 57"/>
            <p:cNvSpPr>
              <a:spLocks noChangeArrowheads="1"/>
            </p:cNvSpPr>
            <p:nvPr/>
          </p:nvSpPr>
          <p:spPr bwMode="auto">
            <a:xfrm>
              <a:off x="2427" y="1298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89" name="Oval 58"/>
            <p:cNvSpPr>
              <a:spLocks noChangeArrowheads="1"/>
            </p:cNvSpPr>
            <p:nvPr/>
          </p:nvSpPr>
          <p:spPr bwMode="auto">
            <a:xfrm>
              <a:off x="521" y="1298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90" name="Text Box 59"/>
            <p:cNvSpPr txBox="1">
              <a:spLocks noChangeArrowheads="1"/>
            </p:cNvSpPr>
            <p:nvPr/>
          </p:nvSpPr>
          <p:spPr bwMode="auto">
            <a:xfrm>
              <a:off x="2336" y="1344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b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91" name="Text Box 60"/>
            <p:cNvSpPr txBox="1">
              <a:spLocks noChangeArrowheads="1"/>
            </p:cNvSpPr>
            <p:nvPr/>
          </p:nvSpPr>
          <p:spPr bwMode="auto">
            <a:xfrm>
              <a:off x="431" y="1298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a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92" name="Rectangle 61"/>
            <p:cNvSpPr>
              <a:spLocks noChangeArrowheads="1"/>
            </p:cNvSpPr>
            <p:nvPr/>
          </p:nvSpPr>
          <p:spPr bwMode="auto">
            <a:xfrm rot="2715372">
              <a:off x="1177" y="962"/>
              <a:ext cx="101" cy="300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93" name="Rectangle 62"/>
            <p:cNvSpPr>
              <a:spLocks noChangeArrowheads="1"/>
            </p:cNvSpPr>
            <p:nvPr/>
          </p:nvSpPr>
          <p:spPr bwMode="auto">
            <a:xfrm rot="2620789">
              <a:off x="1677" y="1050"/>
              <a:ext cx="311" cy="11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94" name="Rectangle 63"/>
            <p:cNvSpPr>
              <a:spLocks noChangeArrowheads="1"/>
            </p:cNvSpPr>
            <p:nvPr/>
          </p:nvSpPr>
          <p:spPr bwMode="auto">
            <a:xfrm rot="2064917">
              <a:off x="1074" y="1478"/>
              <a:ext cx="299" cy="129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95" name="Rectangle 64"/>
            <p:cNvSpPr>
              <a:spLocks noChangeArrowheads="1"/>
            </p:cNvSpPr>
            <p:nvPr/>
          </p:nvSpPr>
          <p:spPr bwMode="auto">
            <a:xfrm rot="2715372">
              <a:off x="1757" y="1434"/>
              <a:ext cx="92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596" name="Text Box 65"/>
            <p:cNvSpPr txBox="1">
              <a:spLocks noChangeArrowheads="1"/>
            </p:cNvSpPr>
            <p:nvPr/>
          </p:nvSpPr>
          <p:spPr bwMode="auto">
            <a:xfrm>
              <a:off x="1429" y="482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c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97" name="Text Box 66"/>
            <p:cNvSpPr txBox="1">
              <a:spLocks noChangeArrowheads="1"/>
            </p:cNvSpPr>
            <p:nvPr/>
          </p:nvSpPr>
          <p:spPr bwMode="auto">
            <a:xfrm>
              <a:off x="1383" y="1752"/>
              <a:ext cx="227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d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98" name="Text Box 67"/>
            <p:cNvSpPr txBox="1">
              <a:spLocks noChangeArrowheads="1"/>
            </p:cNvSpPr>
            <p:nvPr/>
          </p:nvSpPr>
          <p:spPr bwMode="auto">
            <a:xfrm>
              <a:off x="930" y="799"/>
              <a:ext cx="227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599" name="Text Box 68"/>
            <p:cNvSpPr txBox="1">
              <a:spLocks noChangeArrowheads="1"/>
            </p:cNvSpPr>
            <p:nvPr/>
          </p:nvSpPr>
          <p:spPr bwMode="auto">
            <a:xfrm>
              <a:off x="1791" y="1571"/>
              <a:ext cx="227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600" name="Text Box 69"/>
            <p:cNvSpPr txBox="1">
              <a:spLocks noChangeArrowheads="1"/>
            </p:cNvSpPr>
            <p:nvPr/>
          </p:nvSpPr>
          <p:spPr bwMode="auto">
            <a:xfrm>
              <a:off x="1020" y="1570"/>
              <a:ext cx="227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601" name="Text Box 70"/>
            <p:cNvSpPr txBox="1">
              <a:spLocks noChangeArrowheads="1"/>
            </p:cNvSpPr>
            <p:nvPr/>
          </p:nvSpPr>
          <p:spPr bwMode="auto">
            <a:xfrm>
              <a:off x="1791" y="754"/>
              <a:ext cx="227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602" name="Rectangle 71"/>
            <p:cNvSpPr>
              <a:spLocks noChangeArrowheads="1"/>
            </p:cNvSpPr>
            <p:nvPr/>
          </p:nvSpPr>
          <p:spPr bwMode="auto">
            <a:xfrm>
              <a:off x="1474" y="1208"/>
              <a:ext cx="130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grpSp>
          <p:nvGrpSpPr>
            <p:cNvPr id="603" name="Group 72"/>
            <p:cNvGrpSpPr/>
            <p:nvPr/>
          </p:nvGrpSpPr>
          <p:grpSpPr bwMode="auto">
            <a:xfrm>
              <a:off x="612" y="971"/>
              <a:ext cx="363" cy="331"/>
              <a:chOff x="567" y="880"/>
              <a:chExt cx="363" cy="331"/>
            </a:xfrm>
          </p:grpSpPr>
          <p:sp>
            <p:nvSpPr>
              <p:cNvPr id="1049603" name="Line 73"/>
              <p:cNvSpPr>
                <a:spLocks noChangeShapeType="1"/>
              </p:cNvSpPr>
              <p:nvPr/>
            </p:nvSpPr>
            <p:spPr bwMode="auto">
              <a:xfrm>
                <a:off x="567" y="1163"/>
                <a:ext cx="363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tailEnd type="triangle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604" name="Text Box 74"/>
              <p:cNvSpPr txBox="1">
                <a:spLocks noChangeArrowheads="1"/>
              </p:cNvSpPr>
              <p:nvPr/>
            </p:nvSpPr>
            <p:spPr bwMode="auto">
              <a:xfrm>
                <a:off x="657" y="880"/>
                <a:ext cx="227" cy="331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endPara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sp>
          <p:nvSpPr>
            <p:cNvPr id="1049605" name="Line 75"/>
            <p:cNvSpPr>
              <a:spLocks noChangeShapeType="1"/>
            </p:cNvSpPr>
            <p:nvPr/>
          </p:nvSpPr>
          <p:spPr bwMode="auto">
            <a:xfrm>
              <a:off x="793" y="1389"/>
              <a:ext cx="227" cy="227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49606" name="Text Box 76"/>
            <p:cNvSpPr txBox="1">
              <a:spLocks noChangeArrowheads="1"/>
            </p:cNvSpPr>
            <p:nvPr/>
          </p:nvSpPr>
          <p:spPr bwMode="auto">
            <a:xfrm>
              <a:off x="657" y="1344"/>
              <a:ext cx="454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604" name="Group 77"/>
            <p:cNvGrpSpPr/>
            <p:nvPr/>
          </p:nvGrpSpPr>
          <p:grpSpPr bwMode="auto">
            <a:xfrm>
              <a:off x="2064" y="971"/>
              <a:ext cx="363" cy="331"/>
              <a:chOff x="2109" y="971"/>
              <a:chExt cx="363" cy="331"/>
            </a:xfrm>
          </p:grpSpPr>
          <p:sp>
            <p:nvSpPr>
              <p:cNvPr id="1049607" name="Line 78"/>
              <p:cNvSpPr>
                <a:spLocks noChangeShapeType="1"/>
              </p:cNvSpPr>
              <p:nvPr/>
            </p:nvSpPr>
            <p:spPr bwMode="auto">
              <a:xfrm>
                <a:off x="2109" y="1253"/>
                <a:ext cx="363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tailEnd type="triangle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608" name="Text Box 79"/>
              <p:cNvSpPr txBox="1">
                <a:spLocks noChangeArrowheads="1"/>
              </p:cNvSpPr>
              <p:nvPr/>
            </p:nvSpPr>
            <p:spPr bwMode="auto">
              <a:xfrm>
                <a:off x="2199" y="971"/>
                <a:ext cx="227" cy="331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endPara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grpSp>
          <p:nvGrpSpPr>
            <p:cNvPr id="605" name="Group 80"/>
            <p:cNvGrpSpPr/>
            <p:nvPr/>
          </p:nvGrpSpPr>
          <p:grpSpPr bwMode="auto">
            <a:xfrm>
              <a:off x="1927" y="1379"/>
              <a:ext cx="454" cy="331"/>
              <a:chOff x="2064" y="1752"/>
              <a:chExt cx="454" cy="331"/>
            </a:xfrm>
          </p:grpSpPr>
          <p:sp>
            <p:nvSpPr>
              <p:cNvPr id="1049609" name="Line 81"/>
              <p:cNvSpPr>
                <a:spLocks noChangeShapeType="1"/>
              </p:cNvSpPr>
              <p:nvPr/>
            </p:nvSpPr>
            <p:spPr bwMode="auto">
              <a:xfrm flipV="1">
                <a:off x="2064" y="1752"/>
                <a:ext cx="226" cy="227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tailEnd type="triangle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610" name="Text Box 82"/>
              <p:cNvSpPr txBox="1">
                <a:spLocks noChangeArrowheads="1"/>
              </p:cNvSpPr>
              <p:nvPr/>
            </p:nvSpPr>
            <p:spPr bwMode="auto">
              <a:xfrm>
                <a:off x="2200" y="1752"/>
                <a:ext cx="318" cy="331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r>
                  <a:rPr lang="en-US" altLang="zh-CN" sz="2800" b="1" i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2</a:t>
                </a:r>
                <a:endParaRPr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</p:grpSp>
      <p:graphicFrame>
        <p:nvGraphicFramePr>
          <p:cNvPr id="4194332" name="Object 83"/>
          <p:cNvGraphicFramePr>
            <a:graphicFrameLocks noChangeAspect="1"/>
          </p:cNvGraphicFramePr>
          <p:nvPr/>
        </p:nvGraphicFramePr>
        <p:xfrm>
          <a:off x="3462338" y="3124200"/>
          <a:ext cx="1882775" cy="11287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70" name="Equation" r:id="rId1" imgW="16154400" imgH="9448800" progId="Equation.DSMT4">
                  <p:embed/>
                </p:oleObj>
              </mc:Choice>
              <mc:Fallback>
                <p:oleObj name="Equation" r:id="rId1" imgW="16154400" imgH="9448800" progId="Equation.DSMT4">
                  <p:embed/>
                  <p:pic>
                    <p:nvPicPr>
                      <p:cNvPr id="0" name="图片 936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62338" y="3124200"/>
                        <a:ext cx="1882775" cy="11287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3" name="Object 84"/>
          <p:cNvGraphicFramePr>
            <a:graphicFrameLocks noChangeAspect="1"/>
          </p:cNvGraphicFramePr>
          <p:nvPr/>
        </p:nvGraphicFramePr>
        <p:xfrm>
          <a:off x="1809750" y="4275138"/>
          <a:ext cx="5116513" cy="10620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71" name="Equation" r:id="rId3" imgW="47853600" imgH="9448800" progId="Equation.DSMT4">
                  <p:embed/>
                </p:oleObj>
              </mc:Choice>
              <mc:Fallback>
                <p:oleObj name="Equation" r:id="rId3" imgW="47853600" imgH="9448800" progId="Equation.DSMT4">
                  <p:embed/>
                  <p:pic>
                    <p:nvPicPr>
                      <p:cNvPr id="0" name="图片 937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09750" y="4275138"/>
                        <a:ext cx="5116513" cy="10620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4" name="Object 85"/>
          <p:cNvGraphicFramePr>
            <a:graphicFrameLocks noChangeAspect="1"/>
          </p:cNvGraphicFramePr>
          <p:nvPr/>
        </p:nvGraphicFramePr>
        <p:xfrm>
          <a:off x="3533775" y="5357813"/>
          <a:ext cx="2098675" cy="10064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72" name="Equation" r:id="rId5" imgW="20421600" imgH="9448800" progId="Equation.DSMT4">
                  <p:embed/>
                </p:oleObj>
              </mc:Choice>
              <mc:Fallback>
                <p:oleObj name="Equation" r:id="rId5" imgW="20421600" imgH="9448800" progId="Equation.DSMT4">
                  <p:embed/>
                  <p:pic>
                    <p:nvPicPr>
                      <p:cNvPr id="0" name="图片 937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33775" y="5357813"/>
                        <a:ext cx="2098675" cy="10064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5" name="Object 86"/>
          <p:cNvGraphicFramePr>
            <a:graphicFrameLocks noChangeAspect="1"/>
          </p:cNvGraphicFramePr>
          <p:nvPr/>
        </p:nvGraphicFramePr>
        <p:xfrm>
          <a:off x="7548563" y="5164138"/>
          <a:ext cx="1254125" cy="6254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73" name="Equation" r:id="rId7" imgW="11887200" imgH="5486400" progId="Equation.DSMT4">
                  <p:embed/>
                </p:oleObj>
              </mc:Choice>
              <mc:Fallback>
                <p:oleObj name="Equation" r:id="rId7" imgW="11887200" imgH="5486400" progId="Equation.DSMT4">
                  <p:embed/>
                  <p:pic>
                    <p:nvPicPr>
                      <p:cNvPr id="0" name="图片 937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48563" y="5164138"/>
                        <a:ext cx="1254125" cy="625475"/>
                      </a:xfrm>
                      <a:prstGeom prst="rect">
                        <a:avLst/>
                      </a:prstGeom>
                      <a:noFill/>
                      <a:ln w="38100">
                        <a:solidFill>
                          <a:srgbClr val="00FF00"/>
                        </a:solidFill>
                        <a:miter lim="800000"/>
                        <a:headEnd/>
                        <a:tailEnd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606" name="Group 87"/>
          <p:cNvGrpSpPr/>
          <p:nvPr/>
        </p:nvGrpSpPr>
        <p:grpSpPr bwMode="auto">
          <a:xfrm>
            <a:off x="5737225" y="1312864"/>
            <a:ext cx="865188" cy="676275"/>
            <a:chOff x="2744" y="935"/>
            <a:chExt cx="545" cy="426"/>
          </a:xfrm>
        </p:grpSpPr>
        <p:sp>
          <p:nvSpPr>
            <p:cNvPr id="1049611" name="AutoShape 88"/>
            <p:cNvSpPr>
              <a:spLocks noChangeArrowheads="1"/>
            </p:cNvSpPr>
            <p:nvPr/>
          </p:nvSpPr>
          <p:spPr bwMode="auto">
            <a:xfrm>
              <a:off x="2744" y="935"/>
              <a:ext cx="544" cy="91"/>
            </a:xfrm>
            <a:prstGeom prst="rightArrow">
              <a:avLst>
                <a:gd name="adj1" fmla="val 50000"/>
                <a:gd name="adj2" fmla="val 149451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612" name="Text Box 89"/>
            <p:cNvSpPr txBox="1">
              <a:spLocks noChangeArrowheads="1"/>
            </p:cNvSpPr>
            <p:nvPr/>
          </p:nvSpPr>
          <p:spPr bwMode="auto">
            <a:xfrm>
              <a:off x="2744" y="1071"/>
              <a:ext cx="545" cy="29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 b="1">
                  <a:solidFill>
                    <a:schemeClr val="bg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短路</a:t>
              </a:r>
              <a:endParaRPr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607" name="Group 90"/>
          <p:cNvGrpSpPr/>
          <p:nvPr/>
        </p:nvGrpSpPr>
        <p:grpSpPr bwMode="auto">
          <a:xfrm>
            <a:off x="5808663" y="2393951"/>
            <a:ext cx="1223962" cy="603250"/>
            <a:chOff x="2789" y="1616"/>
            <a:chExt cx="771" cy="380"/>
          </a:xfrm>
        </p:grpSpPr>
        <p:sp>
          <p:nvSpPr>
            <p:cNvPr id="1049613" name="AutoShape 91"/>
            <p:cNvSpPr>
              <a:spLocks noChangeArrowheads="1"/>
            </p:cNvSpPr>
            <p:nvPr/>
          </p:nvSpPr>
          <p:spPr bwMode="auto">
            <a:xfrm rot="1765648">
              <a:off x="3016" y="1616"/>
              <a:ext cx="544" cy="90"/>
            </a:xfrm>
            <a:prstGeom prst="rightArrow">
              <a:avLst>
                <a:gd name="adj1" fmla="val 50000"/>
                <a:gd name="adj2" fmla="val 151111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614" name="Text Box 92"/>
            <p:cNvSpPr txBox="1">
              <a:spLocks noChangeArrowheads="1"/>
            </p:cNvSpPr>
            <p:nvPr/>
          </p:nvSpPr>
          <p:spPr bwMode="auto">
            <a:xfrm rot="1915253">
              <a:off x="2789" y="1706"/>
              <a:ext cx="590" cy="290"/>
            </a:xfrm>
            <a:prstGeom prst="rect">
              <a:avLst/>
            </a:prstGeom>
            <a:solidFill>
              <a:srgbClr val="FF3300"/>
            </a:solidFill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 b="1">
                  <a:solidFill>
                    <a:schemeClr val="bg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断路</a:t>
              </a:r>
              <a:endParaRPr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615" name="Text Box 93"/>
          <p:cNvSpPr txBox="1">
            <a:spLocks noChangeArrowheads="1"/>
          </p:cNvSpPr>
          <p:nvPr/>
        </p:nvSpPr>
        <p:spPr bwMode="auto">
          <a:xfrm>
            <a:off x="1631951" y="2825751"/>
            <a:ext cx="1152525" cy="802641"/>
          </a:xfrm>
          <a:prstGeom prst="rect">
            <a:avLst/>
          </a:prstGeom>
          <a:solidFill>
            <a:srgbClr val="FF3300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根据电流分配</a:t>
            </a:r>
            <a:endParaRPr lang="zh-CN" altLang="en-US" sz="24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616" name="AutoShape 94"/>
          <p:cNvSpPr>
            <a:spLocks noChangeArrowheads="1"/>
          </p:cNvSpPr>
          <p:nvPr/>
        </p:nvSpPr>
        <p:spPr bwMode="auto">
          <a:xfrm>
            <a:off x="2136775" y="3860801"/>
            <a:ext cx="863600" cy="142875"/>
          </a:xfrm>
          <a:prstGeom prst="rightArrow">
            <a:avLst>
              <a:gd name="adj1" fmla="val 50000"/>
              <a:gd name="adj2" fmla="val 151111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9617" name="Text Box 8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482600" y="1025525"/>
            <a:ext cx="95313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kumimoji="1"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6</a:t>
            </a:r>
            <a:endParaRPr kumimoji="1"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10" name=""/>
        <p:cNvGrpSpPr/>
        <p:nvPr/>
      </p:nvGrpSpPr>
      <p:grpSpPr/>
      <p:sp>
        <p:nvSpPr>
          <p:cNvPr id="1049621" name="TextBox 1"/>
          <p:cNvSpPr txBox="1"/>
          <p:nvPr/>
        </p:nvSpPr>
        <p:spPr>
          <a:xfrm>
            <a:off x="2135188" y="1260475"/>
            <a:ext cx="8137525" cy="2479041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zh-CN" altLang="en-US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第二章作业：</a:t>
            </a:r>
            <a:endParaRPr lang="en-US" altLang="zh-CN" sz="4000" b="1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《</a:t>
            </a:r>
            <a:r>
              <a:rPr lang="zh-CN" altLang="en-US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电路</a:t>
            </a:r>
            <a:r>
              <a:rPr lang="en-US" altLang="zh-CN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》</a:t>
            </a:r>
            <a:r>
              <a:rPr lang="zh-CN" altLang="en-US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第二章习题</a:t>
            </a:r>
            <a:endParaRPr lang="zh-CN" altLang="en-US" sz="4000" b="1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2-2, 2-3, 2-4(a)(c)(d)(f)</a:t>
            </a:r>
            <a:endParaRPr lang="zh-CN" altLang="en-US" sz="4000" b="1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4000" b="1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10" name=""/>
        <p:cNvGrpSpPr/>
        <p:nvPr/>
      </p:nvGrpSpPr>
      <p:grpSpPr/>
      <p:pic>
        <p:nvPicPr>
          <p:cNvPr id="3" name="图片 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65735" y="1132840"/>
            <a:ext cx="11362690" cy="1757680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57675" y="3204210"/>
            <a:ext cx="3355340" cy="3091815"/>
          </a:xfrm>
          <a:prstGeom prst="rect">
            <a:avLst/>
          </a:prstGeom>
        </p:spPr>
      </p:pic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10" name=""/>
        <p:cNvGrpSpPr/>
        <p:nvPr/>
      </p:nvGrpSpPr>
      <p:grpSpPr/>
      <p:pic>
        <p:nvPicPr>
          <p:cNvPr id="3" name="图片 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535305" y="1208405"/>
            <a:ext cx="9926955" cy="3555365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176260" y="2369185"/>
            <a:ext cx="3525520" cy="4013835"/>
          </a:xfrm>
          <a:prstGeom prst="rect">
            <a:avLst/>
          </a:prstGeom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10" name=""/>
        <p:cNvGrpSpPr/>
        <p:nvPr/>
      </p:nvGrpSpPr>
      <p:grpSpPr/>
      <p:pic>
        <p:nvPicPr>
          <p:cNvPr id="3" name="图片 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447415" y="1970405"/>
            <a:ext cx="6487160" cy="3994785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7005" y="852805"/>
            <a:ext cx="8667115" cy="1024255"/>
          </a:xfrm>
          <a:prstGeom prst="rect">
            <a:avLst/>
          </a:prstGeom>
        </p:spPr>
      </p:pic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55" name="Text Box 2"/>
          <p:cNvSpPr txBox="1">
            <a:spLocks noChangeArrowheads="1"/>
          </p:cNvSpPr>
          <p:nvPr/>
        </p:nvSpPr>
        <p:spPr bwMode="auto">
          <a:xfrm>
            <a:off x="2812415" y="2072959"/>
            <a:ext cx="6400800" cy="202692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2.5</a:t>
            </a:r>
            <a:endParaRPr kumimoji="1" lang="en-US" altLang="zh-CN" sz="32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kumimoji="1" lang="zh-CN" altLang="en-US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电压源和电流源的等效变换</a:t>
            </a:r>
            <a:r>
              <a:rPr kumimoji="1" lang="zh-CN" altLang="en-US" sz="3200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endParaRPr kumimoji="1" lang="zh-CN" altLang="en-US" sz="3200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kumimoji="1" lang="en-US" altLang="zh-CN" sz="3200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p41</a:t>
            </a:r>
            <a:endParaRPr kumimoji="1" lang="en-US" altLang="zh-CN" sz="3200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0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68" name="Text Box 2"/>
          <p:cNvSpPr txBox="1">
            <a:spLocks noChangeArrowheads="1"/>
          </p:cNvSpPr>
          <p:nvPr/>
        </p:nvSpPr>
        <p:spPr bwMode="auto">
          <a:xfrm>
            <a:off x="2812415" y="2072959"/>
            <a:ext cx="6400800" cy="58356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kumimoji="1" lang="zh-CN" altLang="en-US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理想</a:t>
            </a:r>
            <a:r>
              <a:rPr kumimoji="1" lang="zh-CN" altLang="en-US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电压源</a:t>
            </a:r>
            <a:endParaRPr kumimoji="1" lang="zh-CN" altLang="en-US" sz="32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0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69" name="Rectangle 5"/>
          <p:cNvSpPr>
            <a:spLocks noChangeArrowheads="1"/>
          </p:cNvSpPr>
          <p:nvPr/>
        </p:nvSpPr>
        <p:spPr bwMode="auto">
          <a:xfrm>
            <a:off x="5808664" y="1396365"/>
            <a:ext cx="102235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 typeface="Wingdings" panose="05000000000000000000" pitchFamily="2" charset="2"/>
              <a:buChar char="l"/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串联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47" name="Object 6"/>
          <p:cNvGraphicFramePr>
            <a:graphicFrameLocks noChangeAspect="1"/>
          </p:cNvGraphicFramePr>
          <p:nvPr/>
        </p:nvGraphicFramePr>
        <p:xfrm>
          <a:off x="5132070" y="3255010"/>
          <a:ext cx="2703513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438" name="Equation" showAsIcon="1" r:id="rId1" imgW="31394400" imgH="6096000" progId="Equation.DSMT4">
                  <p:embed/>
                </p:oleObj>
              </mc:Choice>
              <mc:Fallback>
                <p:oleObj name="Equation" showAsIcon="1" r:id="rId1" imgW="31394400" imgH="6096000" progId="Equation.DSMT4">
                  <p:embed/>
                  <p:pic>
                    <p:nvPicPr>
                      <p:cNvPr id="0" name="图片 154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32070" y="3255010"/>
                        <a:ext cx="2703513" cy="638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005" name="Group 7"/>
          <p:cNvGrpSpPr/>
          <p:nvPr/>
        </p:nvGrpSpPr>
        <p:grpSpPr bwMode="auto">
          <a:xfrm>
            <a:off x="5590858" y="4078923"/>
            <a:ext cx="1871662" cy="676275"/>
            <a:chOff x="2018" y="1525"/>
            <a:chExt cx="1179" cy="426"/>
          </a:xfrm>
        </p:grpSpPr>
        <p:sp>
          <p:nvSpPr>
            <p:cNvPr id="1050070" name="AutoShape 8"/>
            <p:cNvSpPr>
              <a:spLocks noChangeArrowheads="1"/>
            </p:cNvSpPr>
            <p:nvPr/>
          </p:nvSpPr>
          <p:spPr bwMode="auto">
            <a:xfrm>
              <a:off x="2018" y="1525"/>
              <a:ext cx="1179" cy="182"/>
            </a:xfrm>
            <a:prstGeom prst="rightArrow">
              <a:avLst>
                <a:gd name="adj1" fmla="val 50000"/>
                <a:gd name="adj2" fmla="val 161951"/>
              </a:avLst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071" name="Text Box 9"/>
            <p:cNvSpPr txBox="1">
              <a:spLocks noChangeArrowheads="1"/>
            </p:cNvSpPr>
            <p:nvPr/>
          </p:nvSpPr>
          <p:spPr bwMode="auto">
            <a:xfrm>
              <a:off x="2064" y="1661"/>
              <a:ext cx="952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等效电路</a:t>
              </a:r>
              <a:endPara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006" name="Group 10"/>
          <p:cNvGrpSpPr/>
          <p:nvPr/>
        </p:nvGrpSpPr>
        <p:grpSpPr bwMode="auto">
          <a:xfrm>
            <a:off x="8111809" y="2924811"/>
            <a:ext cx="2014537" cy="2308225"/>
            <a:chOff x="4332" y="1025"/>
            <a:chExt cx="1269" cy="1454"/>
          </a:xfrm>
        </p:grpSpPr>
        <p:sp>
          <p:nvSpPr>
            <p:cNvPr id="1050072" name="Text Box 11"/>
            <p:cNvSpPr txBox="1">
              <a:spLocks noChangeArrowheads="1"/>
            </p:cNvSpPr>
            <p:nvPr/>
          </p:nvSpPr>
          <p:spPr bwMode="auto">
            <a:xfrm>
              <a:off x="5329" y="2150"/>
              <a:ext cx="27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º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007" name="Group 12"/>
            <p:cNvGrpSpPr/>
            <p:nvPr/>
          </p:nvGrpSpPr>
          <p:grpSpPr bwMode="auto">
            <a:xfrm>
              <a:off x="4332" y="1025"/>
              <a:ext cx="1198" cy="1261"/>
              <a:chOff x="3742" y="1006"/>
              <a:chExt cx="1198" cy="1261"/>
            </a:xfrm>
          </p:grpSpPr>
          <p:sp>
            <p:nvSpPr>
              <p:cNvPr id="1050073" name="Oval 13"/>
              <p:cNvSpPr>
                <a:spLocks noChangeArrowheads="1"/>
              </p:cNvSpPr>
              <p:nvPr/>
            </p:nvSpPr>
            <p:spPr bwMode="auto">
              <a:xfrm>
                <a:off x="4105" y="1462"/>
                <a:ext cx="341" cy="408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zh-CN" altLang="en-US" sz="2400" b="1">
                  <a:solidFill>
                    <a:schemeClr val="tx2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074" name="Text Box 14"/>
              <p:cNvSpPr txBox="1">
                <a:spLocks noChangeArrowheads="1"/>
              </p:cNvSpPr>
              <p:nvPr/>
            </p:nvSpPr>
            <p:spPr bwMode="auto">
              <a:xfrm>
                <a:off x="3998" y="1206"/>
                <a:ext cx="243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075" name="Text Box 15"/>
              <p:cNvSpPr txBox="1">
                <a:spLocks noChangeArrowheads="1"/>
              </p:cNvSpPr>
              <p:nvPr/>
            </p:nvSpPr>
            <p:spPr bwMode="auto">
              <a:xfrm>
                <a:off x="4019" y="1697"/>
                <a:ext cx="212" cy="32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076" name="Text Box 16"/>
              <p:cNvSpPr txBox="1">
                <a:spLocks noChangeArrowheads="1"/>
              </p:cNvSpPr>
              <p:nvPr/>
            </p:nvSpPr>
            <p:spPr bwMode="auto">
              <a:xfrm>
                <a:off x="3742" y="1480"/>
                <a:ext cx="34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800" b="1" i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endParaRPr kumimoji="1"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077" name="Line 17"/>
              <p:cNvSpPr>
                <a:spLocks noChangeShapeType="1"/>
              </p:cNvSpPr>
              <p:nvPr/>
            </p:nvSpPr>
            <p:spPr bwMode="auto">
              <a:xfrm>
                <a:off x="4282" y="1139"/>
                <a:ext cx="0" cy="1128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078" name="Line 18"/>
              <p:cNvSpPr>
                <a:spLocks noChangeShapeType="1"/>
              </p:cNvSpPr>
              <p:nvPr/>
            </p:nvSpPr>
            <p:spPr bwMode="auto">
              <a:xfrm>
                <a:off x="4282" y="1139"/>
                <a:ext cx="528" cy="0"/>
              </a:xfrm>
              <a:prstGeom prst="line">
                <a:avLst/>
              </a:prstGeom>
              <a:noFill/>
              <a:ln w="127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079" name="Line 19"/>
              <p:cNvSpPr>
                <a:spLocks noChangeShapeType="1"/>
              </p:cNvSpPr>
              <p:nvPr/>
            </p:nvSpPr>
            <p:spPr bwMode="auto">
              <a:xfrm>
                <a:off x="4282" y="2267"/>
                <a:ext cx="576" cy="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080" name="Text Box 20"/>
              <p:cNvSpPr txBox="1">
                <a:spLocks noChangeArrowheads="1"/>
              </p:cNvSpPr>
              <p:nvPr/>
            </p:nvSpPr>
            <p:spPr bwMode="auto">
              <a:xfrm>
                <a:off x="4694" y="1006"/>
                <a:ext cx="246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º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081" name="Text Box 21"/>
              <p:cNvSpPr txBox="1">
                <a:spLocks noChangeArrowheads="1"/>
              </p:cNvSpPr>
              <p:nvPr/>
            </p:nvSpPr>
            <p:spPr bwMode="auto">
              <a:xfrm>
                <a:off x="4605" y="1116"/>
                <a:ext cx="243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082" name="Text Box 22"/>
              <p:cNvSpPr txBox="1">
                <a:spLocks noChangeArrowheads="1"/>
              </p:cNvSpPr>
              <p:nvPr/>
            </p:nvSpPr>
            <p:spPr bwMode="auto">
              <a:xfrm>
                <a:off x="4694" y="1888"/>
                <a:ext cx="212" cy="32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grpSp>
        <p:nvGrpSpPr>
          <p:cNvPr id="1008" name="Group 23"/>
          <p:cNvGrpSpPr/>
          <p:nvPr/>
        </p:nvGrpSpPr>
        <p:grpSpPr bwMode="auto">
          <a:xfrm>
            <a:off x="2782571" y="2793098"/>
            <a:ext cx="2085975" cy="2795488"/>
            <a:chOff x="249" y="923"/>
            <a:chExt cx="1314" cy="1761"/>
          </a:xfrm>
        </p:grpSpPr>
        <p:grpSp>
          <p:nvGrpSpPr>
            <p:cNvPr id="1009" name="Group 24"/>
            <p:cNvGrpSpPr/>
            <p:nvPr/>
          </p:nvGrpSpPr>
          <p:grpSpPr bwMode="auto">
            <a:xfrm>
              <a:off x="249" y="923"/>
              <a:ext cx="1314" cy="1761"/>
              <a:chOff x="420" y="596"/>
              <a:chExt cx="1314" cy="1810"/>
            </a:xfrm>
          </p:grpSpPr>
          <p:sp>
            <p:nvSpPr>
              <p:cNvPr id="1050083" name="Text Box 25"/>
              <p:cNvSpPr txBox="1">
                <a:spLocks noChangeArrowheads="1"/>
              </p:cNvSpPr>
              <p:nvPr/>
            </p:nvSpPr>
            <p:spPr bwMode="auto">
              <a:xfrm>
                <a:off x="420" y="1631"/>
                <a:ext cx="432" cy="33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800" b="1" i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2</a:t>
                </a:r>
                <a:endParaRPr kumimoji="1"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084" name="Oval 26"/>
              <p:cNvSpPr>
                <a:spLocks noChangeArrowheads="1"/>
              </p:cNvSpPr>
              <p:nvPr/>
            </p:nvSpPr>
            <p:spPr bwMode="auto">
              <a:xfrm>
                <a:off x="863" y="976"/>
                <a:ext cx="164" cy="336"/>
              </a:xfrm>
              <a:prstGeom prst="ellipse">
                <a:avLst/>
              </a:prstGeom>
              <a:solidFill>
                <a:srgbClr val="00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085" name="Text Box 27"/>
              <p:cNvSpPr txBox="1">
                <a:spLocks noChangeArrowheads="1"/>
              </p:cNvSpPr>
              <p:nvPr/>
            </p:nvSpPr>
            <p:spPr bwMode="auto">
              <a:xfrm>
                <a:off x="664" y="745"/>
                <a:ext cx="243" cy="33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086" name="Text Box 28"/>
              <p:cNvSpPr txBox="1">
                <a:spLocks noChangeArrowheads="1"/>
              </p:cNvSpPr>
              <p:nvPr/>
            </p:nvSpPr>
            <p:spPr bwMode="auto">
              <a:xfrm>
                <a:off x="685" y="1073"/>
                <a:ext cx="212" cy="33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087" name="Oval 29"/>
              <p:cNvSpPr>
                <a:spLocks noChangeArrowheads="1"/>
              </p:cNvSpPr>
              <p:nvPr/>
            </p:nvSpPr>
            <p:spPr bwMode="auto">
              <a:xfrm>
                <a:off x="867" y="1600"/>
                <a:ext cx="164" cy="336"/>
              </a:xfrm>
              <a:prstGeom prst="ellipse">
                <a:avLst/>
              </a:prstGeom>
              <a:solidFill>
                <a:srgbClr val="00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088" name="Text Box 30"/>
              <p:cNvSpPr txBox="1">
                <a:spLocks noChangeArrowheads="1"/>
              </p:cNvSpPr>
              <p:nvPr/>
            </p:nvSpPr>
            <p:spPr bwMode="auto">
              <a:xfrm>
                <a:off x="664" y="1368"/>
                <a:ext cx="243" cy="33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089" name="Text Box 31"/>
              <p:cNvSpPr txBox="1">
                <a:spLocks noChangeArrowheads="1"/>
              </p:cNvSpPr>
              <p:nvPr/>
            </p:nvSpPr>
            <p:spPr bwMode="auto">
              <a:xfrm>
                <a:off x="685" y="1694"/>
                <a:ext cx="212" cy="33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090" name="Line 32"/>
              <p:cNvSpPr>
                <a:spLocks noChangeShapeType="1"/>
              </p:cNvSpPr>
              <p:nvPr/>
            </p:nvSpPr>
            <p:spPr bwMode="auto">
              <a:xfrm>
                <a:off x="948" y="864"/>
                <a:ext cx="0" cy="424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091" name="Line 33"/>
              <p:cNvSpPr>
                <a:spLocks noChangeShapeType="1"/>
              </p:cNvSpPr>
              <p:nvPr/>
            </p:nvSpPr>
            <p:spPr bwMode="auto">
              <a:xfrm>
                <a:off x="948" y="864"/>
                <a:ext cx="696" cy="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092" name="Line 34"/>
              <p:cNvSpPr>
                <a:spLocks noChangeShapeType="1"/>
              </p:cNvSpPr>
              <p:nvPr/>
            </p:nvSpPr>
            <p:spPr bwMode="auto">
              <a:xfrm>
                <a:off x="948" y="2064"/>
                <a:ext cx="648" cy="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093" name="Text Box 35"/>
              <p:cNvSpPr txBox="1">
                <a:spLocks noChangeArrowheads="1"/>
              </p:cNvSpPr>
              <p:nvPr/>
            </p:nvSpPr>
            <p:spPr bwMode="auto">
              <a:xfrm>
                <a:off x="432" y="1000"/>
                <a:ext cx="480" cy="33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800" b="1" i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1</a:t>
                </a:r>
                <a:endParaRPr kumimoji="1"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094" name="Line 36"/>
              <p:cNvSpPr>
                <a:spLocks noChangeShapeType="1"/>
              </p:cNvSpPr>
              <p:nvPr/>
            </p:nvSpPr>
            <p:spPr bwMode="auto">
              <a:xfrm flipV="1">
                <a:off x="948" y="1624"/>
                <a:ext cx="0" cy="44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095" name="Line 37"/>
              <p:cNvSpPr>
                <a:spLocks noChangeShapeType="1"/>
              </p:cNvSpPr>
              <p:nvPr/>
            </p:nvSpPr>
            <p:spPr bwMode="auto">
              <a:xfrm flipV="1">
                <a:off x="948" y="1288"/>
                <a:ext cx="0" cy="336"/>
              </a:xfrm>
              <a:prstGeom prst="line">
                <a:avLst/>
              </a:prstGeom>
              <a:noFill/>
              <a:ln w="28575" cap="rnd">
                <a:solidFill>
                  <a:srgbClr val="FFCC00"/>
                </a:solidFill>
                <a:prstDash val="sysDot"/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096" name="Text Box 38"/>
              <p:cNvSpPr txBox="1">
                <a:spLocks noChangeArrowheads="1"/>
              </p:cNvSpPr>
              <p:nvPr/>
            </p:nvSpPr>
            <p:spPr bwMode="auto">
              <a:xfrm>
                <a:off x="1600" y="596"/>
                <a:ext cx="134" cy="602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º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097" name="Text Box 39"/>
              <p:cNvSpPr txBox="1">
                <a:spLocks noChangeArrowheads="1"/>
              </p:cNvSpPr>
              <p:nvPr/>
            </p:nvSpPr>
            <p:spPr bwMode="auto">
              <a:xfrm>
                <a:off x="1539" y="1804"/>
                <a:ext cx="134" cy="602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º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sp>
          <p:nvSpPr>
            <p:cNvPr id="1050098" name="Text Box 40"/>
            <p:cNvSpPr txBox="1">
              <a:spLocks noChangeArrowheads="1"/>
            </p:cNvSpPr>
            <p:nvPr/>
          </p:nvSpPr>
          <p:spPr bwMode="auto">
            <a:xfrm>
              <a:off x="1248" y="1116"/>
              <a:ext cx="243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099" name="Text Box 41"/>
            <p:cNvSpPr txBox="1">
              <a:spLocks noChangeArrowheads="1"/>
            </p:cNvSpPr>
            <p:nvPr/>
          </p:nvSpPr>
          <p:spPr bwMode="auto">
            <a:xfrm>
              <a:off x="1292" y="1979"/>
              <a:ext cx="212" cy="32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80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50100" name="Text Box 42"/>
            <p:cNvSpPr txBox="1">
              <a:spLocks noChangeArrowheads="1"/>
            </p:cNvSpPr>
            <p:nvPr/>
          </p:nvSpPr>
          <p:spPr bwMode="auto">
            <a:xfrm>
              <a:off x="1156" y="1570"/>
              <a:ext cx="34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kumimoji="1" lang="en-US" altLang="zh-CN" sz="28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0101" name="AutoShape 43" descr="羊皮纸"/>
          <p:cNvSpPr>
            <a:spLocks noChangeArrowheads="1"/>
          </p:cNvSpPr>
          <p:nvPr/>
        </p:nvSpPr>
        <p:spPr bwMode="auto">
          <a:xfrm>
            <a:off x="7462520" y="2350135"/>
            <a:ext cx="2376488" cy="503238"/>
          </a:xfrm>
          <a:prstGeom prst="wedgeRoundRectCallout">
            <a:avLst>
              <a:gd name="adj1" fmla="val -51806"/>
              <a:gd name="adj2" fmla="val 162620"/>
              <a:gd name="adj3" fmla="val 16667"/>
            </a:avLst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注意参考方向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14" name="Text Box 4"/>
          <p:cNvSpPr txBox="1">
            <a:spLocks noChangeArrowheads="1"/>
          </p:cNvSpPr>
          <p:nvPr/>
        </p:nvSpPr>
        <p:spPr bwMode="auto">
          <a:xfrm>
            <a:off x="8256905" y="4076700"/>
            <a:ext cx="3219450" cy="1158240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相同的电压源才能并联</a:t>
            </a:r>
            <a:r>
              <a:rPr kumimoji="1" lang="en-US" altLang="zh-CN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r>
              <a:rPr kumimoji="1"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电源中的电流不确定。</a:t>
            </a:r>
            <a:endParaRPr kumimoji="1" lang="zh-CN" altLang="en-US" sz="240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030" name="Group 10"/>
          <p:cNvGrpSpPr/>
          <p:nvPr/>
        </p:nvGrpSpPr>
        <p:grpSpPr bwMode="auto">
          <a:xfrm>
            <a:off x="8256589" y="1482725"/>
            <a:ext cx="2014537" cy="2308225"/>
            <a:chOff x="4332" y="1025"/>
            <a:chExt cx="1269" cy="1454"/>
          </a:xfrm>
        </p:grpSpPr>
        <p:sp>
          <p:nvSpPr>
            <p:cNvPr id="1050115" name="Text Box 11"/>
            <p:cNvSpPr txBox="1">
              <a:spLocks noChangeArrowheads="1"/>
            </p:cNvSpPr>
            <p:nvPr/>
          </p:nvSpPr>
          <p:spPr bwMode="auto">
            <a:xfrm>
              <a:off x="5329" y="2150"/>
              <a:ext cx="27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º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031" name="Group 12"/>
            <p:cNvGrpSpPr/>
            <p:nvPr/>
          </p:nvGrpSpPr>
          <p:grpSpPr bwMode="auto">
            <a:xfrm>
              <a:off x="4332" y="1025"/>
              <a:ext cx="1198" cy="1261"/>
              <a:chOff x="3742" y="1006"/>
              <a:chExt cx="1198" cy="1261"/>
            </a:xfrm>
          </p:grpSpPr>
          <p:sp>
            <p:nvSpPr>
              <p:cNvPr id="1050116" name="Oval 13"/>
              <p:cNvSpPr>
                <a:spLocks noChangeArrowheads="1"/>
              </p:cNvSpPr>
              <p:nvPr/>
            </p:nvSpPr>
            <p:spPr bwMode="auto">
              <a:xfrm>
                <a:off x="4105" y="1462"/>
                <a:ext cx="341" cy="408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zh-CN" altLang="en-US" sz="2400" b="1">
                  <a:solidFill>
                    <a:schemeClr val="tx2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117" name="Text Box 14"/>
              <p:cNvSpPr txBox="1">
                <a:spLocks noChangeArrowheads="1"/>
              </p:cNvSpPr>
              <p:nvPr/>
            </p:nvSpPr>
            <p:spPr bwMode="auto">
              <a:xfrm>
                <a:off x="3998" y="1206"/>
                <a:ext cx="243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118" name="Text Box 15"/>
              <p:cNvSpPr txBox="1">
                <a:spLocks noChangeArrowheads="1"/>
              </p:cNvSpPr>
              <p:nvPr/>
            </p:nvSpPr>
            <p:spPr bwMode="auto">
              <a:xfrm>
                <a:off x="4019" y="1697"/>
                <a:ext cx="212" cy="32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119" name="Text Box 16"/>
              <p:cNvSpPr txBox="1">
                <a:spLocks noChangeArrowheads="1"/>
              </p:cNvSpPr>
              <p:nvPr/>
            </p:nvSpPr>
            <p:spPr bwMode="auto">
              <a:xfrm>
                <a:off x="3742" y="1480"/>
                <a:ext cx="34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800" b="1" i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endParaRPr kumimoji="1"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120" name="Line 17"/>
              <p:cNvSpPr>
                <a:spLocks noChangeShapeType="1"/>
              </p:cNvSpPr>
              <p:nvPr/>
            </p:nvSpPr>
            <p:spPr bwMode="auto">
              <a:xfrm>
                <a:off x="4282" y="1139"/>
                <a:ext cx="0" cy="1128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121" name="Line 18"/>
              <p:cNvSpPr>
                <a:spLocks noChangeShapeType="1"/>
              </p:cNvSpPr>
              <p:nvPr/>
            </p:nvSpPr>
            <p:spPr bwMode="auto">
              <a:xfrm>
                <a:off x="4282" y="1139"/>
                <a:ext cx="528" cy="0"/>
              </a:xfrm>
              <a:prstGeom prst="line">
                <a:avLst/>
              </a:prstGeom>
              <a:noFill/>
              <a:ln w="127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122" name="Line 19"/>
              <p:cNvSpPr>
                <a:spLocks noChangeShapeType="1"/>
              </p:cNvSpPr>
              <p:nvPr/>
            </p:nvSpPr>
            <p:spPr bwMode="auto">
              <a:xfrm>
                <a:off x="4282" y="2267"/>
                <a:ext cx="576" cy="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123" name="Text Box 20"/>
              <p:cNvSpPr txBox="1">
                <a:spLocks noChangeArrowheads="1"/>
              </p:cNvSpPr>
              <p:nvPr/>
            </p:nvSpPr>
            <p:spPr bwMode="auto">
              <a:xfrm>
                <a:off x="4694" y="1006"/>
                <a:ext cx="246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º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124" name="Text Box 21"/>
              <p:cNvSpPr txBox="1">
                <a:spLocks noChangeArrowheads="1"/>
              </p:cNvSpPr>
              <p:nvPr/>
            </p:nvSpPr>
            <p:spPr bwMode="auto">
              <a:xfrm>
                <a:off x="4605" y="1116"/>
                <a:ext cx="243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125" name="Text Box 22"/>
              <p:cNvSpPr txBox="1">
                <a:spLocks noChangeArrowheads="1"/>
              </p:cNvSpPr>
              <p:nvPr/>
            </p:nvSpPr>
            <p:spPr bwMode="auto">
              <a:xfrm>
                <a:off x="4694" y="1888"/>
                <a:ext cx="212" cy="32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800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grpSp>
        <p:nvGrpSpPr>
          <p:cNvPr id="1032" name="Group 44"/>
          <p:cNvGrpSpPr/>
          <p:nvPr/>
        </p:nvGrpSpPr>
        <p:grpSpPr bwMode="auto">
          <a:xfrm rot="-1577687">
            <a:off x="6021456" y="2871624"/>
            <a:ext cx="1871662" cy="676275"/>
            <a:chOff x="2018" y="1525"/>
            <a:chExt cx="1179" cy="426"/>
          </a:xfrm>
        </p:grpSpPr>
        <p:sp>
          <p:nvSpPr>
            <p:cNvPr id="1050126" name="AutoShape 45"/>
            <p:cNvSpPr>
              <a:spLocks noChangeArrowheads="1"/>
            </p:cNvSpPr>
            <p:nvPr/>
          </p:nvSpPr>
          <p:spPr bwMode="auto">
            <a:xfrm>
              <a:off x="2018" y="1525"/>
              <a:ext cx="1179" cy="182"/>
            </a:xfrm>
            <a:prstGeom prst="rightArrow">
              <a:avLst>
                <a:gd name="adj1" fmla="val 50000"/>
                <a:gd name="adj2" fmla="val 161951"/>
              </a:avLst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127" name="Text Box 46"/>
            <p:cNvSpPr txBox="1">
              <a:spLocks noChangeArrowheads="1"/>
            </p:cNvSpPr>
            <p:nvPr/>
          </p:nvSpPr>
          <p:spPr bwMode="auto">
            <a:xfrm>
              <a:off x="2064" y="1661"/>
              <a:ext cx="952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等效电路</a:t>
              </a:r>
              <a:endPara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0128" name="Rectangle 47"/>
          <p:cNvSpPr>
            <a:spLocks noChangeArrowheads="1"/>
          </p:cNvSpPr>
          <p:nvPr/>
        </p:nvSpPr>
        <p:spPr bwMode="auto">
          <a:xfrm>
            <a:off x="1616075" y="1399858"/>
            <a:ext cx="102235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 typeface="Wingdings" panose="05000000000000000000" pitchFamily="2" charset="2"/>
              <a:buChar char="l"/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并联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033" name="Group 48"/>
          <p:cNvGrpSpPr/>
          <p:nvPr/>
        </p:nvGrpSpPr>
        <p:grpSpPr bwMode="auto">
          <a:xfrm>
            <a:off x="1992630" y="1778000"/>
            <a:ext cx="2933700" cy="2516188"/>
            <a:chOff x="793" y="2614"/>
            <a:chExt cx="1848" cy="1585"/>
          </a:xfrm>
        </p:grpSpPr>
        <p:sp>
          <p:nvSpPr>
            <p:cNvPr id="1050129" name="Text Box 49"/>
            <p:cNvSpPr txBox="1">
              <a:spLocks noChangeArrowheads="1"/>
            </p:cNvSpPr>
            <p:nvPr/>
          </p:nvSpPr>
          <p:spPr bwMode="auto">
            <a:xfrm>
              <a:off x="793" y="3230"/>
              <a:ext cx="48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400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30" name="Oval 50"/>
            <p:cNvSpPr>
              <a:spLocks noChangeArrowheads="1"/>
            </p:cNvSpPr>
            <p:nvPr/>
          </p:nvSpPr>
          <p:spPr bwMode="auto">
            <a:xfrm>
              <a:off x="1238" y="3210"/>
              <a:ext cx="164" cy="327"/>
            </a:xfrm>
            <a:prstGeom prst="ellipse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131" name="Text Box 51"/>
            <p:cNvSpPr txBox="1">
              <a:spLocks noChangeArrowheads="1"/>
            </p:cNvSpPr>
            <p:nvPr/>
          </p:nvSpPr>
          <p:spPr bwMode="auto">
            <a:xfrm>
              <a:off x="1033" y="2997"/>
              <a:ext cx="22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32" name="Text Box 52"/>
            <p:cNvSpPr txBox="1">
              <a:spLocks noChangeArrowheads="1"/>
            </p:cNvSpPr>
            <p:nvPr/>
          </p:nvSpPr>
          <p:spPr bwMode="auto">
            <a:xfrm>
              <a:off x="1046" y="3326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40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50133" name="Oval 53"/>
            <p:cNvSpPr>
              <a:spLocks noChangeArrowheads="1"/>
            </p:cNvSpPr>
            <p:nvPr/>
          </p:nvSpPr>
          <p:spPr bwMode="auto">
            <a:xfrm>
              <a:off x="1960" y="3210"/>
              <a:ext cx="164" cy="327"/>
            </a:xfrm>
            <a:prstGeom prst="ellipse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134" name="Text Box 54"/>
            <p:cNvSpPr txBox="1">
              <a:spLocks noChangeArrowheads="1"/>
            </p:cNvSpPr>
            <p:nvPr/>
          </p:nvSpPr>
          <p:spPr bwMode="auto">
            <a:xfrm>
              <a:off x="1753" y="2997"/>
              <a:ext cx="22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35" name="Text Box 55"/>
            <p:cNvSpPr txBox="1">
              <a:spLocks noChangeArrowheads="1"/>
            </p:cNvSpPr>
            <p:nvPr/>
          </p:nvSpPr>
          <p:spPr bwMode="auto">
            <a:xfrm>
              <a:off x="1766" y="3326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40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50136" name="Line 56"/>
            <p:cNvSpPr>
              <a:spLocks noChangeShapeType="1"/>
            </p:cNvSpPr>
            <p:nvPr/>
          </p:nvSpPr>
          <p:spPr bwMode="auto">
            <a:xfrm>
              <a:off x="1321" y="2902"/>
              <a:ext cx="0" cy="1008"/>
            </a:xfrm>
            <a:prstGeom prst="line">
              <a:avLst/>
            </a:prstGeom>
            <a:noFill/>
            <a:ln w="127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137" name="Line 57"/>
            <p:cNvSpPr>
              <a:spLocks noChangeShapeType="1"/>
            </p:cNvSpPr>
            <p:nvPr/>
          </p:nvSpPr>
          <p:spPr bwMode="auto">
            <a:xfrm>
              <a:off x="2041" y="2902"/>
              <a:ext cx="0" cy="1008"/>
            </a:xfrm>
            <a:prstGeom prst="line">
              <a:avLst/>
            </a:prstGeom>
            <a:noFill/>
            <a:ln w="127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138" name="Line 58"/>
            <p:cNvSpPr>
              <a:spLocks noChangeShapeType="1"/>
            </p:cNvSpPr>
            <p:nvPr/>
          </p:nvSpPr>
          <p:spPr bwMode="auto">
            <a:xfrm>
              <a:off x="1321" y="2902"/>
              <a:ext cx="1248" cy="0"/>
            </a:xfrm>
            <a:prstGeom prst="line">
              <a:avLst/>
            </a:prstGeom>
            <a:noFill/>
            <a:ln w="12700">
              <a:solidFill>
                <a:srgbClr val="FFCC00"/>
              </a:solidFill>
              <a:round/>
              <a:tailEnd type="none" w="sm" len="lg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139" name="Line 59"/>
            <p:cNvSpPr>
              <a:spLocks noChangeShapeType="1"/>
            </p:cNvSpPr>
            <p:nvPr/>
          </p:nvSpPr>
          <p:spPr bwMode="auto">
            <a:xfrm>
              <a:off x="1321" y="3910"/>
              <a:ext cx="1248" cy="0"/>
            </a:xfrm>
            <a:prstGeom prst="line">
              <a:avLst/>
            </a:prstGeom>
            <a:noFill/>
            <a:ln w="127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140" name="Text Box 60"/>
            <p:cNvSpPr txBox="1">
              <a:spLocks noChangeArrowheads="1"/>
            </p:cNvSpPr>
            <p:nvPr/>
          </p:nvSpPr>
          <p:spPr bwMode="auto">
            <a:xfrm>
              <a:off x="2233" y="2614"/>
              <a:ext cx="24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41" name="Text Box 61"/>
            <p:cNvSpPr txBox="1">
              <a:spLocks noChangeArrowheads="1"/>
            </p:cNvSpPr>
            <p:nvPr/>
          </p:nvSpPr>
          <p:spPr bwMode="auto">
            <a:xfrm>
              <a:off x="2525" y="2685"/>
              <a:ext cx="116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º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42" name="Text Box 62"/>
            <p:cNvSpPr txBox="1">
              <a:spLocks noChangeArrowheads="1"/>
            </p:cNvSpPr>
            <p:nvPr/>
          </p:nvSpPr>
          <p:spPr bwMode="auto">
            <a:xfrm>
              <a:off x="2525" y="3693"/>
              <a:ext cx="116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º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43" name="Line 63"/>
            <p:cNvSpPr>
              <a:spLocks noChangeShapeType="1"/>
            </p:cNvSpPr>
            <p:nvPr/>
          </p:nvSpPr>
          <p:spPr bwMode="auto">
            <a:xfrm>
              <a:off x="2041" y="2902"/>
              <a:ext cx="432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144" name="Text Box 64"/>
            <p:cNvSpPr txBox="1">
              <a:spLocks noChangeArrowheads="1"/>
            </p:cNvSpPr>
            <p:nvPr/>
          </p:nvSpPr>
          <p:spPr bwMode="auto">
            <a:xfrm>
              <a:off x="1519" y="3158"/>
              <a:ext cx="48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400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aphicFrame>
        <p:nvGraphicFramePr>
          <p:cNvPr id="4194348" name="Object 65"/>
          <p:cNvGraphicFramePr>
            <a:graphicFrameLocks noChangeAspect="1"/>
          </p:cNvGraphicFramePr>
          <p:nvPr/>
        </p:nvGraphicFramePr>
        <p:xfrm>
          <a:off x="5612765" y="3835400"/>
          <a:ext cx="2038350" cy="7159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439" name="Equation" r:id="rId1" imgW="19202400" imgH="5486400" progId="Equation.DSMT4">
                  <p:embed/>
                </p:oleObj>
              </mc:Choice>
              <mc:Fallback>
                <p:oleObj name="Equation" r:id="rId1" imgW="19202400" imgH="5486400" progId="Equation.DSMT4">
                  <p:embed/>
                  <p:pic>
                    <p:nvPicPr>
                      <p:cNvPr id="0" name="图片 154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12765" y="3835400"/>
                        <a:ext cx="2038350" cy="7159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0145" name="文本框 1"/>
          <p:cNvSpPr txBox="1"/>
          <p:nvPr/>
        </p:nvSpPr>
        <p:spPr>
          <a:xfrm>
            <a:off x="1616075" y="5598160"/>
            <a:ext cx="6096000" cy="46037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相同的电压源才能并联</a:t>
            </a:r>
            <a:endParaRPr kumimoji="1" lang="zh-CN" altLang="en-US" sz="2400" b="1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  <a:sym typeface="+mn-ea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58" name="Text Box 2"/>
          <p:cNvSpPr txBox="1">
            <a:spLocks noChangeArrowheads="1"/>
          </p:cNvSpPr>
          <p:nvPr/>
        </p:nvSpPr>
        <p:spPr bwMode="auto">
          <a:xfrm>
            <a:off x="2812415" y="2072959"/>
            <a:ext cx="6400800" cy="58356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kumimoji="1" lang="zh-CN" altLang="en-US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理想</a:t>
            </a:r>
            <a:r>
              <a:rPr kumimoji="1" lang="zh-CN" altLang="en-US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电流源</a:t>
            </a:r>
            <a:endParaRPr kumimoji="1" lang="zh-CN" altLang="en-US" sz="32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0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71" name="Rectangle 5"/>
          <p:cNvSpPr>
            <a:spLocks noChangeArrowheads="1"/>
          </p:cNvSpPr>
          <p:nvPr/>
        </p:nvSpPr>
        <p:spPr bwMode="auto">
          <a:xfrm>
            <a:off x="2023110" y="2168208"/>
            <a:ext cx="109855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 typeface="Wingdings" panose="05000000000000000000" pitchFamily="2" charset="2"/>
              <a:buChar char="l"/>
            </a:pPr>
            <a:r>
              <a:rPr kumimoji="1"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并联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074" name="Group 6"/>
          <p:cNvGrpSpPr/>
          <p:nvPr/>
        </p:nvGrpSpPr>
        <p:grpSpPr bwMode="auto">
          <a:xfrm>
            <a:off x="8195312" y="2833370"/>
            <a:ext cx="1465263" cy="2098675"/>
            <a:chOff x="3657" y="1091"/>
            <a:chExt cx="923" cy="1322"/>
          </a:xfrm>
        </p:grpSpPr>
        <p:grpSp>
          <p:nvGrpSpPr>
            <p:cNvPr id="1075" name="Group 7"/>
            <p:cNvGrpSpPr/>
            <p:nvPr/>
          </p:nvGrpSpPr>
          <p:grpSpPr bwMode="auto">
            <a:xfrm>
              <a:off x="3657" y="1480"/>
              <a:ext cx="167" cy="327"/>
              <a:chOff x="2361" y="2284"/>
              <a:chExt cx="167" cy="327"/>
            </a:xfrm>
          </p:grpSpPr>
          <p:sp>
            <p:nvSpPr>
              <p:cNvPr id="1050172" name="Oval 8"/>
              <p:cNvSpPr>
                <a:spLocks noChangeArrowheads="1"/>
              </p:cNvSpPr>
              <p:nvPr/>
            </p:nvSpPr>
            <p:spPr bwMode="auto">
              <a:xfrm>
                <a:off x="2361" y="2284"/>
                <a:ext cx="16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173" name="Line 9"/>
              <p:cNvSpPr>
                <a:spLocks noChangeShapeType="1"/>
              </p:cNvSpPr>
              <p:nvPr/>
            </p:nvSpPr>
            <p:spPr bwMode="auto">
              <a:xfrm flipV="1">
                <a:off x="2361" y="2446"/>
                <a:ext cx="167" cy="2"/>
              </a:xfrm>
              <a:prstGeom prst="line">
                <a:avLst/>
              </a:prstGeom>
              <a:noFill/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</p:grpSp>
        <p:sp>
          <p:nvSpPr>
            <p:cNvPr id="1050174" name="Line 10"/>
            <p:cNvSpPr>
              <a:spLocks noChangeShapeType="1"/>
            </p:cNvSpPr>
            <p:nvPr/>
          </p:nvSpPr>
          <p:spPr bwMode="auto">
            <a:xfrm>
              <a:off x="3744" y="1788"/>
              <a:ext cx="0" cy="336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175" name="Line 11"/>
            <p:cNvSpPr>
              <a:spLocks noChangeShapeType="1"/>
            </p:cNvSpPr>
            <p:nvPr/>
          </p:nvSpPr>
          <p:spPr bwMode="auto">
            <a:xfrm flipV="1">
              <a:off x="3744" y="1308"/>
              <a:ext cx="0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176" name="Text Box 12"/>
            <p:cNvSpPr txBox="1">
              <a:spLocks noChangeArrowheads="1"/>
            </p:cNvSpPr>
            <p:nvPr/>
          </p:nvSpPr>
          <p:spPr bwMode="auto">
            <a:xfrm>
              <a:off x="3878" y="1480"/>
              <a:ext cx="33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177" name="Line 13"/>
            <p:cNvSpPr>
              <a:spLocks noChangeShapeType="1"/>
            </p:cNvSpPr>
            <p:nvPr/>
          </p:nvSpPr>
          <p:spPr bwMode="auto">
            <a:xfrm>
              <a:off x="3744" y="2124"/>
              <a:ext cx="768" cy="0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178" name="Line 14"/>
            <p:cNvSpPr>
              <a:spLocks noChangeShapeType="1"/>
            </p:cNvSpPr>
            <p:nvPr/>
          </p:nvSpPr>
          <p:spPr bwMode="auto">
            <a:xfrm>
              <a:off x="3744" y="1308"/>
              <a:ext cx="768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179" name="Text Box 15"/>
            <p:cNvSpPr txBox="1">
              <a:spLocks noChangeArrowheads="1"/>
            </p:cNvSpPr>
            <p:nvPr/>
          </p:nvSpPr>
          <p:spPr bwMode="auto">
            <a:xfrm>
              <a:off x="4464" y="1091"/>
              <a:ext cx="116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º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180" name="Text Box 16"/>
            <p:cNvSpPr txBox="1">
              <a:spLocks noChangeArrowheads="1"/>
            </p:cNvSpPr>
            <p:nvPr/>
          </p:nvSpPr>
          <p:spPr bwMode="auto">
            <a:xfrm>
              <a:off x="4464" y="1907"/>
              <a:ext cx="116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º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graphicFrame>
        <p:nvGraphicFramePr>
          <p:cNvPr id="4194349" name="Object 17"/>
          <p:cNvGraphicFramePr>
            <a:graphicFrameLocks noChangeAspect="1"/>
          </p:cNvGraphicFramePr>
          <p:nvPr/>
        </p:nvGraphicFramePr>
        <p:xfrm>
          <a:off x="3972560" y="2179320"/>
          <a:ext cx="4376738" cy="722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84" name="Equation" r:id="rId1" imgW="40538400" imgH="6096000" progId="Equation.DSMT4">
                  <p:embed/>
                </p:oleObj>
              </mc:Choice>
              <mc:Fallback>
                <p:oleObj name="Equation" r:id="rId1" imgW="40538400" imgH="6096000" progId="Equation.DSMT4">
                  <p:embed/>
                  <p:pic>
                    <p:nvPicPr>
                      <p:cNvPr id="0" name="图片 1748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72560" y="2179320"/>
                        <a:ext cx="4376738" cy="7223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076" name="Group 18"/>
          <p:cNvGrpSpPr/>
          <p:nvPr/>
        </p:nvGrpSpPr>
        <p:grpSpPr bwMode="auto">
          <a:xfrm>
            <a:off x="2015175" y="2861945"/>
            <a:ext cx="3671888" cy="2308225"/>
            <a:chOff x="359" y="1026"/>
            <a:chExt cx="2313" cy="1454"/>
          </a:xfrm>
        </p:grpSpPr>
        <p:grpSp>
          <p:nvGrpSpPr>
            <p:cNvPr id="1077" name="Group 19"/>
            <p:cNvGrpSpPr/>
            <p:nvPr/>
          </p:nvGrpSpPr>
          <p:grpSpPr bwMode="auto">
            <a:xfrm>
              <a:off x="359" y="1077"/>
              <a:ext cx="2056" cy="1403"/>
              <a:chOff x="688" y="1279"/>
              <a:chExt cx="2033" cy="1403"/>
            </a:xfrm>
          </p:grpSpPr>
          <p:grpSp>
            <p:nvGrpSpPr>
              <p:cNvPr id="1078" name="Group 20"/>
              <p:cNvGrpSpPr/>
              <p:nvPr/>
            </p:nvGrpSpPr>
            <p:grpSpPr bwMode="auto">
              <a:xfrm>
                <a:off x="688" y="1708"/>
                <a:ext cx="162" cy="327"/>
                <a:chOff x="2368" y="2284"/>
                <a:chExt cx="162" cy="327"/>
              </a:xfrm>
            </p:grpSpPr>
            <p:sp>
              <p:nvSpPr>
                <p:cNvPr id="1050181" name="Oval 21"/>
                <p:cNvSpPr>
                  <a:spLocks noChangeArrowheads="1"/>
                </p:cNvSpPr>
                <p:nvPr/>
              </p:nvSpPr>
              <p:spPr bwMode="auto">
                <a:xfrm>
                  <a:off x="2368" y="2284"/>
                  <a:ext cx="162" cy="327"/>
                </a:xfrm>
                <a:prstGeom prst="ellipse">
                  <a:avLst/>
                </a:prstGeom>
                <a:solidFill>
                  <a:srgbClr val="66CCFF"/>
                </a:solidFill>
                <a:ln w="38100">
                  <a:solidFill>
                    <a:srgbClr val="FF9900"/>
                  </a:solidFill>
                  <a:round/>
                </a:ln>
                <a:effectLst/>
              </p:spPr>
              <p:txBody>
                <a:bodyPr wrap="none" anchor="ctr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zh-CN" altLang="en-US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50182" name="Line 22"/>
                <p:cNvSpPr>
                  <a:spLocks noChangeShapeType="1"/>
                </p:cNvSpPr>
                <p:nvPr/>
              </p:nvSpPr>
              <p:spPr bwMode="auto">
                <a:xfrm flipV="1">
                  <a:off x="2368" y="2445"/>
                  <a:ext cx="162" cy="3"/>
                </a:xfrm>
                <a:prstGeom prst="line">
                  <a:avLst/>
                </a:prstGeom>
                <a:noFill/>
                <a:ln w="28575">
                  <a:solidFill>
                    <a:srgbClr val="FF9900"/>
                  </a:solidFill>
                  <a:round/>
                </a:ln>
                <a:effectLst/>
              </p:spPr>
              <p:txBody>
                <a:bodyPr wrap="none" anchor="ctr"/>
                <a:p>
                  <a:endParaRPr lang="zh-CN" altLang="en-US"/>
                </a:p>
              </p:txBody>
            </p:sp>
          </p:grpSp>
          <p:sp>
            <p:nvSpPr>
              <p:cNvPr id="1050183" name="Line 23"/>
              <p:cNvSpPr>
                <a:spLocks noChangeShapeType="1"/>
              </p:cNvSpPr>
              <p:nvPr/>
            </p:nvSpPr>
            <p:spPr bwMode="auto">
              <a:xfrm>
                <a:off x="768" y="2016"/>
                <a:ext cx="0" cy="336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184" name="Line 24"/>
              <p:cNvSpPr>
                <a:spLocks noChangeShapeType="1"/>
              </p:cNvSpPr>
              <p:nvPr/>
            </p:nvSpPr>
            <p:spPr bwMode="auto">
              <a:xfrm flipV="1">
                <a:off x="768" y="1536"/>
                <a:ext cx="0" cy="192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  <a:tailEnd type="triangle" w="med" len="med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185" name="Text Box 25"/>
              <p:cNvSpPr txBox="1">
                <a:spLocks noChangeArrowheads="1"/>
              </p:cNvSpPr>
              <p:nvPr/>
            </p:nvSpPr>
            <p:spPr bwMode="auto">
              <a:xfrm>
                <a:off x="864" y="1728"/>
                <a:ext cx="384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r>
                  <a:rPr kumimoji="1" lang="en-US" altLang="zh-CN" sz="2800" b="1" i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S1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grpSp>
            <p:nvGrpSpPr>
              <p:cNvPr id="1079" name="Group 26"/>
              <p:cNvGrpSpPr/>
              <p:nvPr/>
            </p:nvGrpSpPr>
            <p:grpSpPr bwMode="auto">
              <a:xfrm>
                <a:off x="1310" y="1708"/>
                <a:ext cx="162" cy="327"/>
                <a:chOff x="2366" y="2284"/>
                <a:chExt cx="162" cy="327"/>
              </a:xfrm>
            </p:grpSpPr>
            <p:sp>
              <p:nvSpPr>
                <p:cNvPr id="1050186" name="Oval 27"/>
                <p:cNvSpPr>
                  <a:spLocks noChangeArrowheads="1"/>
                </p:cNvSpPr>
                <p:nvPr/>
              </p:nvSpPr>
              <p:spPr bwMode="auto">
                <a:xfrm>
                  <a:off x="2366" y="2284"/>
                  <a:ext cx="162" cy="327"/>
                </a:xfrm>
                <a:prstGeom prst="ellipse">
                  <a:avLst/>
                </a:prstGeom>
                <a:solidFill>
                  <a:srgbClr val="66CCFF"/>
                </a:solidFill>
                <a:ln w="38100">
                  <a:solidFill>
                    <a:srgbClr val="FF9900"/>
                  </a:solidFill>
                  <a:round/>
                </a:ln>
                <a:effectLst/>
              </p:spPr>
              <p:txBody>
                <a:bodyPr wrap="none" anchor="ctr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zh-CN" altLang="en-US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50187" name="Line 28"/>
                <p:cNvSpPr>
                  <a:spLocks noChangeShapeType="1"/>
                </p:cNvSpPr>
                <p:nvPr/>
              </p:nvSpPr>
              <p:spPr bwMode="auto">
                <a:xfrm flipV="1">
                  <a:off x="2366" y="2445"/>
                  <a:ext cx="162" cy="3"/>
                </a:xfrm>
                <a:prstGeom prst="line">
                  <a:avLst/>
                </a:prstGeom>
                <a:noFill/>
                <a:ln w="28575">
                  <a:solidFill>
                    <a:srgbClr val="FF9900"/>
                  </a:solidFill>
                  <a:round/>
                </a:ln>
                <a:effectLst/>
              </p:spPr>
              <p:txBody>
                <a:bodyPr wrap="none" anchor="ctr"/>
                <a:p>
                  <a:endParaRPr lang="zh-CN" altLang="en-US"/>
                </a:p>
              </p:txBody>
            </p:sp>
          </p:grpSp>
          <p:sp>
            <p:nvSpPr>
              <p:cNvPr id="1050188" name="Line 29"/>
              <p:cNvSpPr>
                <a:spLocks noChangeShapeType="1"/>
              </p:cNvSpPr>
              <p:nvPr/>
            </p:nvSpPr>
            <p:spPr bwMode="auto">
              <a:xfrm>
                <a:off x="1392" y="2016"/>
                <a:ext cx="0" cy="336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  <a:headEnd type="none" w="sm" len="sm"/>
                <a:tailEnd type="oval" w="sm" len="sm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189" name="Line 30"/>
              <p:cNvSpPr>
                <a:spLocks noChangeShapeType="1"/>
              </p:cNvSpPr>
              <p:nvPr/>
            </p:nvSpPr>
            <p:spPr bwMode="auto">
              <a:xfrm flipV="1">
                <a:off x="1392" y="1536"/>
                <a:ext cx="0" cy="192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  <a:tailEnd type="triangle" w="med" len="med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190" name="Text Box 31"/>
              <p:cNvSpPr txBox="1">
                <a:spLocks noChangeArrowheads="1"/>
              </p:cNvSpPr>
              <p:nvPr/>
            </p:nvSpPr>
            <p:spPr bwMode="auto">
              <a:xfrm>
                <a:off x="1488" y="1728"/>
                <a:ext cx="420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r>
                  <a:rPr kumimoji="1" lang="en-US" altLang="zh-CN" sz="2800" b="1" i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S2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grpSp>
            <p:nvGrpSpPr>
              <p:cNvPr id="1080" name="Group 32"/>
              <p:cNvGrpSpPr/>
              <p:nvPr/>
            </p:nvGrpSpPr>
            <p:grpSpPr bwMode="auto">
              <a:xfrm>
                <a:off x="2070" y="1708"/>
                <a:ext cx="162" cy="327"/>
                <a:chOff x="2370" y="2284"/>
                <a:chExt cx="162" cy="327"/>
              </a:xfrm>
            </p:grpSpPr>
            <p:sp>
              <p:nvSpPr>
                <p:cNvPr id="1050191" name="Oval 33"/>
                <p:cNvSpPr>
                  <a:spLocks noChangeArrowheads="1"/>
                </p:cNvSpPr>
                <p:nvPr/>
              </p:nvSpPr>
              <p:spPr bwMode="auto">
                <a:xfrm>
                  <a:off x="2370" y="2284"/>
                  <a:ext cx="162" cy="327"/>
                </a:xfrm>
                <a:prstGeom prst="ellipse">
                  <a:avLst/>
                </a:prstGeom>
                <a:solidFill>
                  <a:srgbClr val="66CCFF"/>
                </a:solidFill>
                <a:ln w="38100">
                  <a:solidFill>
                    <a:srgbClr val="FF9900"/>
                  </a:solidFill>
                  <a:round/>
                </a:ln>
                <a:effectLst/>
              </p:spPr>
              <p:txBody>
                <a:bodyPr wrap="none" anchor="ctr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zh-CN" altLang="en-US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50192" name="Line 34"/>
                <p:cNvSpPr>
                  <a:spLocks noChangeShapeType="1"/>
                </p:cNvSpPr>
                <p:nvPr/>
              </p:nvSpPr>
              <p:spPr bwMode="auto">
                <a:xfrm flipV="1">
                  <a:off x="2370" y="2445"/>
                  <a:ext cx="162" cy="3"/>
                </a:xfrm>
                <a:prstGeom prst="line">
                  <a:avLst/>
                </a:prstGeom>
                <a:noFill/>
                <a:ln w="28575">
                  <a:solidFill>
                    <a:srgbClr val="FF9900"/>
                  </a:solidFill>
                  <a:round/>
                </a:ln>
                <a:effectLst/>
              </p:spPr>
              <p:txBody>
                <a:bodyPr wrap="none" anchor="ctr"/>
                <a:p>
                  <a:endParaRPr lang="zh-CN" altLang="en-US"/>
                </a:p>
              </p:txBody>
            </p:sp>
          </p:grpSp>
          <p:sp>
            <p:nvSpPr>
              <p:cNvPr id="1050193" name="Line 35"/>
              <p:cNvSpPr>
                <a:spLocks noChangeShapeType="1"/>
              </p:cNvSpPr>
              <p:nvPr/>
            </p:nvSpPr>
            <p:spPr bwMode="auto">
              <a:xfrm>
                <a:off x="2148" y="2016"/>
                <a:ext cx="0" cy="336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  <a:headEnd type="none" w="sm" len="sm"/>
                <a:tailEnd type="oval" w="sm" len="sm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194" name="Line 36"/>
              <p:cNvSpPr>
                <a:spLocks noChangeShapeType="1"/>
              </p:cNvSpPr>
              <p:nvPr/>
            </p:nvSpPr>
            <p:spPr bwMode="auto">
              <a:xfrm flipV="1">
                <a:off x="2148" y="1536"/>
                <a:ext cx="0" cy="192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  <a:tailEnd type="triangle" w="med" len="med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195" name="Text Box 37"/>
              <p:cNvSpPr txBox="1">
                <a:spLocks noChangeArrowheads="1"/>
              </p:cNvSpPr>
              <p:nvPr/>
            </p:nvSpPr>
            <p:spPr bwMode="auto">
              <a:xfrm>
                <a:off x="2256" y="1728"/>
                <a:ext cx="432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r>
                  <a:rPr kumimoji="1" lang="en-US" altLang="zh-CN" sz="2800" b="1" i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Sn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196" name="Line 38"/>
              <p:cNvSpPr>
                <a:spLocks noChangeShapeType="1"/>
              </p:cNvSpPr>
              <p:nvPr/>
            </p:nvSpPr>
            <p:spPr bwMode="auto">
              <a:xfrm>
                <a:off x="768" y="2352"/>
                <a:ext cx="624" cy="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197" name="Line 39"/>
              <p:cNvSpPr>
                <a:spLocks noChangeShapeType="1"/>
              </p:cNvSpPr>
              <p:nvPr/>
            </p:nvSpPr>
            <p:spPr bwMode="auto">
              <a:xfrm>
                <a:off x="1392" y="2352"/>
                <a:ext cx="768" cy="0"/>
              </a:xfrm>
              <a:prstGeom prst="line">
                <a:avLst/>
              </a:prstGeom>
              <a:noFill/>
              <a:ln w="28575" cap="rnd">
                <a:solidFill>
                  <a:srgbClr val="FFCC00"/>
                </a:solidFill>
                <a:prstDash val="sysDot"/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198" name="Line 40"/>
              <p:cNvSpPr>
                <a:spLocks noChangeShapeType="1"/>
              </p:cNvSpPr>
              <p:nvPr/>
            </p:nvSpPr>
            <p:spPr bwMode="auto">
              <a:xfrm>
                <a:off x="768" y="1536"/>
                <a:ext cx="624" cy="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199" name="Line 41"/>
              <p:cNvSpPr>
                <a:spLocks noChangeShapeType="1"/>
              </p:cNvSpPr>
              <p:nvPr/>
            </p:nvSpPr>
            <p:spPr bwMode="auto">
              <a:xfrm>
                <a:off x="2148" y="2352"/>
                <a:ext cx="492" cy="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200" name="Line 42"/>
              <p:cNvSpPr>
                <a:spLocks noChangeShapeType="1"/>
              </p:cNvSpPr>
              <p:nvPr/>
            </p:nvSpPr>
            <p:spPr bwMode="auto">
              <a:xfrm>
                <a:off x="1392" y="1536"/>
                <a:ext cx="756" cy="0"/>
              </a:xfrm>
              <a:prstGeom prst="line">
                <a:avLst/>
              </a:prstGeom>
              <a:noFill/>
              <a:ln w="28575" cap="rnd">
                <a:solidFill>
                  <a:srgbClr val="FFCC00"/>
                </a:solidFill>
                <a:prstDash val="sysDot"/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201" name="Line 43"/>
              <p:cNvSpPr>
                <a:spLocks noChangeShapeType="1"/>
              </p:cNvSpPr>
              <p:nvPr/>
            </p:nvSpPr>
            <p:spPr bwMode="auto">
              <a:xfrm>
                <a:off x="2148" y="1536"/>
                <a:ext cx="492" cy="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202" name="Text Box 44"/>
              <p:cNvSpPr txBox="1">
                <a:spLocks noChangeArrowheads="1"/>
              </p:cNvSpPr>
              <p:nvPr/>
            </p:nvSpPr>
            <p:spPr bwMode="auto">
              <a:xfrm>
                <a:off x="2587" y="1279"/>
                <a:ext cx="134" cy="58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º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203" name="Text Box 45"/>
              <p:cNvSpPr txBox="1">
                <a:spLocks noChangeArrowheads="1"/>
              </p:cNvSpPr>
              <p:nvPr/>
            </p:nvSpPr>
            <p:spPr bwMode="auto">
              <a:xfrm>
                <a:off x="2587" y="2095"/>
                <a:ext cx="134" cy="58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º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</p:grpSp>
        <p:sp>
          <p:nvSpPr>
            <p:cNvPr id="1050204" name="Line 46"/>
            <p:cNvSpPr>
              <a:spLocks noChangeShapeType="1"/>
            </p:cNvSpPr>
            <p:nvPr/>
          </p:nvSpPr>
          <p:spPr bwMode="auto">
            <a:xfrm>
              <a:off x="1973" y="1253"/>
              <a:ext cx="363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205" name="Text Box 47"/>
            <p:cNvSpPr txBox="1">
              <a:spLocks noChangeArrowheads="1"/>
            </p:cNvSpPr>
            <p:nvPr/>
          </p:nvSpPr>
          <p:spPr bwMode="auto">
            <a:xfrm>
              <a:off x="2336" y="1026"/>
              <a:ext cx="33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lang="en-US" altLang="zh-CN" sz="28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</p:grpSp>
      <p:grpSp>
        <p:nvGrpSpPr>
          <p:cNvPr id="1081" name="Group 48"/>
          <p:cNvGrpSpPr/>
          <p:nvPr/>
        </p:nvGrpSpPr>
        <p:grpSpPr bwMode="auto">
          <a:xfrm>
            <a:off x="6017261" y="3222308"/>
            <a:ext cx="1871663" cy="792162"/>
            <a:chOff x="2880" y="1253"/>
            <a:chExt cx="1179" cy="499"/>
          </a:xfrm>
        </p:grpSpPr>
        <p:sp>
          <p:nvSpPr>
            <p:cNvPr id="1050206" name="AutoShape 49"/>
            <p:cNvSpPr>
              <a:spLocks noChangeArrowheads="1"/>
            </p:cNvSpPr>
            <p:nvPr/>
          </p:nvSpPr>
          <p:spPr bwMode="auto">
            <a:xfrm>
              <a:off x="2880" y="1536"/>
              <a:ext cx="1179" cy="216"/>
            </a:xfrm>
            <a:prstGeom prst="rightArrow">
              <a:avLst>
                <a:gd name="adj1" fmla="val 50000"/>
                <a:gd name="adj2" fmla="val 136458"/>
              </a:avLst>
            </a:prstGeom>
            <a:solidFill>
              <a:schemeClr val="accent1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207" name="Text Box 50"/>
            <p:cNvSpPr txBox="1">
              <a:spLocks noChangeArrowheads="1"/>
            </p:cNvSpPr>
            <p:nvPr/>
          </p:nvSpPr>
          <p:spPr bwMode="auto">
            <a:xfrm>
              <a:off x="2926" y="1253"/>
              <a:ext cx="104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等效电路</a:t>
              </a:r>
              <a:endPara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0208" name="AutoShape 51" descr="羊皮纸"/>
          <p:cNvSpPr>
            <a:spLocks noChangeArrowheads="1"/>
          </p:cNvSpPr>
          <p:nvPr/>
        </p:nvSpPr>
        <p:spPr bwMode="auto">
          <a:xfrm>
            <a:off x="7961949" y="1493520"/>
            <a:ext cx="2376487" cy="503238"/>
          </a:xfrm>
          <a:prstGeom prst="wedgeRoundRectCallout">
            <a:avLst>
              <a:gd name="adj1" fmla="val -47329"/>
              <a:gd name="adj2" fmla="val 97005"/>
              <a:gd name="adj3" fmla="val 16667"/>
            </a:avLst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注意参考方向</a:t>
            </a:r>
            <a:endParaRPr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0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21" name="Text Box 3"/>
          <p:cNvSpPr txBox="1">
            <a:spLocks noChangeArrowheads="1"/>
          </p:cNvSpPr>
          <p:nvPr/>
        </p:nvSpPr>
        <p:spPr bwMode="auto">
          <a:xfrm>
            <a:off x="1057752" y="5177155"/>
            <a:ext cx="8497888" cy="53403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kumimoji="1"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相同的理想电流源才能串联</a:t>
            </a:r>
            <a:r>
              <a:rPr kumimoji="1" lang="en-US" altLang="zh-CN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 </a:t>
            </a:r>
            <a:r>
              <a:rPr kumimoji="1"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每个电流源的端电压不能确定</a:t>
            </a:r>
            <a:endParaRPr kumimoji="1" lang="zh-CN" altLang="en-US" sz="24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222" name="Rectangle 4"/>
          <p:cNvSpPr>
            <a:spLocks noChangeArrowheads="1"/>
          </p:cNvSpPr>
          <p:nvPr/>
        </p:nvSpPr>
        <p:spPr bwMode="auto">
          <a:xfrm>
            <a:off x="1201421" y="3065780"/>
            <a:ext cx="109855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 typeface="Wingdings" panose="05000000000000000000" pitchFamily="2" charset="2"/>
              <a:buChar char="l"/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 串联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102" name="Group 6"/>
          <p:cNvGrpSpPr/>
          <p:nvPr/>
        </p:nvGrpSpPr>
        <p:grpSpPr bwMode="auto">
          <a:xfrm>
            <a:off x="7443472" y="1337945"/>
            <a:ext cx="1465263" cy="2098675"/>
            <a:chOff x="3657" y="1091"/>
            <a:chExt cx="923" cy="1322"/>
          </a:xfrm>
        </p:grpSpPr>
        <p:grpSp>
          <p:nvGrpSpPr>
            <p:cNvPr id="1103" name="Group 7"/>
            <p:cNvGrpSpPr/>
            <p:nvPr/>
          </p:nvGrpSpPr>
          <p:grpSpPr bwMode="auto">
            <a:xfrm>
              <a:off x="3657" y="1480"/>
              <a:ext cx="167" cy="327"/>
              <a:chOff x="2361" y="2284"/>
              <a:chExt cx="167" cy="327"/>
            </a:xfrm>
          </p:grpSpPr>
          <p:sp>
            <p:nvSpPr>
              <p:cNvPr id="1050223" name="Oval 8"/>
              <p:cNvSpPr>
                <a:spLocks noChangeArrowheads="1"/>
              </p:cNvSpPr>
              <p:nvPr/>
            </p:nvSpPr>
            <p:spPr bwMode="auto">
              <a:xfrm>
                <a:off x="2361" y="2284"/>
                <a:ext cx="16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224" name="Line 9"/>
              <p:cNvSpPr>
                <a:spLocks noChangeShapeType="1"/>
              </p:cNvSpPr>
              <p:nvPr/>
            </p:nvSpPr>
            <p:spPr bwMode="auto">
              <a:xfrm flipV="1">
                <a:off x="2361" y="2446"/>
                <a:ext cx="167" cy="2"/>
              </a:xfrm>
              <a:prstGeom prst="line">
                <a:avLst/>
              </a:prstGeom>
              <a:noFill/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</p:grpSp>
        <p:sp>
          <p:nvSpPr>
            <p:cNvPr id="1050225" name="Line 10"/>
            <p:cNvSpPr>
              <a:spLocks noChangeShapeType="1"/>
            </p:cNvSpPr>
            <p:nvPr/>
          </p:nvSpPr>
          <p:spPr bwMode="auto">
            <a:xfrm>
              <a:off x="3744" y="1788"/>
              <a:ext cx="0" cy="336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226" name="Line 11"/>
            <p:cNvSpPr>
              <a:spLocks noChangeShapeType="1"/>
            </p:cNvSpPr>
            <p:nvPr/>
          </p:nvSpPr>
          <p:spPr bwMode="auto">
            <a:xfrm flipV="1">
              <a:off x="3744" y="1308"/>
              <a:ext cx="0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227" name="Text Box 12"/>
            <p:cNvSpPr txBox="1">
              <a:spLocks noChangeArrowheads="1"/>
            </p:cNvSpPr>
            <p:nvPr/>
          </p:nvSpPr>
          <p:spPr bwMode="auto">
            <a:xfrm>
              <a:off x="3878" y="1480"/>
              <a:ext cx="33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228" name="Line 13"/>
            <p:cNvSpPr>
              <a:spLocks noChangeShapeType="1"/>
            </p:cNvSpPr>
            <p:nvPr/>
          </p:nvSpPr>
          <p:spPr bwMode="auto">
            <a:xfrm>
              <a:off x="3744" y="2124"/>
              <a:ext cx="768" cy="0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229" name="Line 14"/>
            <p:cNvSpPr>
              <a:spLocks noChangeShapeType="1"/>
            </p:cNvSpPr>
            <p:nvPr/>
          </p:nvSpPr>
          <p:spPr bwMode="auto">
            <a:xfrm>
              <a:off x="3744" y="1308"/>
              <a:ext cx="768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230" name="Text Box 15"/>
            <p:cNvSpPr txBox="1">
              <a:spLocks noChangeArrowheads="1"/>
            </p:cNvSpPr>
            <p:nvPr/>
          </p:nvSpPr>
          <p:spPr bwMode="auto">
            <a:xfrm>
              <a:off x="4464" y="1091"/>
              <a:ext cx="116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º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231" name="Text Box 16"/>
            <p:cNvSpPr txBox="1">
              <a:spLocks noChangeArrowheads="1"/>
            </p:cNvSpPr>
            <p:nvPr/>
          </p:nvSpPr>
          <p:spPr bwMode="auto">
            <a:xfrm>
              <a:off x="4464" y="1907"/>
              <a:ext cx="116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º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04" name="Group 52"/>
          <p:cNvGrpSpPr/>
          <p:nvPr/>
        </p:nvGrpSpPr>
        <p:grpSpPr bwMode="auto">
          <a:xfrm>
            <a:off x="1201420" y="3446780"/>
            <a:ext cx="3384550" cy="1601788"/>
            <a:chOff x="340" y="2568"/>
            <a:chExt cx="2132" cy="1009"/>
          </a:xfrm>
        </p:grpSpPr>
        <p:sp>
          <p:nvSpPr>
            <p:cNvPr id="1050232" name="Text Box 53"/>
            <p:cNvSpPr txBox="1">
              <a:spLocks noChangeArrowheads="1"/>
            </p:cNvSpPr>
            <p:nvPr/>
          </p:nvSpPr>
          <p:spPr bwMode="auto">
            <a:xfrm>
              <a:off x="522" y="3214"/>
              <a:ext cx="227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233" name="Line 54"/>
            <p:cNvSpPr>
              <a:spLocks noChangeShapeType="1"/>
            </p:cNvSpPr>
            <p:nvPr/>
          </p:nvSpPr>
          <p:spPr bwMode="auto">
            <a:xfrm>
              <a:off x="386" y="3078"/>
              <a:ext cx="0" cy="408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234" name="Line 55"/>
            <p:cNvSpPr>
              <a:spLocks noChangeShapeType="1"/>
            </p:cNvSpPr>
            <p:nvPr/>
          </p:nvSpPr>
          <p:spPr bwMode="auto">
            <a:xfrm>
              <a:off x="2427" y="3078"/>
              <a:ext cx="0" cy="408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235" name="Oval 56"/>
            <p:cNvSpPr>
              <a:spLocks noChangeArrowheads="1"/>
            </p:cNvSpPr>
            <p:nvPr/>
          </p:nvSpPr>
          <p:spPr bwMode="auto">
            <a:xfrm>
              <a:off x="2381" y="3486"/>
              <a:ext cx="91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236" name="Oval 57"/>
            <p:cNvSpPr>
              <a:spLocks noChangeArrowheads="1"/>
            </p:cNvSpPr>
            <p:nvPr/>
          </p:nvSpPr>
          <p:spPr bwMode="auto">
            <a:xfrm>
              <a:off x="340" y="3486"/>
              <a:ext cx="91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237" name="Line 58"/>
            <p:cNvSpPr>
              <a:spLocks noChangeShapeType="1"/>
            </p:cNvSpPr>
            <p:nvPr/>
          </p:nvSpPr>
          <p:spPr bwMode="auto">
            <a:xfrm flipV="1">
              <a:off x="522" y="3168"/>
              <a:ext cx="0" cy="318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238" name="Line 59"/>
            <p:cNvSpPr>
              <a:spLocks noChangeShapeType="1"/>
            </p:cNvSpPr>
            <p:nvPr/>
          </p:nvSpPr>
          <p:spPr bwMode="auto">
            <a:xfrm>
              <a:off x="385" y="3067"/>
              <a:ext cx="2041" cy="0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239" name="Text Box 60"/>
            <p:cNvSpPr txBox="1">
              <a:spLocks noChangeArrowheads="1"/>
            </p:cNvSpPr>
            <p:nvPr/>
          </p:nvSpPr>
          <p:spPr bwMode="auto">
            <a:xfrm>
              <a:off x="1655" y="2568"/>
              <a:ext cx="331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240" name="Text Box 61"/>
            <p:cNvSpPr txBox="1">
              <a:spLocks noChangeArrowheads="1"/>
            </p:cNvSpPr>
            <p:nvPr/>
          </p:nvSpPr>
          <p:spPr bwMode="auto">
            <a:xfrm>
              <a:off x="839" y="2614"/>
              <a:ext cx="331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241" name="Line 62"/>
            <p:cNvSpPr>
              <a:spLocks noChangeShapeType="1"/>
            </p:cNvSpPr>
            <p:nvPr/>
          </p:nvSpPr>
          <p:spPr bwMode="auto">
            <a:xfrm>
              <a:off x="1020" y="3067"/>
              <a:ext cx="272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242" name="Line 63"/>
            <p:cNvSpPr>
              <a:spLocks noChangeShapeType="1"/>
            </p:cNvSpPr>
            <p:nvPr/>
          </p:nvSpPr>
          <p:spPr bwMode="auto">
            <a:xfrm>
              <a:off x="1928" y="3067"/>
              <a:ext cx="272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243" name="Oval 64"/>
            <p:cNvSpPr>
              <a:spLocks noChangeArrowheads="1"/>
            </p:cNvSpPr>
            <p:nvPr/>
          </p:nvSpPr>
          <p:spPr bwMode="auto">
            <a:xfrm>
              <a:off x="1610" y="2919"/>
              <a:ext cx="164" cy="327"/>
            </a:xfrm>
            <a:prstGeom prst="ellipse">
              <a:avLst/>
            </a:prstGeom>
            <a:solidFill>
              <a:srgbClr val="00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244" name="Oval 65"/>
            <p:cNvSpPr>
              <a:spLocks noChangeArrowheads="1"/>
            </p:cNvSpPr>
            <p:nvPr/>
          </p:nvSpPr>
          <p:spPr bwMode="auto">
            <a:xfrm>
              <a:off x="658" y="2918"/>
              <a:ext cx="164" cy="327"/>
            </a:xfrm>
            <a:prstGeom prst="ellipse">
              <a:avLst/>
            </a:prstGeom>
            <a:solidFill>
              <a:srgbClr val="00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245" name="Line 66"/>
            <p:cNvSpPr>
              <a:spLocks noChangeShapeType="1"/>
            </p:cNvSpPr>
            <p:nvPr/>
          </p:nvSpPr>
          <p:spPr bwMode="auto">
            <a:xfrm>
              <a:off x="739" y="2941"/>
              <a:ext cx="0" cy="272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246" name="Line 67"/>
            <p:cNvSpPr>
              <a:spLocks noChangeShapeType="1"/>
            </p:cNvSpPr>
            <p:nvPr/>
          </p:nvSpPr>
          <p:spPr bwMode="auto">
            <a:xfrm>
              <a:off x="1696" y="2941"/>
              <a:ext cx="0" cy="272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</p:grpSp>
      <p:grpSp>
        <p:nvGrpSpPr>
          <p:cNvPr id="1105" name="Group 68"/>
          <p:cNvGrpSpPr/>
          <p:nvPr/>
        </p:nvGrpSpPr>
        <p:grpSpPr bwMode="auto">
          <a:xfrm rot="-1794732">
            <a:off x="5089208" y="2943543"/>
            <a:ext cx="1871662" cy="792162"/>
            <a:chOff x="2880" y="1253"/>
            <a:chExt cx="1179" cy="499"/>
          </a:xfrm>
        </p:grpSpPr>
        <p:sp>
          <p:nvSpPr>
            <p:cNvPr id="1050247" name="AutoShape 69"/>
            <p:cNvSpPr>
              <a:spLocks noChangeArrowheads="1"/>
            </p:cNvSpPr>
            <p:nvPr/>
          </p:nvSpPr>
          <p:spPr bwMode="auto">
            <a:xfrm>
              <a:off x="2880" y="1536"/>
              <a:ext cx="1179" cy="216"/>
            </a:xfrm>
            <a:prstGeom prst="rightArrow">
              <a:avLst>
                <a:gd name="adj1" fmla="val 50000"/>
                <a:gd name="adj2" fmla="val 136458"/>
              </a:avLst>
            </a:prstGeom>
            <a:solidFill>
              <a:schemeClr val="accent1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248" name="Text Box 70"/>
            <p:cNvSpPr txBox="1">
              <a:spLocks noChangeArrowheads="1"/>
            </p:cNvSpPr>
            <p:nvPr/>
          </p:nvSpPr>
          <p:spPr bwMode="auto">
            <a:xfrm>
              <a:off x="2926" y="1253"/>
              <a:ext cx="104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zh-CN" altLang="en-US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等效电路</a:t>
              </a:r>
              <a:endPara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aphicFrame>
        <p:nvGraphicFramePr>
          <p:cNvPr id="4194350" name="Object 71"/>
          <p:cNvGraphicFramePr>
            <a:graphicFrameLocks noChangeAspect="1"/>
          </p:cNvGraphicFramePr>
          <p:nvPr/>
        </p:nvGraphicFramePr>
        <p:xfrm>
          <a:off x="6427470" y="3754755"/>
          <a:ext cx="2292350" cy="831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85" name="Equation" r:id="rId1" imgW="16764000" imgH="5486400" progId="Equation.DSMT4">
                  <p:embed/>
                </p:oleObj>
              </mc:Choice>
              <mc:Fallback>
                <p:oleObj name="Equation" r:id="rId1" imgW="16764000" imgH="5486400" progId="Equation.DSMT4">
                  <p:embed/>
                  <p:pic>
                    <p:nvPicPr>
                      <p:cNvPr id="0" name="图片 1748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427470" y="3754755"/>
                        <a:ext cx="2292350" cy="8318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61" name="Text Box 43"/>
          <p:cNvSpPr txBox="1">
            <a:spLocks noChangeArrowheads="1"/>
          </p:cNvSpPr>
          <p:nvPr/>
        </p:nvSpPr>
        <p:spPr bwMode="auto">
          <a:xfrm>
            <a:off x="3327083" y="2697480"/>
            <a:ext cx="4608512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 typeface="Wingdings" panose="05000000000000000000" pitchFamily="2" charset="2"/>
              <a:buChar char="l"/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 电压源与支路的串、并联等效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7" name="Group 2"/>
          <p:cNvGrpSpPr/>
          <p:nvPr/>
        </p:nvGrpSpPr>
        <p:grpSpPr bwMode="auto">
          <a:xfrm>
            <a:off x="7753350" y="1717675"/>
            <a:ext cx="2376488" cy="1889126"/>
            <a:chOff x="3787" y="482"/>
            <a:chExt cx="1497" cy="1190"/>
          </a:xfrm>
        </p:grpSpPr>
        <p:sp>
          <p:nvSpPr>
            <p:cNvPr id="1050262" name="Oval 3"/>
            <p:cNvSpPr>
              <a:spLocks noChangeArrowheads="1"/>
            </p:cNvSpPr>
            <p:nvPr/>
          </p:nvSpPr>
          <p:spPr bwMode="auto">
            <a:xfrm>
              <a:off x="4105" y="821"/>
              <a:ext cx="164" cy="327"/>
            </a:xfrm>
            <a:prstGeom prst="ellipse">
              <a:avLst/>
            </a:prstGeom>
            <a:solidFill>
              <a:srgbClr val="00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263" name="Text Box 4"/>
            <p:cNvSpPr txBox="1">
              <a:spLocks noChangeArrowheads="1"/>
            </p:cNvSpPr>
            <p:nvPr/>
          </p:nvSpPr>
          <p:spPr bwMode="auto">
            <a:xfrm>
              <a:off x="3879" y="634"/>
              <a:ext cx="243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264" name="Text Box 5"/>
            <p:cNvSpPr txBox="1">
              <a:spLocks noChangeArrowheads="1"/>
            </p:cNvSpPr>
            <p:nvPr/>
          </p:nvSpPr>
          <p:spPr bwMode="auto">
            <a:xfrm>
              <a:off x="4422" y="482"/>
              <a:ext cx="212" cy="32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265" name="Text Box 6"/>
            <p:cNvSpPr txBox="1">
              <a:spLocks noChangeArrowheads="1"/>
            </p:cNvSpPr>
            <p:nvPr/>
          </p:nvSpPr>
          <p:spPr bwMode="auto">
            <a:xfrm>
              <a:off x="4078" y="482"/>
              <a:ext cx="48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266" name="Text Box 7"/>
            <p:cNvSpPr txBox="1">
              <a:spLocks noChangeArrowheads="1"/>
            </p:cNvSpPr>
            <p:nvPr/>
          </p:nvSpPr>
          <p:spPr bwMode="auto">
            <a:xfrm>
              <a:off x="3924" y="1343"/>
              <a:ext cx="243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267" name="Text Box 8"/>
            <p:cNvSpPr txBox="1">
              <a:spLocks noChangeArrowheads="1"/>
            </p:cNvSpPr>
            <p:nvPr/>
          </p:nvSpPr>
          <p:spPr bwMode="auto">
            <a:xfrm>
              <a:off x="4966" y="1233"/>
              <a:ext cx="212" cy="32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268" name="Text Box 9"/>
            <p:cNvSpPr txBox="1">
              <a:spLocks noChangeArrowheads="1"/>
            </p:cNvSpPr>
            <p:nvPr/>
          </p:nvSpPr>
          <p:spPr bwMode="auto">
            <a:xfrm>
              <a:off x="3969" y="1117"/>
              <a:ext cx="227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269" name="Line 10"/>
            <p:cNvSpPr>
              <a:spLocks noChangeShapeType="1"/>
            </p:cNvSpPr>
            <p:nvPr/>
          </p:nvSpPr>
          <p:spPr bwMode="auto">
            <a:xfrm>
              <a:off x="3833" y="981"/>
              <a:ext cx="0" cy="408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270" name="Line 11"/>
            <p:cNvSpPr>
              <a:spLocks noChangeShapeType="1"/>
            </p:cNvSpPr>
            <p:nvPr/>
          </p:nvSpPr>
          <p:spPr bwMode="auto">
            <a:xfrm flipV="1">
              <a:off x="3833" y="970"/>
              <a:ext cx="1406" cy="11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271" name="Line 12"/>
            <p:cNvSpPr>
              <a:spLocks noChangeShapeType="1"/>
            </p:cNvSpPr>
            <p:nvPr/>
          </p:nvSpPr>
          <p:spPr bwMode="auto">
            <a:xfrm>
              <a:off x="5239" y="981"/>
              <a:ext cx="0" cy="408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272" name="Oval 13"/>
            <p:cNvSpPr>
              <a:spLocks noChangeArrowheads="1"/>
            </p:cNvSpPr>
            <p:nvPr/>
          </p:nvSpPr>
          <p:spPr bwMode="auto">
            <a:xfrm>
              <a:off x="5193" y="1389"/>
              <a:ext cx="91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273" name="Oval 14"/>
            <p:cNvSpPr>
              <a:spLocks noChangeArrowheads="1"/>
            </p:cNvSpPr>
            <p:nvPr/>
          </p:nvSpPr>
          <p:spPr bwMode="auto">
            <a:xfrm>
              <a:off x="3787" y="1389"/>
              <a:ext cx="91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274" name="Rectangle 15"/>
            <p:cNvSpPr>
              <a:spLocks noChangeArrowheads="1"/>
            </p:cNvSpPr>
            <p:nvPr/>
          </p:nvSpPr>
          <p:spPr bwMode="auto">
            <a:xfrm>
              <a:off x="4558" y="935"/>
              <a:ext cx="318" cy="91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275" name="Line 16"/>
            <p:cNvSpPr>
              <a:spLocks noChangeShapeType="1"/>
            </p:cNvSpPr>
            <p:nvPr/>
          </p:nvSpPr>
          <p:spPr bwMode="auto">
            <a:xfrm flipV="1">
              <a:off x="3969" y="1071"/>
              <a:ext cx="0" cy="318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276" name="Text Box 17"/>
            <p:cNvSpPr txBox="1">
              <a:spLocks noChangeArrowheads="1"/>
            </p:cNvSpPr>
            <p:nvPr/>
          </p:nvSpPr>
          <p:spPr bwMode="auto">
            <a:xfrm>
              <a:off x="4286" y="1333"/>
              <a:ext cx="34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277" name="Text Box 18"/>
            <p:cNvSpPr txBox="1">
              <a:spLocks noChangeArrowheads="1"/>
            </p:cNvSpPr>
            <p:nvPr/>
          </p:nvSpPr>
          <p:spPr bwMode="auto">
            <a:xfrm>
              <a:off x="4604" y="562"/>
              <a:ext cx="34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128" name="Group 19"/>
          <p:cNvGrpSpPr/>
          <p:nvPr/>
        </p:nvGrpSpPr>
        <p:grpSpPr bwMode="auto">
          <a:xfrm>
            <a:off x="2497138" y="1717675"/>
            <a:ext cx="3816350" cy="1906588"/>
            <a:chOff x="249" y="391"/>
            <a:chExt cx="2404" cy="1201"/>
          </a:xfrm>
        </p:grpSpPr>
        <p:grpSp>
          <p:nvGrpSpPr>
            <p:cNvPr id="1129" name="Group 20"/>
            <p:cNvGrpSpPr/>
            <p:nvPr/>
          </p:nvGrpSpPr>
          <p:grpSpPr bwMode="auto">
            <a:xfrm>
              <a:off x="249" y="391"/>
              <a:ext cx="2404" cy="1201"/>
              <a:chOff x="249" y="-164"/>
              <a:chExt cx="2404" cy="1201"/>
            </a:xfrm>
          </p:grpSpPr>
          <p:sp>
            <p:nvSpPr>
              <p:cNvPr id="1050278" name="Text Box 21"/>
              <p:cNvSpPr txBox="1">
                <a:spLocks noChangeArrowheads="1"/>
              </p:cNvSpPr>
              <p:nvPr/>
            </p:nvSpPr>
            <p:spPr bwMode="auto">
              <a:xfrm>
                <a:off x="1429" y="-164"/>
                <a:ext cx="432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lang="en-US" altLang="zh-CN" sz="2800" b="1" i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r>
                  <a:rPr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2</a:t>
                </a:r>
                <a:endParaRPr lang="en-US" altLang="zh-CN" sz="2400" b="1">
                  <a:solidFill>
                    <a:schemeClr val="tx2"/>
                  </a:solidFill>
                  <a:ea typeface="黑体" panose="02010609060101010101" pitchFamily="49" charset="-122"/>
                </a:endParaRPr>
              </a:p>
            </p:txBody>
          </p:sp>
          <p:sp>
            <p:nvSpPr>
              <p:cNvPr id="1050279" name="Oval 22"/>
              <p:cNvSpPr>
                <a:spLocks noChangeArrowheads="1"/>
              </p:cNvSpPr>
              <p:nvPr/>
            </p:nvSpPr>
            <p:spPr bwMode="auto">
              <a:xfrm>
                <a:off x="567" y="186"/>
                <a:ext cx="164" cy="327"/>
              </a:xfrm>
              <a:prstGeom prst="ellipse">
                <a:avLst/>
              </a:prstGeom>
              <a:solidFill>
                <a:srgbClr val="00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280" name="Text Box 23"/>
              <p:cNvSpPr txBox="1">
                <a:spLocks noChangeArrowheads="1"/>
              </p:cNvSpPr>
              <p:nvPr/>
            </p:nvSpPr>
            <p:spPr bwMode="auto">
              <a:xfrm>
                <a:off x="341" y="-1"/>
                <a:ext cx="243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281" name="Text Box 24"/>
              <p:cNvSpPr txBox="1">
                <a:spLocks noChangeArrowheads="1"/>
              </p:cNvSpPr>
              <p:nvPr/>
            </p:nvSpPr>
            <p:spPr bwMode="auto">
              <a:xfrm>
                <a:off x="884" y="-153"/>
                <a:ext cx="212" cy="32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lang="en-US" altLang="zh-CN" sz="2400" b="1">
                  <a:solidFill>
                    <a:schemeClr val="tx2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282" name="Oval 25"/>
              <p:cNvSpPr>
                <a:spLocks noChangeArrowheads="1"/>
              </p:cNvSpPr>
              <p:nvPr/>
            </p:nvSpPr>
            <p:spPr bwMode="auto">
              <a:xfrm>
                <a:off x="1519" y="187"/>
                <a:ext cx="164" cy="327"/>
              </a:xfrm>
              <a:prstGeom prst="ellipse">
                <a:avLst/>
              </a:prstGeom>
              <a:solidFill>
                <a:srgbClr val="00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283" name="Text Box 26"/>
              <p:cNvSpPr txBox="1">
                <a:spLocks noChangeArrowheads="1"/>
              </p:cNvSpPr>
              <p:nvPr/>
            </p:nvSpPr>
            <p:spPr bwMode="auto">
              <a:xfrm>
                <a:off x="1293" y="-1"/>
                <a:ext cx="243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284" name="Text Box 27"/>
              <p:cNvSpPr txBox="1">
                <a:spLocks noChangeArrowheads="1"/>
              </p:cNvSpPr>
              <p:nvPr/>
            </p:nvSpPr>
            <p:spPr bwMode="auto">
              <a:xfrm>
                <a:off x="1791" y="-118"/>
                <a:ext cx="212" cy="33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lang="en-US" altLang="zh-CN" sz="2400" b="1">
                  <a:solidFill>
                    <a:schemeClr val="tx2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285" name="Text Box 28"/>
              <p:cNvSpPr txBox="1">
                <a:spLocks noChangeArrowheads="1"/>
              </p:cNvSpPr>
              <p:nvPr/>
            </p:nvSpPr>
            <p:spPr bwMode="auto">
              <a:xfrm>
                <a:off x="540" y="-153"/>
                <a:ext cx="480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lang="en-US" altLang="zh-CN" sz="2800" b="1" i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r>
                  <a:rPr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1</a:t>
                </a:r>
                <a:endParaRPr lang="en-US" altLang="zh-CN" sz="2400" b="1">
                  <a:solidFill>
                    <a:schemeClr val="tx2"/>
                  </a:solidFill>
                  <a:ea typeface="黑体" panose="02010609060101010101" pitchFamily="49" charset="-122"/>
                </a:endParaRPr>
              </a:p>
            </p:txBody>
          </p:sp>
          <p:sp>
            <p:nvSpPr>
              <p:cNvPr id="1050286" name="Text Box 29"/>
              <p:cNvSpPr txBox="1">
                <a:spLocks noChangeArrowheads="1"/>
              </p:cNvSpPr>
              <p:nvPr/>
            </p:nvSpPr>
            <p:spPr bwMode="auto">
              <a:xfrm>
                <a:off x="386" y="708"/>
                <a:ext cx="243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287" name="Text Box 30"/>
              <p:cNvSpPr txBox="1">
                <a:spLocks noChangeArrowheads="1"/>
              </p:cNvSpPr>
              <p:nvPr/>
            </p:nvSpPr>
            <p:spPr bwMode="auto">
              <a:xfrm>
                <a:off x="2336" y="572"/>
                <a:ext cx="212" cy="32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lang="en-US" altLang="zh-CN" sz="2400" b="1">
                  <a:solidFill>
                    <a:schemeClr val="tx2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288" name="Text Box 31"/>
              <p:cNvSpPr txBox="1">
                <a:spLocks noChangeArrowheads="1"/>
              </p:cNvSpPr>
              <p:nvPr/>
            </p:nvSpPr>
            <p:spPr bwMode="auto">
              <a:xfrm>
                <a:off x="431" y="482"/>
                <a:ext cx="227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endPara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289" name="Line 32"/>
              <p:cNvSpPr>
                <a:spLocks noChangeShapeType="1"/>
              </p:cNvSpPr>
              <p:nvPr/>
            </p:nvSpPr>
            <p:spPr bwMode="auto">
              <a:xfrm>
                <a:off x="295" y="346"/>
                <a:ext cx="0" cy="408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290" name="Line 33"/>
              <p:cNvSpPr>
                <a:spLocks noChangeShapeType="1"/>
              </p:cNvSpPr>
              <p:nvPr/>
            </p:nvSpPr>
            <p:spPr bwMode="auto">
              <a:xfrm>
                <a:off x="295" y="346"/>
                <a:ext cx="2313" cy="0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291" name="Line 34"/>
              <p:cNvSpPr>
                <a:spLocks noChangeShapeType="1"/>
              </p:cNvSpPr>
              <p:nvPr/>
            </p:nvSpPr>
            <p:spPr bwMode="auto">
              <a:xfrm>
                <a:off x="2608" y="346"/>
                <a:ext cx="0" cy="408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292" name="Oval 35"/>
              <p:cNvSpPr>
                <a:spLocks noChangeArrowheads="1"/>
              </p:cNvSpPr>
              <p:nvPr/>
            </p:nvSpPr>
            <p:spPr bwMode="auto">
              <a:xfrm>
                <a:off x="2562" y="754"/>
                <a:ext cx="91" cy="91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293" name="Oval 36"/>
              <p:cNvSpPr>
                <a:spLocks noChangeArrowheads="1"/>
              </p:cNvSpPr>
              <p:nvPr/>
            </p:nvSpPr>
            <p:spPr bwMode="auto">
              <a:xfrm>
                <a:off x="249" y="754"/>
                <a:ext cx="91" cy="91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294" name="Rectangle 37"/>
              <p:cNvSpPr>
                <a:spLocks noChangeArrowheads="1"/>
              </p:cNvSpPr>
              <p:nvPr/>
            </p:nvSpPr>
            <p:spPr bwMode="auto">
              <a:xfrm>
                <a:off x="2109" y="300"/>
                <a:ext cx="317" cy="91"/>
              </a:xfrm>
              <a:prstGeom prst="rect">
                <a:avLst/>
              </a:prstGeom>
              <a:solidFill>
                <a:srgbClr val="FF9900"/>
              </a:solidFill>
              <a:ln w="9525">
                <a:solidFill>
                  <a:srgbClr val="FF9900"/>
                </a:solidFill>
                <a:miter lim="800000"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295" name="Rectangle 38"/>
              <p:cNvSpPr>
                <a:spLocks noChangeArrowheads="1"/>
              </p:cNvSpPr>
              <p:nvPr/>
            </p:nvSpPr>
            <p:spPr bwMode="auto">
              <a:xfrm>
                <a:off x="1020" y="300"/>
                <a:ext cx="318" cy="91"/>
              </a:xfrm>
              <a:prstGeom prst="rect">
                <a:avLst/>
              </a:prstGeom>
              <a:solidFill>
                <a:srgbClr val="FF9900"/>
              </a:solidFill>
              <a:ln w="9525">
                <a:solidFill>
                  <a:srgbClr val="FF9900"/>
                </a:solidFill>
                <a:miter lim="800000"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296" name="Line 39"/>
              <p:cNvSpPr>
                <a:spLocks noChangeShapeType="1"/>
              </p:cNvSpPr>
              <p:nvPr/>
            </p:nvSpPr>
            <p:spPr bwMode="auto">
              <a:xfrm flipV="1">
                <a:off x="431" y="436"/>
                <a:ext cx="0" cy="318"/>
              </a:xfrm>
              <a:prstGeom prst="line">
                <a:avLst/>
              </a:prstGeom>
              <a:noFill/>
              <a:ln w="38100">
                <a:solidFill>
                  <a:schemeClr val="bg1"/>
                </a:solidFill>
                <a:round/>
                <a:tailEnd type="triangle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297" name="Text Box 40"/>
              <p:cNvSpPr txBox="1">
                <a:spLocks noChangeArrowheads="1"/>
              </p:cNvSpPr>
              <p:nvPr/>
            </p:nvSpPr>
            <p:spPr bwMode="auto">
              <a:xfrm>
                <a:off x="1383" y="663"/>
                <a:ext cx="34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endPara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sp>
          <p:nvSpPr>
            <p:cNvPr id="1050298" name="Text Box 41"/>
            <p:cNvSpPr txBox="1">
              <a:spLocks noChangeArrowheads="1"/>
            </p:cNvSpPr>
            <p:nvPr/>
          </p:nvSpPr>
          <p:spPr bwMode="auto">
            <a:xfrm>
              <a:off x="975" y="935"/>
              <a:ext cx="34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299" name="Text Box 42"/>
            <p:cNvSpPr txBox="1">
              <a:spLocks noChangeArrowheads="1"/>
            </p:cNvSpPr>
            <p:nvPr/>
          </p:nvSpPr>
          <p:spPr bwMode="auto">
            <a:xfrm>
              <a:off x="2109" y="935"/>
              <a:ext cx="34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0300" name="AutoShape 44"/>
          <p:cNvSpPr>
            <a:spLocks noChangeArrowheads="1"/>
          </p:cNvSpPr>
          <p:nvPr/>
        </p:nvSpPr>
        <p:spPr bwMode="auto">
          <a:xfrm>
            <a:off x="6529388" y="2581275"/>
            <a:ext cx="863600" cy="215900"/>
          </a:xfrm>
          <a:prstGeom prst="rightArrow">
            <a:avLst>
              <a:gd name="adj1" fmla="val 50000"/>
              <a:gd name="adj2" fmla="val 100000"/>
            </a:avLst>
          </a:prstGeom>
          <a:solidFill>
            <a:schemeClr val="accent1"/>
          </a:solidFill>
          <a:ln w="9525">
            <a:solidFill>
              <a:schemeClr val="accent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aphicFrame>
        <p:nvGraphicFramePr>
          <p:cNvPr id="4194351" name="Object 45"/>
          <p:cNvGraphicFramePr>
            <a:graphicFrameLocks noChangeAspect="1"/>
          </p:cNvGraphicFramePr>
          <p:nvPr/>
        </p:nvGraphicFramePr>
        <p:xfrm>
          <a:off x="2570480" y="4181158"/>
          <a:ext cx="7626350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423" name="Equation" r:id="rId1" imgW="82905600" imgH="5486400" progId="Equation.DSMT4">
                  <p:embed/>
                </p:oleObj>
              </mc:Choice>
              <mc:Fallback>
                <p:oleObj name="Equation" r:id="rId1" imgW="82905600" imgH="5486400" progId="Equation.DSMT4">
                  <p:embed/>
                  <p:pic>
                    <p:nvPicPr>
                      <p:cNvPr id="0" name="图片 164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70480" y="4181158"/>
                        <a:ext cx="7626350" cy="638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0" name="Group 46"/>
          <p:cNvGrpSpPr/>
          <p:nvPr/>
        </p:nvGrpSpPr>
        <p:grpSpPr bwMode="auto">
          <a:xfrm>
            <a:off x="1778318" y="1748474"/>
            <a:ext cx="3168650" cy="2160587"/>
            <a:chOff x="204" y="2251"/>
            <a:chExt cx="1996" cy="1361"/>
          </a:xfrm>
        </p:grpSpPr>
        <p:sp>
          <p:nvSpPr>
            <p:cNvPr id="1050313" name="Text Box 47"/>
            <p:cNvSpPr txBox="1">
              <a:spLocks noChangeArrowheads="1"/>
            </p:cNvSpPr>
            <p:nvPr/>
          </p:nvSpPr>
          <p:spPr bwMode="auto">
            <a:xfrm>
              <a:off x="204" y="2867"/>
              <a:ext cx="48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kumimoji="1" lang="en-US" altLang="zh-CN" sz="2400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14" name="Oval 48"/>
            <p:cNvSpPr>
              <a:spLocks noChangeArrowheads="1"/>
            </p:cNvSpPr>
            <p:nvPr/>
          </p:nvSpPr>
          <p:spPr bwMode="auto">
            <a:xfrm>
              <a:off x="650" y="2847"/>
              <a:ext cx="164" cy="327"/>
            </a:xfrm>
            <a:prstGeom prst="ellipse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315" name="Text Box 49"/>
            <p:cNvSpPr txBox="1">
              <a:spLocks noChangeArrowheads="1"/>
            </p:cNvSpPr>
            <p:nvPr/>
          </p:nvSpPr>
          <p:spPr bwMode="auto">
            <a:xfrm>
              <a:off x="444" y="2634"/>
              <a:ext cx="22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16" name="Text Box 50"/>
            <p:cNvSpPr txBox="1">
              <a:spLocks noChangeArrowheads="1"/>
            </p:cNvSpPr>
            <p:nvPr/>
          </p:nvSpPr>
          <p:spPr bwMode="auto">
            <a:xfrm>
              <a:off x="457" y="2963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400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50317" name="Line 51"/>
            <p:cNvSpPr>
              <a:spLocks noChangeShapeType="1"/>
            </p:cNvSpPr>
            <p:nvPr/>
          </p:nvSpPr>
          <p:spPr bwMode="auto">
            <a:xfrm>
              <a:off x="732" y="2539"/>
              <a:ext cx="0" cy="1008"/>
            </a:xfrm>
            <a:prstGeom prst="line">
              <a:avLst/>
            </a:prstGeom>
            <a:noFill/>
            <a:ln w="127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318" name="Line 52"/>
            <p:cNvSpPr>
              <a:spLocks noChangeShapeType="1"/>
            </p:cNvSpPr>
            <p:nvPr/>
          </p:nvSpPr>
          <p:spPr bwMode="auto">
            <a:xfrm>
              <a:off x="1452" y="2539"/>
              <a:ext cx="0" cy="1008"/>
            </a:xfrm>
            <a:prstGeom prst="line">
              <a:avLst/>
            </a:prstGeom>
            <a:noFill/>
            <a:ln w="127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319" name="Line 53"/>
            <p:cNvSpPr>
              <a:spLocks noChangeShapeType="1"/>
            </p:cNvSpPr>
            <p:nvPr/>
          </p:nvSpPr>
          <p:spPr bwMode="auto">
            <a:xfrm>
              <a:off x="732" y="2539"/>
              <a:ext cx="1248" cy="0"/>
            </a:xfrm>
            <a:prstGeom prst="line">
              <a:avLst/>
            </a:prstGeom>
            <a:noFill/>
            <a:ln w="12700">
              <a:solidFill>
                <a:srgbClr val="FFCC00"/>
              </a:solidFill>
              <a:round/>
              <a:tailEnd type="none" w="sm" len="lg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320" name="Line 54"/>
            <p:cNvSpPr>
              <a:spLocks noChangeShapeType="1"/>
            </p:cNvSpPr>
            <p:nvPr/>
          </p:nvSpPr>
          <p:spPr bwMode="auto">
            <a:xfrm>
              <a:off x="732" y="3547"/>
              <a:ext cx="1248" cy="0"/>
            </a:xfrm>
            <a:prstGeom prst="line">
              <a:avLst/>
            </a:prstGeom>
            <a:noFill/>
            <a:ln w="127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321" name="Text Box 55"/>
            <p:cNvSpPr txBox="1">
              <a:spLocks noChangeArrowheads="1"/>
            </p:cNvSpPr>
            <p:nvPr/>
          </p:nvSpPr>
          <p:spPr bwMode="auto">
            <a:xfrm>
              <a:off x="1644" y="2251"/>
              <a:ext cx="24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22" name="Line 56"/>
            <p:cNvSpPr>
              <a:spLocks noChangeShapeType="1"/>
            </p:cNvSpPr>
            <p:nvPr/>
          </p:nvSpPr>
          <p:spPr bwMode="auto">
            <a:xfrm>
              <a:off x="1452" y="2539"/>
              <a:ext cx="432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323" name="Rectangle 57"/>
            <p:cNvSpPr>
              <a:spLocks noChangeArrowheads="1"/>
            </p:cNvSpPr>
            <p:nvPr/>
          </p:nvSpPr>
          <p:spPr bwMode="auto">
            <a:xfrm>
              <a:off x="1202" y="2841"/>
              <a:ext cx="499" cy="498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zh-CN" altLang="en-US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任意</a:t>
              </a:r>
              <a:endParaRPr lang="zh-CN" altLang="en-US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  <a:p>
              <a:pPr algn="ctr" eaLnBrk="1" hangingPunct="1"/>
              <a:r>
                <a:rPr lang="zh-CN" altLang="en-US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元件</a:t>
              </a:r>
              <a:endParaRPr lang="zh-CN" altLang="en-US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24" name="Oval 58"/>
            <p:cNvSpPr>
              <a:spLocks noChangeArrowheads="1"/>
            </p:cNvSpPr>
            <p:nvPr/>
          </p:nvSpPr>
          <p:spPr bwMode="auto">
            <a:xfrm>
              <a:off x="1973" y="2478"/>
              <a:ext cx="91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325" name="Oval 59"/>
            <p:cNvSpPr>
              <a:spLocks noChangeArrowheads="1"/>
            </p:cNvSpPr>
            <p:nvPr/>
          </p:nvSpPr>
          <p:spPr bwMode="auto">
            <a:xfrm>
              <a:off x="1973" y="3521"/>
              <a:ext cx="91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326" name="Text Box 60"/>
            <p:cNvSpPr txBox="1">
              <a:spLocks noChangeArrowheads="1"/>
            </p:cNvSpPr>
            <p:nvPr/>
          </p:nvSpPr>
          <p:spPr bwMode="auto">
            <a:xfrm>
              <a:off x="1837" y="2932"/>
              <a:ext cx="363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27" name="Text Box 61"/>
            <p:cNvSpPr txBox="1">
              <a:spLocks noChangeArrowheads="1"/>
            </p:cNvSpPr>
            <p:nvPr/>
          </p:nvSpPr>
          <p:spPr bwMode="auto">
            <a:xfrm>
              <a:off x="1884" y="2523"/>
              <a:ext cx="243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28" name="Text Box 62"/>
            <p:cNvSpPr txBox="1">
              <a:spLocks noChangeArrowheads="1"/>
            </p:cNvSpPr>
            <p:nvPr/>
          </p:nvSpPr>
          <p:spPr bwMode="auto">
            <a:xfrm>
              <a:off x="1883" y="3113"/>
              <a:ext cx="212" cy="32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</p:grpSp>
      <p:grpSp>
        <p:nvGrpSpPr>
          <p:cNvPr id="1151" name="Group 63"/>
          <p:cNvGrpSpPr/>
          <p:nvPr/>
        </p:nvGrpSpPr>
        <p:grpSpPr bwMode="auto">
          <a:xfrm>
            <a:off x="4658044" y="2181861"/>
            <a:ext cx="720725" cy="1655763"/>
            <a:chOff x="2018" y="2478"/>
            <a:chExt cx="454" cy="1043"/>
          </a:xfrm>
        </p:grpSpPr>
        <p:sp>
          <p:nvSpPr>
            <p:cNvPr id="1050329" name="Freeform 64"/>
            <p:cNvSpPr/>
            <p:nvPr/>
          </p:nvSpPr>
          <p:spPr bwMode="auto">
            <a:xfrm>
              <a:off x="2018" y="2478"/>
              <a:ext cx="408" cy="1043"/>
            </a:xfrm>
            <a:custGeom>
              <a:avLst/>
              <a:gdLst>
                <a:gd name="T0" fmla="*/ 0 w 688"/>
                <a:gd name="T1" fmla="*/ 1043 h 1043"/>
                <a:gd name="T2" fmla="*/ 76 w 688"/>
                <a:gd name="T3" fmla="*/ 861 h 1043"/>
                <a:gd name="T4" fmla="*/ 133 w 688"/>
                <a:gd name="T5" fmla="*/ 453 h 1043"/>
                <a:gd name="T6" fmla="*/ 9 w 688"/>
                <a:gd name="T7" fmla="*/ 0 h 10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8" h="1043">
                  <a:moveTo>
                    <a:pt x="0" y="1043"/>
                  </a:moveTo>
                  <a:cubicBezTo>
                    <a:pt x="128" y="1001"/>
                    <a:pt x="257" y="959"/>
                    <a:pt x="363" y="861"/>
                  </a:cubicBezTo>
                  <a:cubicBezTo>
                    <a:pt x="469" y="763"/>
                    <a:pt x="688" y="596"/>
                    <a:pt x="635" y="453"/>
                  </a:cubicBezTo>
                  <a:cubicBezTo>
                    <a:pt x="582" y="310"/>
                    <a:pt x="314" y="155"/>
                    <a:pt x="46" y="0"/>
                  </a:cubicBezTo>
                </a:path>
              </a:pathLst>
            </a:custGeom>
            <a:noFill/>
            <a:ln w="38100" cap="flat" cmpd="sng">
              <a:solidFill>
                <a:srgbClr val="FFCC00"/>
              </a:solidFill>
              <a:prstDash val="dash"/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330" name="Rectangle 65"/>
            <p:cNvSpPr>
              <a:spLocks noChangeArrowheads="1"/>
            </p:cNvSpPr>
            <p:nvPr/>
          </p:nvSpPr>
          <p:spPr bwMode="auto">
            <a:xfrm>
              <a:off x="2336" y="2886"/>
              <a:ext cx="136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331" name="Text Box 66"/>
            <p:cNvSpPr txBox="1">
              <a:spLocks noChangeArrowheads="1"/>
            </p:cNvSpPr>
            <p:nvPr/>
          </p:nvSpPr>
          <p:spPr bwMode="auto">
            <a:xfrm>
              <a:off x="2064" y="2840"/>
              <a:ext cx="34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bg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800" b="1" i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0332" name="AutoShape 67"/>
          <p:cNvSpPr>
            <a:spLocks noChangeArrowheads="1"/>
          </p:cNvSpPr>
          <p:nvPr/>
        </p:nvSpPr>
        <p:spPr bwMode="auto">
          <a:xfrm>
            <a:off x="5955030" y="2972435"/>
            <a:ext cx="863600" cy="215900"/>
          </a:xfrm>
          <a:prstGeom prst="rightArrow">
            <a:avLst>
              <a:gd name="adj1" fmla="val 50000"/>
              <a:gd name="adj2" fmla="val 100000"/>
            </a:avLst>
          </a:prstGeom>
          <a:solidFill>
            <a:schemeClr val="accent1"/>
          </a:solidFill>
          <a:ln w="9525">
            <a:solidFill>
              <a:schemeClr val="accent1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1152" name="Group 68"/>
          <p:cNvGrpSpPr/>
          <p:nvPr/>
        </p:nvGrpSpPr>
        <p:grpSpPr bwMode="auto">
          <a:xfrm>
            <a:off x="7035323" y="1815731"/>
            <a:ext cx="2160588" cy="2160588"/>
            <a:chOff x="3515" y="2296"/>
            <a:chExt cx="1361" cy="1361"/>
          </a:xfrm>
        </p:grpSpPr>
        <p:sp>
          <p:nvSpPr>
            <p:cNvPr id="1050333" name="Text Box 69"/>
            <p:cNvSpPr txBox="1">
              <a:spLocks noChangeArrowheads="1"/>
            </p:cNvSpPr>
            <p:nvPr/>
          </p:nvSpPr>
          <p:spPr bwMode="auto">
            <a:xfrm>
              <a:off x="3515" y="2840"/>
              <a:ext cx="48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334" name="Oval 70"/>
            <p:cNvSpPr>
              <a:spLocks noChangeArrowheads="1"/>
            </p:cNvSpPr>
            <p:nvPr/>
          </p:nvSpPr>
          <p:spPr bwMode="auto">
            <a:xfrm>
              <a:off x="3883" y="2892"/>
              <a:ext cx="164" cy="327"/>
            </a:xfrm>
            <a:prstGeom prst="ellipse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335" name="Text Box 71"/>
            <p:cNvSpPr txBox="1">
              <a:spLocks noChangeArrowheads="1"/>
            </p:cNvSpPr>
            <p:nvPr/>
          </p:nvSpPr>
          <p:spPr bwMode="auto">
            <a:xfrm>
              <a:off x="3676" y="2679"/>
              <a:ext cx="22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36" name="Text Box 72"/>
            <p:cNvSpPr txBox="1">
              <a:spLocks noChangeArrowheads="1"/>
            </p:cNvSpPr>
            <p:nvPr/>
          </p:nvSpPr>
          <p:spPr bwMode="auto">
            <a:xfrm>
              <a:off x="3689" y="3008"/>
              <a:ext cx="212" cy="28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337" name="Line 73"/>
            <p:cNvSpPr>
              <a:spLocks noChangeShapeType="1"/>
            </p:cNvSpPr>
            <p:nvPr/>
          </p:nvSpPr>
          <p:spPr bwMode="auto">
            <a:xfrm>
              <a:off x="3964" y="2584"/>
              <a:ext cx="0" cy="1008"/>
            </a:xfrm>
            <a:prstGeom prst="line">
              <a:avLst/>
            </a:prstGeom>
            <a:noFill/>
            <a:ln w="127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338" name="Text Box 74"/>
            <p:cNvSpPr txBox="1">
              <a:spLocks noChangeArrowheads="1"/>
            </p:cNvSpPr>
            <p:nvPr/>
          </p:nvSpPr>
          <p:spPr bwMode="auto">
            <a:xfrm>
              <a:off x="4320" y="2296"/>
              <a:ext cx="24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39" name="Line 75"/>
            <p:cNvSpPr>
              <a:spLocks noChangeShapeType="1"/>
            </p:cNvSpPr>
            <p:nvPr/>
          </p:nvSpPr>
          <p:spPr bwMode="auto">
            <a:xfrm>
              <a:off x="4128" y="2704"/>
              <a:ext cx="432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340" name="Oval 76"/>
            <p:cNvSpPr>
              <a:spLocks noChangeArrowheads="1"/>
            </p:cNvSpPr>
            <p:nvPr/>
          </p:nvSpPr>
          <p:spPr bwMode="auto">
            <a:xfrm>
              <a:off x="4649" y="2523"/>
              <a:ext cx="91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341" name="Oval 77"/>
            <p:cNvSpPr>
              <a:spLocks noChangeArrowheads="1"/>
            </p:cNvSpPr>
            <p:nvPr/>
          </p:nvSpPr>
          <p:spPr bwMode="auto">
            <a:xfrm>
              <a:off x="4649" y="3566"/>
              <a:ext cx="91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342" name="Text Box 78"/>
            <p:cNvSpPr txBox="1">
              <a:spLocks noChangeArrowheads="1"/>
            </p:cNvSpPr>
            <p:nvPr/>
          </p:nvSpPr>
          <p:spPr bwMode="auto">
            <a:xfrm>
              <a:off x="4513" y="2977"/>
              <a:ext cx="363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43" name="Text Box 79"/>
            <p:cNvSpPr txBox="1">
              <a:spLocks noChangeArrowheads="1"/>
            </p:cNvSpPr>
            <p:nvPr/>
          </p:nvSpPr>
          <p:spPr bwMode="auto">
            <a:xfrm>
              <a:off x="4560" y="2568"/>
              <a:ext cx="243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44" name="Text Box 80"/>
            <p:cNvSpPr txBox="1">
              <a:spLocks noChangeArrowheads="1"/>
            </p:cNvSpPr>
            <p:nvPr/>
          </p:nvSpPr>
          <p:spPr bwMode="auto">
            <a:xfrm>
              <a:off x="4559" y="3158"/>
              <a:ext cx="212" cy="32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345" name="Line 81"/>
            <p:cNvSpPr>
              <a:spLocks noChangeShapeType="1"/>
            </p:cNvSpPr>
            <p:nvPr/>
          </p:nvSpPr>
          <p:spPr bwMode="auto">
            <a:xfrm>
              <a:off x="3969" y="2568"/>
              <a:ext cx="680" cy="0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346" name="Line 82"/>
            <p:cNvSpPr>
              <a:spLocks noChangeShapeType="1"/>
            </p:cNvSpPr>
            <p:nvPr/>
          </p:nvSpPr>
          <p:spPr bwMode="auto">
            <a:xfrm>
              <a:off x="3969" y="3612"/>
              <a:ext cx="680" cy="0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</p:grpSp>
      <p:sp>
        <p:nvSpPr>
          <p:cNvPr id="1050347" name="Text Box 83"/>
          <p:cNvSpPr txBox="1">
            <a:spLocks noChangeArrowheads="1"/>
          </p:cNvSpPr>
          <p:nvPr/>
        </p:nvSpPr>
        <p:spPr bwMode="auto">
          <a:xfrm>
            <a:off x="5378769" y="3982086"/>
            <a:ext cx="2160587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对外等效！</a:t>
            </a:r>
            <a:endParaRPr lang="zh-CN" altLang="en-US" sz="28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48" name="Text Box 2"/>
          <p:cNvSpPr txBox="1">
            <a:spLocks noChangeArrowheads="1"/>
          </p:cNvSpPr>
          <p:nvPr/>
        </p:nvSpPr>
        <p:spPr bwMode="auto">
          <a:xfrm>
            <a:off x="1847851" y="333375"/>
            <a:ext cx="4608513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 typeface="Wingdings" panose="05000000000000000000" pitchFamily="2" charset="2"/>
              <a:buChar char="l"/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 电流源与支路的串、并联等效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154" name="Group 3"/>
          <p:cNvGrpSpPr/>
          <p:nvPr/>
        </p:nvGrpSpPr>
        <p:grpSpPr bwMode="auto">
          <a:xfrm>
            <a:off x="2030413" y="981075"/>
            <a:ext cx="3705225" cy="2174876"/>
            <a:chOff x="410" y="709"/>
            <a:chExt cx="2334" cy="1370"/>
          </a:xfrm>
        </p:grpSpPr>
        <p:sp>
          <p:nvSpPr>
            <p:cNvPr id="1050349" name="Text Box 15"/>
            <p:cNvSpPr txBox="1">
              <a:spLocks noChangeArrowheads="1"/>
            </p:cNvSpPr>
            <p:nvPr/>
          </p:nvSpPr>
          <p:spPr bwMode="auto">
            <a:xfrm>
              <a:off x="1639" y="1243"/>
              <a:ext cx="425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i="1" baseline="-25000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S2</a:t>
              </a:r>
              <a:endParaRPr kumimoji="1" lang="en-US" altLang="zh-CN" sz="28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50" name="Text Box 9"/>
            <p:cNvSpPr txBox="1">
              <a:spLocks noChangeArrowheads="1"/>
            </p:cNvSpPr>
            <p:nvPr/>
          </p:nvSpPr>
          <p:spPr bwMode="auto">
            <a:xfrm>
              <a:off x="583" y="1254"/>
              <a:ext cx="3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S1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155" name="Group 4"/>
            <p:cNvGrpSpPr/>
            <p:nvPr/>
          </p:nvGrpSpPr>
          <p:grpSpPr bwMode="auto">
            <a:xfrm>
              <a:off x="410" y="1234"/>
              <a:ext cx="168" cy="327"/>
              <a:chOff x="2370" y="2284"/>
              <a:chExt cx="166" cy="327"/>
            </a:xfrm>
          </p:grpSpPr>
          <p:sp>
            <p:nvSpPr>
              <p:cNvPr id="1050351" name="Oval 5"/>
              <p:cNvSpPr>
                <a:spLocks noChangeArrowheads="1"/>
              </p:cNvSpPr>
              <p:nvPr/>
            </p:nvSpPr>
            <p:spPr bwMode="auto">
              <a:xfrm>
                <a:off x="2370" y="2284"/>
                <a:ext cx="162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352" name="Line 6"/>
              <p:cNvSpPr>
                <a:spLocks noChangeShapeType="1"/>
              </p:cNvSpPr>
              <p:nvPr/>
            </p:nvSpPr>
            <p:spPr bwMode="auto">
              <a:xfrm>
                <a:off x="2370" y="2448"/>
                <a:ext cx="166" cy="0"/>
              </a:xfrm>
              <a:prstGeom prst="line">
                <a:avLst/>
              </a:prstGeom>
              <a:noFill/>
              <a:ln w="28575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</p:grpSp>
        <p:sp>
          <p:nvSpPr>
            <p:cNvPr id="1050353" name="Line 7"/>
            <p:cNvSpPr>
              <a:spLocks noChangeShapeType="1"/>
            </p:cNvSpPr>
            <p:nvPr/>
          </p:nvSpPr>
          <p:spPr bwMode="auto">
            <a:xfrm>
              <a:off x="486" y="1542"/>
              <a:ext cx="0" cy="336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354" name="Line 8"/>
            <p:cNvSpPr>
              <a:spLocks noChangeShapeType="1"/>
            </p:cNvSpPr>
            <p:nvPr/>
          </p:nvSpPr>
          <p:spPr bwMode="auto">
            <a:xfrm flipV="1">
              <a:off x="486" y="1062"/>
              <a:ext cx="0" cy="192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grpSp>
          <p:nvGrpSpPr>
            <p:cNvPr id="1156" name="Group 10"/>
            <p:cNvGrpSpPr/>
            <p:nvPr/>
          </p:nvGrpSpPr>
          <p:grpSpPr bwMode="auto">
            <a:xfrm>
              <a:off x="1451" y="1234"/>
              <a:ext cx="164" cy="327"/>
              <a:chOff x="2368" y="2284"/>
              <a:chExt cx="162" cy="327"/>
            </a:xfrm>
          </p:grpSpPr>
          <p:sp>
            <p:nvSpPr>
              <p:cNvPr id="1050355" name="Oval 11"/>
              <p:cNvSpPr>
                <a:spLocks noChangeArrowheads="1"/>
              </p:cNvSpPr>
              <p:nvPr/>
            </p:nvSpPr>
            <p:spPr bwMode="auto">
              <a:xfrm>
                <a:off x="2368" y="2284"/>
                <a:ext cx="162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356" name="Line 12"/>
              <p:cNvSpPr>
                <a:spLocks noChangeShapeType="1"/>
              </p:cNvSpPr>
              <p:nvPr/>
            </p:nvSpPr>
            <p:spPr bwMode="auto">
              <a:xfrm>
                <a:off x="2368" y="2448"/>
                <a:ext cx="162" cy="0"/>
              </a:xfrm>
              <a:prstGeom prst="line">
                <a:avLst/>
              </a:prstGeom>
              <a:noFill/>
              <a:ln w="28575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</p:grpSp>
        <p:sp>
          <p:nvSpPr>
            <p:cNvPr id="1050357" name="Line 13"/>
            <p:cNvSpPr>
              <a:spLocks noChangeShapeType="1"/>
            </p:cNvSpPr>
            <p:nvPr/>
          </p:nvSpPr>
          <p:spPr bwMode="auto">
            <a:xfrm>
              <a:off x="1538" y="1542"/>
              <a:ext cx="0" cy="336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headEnd type="none" w="sm" len="sm"/>
              <a:tailEnd type="oval" w="sm" len="sm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358" name="Line 14"/>
            <p:cNvSpPr>
              <a:spLocks noChangeShapeType="1"/>
            </p:cNvSpPr>
            <p:nvPr/>
          </p:nvSpPr>
          <p:spPr bwMode="auto">
            <a:xfrm flipV="1">
              <a:off x="1538" y="1062"/>
              <a:ext cx="0" cy="192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359" name="Text Box 16"/>
            <p:cNvSpPr txBox="1">
              <a:spLocks noChangeArrowheads="1"/>
            </p:cNvSpPr>
            <p:nvPr/>
          </p:nvSpPr>
          <p:spPr bwMode="auto">
            <a:xfrm>
              <a:off x="2109" y="805"/>
              <a:ext cx="135" cy="58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º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360" name="Text Box 17"/>
            <p:cNvSpPr txBox="1">
              <a:spLocks noChangeArrowheads="1"/>
            </p:cNvSpPr>
            <p:nvPr/>
          </p:nvSpPr>
          <p:spPr bwMode="auto">
            <a:xfrm>
              <a:off x="2064" y="1750"/>
              <a:ext cx="317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º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361" name="Line 18"/>
            <p:cNvSpPr>
              <a:spLocks noChangeShapeType="1"/>
            </p:cNvSpPr>
            <p:nvPr/>
          </p:nvSpPr>
          <p:spPr bwMode="auto">
            <a:xfrm>
              <a:off x="2109" y="981"/>
              <a:ext cx="363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362" name="Text Box 19"/>
            <p:cNvSpPr txBox="1">
              <a:spLocks noChangeArrowheads="1"/>
            </p:cNvSpPr>
            <p:nvPr/>
          </p:nvSpPr>
          <p:spPr bwMode="auto">
            <a:xfrm>
              <a:off x="1791" y="709"/>
              <a:ext cx="33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63" name="Line 20"/>
            <p:cNvSpPr>
              <a:spLocks noChangeShapeType="1"/>
            </p:cNvSpPr>
            <p:nvPr/>
          </p:nvSpPr>
          <p:spPr bwMode="auto">
            <a:xfrm>
              <a:off x="1020" y="1071"/>
              <a:ext cx="0" cy="817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364" name="Line 21"/>
            <p:cNvSpPr>
              <a:spLocks noChangeShapeType="1"/>
            </p:cNvSpPr>
            <p:nvPr/>
          </p:nvSpPr>
          <p:spPr bwMode="auto">
            <a:xfrm>
              <a:off x="476" y="1888"/>
              <a:ext cx="1678" cy="0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365" name="Line 22"/>
            <p:cNvSpPr>
              <a:spLocks noChangeShapeType="1"/>
            </p:cNvSpPr>
            <p:nvPr/>
          </p:nvSpPr>
          <p:spPr bwMode="auto">
            <a:xfrm>
              <a:off x="476" y="1071"/>
              <a:ext cx="1724" cy="0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366" name="Line 23"/>
            <p:cNvSpPr>
              <a:spLocks noChangeShapeType="1"/>
            </p:cNvSpPr>
            <p:nvPr/>
          </p:nvSpPr>
          <p:spPr bwMode="auto">
            <a:xfrm>
              <a:off x="2018" y="1071"/>
              <a:ext cx="0" cy="817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367" name="Rectangle 24"/>
            <p:cNvSpPr>
              <a:spLocks noChangeArrowheads="1"/>
            </p:cNvSpPr>
            <p:nvPr/>
          </p:nvSpPr>
          <p:spPr bwMode="auto">
            <a:xfrm>
              <a:off x="975" y="1344"/>
              <a:ext cx="136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368" name="Rectangle 25"/>
            <p:cNvSpPr>
              <a:spLocks noChangeArrowheads="1"/>
            </p:cNvSpPr>
            <p:nvPr/>
          </p:nvSpPr>
          <p:spPr bwMode="auto">
            <a:xfrm>
              <a:off x="1973" y="1298"/>
              <a:ext cx="91" cy="27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369" name="Text Box 26"/>
            <p:cNvSpPr txBox="1">
              <a:spLocks noChangeArrowheads="1"/>
            </p:cNvSpPr>
            <p:nvPr/>
          </p:nvSpPr>
          <p:spPr bwMode="auto">
            <a:xfrm>
              <a:off x="2064" y="1253"/>
              <a:ext cx="3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70" name="Text Box 27"/>
            <p:cNvSpPr txBox="1">
              <a:spLocks noChangeArrowheads="1"/>
            </p:cNvSpPr>
            <p:nvPr/>
          </p:nvSpPr>
          <p:spPr bwMode="auto">
            <a:xfrm>
              <a:off x="1066" y="1298"/>
              <a:ext cx="3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71" name="Text Box 28"/>
            <p:cNvSpPr txBox="1">
              <a:spLocks noChangeArrowheads="1"/>
            </p:cNvSpPr>
            <p:nvPr/>
          </p:nvSpPr>
          <p:spPr bwMode="auto">
            <a:xfrm>
              <a:off x="2290" y="981"/>
              <a:ext cx="31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372" name="Text Box 29"/>
            <p:cNvSpPr txBox="1">
              <a:spLocks noChangeArrowheads="1"/>
            </p:cNvSpPr>
            <p:nvPr/>
          </p:nvSpPr>
          <p:spPr bwMode="auto">
            <a:xfrm>
              <a:off x="2336" y="1616"/>
              <a:ext cx="318" cy="28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ea typeface="仿宋_GB2312" pitchFamily="49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373" name="Text Box 30"/>
            <p:cNvSpPr txBox="1">
              <a:spLocks noChangeArrowheads="1"/>
            </p:cNvSpPr>
            <p:nvPr/>
          </p:nvSpPr>
          <p:spPr bwMode="auto">
            <a:xfrm>
              <a:off x="2426" y="1298"/>
              <a:ext cx="31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aphicFrame>
        <p:nvGraphicFramePr>
          <p:cNvPr id="4194352" name="Object 31"/>
          <p:cNvGraphicFramePr>
            <a:graphicFrameLocks noChangeAspect="1"/>
          </p:cNvGraphicFramePr>
          <p:nvPr/>
        </p:nvGraphicFramePr>
        <p:xfrm>
          <a:off x="2038270" y="2942432"/>
          <a:ext cx="7851775" cy="560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71" name="Equation" r:id="rId1" imgW="87477600" imgH="5486400" progId="Equation.DSMT4">
                  <p:embed/>
                </p:oleObj>
              </mc:Choice>
              <mc:Fallback>
                <p:oleObj name="Equation" r:id="rId1" imgW="87477600" imgH="5486400" progId="Equation.DSMT4">
                  <p:embed/>
                  <p:pic>
                    <p:nvPicPr>
                      <p:cNvPr id="0" name="图片 1847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38270" y="2942432"/>
                        <a:ext cx="7851775" cy="5603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57" name="Group 32"/>
          <p:cNvGrpSpPr/>
          <p:nvPr/>
        </p:nvGrpSpPr>
        <p:grpSpPr bwMode="auto">
          <a:xfrm>
            <a:off x="5591176" y="1773238"/>
            <a:ext cx="1871663" cy="792162"/>
            <a:chOff x="2880" y="1253"/>
            <a:chExt cx="1179" cy="499"/>
          </a:xfrm>
        </p:grpSpPr>
        <p:sp>
          <p:nvSpPr>
            <p:cNvPr id="1050374" name="AutoShape 33"/>
            <p:cNvSpPr>
              <a:spLocks noChangeArrowheads="1"/>
            </p:cNvSpPr>
            <p:nvPr/>
          </p:nvSpPr>
          <p:spPr bwMode="auto">
            <a:xfrm>
              <a:off x="2880" y="1536"/>
              <a:ext cx="1179" cy="216"/>
            </a:xfrm>
            <a:prstGeom prst="rightArrow">
              <a:avLst>
                <a:gd name="adj1" fmla="val 50000"/>
                <a:gd name="adj2" fmla="val 136458"/>
              </a:avLst>
            </a:prstGeom>
            <a:solidFill>
              <a:schemeClr val="accent1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375" name="Text Box 34"/>
            <p:cNvSpPr txBox="1">
              <a:spLocks noChangeArrowheads="1"/>
            </p:cNvSpPr>
            <p:nvPr/>
          </p:nvSpPr>
          <p:spPr bwMode="auto">
            <a:xfrm>
              <a:off x="2926" y="1253"/>
              <a:ext cx="104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等效电路</a:t>
              </a:r>
              <a:endPara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158" name="Group 69"/>
          <p:cNvGrpSpPr/>
          <p:nvPr/>
        </p:nvGrpSpPr>
        <p:grpSpPr bwMode="auto">
          <a:xfrm>
            <a:off x="7951226" y="1095375"/>
            <a:ext cx="1816675" cy="2098675"/>
            <a:chOff x="3761" y="690"/>
            <a:chExt cx="934" cy="1322"/>
          </a:xfrm>
        </p:grpSpPr>
        <p:grpSp>
          <p:nvGrpSpPr>
            <p:cNvPr id="1159" name="Group 70"/>
            <p:cNvGrpSpPr/>
            <p:nvPr/>
          </p:nvGrpSpPr>
          <p:grpSpPr bwMode="auto">
            <a:xfrm>
              <a:off x="3761" y="690"/>
              <a:ext cx="915" cy="1322"/>
              <a:chOff x="3665" y="1091"/>
              <a:chExt cx="915" cy="1322"/>
            </a:xfrm>
          </p:grpSpPr>
          <p:sp>
            <p:nvSpPr>
              <p:cNvPr id="1050376" name="Text Box 76"/>
              <p:cNvSpPr txBox="1">
                <a:spLocks noChangeArrowheads="1"/>
              </p:cNvSpPr>
              <p:nvPr/>
            </p:nvSpPr>
            <p:spPr bwMode="auto">
              <a:xfrm>
                <a:off x="3878" y="1480"/>
                <a:ext cx="336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zh-CN" sz="2800" b="1" i="1" dirty="0" err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r>
                  <a:rPr lang="en-US" altLang="zh-CN" sz="2800" b="1" i="1" baseline="-25000" dirty="0" err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endParaRPr lang="en-US" altLang="zh-CN" sz="2400" b="1" dirty="0">
                  <a:solidFill>
                    <a:schemeClr val="tx2"/>
                  </a:solidFill>
                  <a:ea typeface="黑体" panose="02010609060101010101" pitchFamily="49" charset="-122"/>
                </a:endParaRPr>
              </a:p>
            </p:txBody>
          </p:sp>
          <p:grpSp>
            <p:nvGrpSpPr>
              <p:cNvPr id="1160" name="Group 71"/>
              <p:cNvGrpSpPr/>
              <p:nvPr/>
            </p:nvGrpSpPr>
            <p:grpSpPr bwMode="auto">
              <a:xfrm>
                <a:off x="3665" y="1480"/>
                <a:ext cx="148" cy="327"/>
                <a:chOff x="2369" y="2284"/>
                <a:chExt cx="148" cy="327"/>
              </a:xfrm>
            </p:grpSpPr>
            <p:sp>
              <p:nvSpPr>
                <p:cNvPr id="1050377" name="Oval 72"/>
                <p:cNvSpPr>
                  <a:spLocks noChangeArrowheads="1"/>
                </p:cNvSpPr>
                <p:nvPr/>
              </p:nvSpPr>
              <p:spPr bwMode="auto">
                <a:xfrm>
                  <a:off x="2383" y="2284"/>
                  <a:ext cx="134" cy="327"/>
                </a:xfrm>
                <a:prstGeom prst="ellipse">
                  <a:avLst/>
                </a:prstGeom>
                <a:solidFill>
                  <a:srgbClr val="66CCFF"/>
                </a:solidFill>
                <a:ln w="38100">
                  <a:solidFill>
                    <a:srgbClr val="FF9900"/>
                  </a:solidFill>
                  <a:round/>
                </a:ln>
                <a:effectLst/>
              </p:spPr>
              <p:txBody>
                <a:bodyPr wrap="none" anchor="ctr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zh-CN" altLang="en-US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50378" name="Line 73"/>
                <p:cNvSpPr>
                  <a:spLocks noChangeShapeType="1"/>
                </p:cNvSpPr>
                <p:nvPr/>
              </p:nvSpPr>
              <p:spPr bwMode="auto">
                <a:xfrm flipV="1">
                  <a:off x="2369" y="2448"/>
                  <a:ext cx="144" cy="0"/>
                </a:xfrm>
                <a:prstGeom prst="line">
                  <a:avLst/>
                </a:prstGeom>
                <a:noFill/>
                <a:ln w="38100">
                  <a:solidFill>
                    <a:srgbClr val="FF9900"/>
                  </a:solidFill>
                  <a:round/>
                </a:ln>
                <a:effectLst/>
              </p:spPr>
              <p:txBody>
                <a:bodyPr wrap="none" anchor="ctr"/>
                <a:p>
                  <a:endParaRPr lang="zh-CN" altLang="en-US"/>
                </a:p>
              </p:txBody>
            </p:sp>
          </p:grpSp>
          <p:sp>
            <p:nvSpPr>
              <p:cNvPr id="1050379" name="Line 74"/>
              <p:cNvSpPr>
                <a:spLocks noChangeShapeType="1"/>
              </p:cNvSpPr>
              <p:nvPr/>
            </p:nvSpPr>
            <p:spPr bwMode="auto">
              <a:xfrm>
                <a:off x="3744" y="1788"/>
                <a:ext cx="0" cy="336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380" name="Line 75"/>
              <p:cNvSpPr>
                <a:spLocks noChangeShapeType="1"/>
              </p:cNvSpPr>
              <p:nvPr/>
            </p:nvSpPr>
            <p:spPr bwMode="auto">
              <a:xfrm flipV="1">
                <a:off x="3744" y="1308"/>
                <a:ext cx="0" cy="192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tailEnd type="triangle" w="med" len="med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381" name="Line 77"/>
              <p:cNvSpPr>
                <a:spLocks noChangeShapeType="1"/>
              </p:cNvSpPr>
              <p:nvPr/>
            </p:nvSpPr>
            <p:spPr bwMode="auto">
              <a:xfrm>
                <a:off x="3744" y="2124"/>
                <a:ext cx="768" cy="0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382" name="Line 78"/>
              <p:cNvSpPr>
                <a:spLocks noChangeShapeType="1"/>
              </p:cNvSpPr>
              <p:nvPr/>
            </p:nvSpPr>
            <p:spPr bwMode="auto">
              <a:xfrm>
                <a:off x="3744" y="1308"/>
                <a:ext cx="768" cy="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383" name="Text Box 79"/>
              <p:cNvSpPr txBox="1">
                <a:spLocks noChangeArrowheads="1"/>
              </p:cNvSpPr>
              <p:nvPr/>
            </p:nvSpPr>
            <p:spPr bwMode="auto">
              <a:xfrm>
                <a:off x="4464" y="1091"/>
                <a:ext cx="116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º</a:t>
                </a:r>
                <a:endPara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384" name="Text Box 80"/>
              <p:cNvSpPr txBox="1">
                <a:spLocks noChangeArrowheads="1"/>
              </p:cNvSpPr>
              <p:nvPr/>
            </p:nvSpPr>
            <p:spPr bwMode="auto">
              <a:xfrm>
                <a:off x="4464" y="1907"/>
                <a:ext cx="116" cy="50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º</a:t>
                </a:r>
                <a:endPara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  <p:sp>
          <p:nvSpPr>
            <p:cNvPr id="1050385" name="Line 81"/>
            <p:cNvSpPr>
              <a:spLocks noChangeShapeType="1"/>
            </p:cNvSpPr>
            <p:nvPr/>
          </p:nvSpPr>
          <p:spPr bwMode="auto">
            <a:xfrm>
              <a:off x="4422" y="890"/>
              <a:ext cx="0" cy="816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386" name="Rectangle 82"/>
            <p:cNvSpPr>
              <a:spLocks noChangeArrowheads="1"/>
            </p:cNvSpPr>
            <p:nvPr/>
          </p:nvSpPr>
          <p:spPr bwMode="auto">
            <a:xfrm>
              <a:off x="4377" y="1162"/>
              <a:ext cx="91" cy="27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387" name="Text Box 83"/>
            <p:cNvSpPr txBox="1">
              <a:spLocks noChangeArrowheads="1"/>
            </p:cNvSpPr>
            <p:nvPr/>
          </p:nvSpPr>
          <p:spPr bwMode="auto">
            <a:xfrm>
              <a:off x="4468" y="1117"/>
              <a:ext cx="227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1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1" name="Group 35"/>
          <p:cNvGrpSpPr/>
          <p:nvPr/>
        </p:nvGrpSpPr>
        <p:grpSpPr bwMode="auto">
          <a:xfrm>
            <a:off x="3727769" y="2203451"/>
            <a:ext cx="936625" cy="1800225"/>
            <a:chOff x="2018" y="2478"/>
            <a:chExt cx="454" cy="1043"/>
          </a:xfrm>
        </p:grpSpPr>
        <p:sp>
          <p:nvSpPr>
            <p:cNvPr id="1050400" name="Freeform 36"/>
            <p:cNvSpPr/>
            <p:nvPr/>
          </p:nvSpPr>
          <p:spPr bwMode="auto">
            <a:xfrm>
              <a:off x="2018" y="2478"/>
              <a:ext cx="408" cy="1043"/>
            </a:xfrm>
            <a:custGeom>
              <a:avLst/>
              <a:gdLst>
                <a:gd name="T0" fmla="*/ 0 w 688"/>
                <a:gd name="T1" fmla="*/ 1043 h 1043"/>
                <a:gd name="T2" fmla="*/ 76 w 688"/>
                <a:gd name="T3" fmla="*/ 861 h 1043"/>
                <a:gd name="T4" fmla="*/ 133 w 688"/>
                <a:gd name="T5" fmla="*/ 453 h 1043"/>
                <a:gd name="T6" fmla="*/ 9 w 688"/>
                <a:gd name="T7" fmla="*/ 0 h 10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8" h="1043">
                  <a:moveTo>
                    <a:pt x="0" y="1043"/>
                  </a:moveTo>
                  <a:cubicBezTo>
                    <a:pt x="128" y="1001"/>
                    <a:pt x="257" y="959"/>
                    <a:pt x="363" y="861"/>
                  </a:cubicBezTo>
                  <a:cubicBezTo>
                    <a:pt x="469" y="763"/>
                    <a:pt x="688" y="596"/>
                    <a:pt x="635" y="453"/>
                  </a:cubicBezTo>
                  <a:cubicBezTo>
                    <a:pt x="582" y="310"/>
                    <a:pt x="314" y="155"/>
                    <a:pt x="46" y="0"/>
                  </a:cubicBezTo>
                </a:path>
              </a:pathLst>
            </a:custGeom>
            <a:noFill/>
            <a:ln w="38100" cap="flat" cmpd="sng">
              <a:solidFill>
                <a:srgbClr val="FFCC00"/>
              </a:solidFill>
              <a:prstDash val="dash"/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401" name="Rectangle 37"/>
            <p:cNvSpPr>
              <a:spLocks noChangeArrowheads="1"/>
            </p:cNvSpPr>
            <p:nvPr/>
          </p:nvSpPr>
          <p:spPr bwMode="auto">
            <a:xfrm>
              <a:off x="2336" y="2886"/>
              <a:ext cx="136" cy="272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402" name="Text Box 38"/>
            <p:cNvSpPr txBox="1">
              <a:spLocks noChangeArrowheads="1"/>
            </p:cNvSpPr>
            <p:nvPr/>
          </p:nvSpPr>
          <p:spPr bwMode="auto">
            <a:xfrm>
              <a:off x="2064" y="2840"/>
              <a:ext cx="348" cy="302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182" name="Group 39"/>
          <p:cNvGrpSpPr/>
          <p:nvPr/>
        </p:nvGrpSpPr>
        <p:grpSpPr bwMode="auto">
          <a:xfrm>
            <a:off x="7579329" y="1743076"/>
            <a:ext cx="1549115" cy="2098675"/>
            <a:chOff x="3664" y="1091"/>
            <a:chExt cx="916" cy="1322"/>
          </a:xfrm>
        </p:grpSpPr>
        <p:sp>
          <p:nvSpPr>
            <p:cNvPr id="1050403" name="Text Box 45"/>
            <p:cNvSpPr txBox="1">
              <a:spLocks noChangeArrowheads="1"/>
            </p:cNvSpPr>
            <p:nvPr/>
          </p:nvSpPr>
          <p:spPr bwMode="auto">
            <a:xfrm>
              <a:off x="3878" y="1480"/>
              <a:ext cx="33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 dirty="0" err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i="1" baseline="-25000" dirty="0" err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lang="en-US" altLang="zh-CN" sz="2400" b="1" dirty="0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grpSp>
          <p:nvGrpSpPr>
            <p:cNvPr id="1183" name="Group 40"/>
            <p:cNvGrpSpPr/>
            <p:nvPr/>
          </p:nvGrpSpPr>
          <p:grpSpPr bwMode="auto">
            <a:xfrm>
              <a:off x="3664" y="1480"/>
              <a:ext cx="154" cy="327"/>
              <a:chOff x="2368" y="2284"/>
              <a:chExt cx="154" cy="327"/>
            </a:xfrm>
          </p:grpSpPr>
          <p:sp>
            <p:nvSpPr>
              <p:cNvPr id="1050404" name="Oval 41"/>
              <p:cNvSpPr>
                <a:spLocks noChangeArrowheads="1"/>
              </p:cNvSpPr>
              <p:nvPr/>
            </p:nvSpPr>
            <p:spPr bwMode="auto">
              <a:xfrm>
                <a:off x="2368" y="2284"/>
                <a:ext cx="15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405" name="Line 42"/>
              <p:cNvSpPr>
                <a:spLocks noChangeShapeType="1"/>
              </p:cNvSpPr>
              <p:nvPr/>
            </p:nvSpPr>
            <p:spPr bwMode="auto">
              <a:xfrm flipV="1">
                <a:off x="2368" y="2442"/>
                <a:ext cx="154" cy="6"/>
              </a:xfrm>
              <a:prstGeom prst="line">
                <a:avLst/>
              </a:prstGeom>
              <a:noFill/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</p:grpSp>
        <p:sp>
          <p:nvSpPr>
            <p:cNvPr id="1050406" name="Line 43"/>
            <p:cNvSpPr>
              <a:spLocks noChangeShapeType="1"/>
            </p:cNvSpPr>
            <p:nvPr/>
          </p:nvSpPr>
          <p:spPr bwMode="auto">
            <a:xfrm>
              <a:off x="3744" y="1788"/>
              <a:ext cx="0" cy="336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407" name="Line 44"/>
            <p:cNvSpPr>
              <a:spLocks noChangeShapeType="1"/>
            </p:cNvSpPr>
            <p:nvPr/>
          </p:nvSpPr>
          <p:spPr bwMode="auto">
            <a:xfrm flipV="1">
              <a:off x="3744" y="1308"/>
              <a:ext cx="0" cy="19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408" name="Line 46"/>
            <p:cNvSpPr>
              <a:spLocks noChangeShapeType="1"/>
            </p:cNvSpPr>
            <p:nvPr/>
          </p:nvSpPr>
          <p:spPr bwMode="auto">
            <a:xfrm>
              <a:off x="3744" y="2124"/>
              <a:ext cx="768" cy="0"/>
            </a:xfrm>
            <a:prstGeom prst="line">
              <a:avLst/>
            </a:prstGeom>
            <a:noFill/>
            <a:ln w="952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409" name="Line 47"/>
            <p:cNvSpPr>
              <a:spLocks noChangeShapeType="1"/>
            </p:cNvSpPr>
            <p:nvPr/>
          </p:nvSpPr>
          <p:spPr bwMode="auto">
            <a:xfrm>
              <a:off x="3744" y="1308"/>
              <a:ext cx="768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410" name="Text Box 48"/>
            <p:cNvSpPr txBox="1">
              <a:spLocks noChangeArrowheads="1"/>
            </p:cNvSpPr>
            <p:nvPr/>
          </p:nvSpPr>
          <p:spPr bwMode="auto">
            <a:xfrm>
              <a:off x="4464" y="1091"/>
              <a:ext cx="116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º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411" name="Text Box 49"/>
            <p:cNvSpPr txBox="1">
              <a:spLocks noChangeArrowheads="1"/>
            </p:cNvSpPr>
            <p:nvPr/>
          </p:nvSpPr>
          <p:spPr bwMode="auto">
            <a:xfrm>
              <a:off x="4464" y="1907"/>
              <a:ext cx="116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º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184" name="Group 50"/>
          <p:cNvGrpSpPr/>
          <p:nvPr/>
        </p:nvGrpSpPr>
        <p:grpSpPr bwMode="auto">
          <a:xfrm>
            <a:off x="1898969" y="1843089"/>
            <a:ext cx="2189162" cy="2694594"/>
            <a:chOff x="413" y="2568"/>
            <a:chExt cx="1379" cy="1697"/>
          </a:xfrm>
        </p:grpSpPr>
        <p:grpSp>
          <p:nvGrpSpPr>
            <p:cNvPr id="1185" name="Group 51"/>
            <p:cNvGrpSpPr/>
            <p:nvPr/>
          </p:nvGrpSpPr>
          <p:grpSpPr bwMode="auto">
            <a:xfrm>
              <a:off x="413" y="2575"/>
              <a:ext cx="1243" cy="1690"/>
              <a:chOff x="3685" y="1128"/>
              <a:chExt cx="895" cy="1249"/>
            </a:xfrm>
          </p:grpSpPr>
          <p:sp>
            <p:nvSpPr>
              <p:cNvPr id="1050412" name="Text Box 57"/>
              <p:cNvSpPr txBox="1">
                <a:spLocks noChangeArrowheads="1"/>
              </p:cNvSpPr>
              <p:nvPr/>
            </p:nvSpPr>
            <p:spPr bwMode="auto">
              <a:xfrm>
                <a:off x="3878" y="1480"/>
                <a:ext cx="336" cy="243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 dirty="0" err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r>
                  <a:rPr kumimoji="1" lang="en-US" altLang="zh-CN" sz="2800" b="1" i="1" baseline="-25000" dirty="0" err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endParaRPr kumimoji="1" lang="en-US" altLang="zh-CN" sz="2800" b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grpSp>
            <p:nvGrpSpPr>
              <p:cNvPr id="1186" name="Group 52"/>
              <p:cNvGrpSpPr/>
              <p:nvPr/>
            </p:nvGrpSpPr>
            <p:grpSpPr bwMode="auto">
              <a:xfrm>
                <a:off x="3685" y="1523"/>
                <a:ext cx="118" cy="242"/>
                <a:chOff x="2389" y="2327"/>
                <a:chExt cx="118" cy="242"/>
              </a:xfrm>
            </p:grpSpPr>
            <p:sp>
              <p:nvSpPr>
                <p:cNvPr id="1050413" name="Oval 53"/>
                <p:cNvSpPr>
                  <a:spLocks noChangeArrowheads="1"/>
                </p:cNvSpPr>
                <p:nvPr/>
              </p:nvSpPr>
              <p:spPr bwMode="auto">
                <a:xfrm>
                  <a:off x="2389" y="2327"/>
                  <a:ext cx="118" cy="242"/>
                </a:xfrm>
                <a:prstGeom prst="ellipse">
                  <a:avLst/>
                </a:prstGeom>
                <a:solidFill>
                  <a:srgbClr val="66CCFF"/>
                </a:solidFill>
                <a:ln w="38100">
                  <a:solidFill>
                    <a:srgbClr val="FF9900"/>
                  </a:solidFill>
                  <a:round/>
                </a:ln>
                <a:effectLst/>
              </p:spPr>
              <p:txBody>
                <a:bodyPr wrap="none" anchor="ctr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zh-CN" altLang="en-US">
                    <a:ea typeface="宋体" panose="02010600030101010101" pitchFamily="2" charset="-122"/>
                  </a:endParaRPr>
                </a:p>
              </p:txBody>
            </p:sp>
            <p:sp>
              <p:nvSpPr>
                <p:cNvPr id="1050414" name="Line 54"/>
                <p:cNvSpPr>
                  <a:spLocks noChangeShapeType="1"/>
                </p:cNvSpPr>
                <p:nvPr/>
              </p:nvSpPr>
              <p:spPr bwMode="auto">
                <a:xfrm flipV="1">
                  <a:off x="2389" y="2447"/>
                  <a:ext cx="118" cy="1"/>
                </a:xfrm>
                <a:prstGeom prst="line">
                  <a:avLst/>
                </a:prstGeom>
                <a:noFill/>
                <a:ln w="38100">
                  <a:solidFill>
                    <a:srgbClr val="FF9900"/>
                  </a:solidFill>
                  <a:round/>
                </a:ln>
                <a:effectLst/>
              </p:spPr>
              <p:txBody>
                <a:bodyPr wrap="none" anchor="ctr"/>
                <a:p>
                  <a:endParaRPr lang="zh-CN" altLang="en-US"/>
                </a:p>
              </p:txBody>
            </p:sp>
          </p:grpSp>
          <p:sp>
            <p:nvSpPr>
              <p:cNvPr id="1050415" name="Line 55"/>
              <p:cNvSpPr>
                <a:spLocks noChangeShapeType="1"/>
              </p:cNvSpPr>
              <p:nvPr/>
            </p:nvSpPr>
            <p:spPr bwMode="auto">
              <a:xfrm>
                <a:off x="3744" y="1788"/>
                <a:ext cx="0" cy="336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416" name="Line 56"/>
              <p:cNvSpPr>
                <a:spLocks noChangeShapeType="1"/>
              </p:cNvSpPr>
              <p:nvPr/>
            </p:nvSpPr>
            <p:spPr bwMode="auto">
              <a:xfrm flipV="1">
                <a:off x="3744" y="1308"/>
                <a:ext cx="0" cy="192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tailEnd type="triangle" w="med" len="med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417" name="Line 58"/>
              <p:cNvSpPr>
                <a:spLocks noChangeShapeType="1"/>
              </p:cNvSpPr>
              <p:nvPr/>
            </p:nvSpPr>
            <p:spPr bwMode="auto">
              <a:xfrm>
                <a:off x="3744" y="2124"/>
                <a:ext cx="768" cy="0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418" name="Line 59"/>
              <p:cNvSpPr>
                <a:spLocks noChangeShapeType="1"/>
              </p:cNvSpPr>
              <p:nvPr/>
            </p:nvSpPr>
            <p:spPr bwMode="auto">
              <a:xfrm>
                <a:off x="3744" y="1308"/>
                <a:ext cx="768" cy="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419" name="Text Box 60"/>
              <p:cNvSpPr txBox="1">
                <a:spLocks noChangeArrowheads="1"/>
              </p:cNvSpPr>
              <p:nvPr/>
            </p:nvSpPr>
            <p:spPr bwMode="auto">
              <a:xfrm>
                <a:off x="4464" y="1128"/>
                <a:ext cx="116" cy="433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º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420" name="Text Box 61"/>
              <p:cNvSpPr txBox="1">
                <a:spLocks noChangeArrowheads="1"/>
              </p:cNvSpPr>
              <p:nvPr/>
            </p:nvSpPr>
            <p:spPr bwMode="auto">
              <a:xfrm>
                <a:off x="4464" y="1944"/>
                <a:ext cx="116" cy="433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º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</p:grpSp>
        <p:sp>
          <p:nvSpPr>
            <p:cNvPr id="1050421" name="Rectangle 62"/>
            <p:cNvSpPr>
              <a:spLocks noChangeArrowheads="1"/>
            </p:cNvSpPr>
            <p:nvPr/>
          </p:nvSpPr>
          <p:spPr bwMode="auto">
            <a:xfrm>
              <a:off x="839" y="2568"/>
              <a:ext cx="590" cy="590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zh-CN" altLang="en-US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任意</a:t>
              </a:r>
              <a:endParaRPr lang="zh-CN" altLang="en-US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  <a:p>
              <a:pPr algn="ctr" eaLnBrk="1" hangingPunct="1"/>
              <a:r>
                <a:rPr lang="zh-CN" altLang="en-US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元件</a:t>
              </a:r>
              <a:endParaRPr lang="zh-CN" altLang="en-US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422" name="Text Box 63"/>
            <p:cNvSpPr txBox="1">
              <a:spLocks noChangeArrowheads="1"/>
            </p:cNvSpPr>
            <p:nvPr/>
          </p:nvSpPr>
          <p:spPr bwMode="auto">
            <a:xfrm>
              <a:off x="1429" y="3262"/>
              <a:ext cx="272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423" name="Text Box 64"/>
            <p:cNvSpPr txBox="1">
              <a:spLocks noChangeArrowheads="1"/>
            </p:cNvSpPr>
            <p:nvPr/>
          </p:nvSpPr>
          <p:spPr bwMode="auto">
            <a:xfrm>
              <a:off x="1429" y="3534"/>
              <a:ext cx="272" cy="28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ea typeface="仿宋_GB2312" pitchFamily="49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424" name="Text Box 65"/>
            <p:cNvSpPr txBox="1">
              <a:spLocks noChangeArrowheads="1"/>
            </p:cNvSpPr>
            <p:nvPr/>
          </p:nvSpPr>
          <p:spPr bwMode="auto">
            <a:xfrm>
              <a:off x="1520" y="2808"/>
              <a:ext cx="272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187" name="Group 66"/>
          <p:cNvGrpSpPr/>
          <p:nvPr/>
        </p:nvGrpSpPr>
        <p:grpSpPr bwMode="auto">
          <a:xfrm>
            <a:off x="5167631" y="2203451"/>
            <a:ext cx="1871663" cy="792163"/>
            <a:chOff x="2880" y="1253"/>
            <a:chExt cx="1179" cy="499"/>
          </a:xfrm>
        </p:grpSpPr>
        <p:sp>
          <p:nvSpPr>
            <p:cNvPr id="1050425" name="AutoShape 67"/>
            <p:cNvSpPr>
              <a:spLocks noChangeArrowheads="1"/>
            </p:cNvSpPr>
            <p:nvPr/>
          </p:nvSpPr>
          <p:spPr bwMode="auto">
            <a:xfrm>
              <a:off x="2880" y="1536"/>
              <a:ext cx="1179" cy="216"/>
            </a:xfrm>
            <a:prstGeom prst="rightArrow">
              <a:avLst>
                <a:gd name="adj1" fmla="val 50000"/>
                <a:gd name="adj2" fmla="val 136458"/>
              </a:avLst>
            </a:prstGeom>
            <a:solidFill>
              <a:schemeClr val="accent1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426" name="Text Box 68"/>
            <p:cNvSpPr txBox="1">
              <a:spLocks noChangeArrowheads="1"/>
            </p:cNvSpPr>
            <p:nvPr/>
          </p:nvSpPr>
          <p:spPr bwMode="auto">
            <a:xfrm>
              <a:off x="2926" y="1253"/>
              <a:ext cx="104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zh-CN" altLang="en-US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等效电路</a:t>
              </a:r>
              <a:endPara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0427" name="Text Box 84"/>
          <p:cNvSpPr txBox="1">
            <a:spLocks noChangeArrowheads="1"/>
          </p:cNvSpPr>
          <p:nvPr/>
        </p:nvSpPr>
        <p:spPr bwMode="auto">
          <a:xfrm>
            <a:off x="5167630" y="3500438"/>
            <a:ext cx="2160588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对外等效！</a:t>
            </a:r>
            <a:endParaRPr lang="zh-CN" altLang="en-US" sz="28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0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40" name="Text Box 2"/>
          <p:cNvSpPr txBox="1">
            <a:spLocks noChangeArrowheads="1"/>
          </p:cNvSpPr>
          <p:nvPr/>
        </p:nvSpPr>
        <p:spPr bwMode="auto">
          <a:xfrm>
            <a:off x="2989580" y="1909129"/>
            <a:ext cx="6400800" cy="202692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2-6  </a:t>
            </a:r>
            <a:endParaRPr kumimoji="1" lang="en-US" altLang="zh-CN" sz="32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kumimoji="1" lang="zh-CN" altLang="en-US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实际电源的两种模型及其等效变换</a:t>
            </a:r>
            <a:endParaRPr kumimoji="1" lang="zh-CN" altLang="en-US" sz="32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p42</a:t>
            </a:r>
            <a:r>
              <a:rPr kumimoji="1" lang="zh-CN" altLang="en-US" sz="3200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endParaRPr kumimoji="1" lang="zh-CN" altLang="en-US" sz="3200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320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478155" y="1671955"/>
            <a:ext cx="7686675" cy="3800475"/>
          </a:xfrm>
          <a:prstGeom prst="rect">
            <a:avLst/>
          </a:prstGeom>
        </p:spPr>
      </p:pic>
      <p:grpSp>
        <p:nvGrpSpPr>
          <p:cNvPr id="1228" name="Group 28"/>
          <p:cNvGrpSpPr/>
          <p:nvPr/>
        </p:nvGrpSpPr>
        <p:grpSpPr bwMode="auto">
          <a:xfrm>
            <a:off x="9109394" y="1914208"/>
            <a:ext cx="2422525" cy="2393950"/>
            <a:chOff x="720" y="1776"/>
            <a:chExt cx="1344" cy="1508"/>
          </a:xfrm>
        </p:grpSpPr>
        <p:sp>
          <p:nvSpPr>
            <p:cNvPr id="1050453" name="Text Box 29"/>
            <p:cNvSpPr txBox="1">
              <a:spLocks noChangeArrowheads="1"/>
            </p:cNvSpPr>
            <p:nvPr>
              <p:custDataLst>
                <p:tags r:id="rId3"/>
              </p:custDataLst>
            </p:nvPr>
          </p:nvSpPr>
          <p:spPr bwMode="auto">
            <a:xfrm>
              <a:off x="1488" y="1776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229" name="Group 30"/>
            <p:cNvGrpSpPr/>
            <p:nvPr/>
          </p:nvGrpSpPr>
          <p:grpSpPr bwMode="auto">
            <a:xfrm>
              <a:off x="720" y="2056"/>
              <a:ext cx="1344" cy="1228"/>
              <a:chOff x="672" y="2200"/>
              <a:chExt cx="1344" cy="1228"/>
            </a:xfrm>
          </p:grpSpPr>
          <p:sp>
            <p:nvSpPr>
              <p:cNvPr id="1050454" name="Text Box 32"/>
              <p:cNvSpPr txBox="1">
                <a:spLocks noChangeArrowhead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894" y="2200"/>
                <a:ext cx="214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455" name="Oval 31"/>
              <p:cNvSpPr>
                <a:spLocks noChangeArrowheads="1"/>
              </p:cNvSpPr>
              <p:nvPr>
                <p:custDataLst>
                  <p:tags r:id="rId5"/>
                </p:custDataLst>
              </p:nvPr>
            </p:nvSpPr>
            <p:spPr bwMode="auto">
              <a:xfrm>
                <a:off x="1094" y="2432"/>
                <a:ext cx="14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456" name="Text Box 33"/>
              <p:cNvSpPr txBox="1">
                <a:spLocks noChangeArrowheads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901" y="2529"/>
                <a:ext cx="212" cy="32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sym typeface="Symbol" panose="05050102010706020507" pitchFamily="18" charset="2"/>
                  </a:rPr>
                  <a:t>_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457" name="Text Box 34"/>
              <p:cNvSpPr txBox="1">
                <a:spLocks noChangeArrowheads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72" y="2399"/>
                <a:ext cx="336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458" name="Freeform 35"/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1170" y="2333"/>
                <a:ext cx="2" cy="1059"/>
              </a:xfrm>
              <a:custGeom>
                <a:avLst/>
                <a:gdLst>
                  <a:gd name="T0" fmla="*/ 0 w 2"/>
                  <a:gd name="T1" fmla="*/ 0 h 1059"/>
                  <a:gd name="T2" fmla="*/ 2 w 2"/>
                  <a:gd name="T3" fmla="*/ 1059 h 10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59">
                    <a:moveTo>
                      <a:pt x="0" y="0"/>
                    </a:moveTo>
                    <a:lnTo>
                      <a:pt x="2" y="1059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459" name="Freeform 36"/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1164" y="2340"/>
                <a:ext cx="660" cy="1"/>
              </a:xfrm>
              <a:custGeom>
                <a:avLst/>
                <a:gdLst>
                  <a:gd name="T0" fmla="*/ 0 w 660"/>
                  <a:gd name="T1" fmla="*/ 0 h 1"/>
                  <a:gd name="T2" fmla="*/ 660 w 6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0" h="1">
                    <a:moveTo>
                      <a:pt x="0" y="0"/>
                    </a:moveTo>
                    <a:lnTo>
                      <a:pt x="660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460" name="Freeform 37"/>
              <p:cNvSpPr/>
              <p:nvPr>
                <p:custDataLst>
                  <p:tags r:id="rId10"/>
                </p:custDataLst>
              </p:nvPr>
            </p:nvSpPr>
            <p:spPr bwMode="auto">
              <a:xfrm>
                <a:off x="1173" y="3393"/>
                <a:ext cx="651" cy="2"/>
              </a:xfrm>
              <a:custGeom>
                <a:avLst/>
                <a:gdLst>
                  <a:gd name="T0" fmla="*/ 0 w 651"/>
                  <a:gd name="T1" fmla="*/ 2 h 2"/>
                  <a:gd name="T2" fmla="*/ 651 w 65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1" h="2">
                    <a:moveTo>
                      <a:pt x="0" y="2"/>
                    </a:moveTo>
                    <a:lnTo>
                      <a:pt x="651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461" name="Line 38"/>
              <p:cNvSpPr>
                <a:spLocks noChangeShapeType="1"/>
              </p:cNvSpPr>
              <p:nvPr>
                <p:custDataLst>
                  <p:tags r:id="rId11"/>
                </p:custDataLst>
              </p:nvPr>
            </p:nvSpPr>
            <p:spPr bwMode="auto">
              <a:xfrm>
                <a:off x="1296" y="2208"/>
                <a:ext cx="384" cy="0"/>
              </a:xfrm>
              <a:prstGeom prst="line">
                <a:avLst/>
              </a:prstGeom>
              <a:noFill/>
              <a:ln w="38100">
                <a:solidFill>
                  <a:srgbClr val="66FFFF"/>
                </a:solidFill>
                <a:round/>
                <a:tailEnd type="triangle" w="med" len="med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462" name="Rectangle 39"/>
              <p:cNvSpPr>
                <a:spLocks noChangeArrowheads="1"/>
              </p:cNvSpPr>
              <p:nvPr>
                <p:custDataLst>
                  <p:tags r:id="rId12"/>
                </p:custDataLst>
              </p:nvPr>
            </p:nvSpPr>
            <p:spPr bwMode="auto">
              <a:xfrm>
                <a:off x="1116" y="2956"/>
                <a:ext cx="102" cy="233"/>
              </a:xfrm>
              <a:prstGeom prst="rect">
                <a:avLst/>
              </a:prstGeom>
              <a:solidFill>
                <a:srgbClr val="FF9900"/>
              </a:solidFill>
              <a:ln w="28575">
                <a:solidFill>
                  <a:srgbClr val="FF9900"/>
                </a:solidFill>
                <a:miter lim="800000"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463" name="Text Box 40"/>
              <p:cNvSpPr txBox="1">
                <a:spLocks noChangeArrowheads="1"/>
              </p:cNvSpPr>
              <p:nvPr>
                <p:custDataLst>
                  <p:tags r:id="rId13"/>
                </p:custDataLst>
              </p:nvPr>
            </p:nvSpPr>
            <p:spPr bwMode="auto">
              <a:xfrm>
                <a:off x="816" y="2928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464" name="Text Box 41"/>
              <p:cNvSpPr txBox="1">
                <a:spLocks noChangeArrowheads="1"/>
              </p:cNvSpPr>
              <p:nvPr>
                <p:custDataLst>
                  <p:tags r:id="rId14"/>
                </p:custDataLst>
              </p:nvPr>
            </p:nvSpPr>
            <p:spPr bwMode="auto">
              <a:xfrm>
                <a:off x="1680" y="2351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465" name="Text Box 42"/>
              <p:cNvSpPr txBox="1">
                <a:spLocks noChangeArrowheads="1"/>
              </p:cNvSpPr>
              <p:nvPr>
                <p:custDataLst>
                  <p:tags r:id="rId15"/>
                </p:custDataLst>
              </p:nvPr>
            </p:nvSpPr>
            <p:spPr bwMode="auto">
              <a:xfrm>
                <a:off x="1728" y="2687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endPara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466" name="Text Box 43"/>
              <p:cNvSpPr txBox="1">
                <a:spLocks noChangeArrowheads="1"/>
              </p:cNvSpPr>
              <p:nvPr>
                <p:custDataLst>
                  <p:tags r:id="rId16"/>
                </p:custDataLst>
              </p:nvPr>
            </p:nvSpPr>
            <p:spPr bwMode="auto">
              <a:xfrm>
                <a:off x="1728" y="2976"/>
                <a:ext cx="288" cy="32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467" name="Oval 44"/>
              <p:cNvSpPr>
                <a:spLocks noChangeArrowheads="1"/>
              </p:cNvSpPr>
              <p:nvPr>
                <p:custDataLst>
                  <p:tags r:id="rId17"/>
                </p:custDataLst>
              </p:nvPr>
            </p:nvSpPr>
            <p:spPr bwMode="auto">
              <a:xfrm>
                <a:off x="1824" y="2304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468" name="Oval 45"/>
              <p:cNvSpPr>
                <a:spLocks noChangeArrowheads="1"/>
              </p:cNvSpPr>
              <p:nvPr>
                <p:custDataLst>
                  <p:tags r:id="rId18"/>
                </p:custDataLst>
              </p:nvPr>
            </p:nvSpPr>
            <p:spPr bwMode="auto">
              <a:xfrm>
                <a:off x="1824" y="3360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50469" name="文本框 20"/>
          <p:cNvSpPr txBox="1"/>
          <p:nvPr/>
        </p:nvSpPr>
        <p:spPr>
          <a:xfrm>
            <a:off x="1713230" y="1028700"/>
            <a:ext cx="428942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>
                <a:solidFill>
                  <a:srgbClr val="FF0000"/>
                </a:solidFill>
              </a:rPr>
              <a:t>随电流的增大，电压下降变快</a:t>
            </a:r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050470" name="文本框 21"/>
          <p:cNvSpPr txBox="1"/>
          <p:nvPr/>
        </p:nvSpPr>
        <p:spPr>
          <a:xfrm>
            <a:off x="7122795" y="4687570"/>
            <a:ext cx="180213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>
                <a:solidFill>
                  <a:srgbClr val="FF0000"/>
                </a:solidFill>
              </a:rPr>
              <a:t>近似</a:t>
            </a:r>
            <a:r>
              <a:rPr lang="zh-CN" altLang="en-US">
                <a:solidFill>
                  <a:srgbClr val="FF0000"/>
                </a:solidFill>
              </a:rPr>
              <a:t>为直线</a:t>
            </a:r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050471" name="右箭头 22"/>
          <p:cNvSpPr/>
          <p:nvPr/>
        </p:nvSpPr>
        <p:spPr>
          <a:xfrm>
            <a:off x="8205470" y="2928620"/>
            <a:ext cx="548640" cy="352425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322" name="图片 20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1582420" y="1207770"/>
            <a:ext cx="9140825" cy="4575810"/>
          </a:xfrm>
          <a:prstGeom prst="rect">
            <a:avLst/>
          </a:prstGeom>
        </p:spPr>
      </p:pic>
      <p:sp>
        <p:nvSpPr>
          <p:cNvPr id="1050484" name="线形标注 1 1"/>
          <p:cNvSpPr/>
          <p:nvPr/>
        </p:nvSpPr>
        <p:spPr>
          <a:xfrm>
            <a:off x="9155430" y="5337810"/>
            <a:ext cx="2595245" cy="763270"/>
          </a:xfrm>
          <a:prstGeom prst="borderCallout1">
            <a:avLst>
              <a:gd name="adj1" fmla="val 18750"/>
              <a:gd name="adj2" fmla="val -8333"/>
              <a:gd name="adj3" fmla="val -68469"/>
              <a:gd name="adj4" fmla="val -1439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400">
                <a:solidFill>
                  <a:srgbClr val="FF0000"/>
                </a:solidFill>
              </a:rPr>
              <a:t>什么时候等效？</a:t>
            </a:r>
            <a:endParaRPr lang="zh-CN" altLang="en-US" sz="240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85" name="Text Box 3"/>
          <p:cNvSpPr txBox="1">
            <a:spLocks noChangeArrowheads="1"/>
          </p:cNvSpPr>
          <p:nvPr/>
        </p:nvSpPr>
        <p:spPr bwMode="auto">
          <a:xfrm>
            <a:off x="1847533" y="858521"/>
            <a:ext cx="8316912" cy="944881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 indent="5715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实际电压源、实际电流源两种模型可以进行等效变换，所谓的等效是指端口的电压、电流在转换过程中保持不变。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486" name="Text Box 4"/>
          <p:cNvSpPr txBox="1">
            <a:spLocks noChangeArrowheads="1"/>
          </p:cNvSpPr>
          <p:nvPr/>
        </p:nvSpPr>
        <p:spPr bwMode="auto">
          <a:xfrm>
            <a:off x="3720783" y="4458971"/>
            <a:ext cx="215900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u=u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 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R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endParaRPr kumimoji="1" lang="en-US" altLang="zh-CN" sz="2800" b="1" i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487" name="Text Box 5"/>
          <p:cNvSpPr txBox="1">
            <a:spLocks noChangeArrowheads="1"/>
          </p:cNvSpPr>
          <p:nvPr/>
        </p:nvSpPr>
        <p:spPr bwMode="auto">
          <a:xfrm>
            <a:off x="7032186" y="4455795"/>
            <a:ext cx="182880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 =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-25000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S</a:t>
            </a:r>
            <a:r>
              <a:rPr kumimoji="1" lang="en-US" altLang="zh-CN" sz="2800" b="1" i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– 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i="1" baseline="-25000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endParaRPr kumimoji="1"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488" name="Text Box 6"/>
          <p:cNvSpPr txBox="1">
            <a:spLocks noChangeArrowheads="1"/>
          </p:cNvSpPr>
          <p:nvPr/>
        </p:nvSpPr>
        <p:spPr bwMode="auto">
          <a:xfrm>
            <a:off x="3720783" y="5035233"/>
            <a:ext cx="252095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 = u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u/R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endParaRPr kumimoji="1" lang="en-US" altLang="zh-CN" sz="2800" b="1" i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251" name="Group 9"/>
          <p:cNvGrpSpPr/>
          <p:nvPr/>
        </p:nvGrpSpPr>
        <p:grpSpPr bwMode="auto">
          <a:xfrm>
            <a:off x="6061710" y="2298700"/>
            <a:ext cx="3066415" cy="1784350"/>
            <a:chOff x="96" y="3024"/>
            <a:chExt cx="1728" cy="1124"/>
          </a:xfrm>
        </p:grpSpPr>
        <p:sp>
          <p:nvSpPr>
            <p:cNvPr id="1050491" name="Freeform 10"/>
            <p:cNvSpPr/>
            <p:nvPr/>
          </p:nvSpPr>
          <p:spPr bwMode="auto">
            <a:xfrm>
              <a:off x="390" y="3294"/>
              <a:ext cx="1242" cy="5"/>
            </a:xfrm>
            <a:custGeom>
              <a:avLst/>
              <a:gdLst>
                <a:gd name="T0" fmla="*/ 0 w 1242"/>
                <a:gd name="T1" fmla="*/ 0 h 5"/>
                <a:gd name="T2" fmla="*/ 1242 w 1242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2" h="5">
                  <a:moveTo>
                    <a:pt x="0" y="0"/>
                  </a:moveTo>
                  <a:lnTo>
                    <a:pt x="1242" y="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492" name="Text Box 11"/>
            <p:cNvSpPr txBox="1">
              <a:spLocks noChangeArrowheads="1"/>
            </p:cNvSpPr>
            <p:nvPr/>
          </p:nvSpPr>
          <p:spPr bwMode="auto">
            <a:xfrm>
              <a:off x="1440" y="3024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493" name="Text Box 12"/>
            <p:cNvSpPr txBox="1">
              <a:spLocks noChangeArrowheads="1"/>
            </p:cNvSpPr>
            <p:nvPr/>
          </p:nvSpPr>
          <p:spPr bwMode="auto">
            <a:xfrm>
              <a:off x="1008" y="3552"/>
              <a:ext cx="33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494" name="Text Box 13"/>
            <p:cNvSpPr txBox="1">
              <a:spLocks noChangeArrowheads="1"/>
            </p:cNvSpPr>
            <p:nvPr/>
          </p:nvSpPr>
          <p:spPr bwMode="auto">
            <a:xfrm>
              <a:off x="1440" y="3276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495" name="Text Box 14"/>
            <p:cNvSpPr txBox="1">
              <a:spLocks noChangeArrowheads="1"/>
            </p:cNvSpPr>
            <p:nvPr/>
          </p:nvSpPr>
          <p:spPr bwMode="auto">
            <a:xfrm>
              <a:off x="1488" y="3600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496" name="Text Box 15"/>
            <p:cNvSpPr txBox="1">
              <a:spLocks noChangeArrowheads="1"/>
            </p:cNvSpPr>
            <p:nvPr/>
          </p:nvSpPr>
          <p:spPr bwMode="auto">
            <a:xfrm>
              <a:off x="1536" y="3744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50497" name="Freeform 16"/>
            <p:cNvSpPr/>
            <p:nvPr/>
          </p:nvSpPr>
          <p:spPr bwMode="auto">
            <a:xfrm>
              <a:off x="390" y="4110"/>
              <a:ext cx="1242" cy="5"/>
            </a:xfrm>
            <a:custGeom>
              <a:avLst/>
              <a:gdLst>
                <a:gd name="T0" fmla="*/ 0 w 1242"/>
                <a:gd name="T1" fmla="*/ 0 h 5"/>
                <a:gd name="T2" fmla="*/ 1242 w 1242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2" h="5">
                  <a:moveTo>
                    <a:pt x="0" y="0"/>
                  </a:moveTo>
                  <a:lnTo>
                    <a:pt x="1242" y="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498" name="Freeform 17"/>
            <p:cNvSpPr/>
            <p:nvPr/>
          </p:nvSpPr>
          <p:spPr bwMode="auto">
            <a:xfrm>
              <a:off x="396" y="3294"/>
              <a:ext cx="1" cy="834"/>
            </a:xfrm>
            <a:custGeom>
              <a:avLst/>
              <a:gdLst>
                <a:gd name="T0" fmla="*/ 0 w 1"/>
                <a:gd name="T1" fmla="*/ 0 h 834"/>
                <a:gd name="T2" fmla="*/ 1 w 1"/>
                <a:gd name="T3" fmla="*/ 834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34">
                  <a:moveTo>
                    <a:pt x="0" y="0"/>
                  </a:moveTo>
                  <a:lnTo>
                    <a:pt x="1" y="834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grpSp>
          <p:nvGrpSpPr>
            <p:cNvPr id="1252" name="Group 18"/>
            <p:cNvGrpSpPr/>
            <p:nvPr/>
          </p:nvGrpSpPr>
          <p:grpSpPr bwMode="auto">
            <a:xfrm>
              <a:off x="320" y="3580"/>
              <a:ext cx="169" cy="327"/>
              <a:chOff x="2384" y="2284"/>
              <a:chExt cx="169" cy="327"/>
            </a:xfrm>
          </p:grpSpPr>
          <p:sp>
            <p:nvSpPr>
              <p:cNvPr id="1050499" name="Oval 19"/>
              <p:cNvSpPr>
                <a:spLocks noChangeArrowheads="1"/>
              </p:cNvSpPr>
              <p:nvPr/>
            </p:nvSpPr>
            <p:spPr bwMode="auto">
              <a:xfrm>
                <a:off x="2384" y="2284"/>
                <a:ext cx="16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00" name="Line 20"/>
              <p:cNvSpPr>
                <a:spLocks noChangeShapeType="1"/>
              </p:cNvSpPr>
              <p:nvPr/>
            </p:nvSpPr>
            <p:spPr bwMode="auto">
              <a:xfrm flipV="1">
                <a:off x="2384" y="2446"/>
                <a:ext cx="169" cy="2"/>
              </a:xfrm>
              <a:prstGeom prst="line">
                <a:avLst/>
              </a:prstGeom>
              <a:noFill/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</p:grpSp>
        <p:sp>
          <p:nvSpPr>
            <p:cNvPr id="1050501" name="Freeform 21"/>
            <p:cNvSpPr/>
            <p:nvPr/>
          </p:nvSpPr>
          <p:spPr bwMode="auto">
            <a:xfrm>
              <a:off x="972" y="3294"/>
              <a:ext cx="1" cy="834"/>
            </a:xfrm>
            <a:custGeom>
              <a:avLst/>
              <a:gdLst>
                <a:gd name="T0" fmla="*/ 0 w 1"/>
                <a:gd name="T1" fmla="*/ 834 h 834"/>
                <a:gd name="T2" fmla="*/ 0 w 1"/>
                <a:gd name="T3" fmla="*/ 0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34">
                  <a:moveTo>
                    <a:pt x="0" y="834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02" name="Rectangle 22"/>
            <p:cNvSpPr>
              <a:spLocks noChangeArrowheads="1"/>
            </p:cNvSpPr>
            <p:nvPr/>
          </p:nvSpPr>
          <p:spPr bwMode="auto">
            <a:xfrm>
              <a:off x="912" y="3580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squar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503" name="Text Box 23"/>
            <p:cNvSpPr txBox="1">
              <a:spLocks noChangeArrowheads="1"/>
            </p:cNvSpPr>
            <p:nvPr/>
          </p:nvSpPr>
          <p:spPr bwMode="auto">
            <a:xfrm>
              <a:off x="96" y="3264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04" name="Line 24"/>
            <p:cNvSpPr>
              <a:spLocks noChangeShapeType="1"/>
            </p:cNvSpPr>
            <p:nvPr/>
          </p:nvSpPr>
          <p:spPr bwMode="auto">
            <a:xfrm>
              <a:off x="1104" y="3168"/>
              <a:ext cx="336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05" name="Line 25"/>
            <p:cNvSpPr>
              <a:spLocks noChangeShapeType="1"/>
            </p:cNvSpPr>
            <p:nvPr/>
          </p:nvSpPr>
          <p:spPr bwMode="auto">
            <a:xfrm rot="-5400000">
              <a:off x="0" y="3744"/>
              <a:ext cx="384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06" name="Oval 26"/>
            <p:cNvSpPr>
              <a:spLocks noChangeArrowheads="1"/>
            </p:cNvSpPr>
            <p:nvPr/>
          </p:nvSpPr>
          <p:spPr bwMode="auto">
            <a:xfrm>
              <a:off x="1632" y="3264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507" name="Oval 27"/>
            <p:cNvSpPr>
              <a:spLocks noChangeArrowheads="1"/>
            </p:cNvSpPr>
            <p:nvPr/>
          </p:nvSpPr>
          <p:spPr bwMode="auto">
            <a:xfrm>
              <a:off x="1632" y="4080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grpSp>
        <p:nvGrpSpPr>
          <p:cNvPr id="1253" name="Group 28"/>
          <p:cNvGrpSpPr/>
          <p:nvPr/>
        </p:nvGrpSpPr>
        <p:grpSpPr bwMode="auto">
          <a:xfrm>
            <a:off x="1447165" y="1793875"/>
            <a:ext cx="2823210" cy="2393950"/>
            <a:chOff x="720" y="1776"/>
            <a:chExt cx="1344" cy="1508"/>
          </a:xfrm>
        </p:grpSpPr>
        <p:sp>
          <p:nvSpPr>
            <p:cNvPr id="1050508" name="Text Box 29"/>
            <p:cNvSpPr txBox="1">
              <a:spLocks noChangeArrowheads="1"/>
            </p:cNvSpPr>
            <p:nvPr/>
          </p:nvSpPr>
          <p:spPr bwMode="auto">
            <a:xfrm>
              <a:off x="1488" y="1776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254" name="Group 30"/>
            <p:cNvGrpSpPr/>
            <p:nvPr/>
          </p:nvGrpSpPr>
          <p:grpSpPr bwMode="auto">
            <a:xfrm>
              <a:off x="720" y="2056"/>
              <a:ext cx="1344" cy="1228"/>
              <a:chOff x="672" y="2200"/>
              <a:chExt cx="1344" cy="1228"/>
            </a:xfrm>
          </p:grpSpPr>
          <p:sp>
            <p:nvSpPr>
              <p:cNvPr id="1050509" name="Text Box 32"/>
              <p:cNvSpPr txBox="1">
                <a:spLocks noChangeArrowheads="1"/>
              </p:cNvSpPr>
              <p:nvPr/>
            </p:nvSpPr>
            <p:spPr bwMode="auto">
              <a:xfrm>
                <a:off x="894" y="2200"/>
                <a:ext cx="214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510" name="Oval 31"/>
              <p:cNvSpPr>
                <a:spLocks noChangeArrowheads="1"/>
              </p:cNvSpPr>
              <p:nvPr/>
            </p:nvSpPr>
            <p:spPr bwMode="auto">
              <a:xfrm>
                <a:off x="1094" y="2432"/>
                <a:ext cx="14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11" name="Text Box 33"/>
              <p:cNvSpPr txBox="1">
                <a:spLocks noChangeArrowheads="1"/>
              </p:cNvSpPr>
              <p:nvPr/>
            </p:nvSpPr>
            <p:spPr bwMode="auto">
              <a:xfrm>
                <a:off x="901" y="2528"/>
                <a:ext cx="212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sym typeface="Symbol" panose="05050102010706020507" pitchFamily="18" charset="2"/>
                  </a:rPr>
                  <a:t>_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512" name="Text Box 34"/>
              <p:cNvSpPr txBox="1">
                <a:spLocks noChangeArrowheads="1"/>
              </p:cNvSpPr>
              <p:nvPr/>
            </p:nvSpPr>
            <p:spPr bwMode="auto">
              <a:xfrm>
                <a:off x="672" y="2399"/>
                <a:ext cx="336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13" name="Freeform 35"/>
              <p:cNvSpPr/>
              <p:nvPr/>
            </p:nvSpPr>
            <p:spPr bwMode="auto">
              <a:xfrm>
                <a:off x="1170" y="2333"/>
                <a:ext cx="2" cy="1059"/>
              </a:xfrm>
              <a:custGeom>
                <a:avLst/>
                <a:gdLst>
                  <a:gd name="T0" fmla="*/ 0 w 2"/>
                  <a:gd name="T1" fmla="*/ 0 h 1059"/>
                  <a:gd name="T2" fmla="*/ 2 w 2"/>
                  <a:gd name="T3" fmla="*/ 1059 h 10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59">
                    <a:moveTo>
                      <a:pt x="0" y="0"/>
                    </a:moveTo>
                    <a:lnTo>
                      <a:pt x="2" y="1059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514" name="Freeform 36"/>
              <p:cNvSpPr/>
              <p:nvPr/>
            </p:nvSpPr>
            <p:spPr bwMode="auto">
              <a:xfrm>
                <a:off x="1164" y="2340"/>
                <a:ext cx="660" cy="1"/>
              </a:xfrm>
              <a:custGeom>
                <a:avLst/>
                <a:gdLst>
                  <a:gd name="T0" fmla="*/ 0 w 660"/>
                  <a:gd name="T1" fmla="*/ 0 h 1"/>
                  <a:gd name="T2" fmla="*/ 660 w 6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0" h="1">
                    <a:moveTo>
                      <a:pt x="0" y="0"/>
                    </a:moveTo>
                    <a:lnTo>
                      <a:pt x="660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515" name="Freeform 37"/>
              <p:cNvSpPr/>
              <p:nvPr/>
            </p:nvSpPr>
            <p:spPr bwMode="auto">
              <a:xfrm>
                <a:off x="1173" y="3393"/>
                <a:ext cx="651" cy="2"/>
              </a:xfrm>
              <a:custGeom>
                <a:avLst/>
                <a:gdLst>
                  <a:gd name="T0" fmla="*/ 0 w 651"/>
                  <a:gd name="T1" fmla="*/ 2 h 2"/>
                  <a:gd name="T2" fmla="*/ 651 w 65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1" h="2">
                    <a:moveTo>
                      <a:pt x="0" y="2"/>
                    </a:moveTo>
                    <a:lnTo>
                      <a:pt x="651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516" name="Line 38"/>
              <p:cNvSpPr>
                <a:spLocks noChangeShapeType="1"/>
              </p:cNvSpPr>
              <p:nvPr/>
            </p:nvSpPr>
            <p:spPr bwMode="auto">
              <a:xfrm>
                <a:off x="1296" y="2208"/>
                <a:ext cx="384" cy="0"/>
              </a:xfrm>
              <a:prstGeom prst="line">
                <a:avLst/>
              </a:prstGeom>
              <a:noFill/>
              <a:ln w="38100">
                <a:solidFill>
                  <a:srgbClr val="66FFFF"/>
                </a:solidFill>
                <a:round/>
                <a:tailEnd type="triangle" w="med" len="med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517" name="Rectangle 39"/>
              <p:cNvSpPr>
                <a:spLocks noChangeArrowheads="1"/>
              </p:cNvSpPr>
              <p:nvPr/>
            </p:nvSpPr>
            <p:spPr bwMode="auto">
              <a:xfrm>
                <a:off x="1116" y="2956"/>
                <a:ext cx="102" cy="233"/>
              </a:xfrm>
              <a:prstGeom prst="rect">
                <a:avLst/>
              </a:prstGeom>
              <a:solidFill>
                <a:srgbClr val="FF9900"/>
              </a:solidFill>
              <a:ln w="28575">
                <a:solidFill>
                  <a:srgbClr val="FF9900"/>
                </a:solidFill>
                <a:miter lim="800000"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18" name="Text Box 40"/>
              <p:cNvSpPr txBox="1">
                <a:spLocks noChangeArrowheads="1"/>
              </p:cNvSpPr>
              <p:nvPr/>
            </p:nvSpPr>
            <p:spPr bwMode="auto">
              <a:xfrm>
                <a:off x="816" y="2928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19" name="Text Box 41"/>
              <p:cNvSpPr txBox="1">
                <a:spLocks noChangeArrowheads="1"/>
              </p:cNvSpPr>
              <p:nvPr/>
            </p:nvSpPr>
            <p:spPr bwMode="auto">
              <a:xfrm>
                <a:off x="1680" y="2351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20" name="Text Box 42"/>
              <p:cNvSpPr txBox="1">
                <a:spLocks noChangeArrowheads="1"/>
              </p:cNvSpPr>
              <p:nvPr/>
            </p:nvSpPr>
            <p:spPr bwMode="auto">
              <a:xfrm>
                <a:off x="1728" y="2687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endPara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21" name="Text Box 43"/>
              <p:cNvSpPr txBox="1">
                <a:spLocks noChangeArrowheads="1"/>
              </p:cNvSpPr>
              <p:nvPr/>
            </p:nvSpPr>
            <p:spPr bwMode="auto">
              <a:xfrm>
                <a:off x="1728" y="2976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522" name="Oval 44"/>
              <p:cNvSpPr>
                <a:spLocks noChangeArrowheads="1"/>
              </p:cNvSpPr>
              <p:nvPr/>
            </p:nvSpPr>
            <p:spPr bwMode="auto">
              <a:xfrm>
                <a:off x="1824" y="2304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23" name="Oval 45"/>
              <p:cNvSpPr>
                <a:spLocks noChangeArrowheads="1"/>
              </p:cNvSpPr>
              <p:nvPr/>
            </p:nvSpPr>
            <p:spPr bwMode="auto">
              <a:xfrm>
                <a:off x="1824" y="3360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50524" name="AutoShape 46" descr="羊皮纸"/>
          <p:cNvSpPr>
            <a:spLocks noChangeArrowheads="1"/>
          </p:cNvSpPr>
          <p:nvPr/>
        </p:nvSpPr>
        <p:spPr bwMode="auto">
          <a:xfrm>
            <a:off x="4944746" y="2298384"/>
            <a:ext cx="576263" cy="2016125"/>
          </a:xfrm>
          <a:prstGeom prst="wedgeRoundRectCallout">
            <a:avLst>
              <a:gd name="adj1" fmla="val -196005"/>
              <a:gd name="adj2" fmla="val -16380"/>
              <a:gd name="adj3" fmla="val 16667"/>
            </a:avLst>
          </a:prstGeom>
          <a:blipFill dpi="0" rotWithShape="1">
            <a:blip r:embed="rId1"/>
            <a:srcRect/>
            <a:tile tx="0" ty="0" sx="100000" sy="100000" flip="none" algn="tl"/>
          </a:blip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实际电压源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/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525" name="AutoShape 47" descr="羊皮纸"/>
          <p:cNvSpPr>
            <a:spLocks noChangeArrowheads="1"/>
          </p:cNvSpPr>
          <p:nvPr/>
        </p:nvSpPr>
        <p:spPr bwMode="auto">
          <a:xfrm>
            <a:off x="9696133" y="2153921"/>
            <a:ext cx="576262" cy="2016125"/>
          </a:xfrm>
          <a:prstGeom prst="wedgeRoundRectCallout">
            <a:avLst>
              <a:gd name="adj1" fmla="val -182782"/>
              <a:gd name="adj2" fmla="val 9764"/>
              <a:gd name="adj3" fmla="val 16667"/>
            </a:avLst>
          </a:prstGeom>
          <a:blipFill dpi="0" rotWithShape="1">
            <a:blip r:embed="rId1"/>
            <a:srcRect/>
            <a:tile tx="0" ty="0" sx="100000" sy="100000" flip="none" algn="tl"/>
          </a:blip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实际电流源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/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526" name="Text Box 48"/>
          <p:cNvSpPr txBox="1">
            <a:spLocks noChangeArrowheads="1"/>
          </p:cNvSpPr>
          <p:nvPr/>
        </p:nvSpPr>
        <p:spPr bwMode="auto">
          <a:xfrm>
            <a:off x="1776095" y="4530408"/>
            <a:ext cx="1512888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端口特性</a:t>
            </a:r>
            <a:endParaRPr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39" name="Text Box 2"/>
          <p:cNvSpPr txBox="1">
            <a:spLocks noChangeArrowheads="1"/>
          </p:cNvSpPr>
          <p:nvPr/>
        </p:nvSpPr>
        <p:spPr bwMode="auto">
          <a:xfrm>
            <a:off x="2668905" y="2159000"/>
            <a:ext cx="7160895" cy="5835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3200" b="1">
                <a:latin typeface="Times New Roman" panose="02020603050405020304" pitchFamily="18" charset="0"/>
                <a:ea typeface="黑体" panose="02010609060101010101" pitchFamily="49" charset="-122"/>
              </a:rPr>
              <a:t>1 </a:t>
            </a:r>
            <a:r>
              <a:rPr kumimoji="1" lang="zh-CN" altLang="en-US" sz="3200" b="1">
                <a:latin typeface="Times New Roman" panose="02020603050405020304" pitchFamily="18" charset="0"/>
                <a:ea typeface="黑体" panose="02010609060101010101" pitchFamily="49" charset="-122"/>
              </a:rPr>
              <a:t>由电压源变换为电流源：</a:t>
            </a:r>
            <a:endParaRPr kumimoji="1" lang="zh-CN" altLang="en-US" sz="32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52" name="Text Box 4"/>
          <p:cNvSpPr txBox="1">
            <a:spLocks noChangeArrowheads="1"/>
          </p:cNvSpPr>
          <p:nvPr/>
        </p:nvSpPr>
        <p:spPr bwMode="auto">
          <a:xfrm>
            <a:off x="2896553" y="3516631"/>
            <a:ext cx="215900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u=u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 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R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endParaRPr kumimoji="1" lang="en-US" altLang="zh-CN" sz="2800" b="1" i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553" name="Text Box 5"/>
          <p:cNvSpPr txBox="1">
            <a:spLocks noChangeArrowheads="1"/>
          </p:cNvSpPr>
          <p:nvPr/>
        </p:nvSpPr>
        <p:spPr bwMode="auto">
          <a:xfrm>
            <a:off x="6629596" y="3371850"/>
            <a:ext cx="182880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 =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-25000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S</a:t>
            </a:r>
            <a:r>
              <a:rPr kumimoji="1" lang="en-US" altLang="zh-CN" sz="2800" b="1" i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– 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i="1" baseline="-25000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endParaRPr kumimoji="1"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295" name="Group 9"/>
          <p:cNvGrpSpPr/>
          <p:nvPr/>
        </p:nvGrpSpPr>
        <p:grpSpPr bwMode="auto">
          <a:xfrm>
            <a:off x="6459220" y="1352550"/>
            <a:ext cx="3066415" cy="1784350"/>
            <a:chOff x="96" y="3024"/>
            <a:chExt cx="1728" cy="1124"/>
          </a:xfrm>
        </p:grpSpPr>
        <p:sp>
          <p:nvSpPr>
            <p:cNvPr id="1050557" name="Freeform 10"/>
            <p:cNvSpPr/>
            <p:nvPr/>
          </p:nvSpPr>
          <p:spPr bwMode="auto">
            <a:xfrm>
              <a:off x="390" y="3294"/>
              <a:ext cx="1242" cy="5"/>
            </a:xfrm>
            <a:custGeom>
              <a:avLst/>
              <a:gdLst>
                <a:gd name="T0" fmla="*/ 0 w 1242"/>
                <a:gd name="T1" fmla="*/ 0 h 5"/>
                <a:gd name="T2" fmla="*/ 1242 w 1242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2" h="5">
                  <a:moveTo>
                    <a:pt x="0" y="0"/>
                  </a:moveTo>
                  <a:lnTo>
                    <a:pt x="1242" y="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58" name="Text Box 11"/>
            <p:cNvSpPr txBox="1">
              <a:spLocks noChangeArrowheads="1"/>
            </p:cNvSpPr>
            <p:nvPr/>
          </p:nvSpPr>
          <p:spPr bwMode="auto">
            <a:xfrm>
              <a:off x="1440" y="3024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59" name="Text Box 12"/>
            <p:cNvSpPr txBox="1">
              <a:spLocks noChangeArrowheads="1"/>
            </p:cNvSpPr>
            <p:nvPr/>
          </p:nvSpPr>
          <p:spPr bwMode="auto">
            <a:xfrm>
              <a:off x="1008" y="3552"/>
              <a:ext cx="33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60" name="Text Box 13"/>
            <p:cNvSpPr txBox="1">
              <a:spLocks noChangeArrowheads="1"/>
            </p:cNvSpPr>
            <p:nvPr/>
          </p:nvSpPr>
          <p:spPr bwMode="auto">
            <a:xfrm>
              <a:off x="1440" y="3276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61" name="Text Box 14"/>
            <p:cNvSpPr txBox="1">
              <a:spLocks noChangeArrowheads="1"/>
            </p:cNvSpPr>
            <p:nvPr/>
          </p:nvSpPr>
          <p:spPr bwMode="auto">
            <a:xfrm>
              <a:off x="1488" y="3600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62" name="Text Box 15"/>
            <p:cNvSpPr txBox="1">
              <a:spLocks noChangeArrowheads="1"/>
            </p:cNvSpPr>
            <p:nvPr/>
          </p:nvSpPr>
          <p:spPr bwMode="auto">
            <a:xfrm>
              <a:off x="1536" y="3744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50563" name="Freeform 16"/>
            <p:cNvSpPr/>
            <p:nvPr/>
          </p:nvSpPr>
          <p:spPr bwMode="auto">
            <a:xfrm>
              <a:off x="390" y="4110"/>
              <a:ext cx="1242" cy="5"/>
            </a:xfrm>
            <a:custGeom>
              <a:avLst/>
              <a:gdLst>
                <a:gd name="T0" fmla="*/ 0 w 1242"/>
                <a:gd name="T1" fmla="*/ 0 h 5"/>
                <a:gd name="T2" fmla="*/ 1242 w 1242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2" h="5">
                  <a:moveTo>
                    <a:pt x="0" y="0"/>
                  </a:moveTo>
                  <a:lnTo>
                    <a:pt x="1242" y="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64" name="Freeform 17"/>
            <p:cNvSpPr/>
            <p:nvPr/>
          </p:nvSpPr>
          <p:spPr bwMode="auto">
            <a:xfrm>
              <a:off x="396" y="3294"/>
              <a:ext cx="1" cy="834"/>
            </a:xfrm>
            <a:custGeom>
              <a:avLst/>
              <a:gdLst>
                <a:gd name="T0" fmla="*/ 0 w 1"/>
                <a:gd name="T1" fmla="*/ 0 h 834"/>
                <a:gd name="T2" fmla="*/ 1 w 1"/>
                <a:gd name="T3" fmla="*/ 834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34">
                  <a:moveTo>
                    <a:pt x="0" y="0"/>
                  </a:moveTo>
                  <a:lnTo>
                    <a:pt x="1" y="834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grpSp>
          <p:nvGrpSpPr>
            <p:cNvPr id="1296" name="Group 18"/>
            <p:cNvGrpSpPr/>
            <p:nvPr/>
          </p:nvGrpSpPr>
          <p:grpSpPr bwMode="auto">
            <a:xfrm>
              <a:off x="320" y="3580"/>
              <a:ext cx="169" cy="327"/>
              <a:chOff x="2384" y="2284"/>
              <a:chExt cx="169" cy="327"/>
            </a:xfrm>
          </p:grpSpPr>
          <p:sp>
            <p:nvSpPr>
              <p:cNvPr id="1050565" name="Oval 19"/>
              <p:cNvSpPr>
                <a:spLocks noChangeArrowheads="1"/>
              </p:cNvSpPr>
              <p:nvPr/>
            </p:nvSpPr>
            <p:spPr bwMode="auto">
              <a:xfrm>
                <a:off x="2384" y="2284"/>
                <a:ext cx="16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66" name="Line 20"/>
              <p:cNvSpPr>
                <a:spLocks noChangeShapeType="1"/>
              </p:cNvSpPr>
              <p:nvPr/>
            </p:nvSpPr>
            <p:spPr bwMode="auto">
              <a:xfrm flipV="1">
                <a:off x="2384" y="2446"/>
                <a:ext cx="169" cy="2"/>
              </a:xfrm>
              <a:prstGeom prst="line">
                <a:avLst/>
              </a:prstGeom>
              <a:noFill/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</p:grpSp>
        <p:sp>
          <p:nvSpPr>
            <p:cNvPr id="1050567" name="Freeform 21"/>
            <p:cNvSpPr/>
            <p:nvPr/>
          </p:nvSpPr>
          <p:spPr bwMode="auto">
            <a:xfrm>
              <a:off x="972" y="3294"/>
              <a:ext cx="1" cy="834"/>
            </a:xfrm>
            <a:custGeom>
              <a:avLst/>
              <a:gdLst>
                <a:gd name="T0" fmla="*/ 0 w 1"/>
                <a:gd name="T1" fmla="*/ 834 h 834"/>
                <a:gd name="T2" fmla="*/ 0 w 1"/>
                <a:gd name="T3" fmla="*/ 0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34">
                  <a:moveTo>
                    <a:pt x="0" y="834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68" name="Rectangle 22"/>
            <p:cNvSpPr>
              <a:spLocks noChangeArrowheads="1"/>
            </p:cNvSpPr>
            <p:nvPr/>
          </p:nvSpPr>
          <p:spPr bwMode="auto">
            <a:xfrm>
              <a:off x="912" y="3580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squar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569" name="Text Box 23"/>
            <p:cNvSpPr txBox="1">
              <a:spLocks noChangeArrowheads="1"/>
            </p:cNvSpPr>
            <p:nvPr/>
          </p:nvSpPr>
          <p:spPr bwMode="auto">
            <a:xfrm>
              <a:off x="96" y="3264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70" name="Line 24"/>
            <p:cNvSpPr>
              <a:spLocks noChangeShapeType="1"/>
            </p:cNvSpPr>
            <p:nvPr/>
          </p:nvSpPr>
          <p:spPr bwMode="auto">
            <a:xfrm>
              <a:off x="1104" y="3168"/>
              <a:ext cx="336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71" name="Line 25"/>
            <p:cNvSpPr>
              <a:spLocks noChangeShapeType="1"/>
            </p:cNvSpPr>
            <p:nvPr/>
          </p:nvSpPr>
          <p:spPr bwMode="auto">
            <a:xfrm rot="-5400000">
              <a:off x="0" y="3744"/>
              <a:ext cx="384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72" name="Oval 26"/>
            <p:cNvSpPr>
              <a:spLocks noChangeArrowheads="1"/>
            </p:cNvSpPr>
            <p:nvPr/>
          </p:nvSpPr>
          <p:spPr bwMode="auto">
            <a:xfrm>
              <a:off x="1632" y="3264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573" name="Oval 27"/>
            <p:cNvSpPr>
              <a:spLocks noChangeArrowheads="1"/>
            </p:cNvSpPr>
            <p:nvPr/>
          </p:nvSpPr>
          <p:spPr bwMode="auto">
            <a:xfrm>
              <a:off x="1632" y="4080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grpSp>
        <p:nvGrpSpPr>
          <p:cNvPr id="1297" name="Group 28"/>
          <p:cNvGrpSpPr/>
          <p:nvPr/>
        </p:nvGrpSpPr>
        <p:grpSpPr bwMode="auto">
          <a:xfrm>
            <a:off x="1844675" y="847725"/>
            <a:ext cx="2823210" cy="2393950"/>
            <a:chOff x="720" y="1776"/>
            <a:chExt cx="1344" cy="1508"/>
          </a:xfrm>
        </p:grpSpPr>
        <p:sp>
          <p:nvSpPr>
            <p:cNvPr id="1050574" name="Text Box 29"/>
            <p:cNvSpPr txBox="1">
              <a:spLocks noChangeArrowheads="1"/>
            </p:cNvSpPr>
            <p:nvPr/>
          </p:nvSpPr>
          <p:spPr bwMode="auto">
            <a:xfrm>
              <a:off x="1488" y="1776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298" name="Group 30"/>
            <p:cNvGrpSpPr/>
            <p:nvPr/>
          </p:nvGrpSpPr>
          <p:grpSpPr bwMode="auto">
            <a:xfrm>
              <a:off x="720" y="2056"/>
              <a:ext cx="1344" cy="1228"/>
              <a:chOff x="672" y="2200"/>
              <a:chExt cx="1344" cy="1228"/>
            </a:xfrm>
          </p:grpSpPr>
          <p:sp>
            <p:nvSpPr>
              <p:cNvPr id="1050575" name="Text Box 32"/>
              <p:cNvSpPr txBox="1">
                <a:spLocks noChangeArrowheads="1"/>
              </p:cNvSpPr>
              <p:nvPr/>
            </p:nvSpPr>
            <p:spPr bwMode="auto">
              <a:xfrm>
                <a:off x="894" y="2200"/>
                <a:ext cx="214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576" name="Oval 31"/>
              <p:cNvSpPr>
                <a:spLocks noChangeArrowheads="1"/>
              </p:cNvSpPr>
              <p:nvPr/>
            </p:nvSpPr>
            <p:spPr bwMode="auto">
              <a:xfrm>
                <a:off x="1094" y="2432"/>
                <a:ext cx="14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77" name="Text Box 33"/>
              <p:cNvSpPr txBox="1">
                <a:spLocks noChangeArrowheads="1"/>
              </p:cNvSpPr>
              <p:nvPr/>
            </p:nvSpPr>
            <p:spPr bwMode="auto">
              <a:xfrm>
                <a:off x="901" y="2528"/>
                <a:ext cx="212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sym typeface="Symbol" panose="05050102010706020507" pitchFamily="18" charset="2"/>
                  </a:rPr>
                  <a:t>_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578" name="Text Box 34"/>
              <p:cNvSpPr txBox="1">
                <a:spLocks noChangeArrowheads="1"/>
              </p:cNvSpPr>
              <p:nvPr/>
            </p:nvSpPr>
            <p:spPr bwMode="auto">
              <a:xfrm>
                <a:off x="672" y="2399"/>
                <a:ext cx="336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79" name="Freeform 35"/>
              <p:cNvSpPr/>
              <p:nvPr/>
            </p:nvSpPr>
            <p:spPr bwMode="auto">
              <a:xfrm>
                <a:off x="1170" y="2333"/>
                <a:ext cx="2" cy="1059"/>
              </a:xfrm>
              <a:custGeom>
                <a:avLst/>
                <a:gdLst>
                  <a:gd name="T0" fmla="*/ 0 w 2"/>
                  <a:gd name="T1" fmla="*/ 0 h 1059"/>
                  <a:gd name="T2" fmla="*/ 2 w 2"/>
                  <a:gd name="T3" fmla="*/ 1059 h 10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59">
                    <a:moveTo>
                      <a:pt x="0" y="0"/>
                    </a:moveTo>
                    <a:lnTo>
                      <a:pt x="2" y="1059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580" name="Freeform 36"/>
              <p:cNvSpPr/>
              <p:nvPr/>
            </p:nvSpPr>
            <p:spPr bwMode="auto">
              <a:xfrm>
                <a:off x="1164" y="2340"/>
                <a:ext cx="660" cy="1"/>
              </a:xfrm>
              <a:custGeom>
                <a:avLst/>
                <a:gdLst>
                  <a:gd name="T0" fmla="*/ 0 w 660"/>
                  <a:gd name="T1" fmla="*/ 0 h 1"/>
                  <a:gd name="T2" fmla="*/ 660 w 6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0" h="1">
                    <a:moveTo>
                      <a:pt x="0" y="0"/>
                    </a:moveTo>
                    <a:lnTo>
                      <a:pt x="660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581" name="Freeform 37"/>
              <p:cNvSpPr/>
              <p:nvPr/>
            </p:nvSpPr>
            <p:spPr bwMode="auto">
              <a:xfrm>
                <a:off x="1173" y="3393"/>
                <a:ext cx="651" cy="2"/>
              </a:xfrm>
              <a:custGeom>
                <a:avLst/>
                <a:gdLst>
                  <a:gd name="T0" fmla="*/ 0 w 651"/>
                  <a:gd name="T1" fmla="*/ 2 h 2"/>
                  <a:gd name="T2" fmla="*/ 651 w 65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1" h="2">
                    <a:moveTo>
                      <a:pt x="0" y="2"/>
                    </a:moveTo>
                    <a:lnTo>
                      <a:pt x="651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582" name="Line 38"/>
              <p:cNvSpPr>
                <a:spLocks noChangeShapeType="1"/>
              </p:cNvSpPr>
              <p:nvPr/>
            </p:nvSpPr>
            <p:spPr bwMode="auto">
              <a:xfrm>
                <a:off x="1296" y="2208"/>
                <a:ext cx="384" cy="0"/>
              </a:xfrm>
              <a:prstGeom prst="line">
                <a:avLst/>
              </a:prstGeom>
              <a:noFill/>
              <a:ln w="38100">
                <a:solidFill>
                  <a:srgbClr val="66FFFF"/>
                </a:solidFill>
                <a:round/>
                <a:tailEnd type="triangle" w="med" len="med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583" name="Rectangle 39"/>
              <p:cNvSpPr>
                <a:spLocks noChangeArrowheads="1"/>
              </p:cNvSpPr>
              <p:nvPr/>
            </p:nvSpPr>
            <p:spPr bwMode="auto">
              <a:xfrm>
                <a:off x="1116" y="2956"/>
                <a:ext cx="102" cy="233"/>
              </a:xfrm>
              <a:prstGeom prst="rect">
                <a:avLst/>
              </a:prstGeom>
              <a:solidFill>
                <a:srgbClr val="FF9900"/>
              </a:solidFill>
              <a:ln w="28575">
                <a:solidFill>
                  <a:srgbClr val="FF9900"/>
                </a:solidFill>
                <a:miter lim="800000"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84" name="Text Box 40"/>
              <p:cNvSpPr txBox="1">
                <a:spLocks noChangeArrowheads="1"/>
              </p:cNvSpPr>
              <p:nvPr/>
            </p:nvSpPr>
            <p:spPr bwMode="auto">
              <a:xfrm>
                <a:off x="816" y="2928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85" name="Text Box 41"/>
              <p:cNvSpPr txBox="1">
                <a:spLocks noChangeArrowheads="1"/>
              </p:cNvSpPr>
              <p:nvPr/>
            </p:nvSpPr>
            <p:spPr bwMode="auto">
              <a:xfrm>
                <a:off x="1680" y="2351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86" name="Text Box 42"/>
              <p:cNvSpPr txBox="1">
                <a:spLocks noChangeArrowheads="1"/>
              </p:cNvSpPr>
              <p:nvPr/>
            </p:nvSpPr>
            <p:spPr bwMode="auto">
              <a:xfrm>
                <a:off x="1728" y="2687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endPara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87" name="Text Box 43"/>
              <p:cNvSpPr txBox="1">
                <a:spLocks noChangeArrowheads="1"/>
              </p:cNvSpPr>
              <p:nvPr/>
            </p:nvSpPr>
            <p:spPr bwMode="auto">
              <a:xfrm>
                <a:off x="1728" y="2976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588" name="Oval 44"/>
              <p:cNvSpPr>
                <a:spLocks noChangeArrowheads="1"/>
              </p:cNvSpPr>
              <p:nvPr/>
            </p:nvSpPr>
            <p:spPr bwMode="auto">
              <a:xfrm>
                <a:off x="1824" y="2304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89" name="Oval 45"/>
              <p:cNvSpPr>
                <a:spLocks noChangeArrowheads="1"/>
              </p:cNvSpPr>
              <p:nvPr/>
            </p:nvSpPr>
            <p:spPr bwMode="auto">
              <a:xfrm>
                <a:off x="1824" y="3360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50590" name="Text Box 48"/>
          <p:cNvSpPr txBox="1">
            <a:spLocks noChangeArrowheads="1"/>
          </p:cNvSpPr>
          <p:nvPr/>
        </p:nvSpPr>
        <p:spPr bwMode="auto">
          <a:xfrm>
            <a:off x="797560" y="3603308"/>
            <a:ext cx="1512888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端口特性</a:t>
            </a:r>
            <a:endParaRPr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650615" y="4160520"/>
            <a:ext cx="4462780" cy="2284095"/>
          </a:xfrm>
          <a:prstGeom prst="rect">
            <a:avLst/>
          </a:prstGeom>
        </p:spPr>
      </p:pic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52" name="Text Box 4"/>
          <p:cNvSpPr txBox="1">
            <a:spLocks noChangeArrowheads="1"/>
          </p:cNvSpPr>
          <p:nvPr/>
        </p:nvSpPr>
        <p:spPr bwMode="auto">
          <a:xfrm>
            <a:off x="2896553" y="3516631"/>
            <a:ext cx="215900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u=u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 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R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endParaRPr kumimoji="1" lang="en-US" altLang="zh-CN" sz="2800" b="1" i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553" name="Text Box 5"/>
          <p:cNvSpPr txBox="1">
            <a:spLocks noChangeArrowheads="1"/>
          </p:cNvSpPr>
          <p:nvPr/>
        </p:nvSpPr>
        <p:spPr bwMode="auto">
          <a:xfrm>
            <a:off x="6629596" y="3371850"/>
            <a:ext cx="182880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 =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-25000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S</a:t>
            </a:r>
            <a:r>
              <a:rPr kumimoji="1" lang="en-US" altLang="zh-CN" sz="2800" b="1" i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– 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i="1" baseline="-25000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endParaRPr kumimoji="1"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554" name="Text Box 6"/>
          <p:cNvSpPr txBox="1">
            <a:spLocks noChangeArrowheads="1"/>
          </p:cNvSpPr>
          <p:nvPr/>
        </p:nvSpPr>
        <p:spPr bwMode="auto">
          <a:xfrm>
            <a:off x="6629400" y="4160520"/>
            <a:ext cx="321437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 = u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u/R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endParaRPr kumimoji="1" lang="en-US" altLang="zh-CN" sz="2800" b="1" i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555" name="Text Box 7"/>
          <p:cNvSpPr txBox="1">
            <a:spLocks noChangeArrowheads="1"/>
          </p:cNvSpPr>
          <p:nvPr/>
        </p:nvSpPr>
        <p:spPr bwMode="auto">
          <a:xfrm>
            <a:off x="1144270" y="4461510"/>
            <a:ext cx="452183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输出电压电流</a:t>
            </a:r>
            <a:r>
              <a:rPr kumimoji="1" lang="zh-CN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相同，比较</a:t>
            </a:r>
            <a:r>
              <a:rPr kumimoji="1"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可</a:t>
            </a:r>
            <a:r>
              <a:rPr kumimoji="1" lang="zh-CN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得：</a:t>
            </a:r>
            <a:endParaRPr kumimoji="1" lang="zh-CN" altLang="en-US" sz="24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556" name="Text Box 8"/>
          <p:cNvSpPr txBox="1">
            <a:spLocks noChangeArrowheads="1"/>
          </p:cNvSpPr>
          <p:nvPr/>
        </p:nvSpPr>
        <p:spPr bwMode="auto">
          <a:xfrm>
            <a:off x="6097270" y="5132070"/>
            <a:ext cx="2319655" cy="5835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3200" dirty="0" err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zh-CN" altLang="en-US" sz="3200" dirty="0" err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、</a:t>
            </a:r>
            <a:r>
              <a:rPr kumimoji="1" lang="en-US" altLang="zh-CN" sz="3200" dirty="0" err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3200" baseline="-25000" dirty="0" err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3200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=1/</a:t>
            </a:r>
            <a:r>
              <a:rPr kumimoji="1" lang="en-US" altLang="zh-CN" sz="3200" dirty="0" err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3200" baseline="-25000" dirty="0" err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endParaRPr kumimoji="1" lang="en-US" altLang="zh-CN" sz="3200" baseline="-25000" dirty="0" err="1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295" name="Group 9"/>
          <p:cNvGrpSpPr/>
          <p:nvPr/>
        </p:nvGrpSpPr>
        <p:grpSpPr bwMode="auto">
          <a:xfrm>
            <a:off x="6459220" y="1352550"/>
            <a:ext cx="3066415" cy="1784350"/>
            <a:chOff x="96" y="3024"/>
            <a:chExt cx="1728" cy="1124"/>
          </a:xfrm>
        </p:grpSpPr>
        <p:sp>
          <p:nvSpPr>
            <p:cNvPr id="1050557" name="Freeform 10"/>
            <p:cNvSpPr/>
            <p:nvPr/>
          </p:nvSpPr>
          <p:spPr bwMode="auto">
            <a:xfrm>
              <a:off x="390" y="3294"/>
              <a:ext cx="1242" cy="5"/>
            </a:xfrm>
            <a:custGeom>
              <a:avLst/>
              <a:gdLst>
                <a:gd name="T0" fmla="*/ 0 w 1242"/>
                <a:gd name="T1" fmla="*/ 0 h 5"/>
                <a:gd name="T2" fmla="*/ 1242 w 1242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2" h="5">
                  <a:moveTo>
                    <a:pt x="0" y="0"/>
                  </a:moveTo>
                  <a:lnTo>
                    <a:pt x="1242" y="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58" name="Text Box 11"/>
            <p:cNvSpPr txBox="1">
              <a:spLocks noChangeArrowheads="1"/>
            </p:cNvSpPr>
            <p:nvPr/>
          </p:nvSpPr>
          <p:spPr bwMode="auto">
            <a:xfrm>
              <a:off x="1440" y="3024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59" name="Text Box 12"/>
            <p:cNvSpPr txBox="1">
              <a:spLocks noChangeArrowheads="1"/>
            </p:cNvSpPr>
            <p:nvPr/>
          </p:nvSpPr>
          <p:spPr bwMode="auto">
            <a:xfrm>
              <a:off x="1008" y="3552"/>
              <a:ext cx="33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60" name="Text Box 13"/>
            <p:cNvSpPr txBox="1">
              <a:spLocks noChangeArrowheads="1"/>
            </p:cNvSpPr>
            <p:nvPr/>
          </p:nvSpPr>
          <p:spPr bwMode="auto">
            <a:xfrm>
              <a:off x="1440" y="3276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61" name="Text Box 14"/>
            <p:cNvSpPr txBox="1">
              <a:spLocks noChangeArrowheads="1"/>
            </p:cNvSpPr>
            <p:nvPr/>
          </p:nvSpPr>
          <p:spPr bwMode="auto">
            <a:xfrm>
              <a:off x="1488" y="3600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62" name="Text Box 15"/>
            <p:cNvSpPr txBox="1">
              <a:spLocks noChangeArrowheads="1"/>
            </p:cNvSpPr>
            <p:nvPr/>
          </p:nvSpPr>
          <p:spPr bwMode="auto">
            <a:xfrm>
              <a:off x="1536" y="3744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50563" name="Freeform 16"/>
            <p:cNvSpPr/>
            <p:nvPr/>
          </p:nvSpPr>
          <p:spPr bwMode="auto">
            <a:xfrm>
              <a:off x="390" y="4110"/>
              <a:ext cx="1242" cy="5"/>
            </a:xfrm>
            <a:custGeom>
              <a:avLst/>
              <a:gdLst>
                <a:gd name="T0" fmla="*/ 0 w 1242"/>
                <a:gd name="T1" fmla="*/ 0 h 5"/>
                <a:gd name="T2" fmla="*/ 1242 w 1242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2" h="5">
                  <a:moveTo>
                    <a:pt x="0" y="0"/>
                  </a:moveTo>
                  <a:lnTo>
                    <a:pt x="1242" y="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64" name="Freeform 17"/>
            <p:cNvSpPr/>
            <p:nvPr/>
          </p:nvSpPr>
          <p:spPr bwMode="auto">
            <a:xfrm>
              <a:off x="396" y="3294"/>
              <a:ext cx="1" cy="834"/>
            </a:xfrm>
            <a:custGeom>
              <a:avLst/>
              <a:gdLst>
                <a:gd name="T0" fmla="*/ 0 w 1"/>
                <a:gd name="T1" fmla="*/ 0 h 834"/>
                <a:gd name="T2" fmla="*/ 1 w 1"/>
                <a:gd name="T3" fmla="*/ 834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34">
                  <a:moveTo>
                    <a:pt x="0" y="0"/>
                  </a:moveTo>
                  <a:lnTo>
                    <a:pt x="1" y="834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grpSp>
          <p:nvGrpSpPr>
            <p:cNvPr id="1296" name="Group 18"/>
            <p:cNvGrpSpPr/>
            <p:nvPr/>
          </p:nvGrpSpPr>
          <p:grpSpPr bwMode="auto">
            <a:xfrm>
              <a:off x="320" y="3580"/>
              <a:ext cx="169" cy="327"/>
              <a:chOff x="2384" y="2284"/>
              <a:chExt cx="169" cy="327"/>
            </a:xfrm>
          </p:grpSpPr>
          <p:sp>
            <p:nvSpPr>
              <p:cNvPr id="1050565" name="Oval 19"/>
              <p:cNvSpPr>
                <a:spLocks noChangeArrowheads="1"/>
              </p:cNvSpPr>
              <p:nvPr/>
            </p:nvSpPr>
            <p:spPr bwMode="auto">
              <a:xfrm>
                <a:off x="2384" y="2284"/>
                <a:ext cx="16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66" name="Line 20"/>
              <p:cNvSpPr>
                <a:spLocks noChangeShapeType="1"/>
              </p:cNvSpPr>
              <p:nvPr/>
            </p:nvSpPr>
            <p:spPr bwMode="auto">
              <a:xfrm flipV="1">
                <a:off x="2384" y="2446"/>
                <a:ext cx="169" cy="2"/>
              </a:xfrm>
              <a:prstGeom prst="line">
                <a:avLst/>
              </a:prstGeom>
              <a:noFill/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</p:grpSp>
        <p:sp>
          <p:nvSpPr>
            <p:cNvPr id="1050567" name="Freeform 21"/>
            <p:cNvSpPr/>
            <p:nvPr/>
          </p:nvSpPr>
          <p:spPr bwMode="auto">
            <a:xfrm>
              <a:off x="972" y="3294"/>
              <a:ext cx="1" cy="834"/>
            </a:xfrm>
            <a:custGeom>
              <a:avLst/>
              <a:gdLst>
                <a:gd name="T0" fmla="*/ 0 w 1"/>
                <a:gd name="T1" fmla="*/ 834 h 834"/>
                <a:gd name="T2" fmla="*/ 0 w 1"/>
                <a:gd name="T3" fmla="*/ 0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34">
                  <a:moveTo>
                    <a:pt x="0" y="834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68" name="Rectangle 22"/>
            <p:cNvSpPr>
              <a:spLocks noChangeArrowheads="1"/>
            </p:cNvSpPr>
            <p:nvPr/>
          </p:nvSpPr>
          <p:spPr bwMode="auto">
            <a:xfrm>
              <a:off x="912" y="3580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squar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569" name="Text Box 23"/>
            <p:cNvSpPr txBox="1">
              <a:spLocks noChangeArrowheads="1"/>
            </p:cNvSpPr>
            <p:nvPr/>
          </p:nvSpPr>
          <p:spPr bwMode="auto">
            <a:xfrm>
              <a:off x="96" y="3264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570" name="Line 24"/>
            <p:cNvSpPr>
              <a:spLocks noChangeShapeType="1"/>
            </p:cNvSpPr>
            <p:nvPr/>
          </p:nvSpPr>
          <p:spPr bwMode="auto">
            <a:xfrm>
              <a:off x="1104" y="3168"/>
              <a:ext cx="336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71" name="Line 25"/>
            <p:cNvSpPr>
              <a:spLocks noChangeShapeType="1"/>
            </p:cNvSpPr>
            <p:nvPr/>
          </p:nvSpPr>
          <p:spPr bwMode="auto">
            <a:xfrm rot="-5400000">
              <a:off x="0" y="3744"/>
              <a:ext cx="384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572" name="Oval 26"/>
            <p:cNvSpPr>
              <a:spLocks noChangeArrowheads="1"/>
            </p:cNvSpPr>
            <p:nvPr/>
          </p:nvSpPr>
          <p:spPr bwMode="auto">
            <a:xfrm>
              <a:off x="1632" y="3264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573" name="Oval 27"/>
            <p:cNvSpPr>
              <a:spLocks noChangeArrowheads="1"/>
            </p:cNvSpPr>
            <p:nvPr/>
          </p:nvSpPr>
          <p:spPr bwMode="auto">
            <a:xfrm>
              <a:off x="1632" y="4080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grpSp>
        <p:nvGrpSpPr>
          <p:cNvPr id="1297" name="Group 28"/>
          <p:cNvGrpSpPr/>
          <p:nvPr/>
        </p:nvGrpSpPr>
        <p:grpSpPr bwMode="auto">
          <a:xfrm>
            <a:off x="1844675" y="847725"/>
            <a:ext cx="2823210" cy="2393950"/>
            <a:chOff x="720" y="1776"/>
            <a:chExt cx="1344" cy="1508"/>
          </a:xfrm>
        </p:grpSpPr>
        <p:sp>
          <p:nvSpPr>
            <p:cNvPr id="1050574" name="Text Box 29"/>
            <p:cNvSpPr txBox="1">
              <a:spLocks noChangeArrowheads="1"/>
            </p:cNvSpPr>
            <p:nvPr/>
          </p:nvSpPr>
          <p:spPr bwMode="auto">
            <a:xfrm>
              <a:off x="1488" y="1776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298" name="Group 30"/>
            <p:cNvGrpSpPr/>
            <p:nvPr/>
          </p:nvGrpSpPr>
          <p:grpSpPr bwMode="auto">
            <a:xfrm>
              <a:off x="720" y="2056"/>
              <a:ext cx="1344" cy="1228"/>
              <a:chOff x="672" y="2200"/>
              <a:chExt cx="1344" cy="1228"/>
            </a:xfrm>
          </p:grpSpPr>
          <p:sp>
            <p:nvSpPr>
              <p:cNvPr id="1050575" name="Text Box 32"/>
              <p:cNvSpPr txBox="1">
                <a:spLocks noChangeArrowheads="1"/>
              </p:cNvSpPr>
              <p:nvPr/>
            </p:nvSpPr>
            <p:spPr bwMode="auto">
              <a:xfrm>
                <a:off x="894" y="2200"/>
                <a:ext cx="214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576" name="Oval 31"/>
              <p:cNvSpPr>
                <a:spLocks noChangeArrowheads="1"/>
              </p:cNvSpPr>
              <p:nvPr/>
            </p:nvSpPr>
            <p:spPr bwMode="auto">
              <a:xfrm>
                <a:off x="1094" y="2432"/>
                <a:ext cx="14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77" name="Text Box 33"/>
              <p:cNvSpPr txBox="1">
                <a:spLocks noChangeArrowheads="1"/>
              </p:cNvSpPr>
              <p:nvPr/>
            </p:nvSpPr>
            <p:spPr bwMode="auto">
              <a:xfrm>
                <a:off x="901" y="2528"/>
                <a:ext cx="212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sym typeface="Symbol" panose="05050102010706020507" pitchFamily="18" charset="2"/>
                  </a:rPr>
                  <a:t>_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578" name="Text Box 34"/>
              <p:cNvSpPr txBox="1">
                <a:spLocks noChangeArrowheads="1"/>
              </p:cNvSpPr>
              <p:nvPr/>
            </p:nvSpPr>
            <p:spPr bwMode="auto">
              <a:xfrm>
                <a:off x="672" y="2399"/>
                <a:ext cx="336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79" name="Freeform 35"/>
              <p:cNvSpPr/>
              <p:nvPr/>
            </p:nvSpPr>
            <p:spPr bwMode="auto">
              <a:xfrm>
                <a:off x="1170" y="2333"/>
                <a:ext cx="2" cy="1059"/>
              </a:xfrm>
              <a:custGeom>
                <a:avLst/>
                <a:gdLst>
                  <a:gd name="T0" fmla="*/ 0 w 2"/>
                  <a:gd name="T1" fmla="*/ 0 h 1059"/>
                  <a:gd name="T2" fmla="*/ 2 w 2"/>
                  <a:gd name="T3" fmla="*/ 1059 h 10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59">
                    <a:moveTo>
                      <a:pt x="0" y="0"/>
                    </a:moveTo>
                    <a:lnTo>
                      <a:pt x="2" y="1059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580" name="Freeform 36"/>
              <p:cNvSpPr/>
              <p:nvPr/>
            </p:nvSpPr>
            <p:spPr bwMode="auto">
              <a:xfrm>
                <a:off x="1164" y="2340"/>
                <a:ext cx="660" cy="1"/>
              </a:xfrm>
              <a:custGeom>
                <a:avLst/>
                <a:gdLst>
                  <a:gd name="T0" fmla="*/ 0 w 660"/>
                  <a:gd name="T1" fmla="*/ 0 h 1"/>
                  <a:gd name="T2" fmla="*/ 660 w 6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0" h="1">
                    <a:moveTo>
                      <a:pt x="0" y="0"/>
                    </a:moveTo>
                    <a:lnTo>
                      <a:pt x="660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581" name="Freeform 37"/>
              <p:cNvSpPr/>
              <p:nvPr/>
            </p:nvSpPr>
            <p:spPr bwMode="auto">
              <a:xfrm>
                <a:off x="1173" y="3393"/>
                <a:ext cx="651" cy="2"/>
              </a:xfrm>
              <a:custGeom>
                <a:avLst/>
                <a:gdLst>
                  <a:gd name="T0" fmla="*/ 0 w 651"/>
                  <a:gd name="T1" fmla="*/ 2 h 2"/>
                  <a:gd name="T2" fmla="*/ 651 w 65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1" h="2">
                    <a:moveTo>
                      <a:pt x="0" y="2"/>
                    </a:moveTo>
                    <a:lnTo>
                      <a:pt x="651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582" name="Line 38"/>
              <p:cNvSpPr>
                <a:spLocks noChangeShapeType="1"/>
              </p:cNvSpPr>
              <p:nvPr/>
            </p:nvSpPr>
            <p:spPr bwMode="auto">
              <a:xfrm>
                <a:off x="1296" y="2208"/>
                <a:ext cx="384" cy="0"/>
              </a:xfrm>
              <a:prstGeom prst="line">
                <a:avLst/>
              </a:prstGeom>
              <a:noFill/>
              <a:ln w="38100">
                <a:solidFill>
                  <a:srgbClr val="66FFFF"/>
                </a:solidFill>
                <a:round/>
                <a:tailEnd type="triangle" w="med" len="med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583" name="Rectangle 39"/>
              <p:cNvSpPr>
                <a:spLocks noChangeArrowheads="1"/>
              </p:cNvSpPr>
              <p:nvPr/>
            </p:nvSpPr>
            <p:spPr bwMode="auto">
              <a:xfrm>
                <a:off x="1116" y="2956"/>
                <a:ext cx="102" cy="233"/>
              </a:xfrm>
              <a:prstGeom prst="rect">
                <a:avLst/>
              </a:prstGeom>
              <a:solidFill>
                <a:srgbClr val="FF9900"/>
              </a:solidFill>
              <a:ln w="28575">
                <a:solidFill>
                  <a:srgbClr val="FF9900"/>
                </a:solidFill>
                <a:miter lim="800000"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84" name="Text Box 40"/>
              <p:cNvSpPr txBox="1">
                <a:spLocks noChangeArrowheads="1"/>
              </p:cNvSpPr>
              <p:nvPr/>
            </p:nvSpPr>
            <p:spPr bwMode="auto">
              <a:xfrm>
                <a:off x="816" y="2928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85" name="Text Box 41"/>
              <p:cNvSpPr txBox="1">
                <a:spLocks noChangeArrowheads="1"/>
              </p:cNvSpPr>
              <p:nvPr/>
            </p:nvSpPr>
            <p:spPr bwMode="auto">
              <a:xfrm>
                <a:off x="1680" y="2351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86" name="Text Box 42"/>
              <p:cNvSpPr txBox="1">
                <a:spLocks noChangeArrowheads="1"/>
              </p:cNvSpPr>
              <p:nvPr/>
            </p:nvSpPr>
            <p:spPr bwMode="auto">
              <a:xfrm>
                <a:off x="1728" y="2687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endPara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87" name="Text Box 43"/>
              <p:cNvSpPr txBox="1">
                <a:spLocks noChangeArrowheads="1"/>
              </p:cNvSpPr>
              <p:nvPr/>
            </p:nvSpPr>
            <p:spPr bwMode="auto">
              <a:xfrm>
                <a:off x="1728" y="2976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588" name="Oval 44"/>
              <p:cNvSpPr>
                <a:spLocks noChangeArrowheads="1"/>
              </p:cNvSpPr>
              <p:nvPr/>
            </p:nvSpPr>
            <p:spPr bwMode="auto">
              <a:xfrm>
                <a:off x="1824" y="2304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89" name="Oval 45"/>
              <p:cNvSpPr>
                <a:spLocks noChangeArrowheads="1"/>
              </p:cNvSpPr>
              <p:nvPr/>
            </p:nvSpPr>
            <p:spPr bwMode="auto">
              <a:xfrm>
                <a:off x="1824" y="3360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50590" name="Text Box 48"/>
          <p:cNvSpPr txBox="1">
            <a:spLocks noChangeArrowheads="1"/>
          </p:cNvSpPr>
          <p:nvPr/>
        </p:nvSpPr>
        <p:spPr bwMode="auto">
          <a:xfrm>
            <a:off x="797560" y="3603308"/>
            <a:ext cx="1512888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端口特性</a:t>
            </a:r>
            <a:endParaRPr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3581400" y="5132070"/>
            <a:ext cx="2285365" cy="58356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kumimoji="1" lang="en-US" altLang="zh-CN" sz="3200" dirty="0" err="1" smtClean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1</a:t>
            </a:r>
            <a:r>
              <a:rPr kumimoji="1" lang="zh-CN" altLang="en-US" sz="3200" dirty="0" err="1" smtClean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、</a:t>
            </a:r>
            <a:r>
              <a:rPr kumimoji="1" lang="en-US" altLang="zh-CN" sz="3200" dirty="0" err="1" smtClean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i</a:t>
            </a:r>
            <a:r>
              <a:rPr kumimoji="1" lang="en-US" altLang="zh-CN" sz="3200" baseline="-25000" dirty="0" err="1" smtClean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S</a:t>
            </a:r>
            <a:r>
              <a:rPr kumimoji="1" lang="en-US" altLang="zh-CN" sz="3200" dirty="0" smtClean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=</a:t>
            </a:r>
            <a:r>
              <a:rPr kumimoji="1" lang="en-US" altLang="zh-CN" sz="3200" dirty="0" err="1" smtClean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u</a:t>
            </a:r>
            <a:r>
              <a:rPr kumimoji="1" lang="en-US" altLang="zh-CN" sz="3200" baseline="-25000" dirty="0" err="1" smtClean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S</a:t>
            </a:r>
            <a:r>
              <a:rPr kumimoji="1" lang="en-US" altLang="zh-CN" sz="3200" baseline="-25000" dirty="0" smtClean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</a:t>
            </a:r>
            <a:r>
              <a:rPr kumimoji="1" lang="en-US" altLang="zh-CN" sz="3200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/</a:t>
            </a:r>
            <a:r>
              <a:rPr kumimoji="1" lang="en-US" altLang="zh-CN" sz="3200" dirty="0" err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R</a:t>
            </a:r>
            <a:r>
              <a:rPr kumimoji="1" lang="en-US" altLang="zh-CN" sz="3200" baseline="-25000" dirty="0" err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i</a:t>
            </a:r>
            <a:r>
              <a:rPr kumimoji="1" lang="en-US" altLang="zh-CN" sz="3200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</a:t>
            </a:r>
            <a:endParaRPr kumimoji="1" lang="en-US" altLang="zh-CN" sz="3200" baseline="-25000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  <a:sym typeface="+mn-ea"/>
            </a:endParaRPr>
          </a:p>
        </p:txBody>
      </p:sp>
      <p:grpSp>
        <p:nvGrpSpPr>
          <p:cNvPr id="1300" name="Group 3"/>
          <p:cNvGrpSpPr/>
          <p:nvPr/>
        </p:nvGrpSpPr>
        <p:grpSpPr bwMode="auto">
          <a:xfrm rot="1440000">
            <a:off x="5122431" y="3586854"/>
            <a:ext cx="1219200" cy="681038"/>
            <a:chOff x="1968" y="960"/>
            <a:chExt cx="768" cy="472"/>
          </a:xfrm>
        </p:grpSpPr>
        <p:sp>
          <p:nvSpPr>
            <p:cNvPr id="1050592" name="AutoShape 4"/>
            <p:cNvSpPr>
              <a:spLocks noChangeArrowheads="1"/>
            </p:cNvSpPr>
            <p:nvPr/>
          </p:nvSpPr>
          <p:spPr bwMode="auto">
            <a:xfrm>
              <a:off x="1968" y="1144"/>
              <a:ext cx="768" cy="288"/>
            </a:xfrm>
            <a:prstGeom prst="rightArrow">
              <a:avLst>
                <a:gd name="adj1" fmla="val 50000"/>
                <a:gd name="adj2" fmla="val 66667"/>
              </a:avLst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593" name="Text Box 5"/>
            <p:cNvSpPr txBox="1">
              <a:spLocks noChangeArrowheads="1"/>
            </p:cNvSpPr>
            <p:nvPr/>
          </p:nvSpPr>
          <p:spPr bwMode="auto">
            <a:xfrm>
              <a:off x="2016" y="960"/>
              <a:ext cx="528" cy="31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2400" b="1">
                  <a:solidFill>
                    <a:schemeClr val="bg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转换</a:t>
              </a:r>
              <a:endParaRPr kumimoji="1"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29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0" name="Group 3"/>
          <p:cNvGrpSpPr/>
          <p:nvPr/>
        </p:nvGrpSpPr>
        <p:grpSpPr bwMode="auto">
          <a:xfrm>
            <a:off x="4679836" y="2708649"/>
            <a:ext cx="1219200" cy="681038"/>
            <a:chOff x="1968" y="960"/>
            <a:chExt cx="768" cy="472"/>
          </a:xfrm>
        </p:grpSpPr>
        <p:sp>
          <p:nvSpPr>
            <p:cNvPr id="1050592" name="AutoShape 4"/>
            <p:cNvSpPr>
              <a:spLocks noChangeArrowheads="1"/>
            </p:cNvSpPr>
            <p:nvPr/>
          </p:nvSpPr>
          <p:spPr bwMode="auto">
            <a:xfrm>
              <a:off x="1968" y="1144"/>
              <a:ext cx="768" cy="288"/>
            </a:xfrm>
            <a:prstGeom prst="rightArrow">
              <a:avLst>
                <a:gd name="adj1" fmla="val 50000"/>
                <a:gd name="adj2" fmla="val 66667"/>
              </a:avLst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593" name="Text Box 5"/>
            <p:cNvSpPr txBox="1">
              <a:spLocks noChangeArrowheads="1"/>
            </p:cNvSpPr>
            <p:nvPr/>
          </p:nvSpPr>
          <p:spPr bwMode="auto">
            <a:xfrm>
              <a:off x="2016" y="960"/>
              <a:ext cx="528" cy="31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2400" b="1">
                  <a:solidFill>
                    <a:schemeClr val="bg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转换</a:t>
              </a:r>
              <a:endParaRPr kumimoji="1"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301" name="Group 12"/>
          <p:cNvGrpSpPr/>
          <p:nvPr/>
        </p:nvGrpSpPr>
        <p:grpSpPr bwMode="auto">
          <a:xfrm>
            <a:off x="1839914" y="1797368"/>
            <a:ext cx="2422525" cy="2393950"/>
            <a:chOff x="720" y="1776"/>
            <a:chExt cx="1344" cy="1508"/>
          </a:xfrm>
        </p:grpSpPr>
        <p:sp>
          <p:nvSpPr>
            <p:cNvPr id="1050594" name="Text Box 13"/>
            <p:cNvSpPr txBox="1">
              <a:spLocks noChangeArrowheads="1"/>
            </p:cNvSpPr>
            <p:nvPr/>
          </p:nvSpPr>
          <p:spPr bwMode="auto">
            <a:xfrm>
              <a:off x="1488" y="1776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302" name="Group 14"/>
            <p:cNvGrpSpPr/>
            <p:nvPr/>
          </p:nvGrpSpPr>
          <p:grpSpPr bwMode="auto">
            <a:xfrm>
              <a:off x="720" y="2056"/>
              <a:ext cx="1344" cy="1228"/>
              <a:chOff x="672" y="2200"/>
              <a:chExt cx="1344" cy="1228"/>
            </a:xfrm>
          </p:grpSpPr>
          <p:sp>
            <p:nvSpPr>
              <p:cNvPr id="1050595" name="Text Box 17"/>
              <p:cNvSpPr txBox="1">
                <a:spLocks noChangeArrowheads="1"/>
              </p:cNvSpPr>
              <p:nvPr/>
            </p:nvSpPr>
            <p:spPr bwMode="auto">
              <a:xfrm>
                <a:off x="901" y="2529"/>
                <a:ext cx="212" cy="32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sym typeface="Symbol" panose="05050102010706020507" pitchFamily="18" charset="2"/>
                  </a:rPr>
                  <a:t>_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596" name="Oval 15"/>
              <p:cNvSpPr>
                <a:spLocks noChangeArrowheads="1"/>
              </p:cNvSpPr>
              <p:nvPr/>
            </p:nvSpPr>
            <p:spPr bwMode="auto">
              <a:xfrm>
                <a:off x="1094" y="2432"/>
                <a:ext cx="14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597" name="Text Box 16"/>
              <p:cNvSpPr txBox="1">
                <a:spLocks noChangeArrowheads="1"/>
              </p:cNvSpPr>
              <p:nvPr/>
            </p:nvSpPr>
            <p:spPr bwMode="auto">
              <a:xfrm>
                <a:off x="894" y="2200"/>
                <a:ext cx="214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598" name="Text Box 18"/>
              <p:cNvSpPr txBox="1">
                <a:spLocks noChangeArrowheads="1"/>
              </p:cNvSpPr>
              <p:nvPr/>
            </p:nvSpPr>
            <p:spPr bwMode="auto">
              <a:xfrm>
                <a:off x="672" y="2399"/>
                <a:ext cx="336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599" name="Freeform 19"/>
              <p:cNvSpPr/>
              <p:nvPr/>
            </p:nvSpPr>
            <p:spPr bwMode="auto">
              <a:xfrm>
                <a:off x="1170" y="2333"/>
                <a:ext cx="2" cy="1059"/>
              </a:xfrm>
              <a:custGeom>
                <a:avLst/>
                <a:gdLst>
                  <a:gd name="T0" fmla="*/ 0 w 2"/>
                  <a:gd name="T1" fmla="*/ 0 h 1059"/>
                  <a:gd name="T2" fmla="*/ 2 w 2"/>
                  <a:gd name="T3" fmla="*/ 1059 h 10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59">
                    <a:moveTo>
                      <a:pt x="0" y="0"/>
                    </a:moveTo>
                    <a:lnTo>
                      <a:pt x="2" y="1059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600" name="Freeform 20"/>
              <p:cNvSpPr/>
              <p:nvPr/>
            </p:nvSpPr>
            <p:spPr bwMode="auto">
              <a:xfrm>
                <a:off x="1164" y="2340"/>
                <a:ext cx="660" cy="1"/>
              </a:xfrm>
              <a:custGeom>
                <a:avLst/>
                <a:gdLst>
                  <a:gd name="T0" fmla="*/ 0 w 660"/>
                  <a:gd name="T1" fmla="*/ 0 h 1"/>
                  <a:gd name="T2" fmla="*/ 660 w 6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0" h="1">
                    <a:moveTo>
                      <a:pt x="0" y="0"/>
                    </a:moveTo>
                    <a:lnTo>
                      <a:pt x="660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601" name="Freeform 21"/>
              <p:cNvSpPr/>
              <p:nvPr/>
            </p:nvSpPr>
            <p:spPr bwMode="auto">
              <a:xfrm>
                <a:off x="1173" y="3393"/>
                <a:ext cx="651" cy="2"/>
              </a:xfrm>
              <a:custGeom>
                <a:avLst/>
                <a:gdLst>
                  <a:gd name="T0" fmla="*/ 0 w 651"/>
                  <a:gd name="T1" fmla="*/ 2 h 2"/>
                  <a:gd name="T2" fmla="*/ 651 w 65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1" h="2">
                    <a:moveTo>
                      <a:pt x="0" y="2"/>
                    </a:moveTo>
                    <a:lnTo>
                      <a:pt x="651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602" name="Line 22"/>
              <p:cNvSpPr>
                <a:spLocks noChangeShapeType="1"/>
              </p:cNvSpPr>
              <p:nvPr/>
            </p:nvSpPr>
            <p:spPr bwMode="auto">
              <a:xfrm>
                <a:off x="1296" y="2208"/>
                <a:ext cx="38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triangle" w="med" len="med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603" name="Rectangle 23"/>
              <p:cNvSpPr>
                <a:spLocks noChangeArrowheads="1"/>
              </p:cNvSpPr>
              <p:nvPr/>
            </p:nvSpPr>
            <p:spPr bwMode="auto">
              <a:xfrm>
                <a:off x="1116" y="2956"/>
                <a:ext cx="102" cy="233"/>
              </a:xfrm>
              <a:prstGeom prst="rect">
                <a:avLst/>
              </a:prstGeom>
              <a:solidFill>
                <a:srgbClr val="FF9900"/>
              </a:solidFill>
              <a:ln w="28575">
                <a:solidFill>
                  <a:srgbClr val="FF9900"/>
                </a:solidFill>
                <a:miter lim="800000"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604" name="Text Box 24"/>
              <p:cNvSpPr txBox="1">
                <a:spLocks noChangeArrowheads="1"/>
              </p:cNvSpPr>
              <p:nvPr/>
            </p:nvSpPr>
            <p:spPr bwMode="auto">
              <a:xfrm>
                <a:off x="816" y="2928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605" name="Text Box 25"/>
              <p:cNvSpPr txBox="1">
                <a:spLocks noChangeArrowheads="1"/>
              </p:cNvSpPr>
              <p:nvPr/>
            </p:nvSpPr>
            <p:spPr bwMode="auto">
              <a:xfrm>
                <a:off x="1680" y="2351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606" name="Text Box 26"/>
              <p:cNvSpPr txBox="1">
                <a:spLocks noChangeArrowheads="1"/>
              </p:cNvSpPr>
              <p:nvPr/>
            </p:nvSpPr>
            <p:spPr bwMode="auto">
              <a:xfrm>
                <a:off x="1728" y="2687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endPara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607" name="Text Box 27"/>
              <p:cNvSpPr txBox="1">
                <a:spLocks noChangeArrowheads="1"/>
              </p:cNvSpPr>
              <p:nvPr/>
            </p:nvSpPr>
            <p:spPr bwMode="auto">
              <a:xfrm>
                <a:off x="1728" y="2976"/>
                <a:ext cx="288" cy="32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608" name="Oval 28"/>
              <p:cNvSpPr>
                <a:spLocks noChangeArrowheads="1"/>
              </p:cNvSpPr>
              <p:nvPr/>
            </p:nvSpPr>
            <p:spPr bwMode="auto">
              <a:xfrm>
                <a:off x="1824" y="2304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609" name="Oval 29"/>
              <p:cNvSpPr>
                <a:spLocks noChangeArrowheads="1"/>
              </p:cNvSpPr>
              <p:nvPr/>
            </p:nvSpPr>
            <p:spPr bwMode="auto">
              <a:xfrm>
                <a:off x="1824" y="3360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</p:grpSp>
      </p:grpSp>
      <p:grpSp>
        <p:nvGrpSpPr>
          <p:cNvPr id="1303" name="Group 30"/>
          <p:cNvGrpSpPr/>
          <p:nvPr/>
        </p:nvGrpSpPr>
        <p:grpSpPr bwMode="auto">
          <a:xfrm>
            <a:off x="6280035" y="2107092"/>
            <a:ext cx="2743200" cy="1784350"/>
            <a:chOff x="96" y="3024"/>
            <a:chExt cx="1728" cy="1124"/>
          </a:xfrm>
        </p:grpSpPr>
        <p:sp>
          <p:nvSpPr>
            <p:cNvPr id="1050610" name="Freeform 31"/>
            <p:cNvSpPr/>
            <p:nvPr/>
          </p:nvSpPr>
          <p:spPr bwMode="auto">
            <a:xfrm>
              <a:off x="390" y="3294"/>
              <a:ext cx="1242" cy="5"/>
            </a:xfrm>
            <a:custGeom>
              <a:avLst/>
              <a:gdLst>
                <a:gd name="T0" fmla="*/ 0 w 1242"/>
                <a:gd name="T1" fmla="*/ 0 h 5"/>
                <a:gd name="T2" fmla="*/ 1242 w 1242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2" h="5">
                  <a:moveTo>
                    <a:pt x="0" y="0"/>
                  </a:moveTo>
                  <a:lnTo>
                    <a:pt x="1242" y="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611" name="Text Box 32"/>
            <p:cNvSpPr txBox="1">
              <a:spLocks noChangeArrowheads="1"/>
            </p:cNvSpPr>
            <p:nvPr/>
          </p:nvSpPr>
          <p:spPr bwMode="auto">
            <a:xfrm>
              <a:off x="1440" y="3024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12" name="Text Box 33"/>
            <p:cNvSpPr txBox="1">
              <a:spLocks noChangeArrowheads="1"/>
            </p:cNvSpPr>
            <p:nvPr/>
          </p:nvSpPr>
          <p:spPr bwMode="auto">
            <a:xfrm>
              <a:off x="1008" y="3552"/>
              <a:ext cx="33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613" name="Text Box 34"/>
            <p:cNvSpPr txBox="1">
              <a:spLocks noChangeArrowheads="1"/>
            </p:cNvSpPr>
            <p:nvPr/>
          </p:nvSpPr>
          <p:spPr bwMode="auto">
            <a:xfrm>
              <a:off x="1440" y="3276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14" name="Text Box 35"/>
            <p:cNvSpPr txBox="1">
              <a:spLocks noChangeArrowheads="1"/>
            </p:cNvSpPr>
            <p:nvPr/>
          </p:nvSpPr>
          <p:spPr bwMode="auto">
            <a:xfrm>
              <a:off x="1488" y="3600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15" name="Text Box 36"/>
            <p:cNvSpPr txBox="1">
              <a:spLocks noChangeArrowheads="1"/>
            </p:cNvSpPr>
            <p:nvPr/>
          </p:nvSpPr>
          <p:spPr bwMode="auto">
            <a:xfrm>
              <a:off x="1536" y="3744"/>
              <a:ext cx="288" cy="32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616" name="Freeform 37"/>
            <p:cNvSpPr/>
            <p:nvPr/>
          </p:nvSpPr>
          <p:spPr bwMode="auto">
            <a:xfrm>
              <a:off x="390" y="4110"/>
              <a:ext cx="1242" cy="5"/>
            </a:xfrm>
            <a:custGeom>
              <a:avLst/>
              <a:gdLst>
                <a:gd name="T0" fmla="*/ 0 w 1242"/>
                <a:gd name="T1" fmla="*/ 0 h 5"/>
                <a:gd name="T2" fmla="*/ 1242 w 1242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2" h="5">
                  <a:moveTo>
                    <a:pt x="0" y="0"/>
                  </a:moveTo>
                  <a:lnTo>
                    <a:pt x="1242" y="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617" name="Freeform 38"/>
            <p:cNvSpPr/>
            <p:nvPr/>
          </p:nvSpPr>
          <p:spPr bwMode="auto">
            <a:xfrm>
              <a:off x="396" y="3294"/>
              <a:ext cx="1" cy="834"/>
            </a:xfrm>
            <a:custGeom>
              <a:avLst/>
              <a:gdLst>
                <a:gd name="T0" fmla="*/ 0 w 1"/>
                <a:gd name="T1" fmla="*/ 0 h 834"/>
                <a:gd name="T2" fmla="*/ 1 w 1"/>
                <a:gd name="T3" fmla="*/ 834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34">
                  <a:moveTo>
                    <a:pt x="0" y="0"/>
                  </a:moveTo>
                  <a:lnTo>
                    <a:pt x="1" y="834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grpSp>
          <p:nvGrpSpPr>
            <p:cNvPr id="1304" name="Group 39"/>
            <p:cNvGrpSpPr/>
            <p:nvPr/>
          </p:nvGrpSpPr>
          <p:grpSpPr bwMode="auto">
            <a:xfrm>
              <a:off x="313" y="3576"/>
              <a:ext cx="169" cy="327"/>
              <a:chOff x="2377" y="2280"/>
              <a:chExt cx="169" cy="327"/>
            </a:xfrm>
          </p:grpSpPr>
          <p:sp>
            <p:nvSpPr>
              <p:cNvPr id="1050618" name="Oval 40"/>
              <p:cNvSpPr>
                <a:spLocks noChangeArrowheads="1"/>
              </p:cNvSpPr>
              <p:nvPr/>
            </p:nvSpPr>
            <p:spPr bwMode="auto">
              <a:xfrm>
                <a:off x="2377" y="2280"/>
                <a:ext cx="16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619" name="Line 41"/>
              <p:cNvSpPr>
                <a:spLocks noChangeShapeType="1"/>
              </p:cNvSpPr>
              <p:nvPr/>
            </p:nvSpPr>
            <p:spPr bwMode="auto">
              <a:xfrm>
                <a:off x="2377" y="2444"/>
                <a:ext cx="169" cy="0"/>
              </a:xfrm>
              <a:prstGeom prst="line">
                <a:avLst/>
              </a:prstGeom>
              <a:noFill/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</p:grpSp>
        <p:sp>
          <p:nvSpPr>
            <p:cNvPr id="1050620" name="Freeform 42"/>
            <p:cNvSpPr/>
            <p:nvPr/>
          </p:nvSpPr>
          <p:spPr bwMode="auto">
            <a:xfrm>
              <a:off x="972" y="3294"/>
              <a:ext cx="1" cy="834"/>
            </a:xfrm>
            <a:custGeom>
              <a:avLst/>
              <a:gdLst>
                <a:gd name="T0" fmla="*/ 0 w 1"/>
                <a:gd name="T1" fmla="*/ 834 h 834"/>
                <a:gd name="T2" fmla="*/ 0 w 1"/>
                <a:gd name="T3" fmla="*/ 0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34">
                  <a:moveTo>
                    <a:pt x="0" y="834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621" name="Rectangle 43"/>
            <p:cNvSpPr>
              <a:spLocks noChangeArrowheads="1"/>
            </p:cNvSpPr>
            <p:nvPr/>
          </p:nvSpPr>
          <p:spPr bwMode="auto">
            <a:xfrm>
              <a:off x="912" y="3580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622" name="Text Box 44"/>
            <p:cNvSpPr txBox="1">
              <a:spLocks noChangeArrowheads="1"/>
            </p:cNvSpPr>
            <p:nvPr/>
          </p:nvSpPr>
          <p:spPr bwMode="auto">
            <a:xfrm>
              <a:off x="96" y="3264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623" name="Line 45"/>
            <p:cNvSpPr>
              <a:spLocks noChangeShapeType="1"/>
            </p:cNvSpPr>
            <p:nvPr/>
          </p:nvSpPr>
          <p:spPr bwMode="auto">
            <a:xfrm>
              <a:off x="1104" y="3168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624" name="Line 46"/>
            <p:cNvSpPr>
              <a:spLocks noChangeShapeType="1"/>
            </p:cNvSpPr>
            <p:nvPr/>
          </p:nvSpPr>
          <p:spPr bwMode="auto">
            <a:xfrm rot="-5400000">
              <a:off x="0" y="3744"/>
              <a:ext cx="3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625" name="Oval 47"/>
            <p:cNvSpPr>
              <a:spLocks noChangeArrowheads="1"/>
            </p:cNvSpPr>
            <p:nvPr/>
          </p:nvSpPr>
          <p:spPr bwMode="auto">
            <a:xfrm>
              <a:off x="1632" y="3264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626" name="Oval 48"/>
            <p:cNvSpPr>
              <a:spLocks noChangeArrowheads="1"/>
            </p:cNvSpPr>
            <p:nvPr/>
          </p:nvSpPr>
          <p:spPr bwMode="auto">
            <a:xfrm>
              <a:off x="1632" y="4080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sp>
        <p:nvSpPr>
          <p:cNvPr id="1050627" name="矩形 1"/>
          <p:cNvSpPr>
            <a:spLocks noRot="1" noChangeAspect="1" noMove="1" noResize="1" noEditPoints="1" noAdjustHandles="1" noChangeArrowheads="1" noChangeShapeType="1" noTextEdit="1"/>
          </p:cNvSpPr>
          <p:nvPr/>
        </p:nvSpPr>
        <p:spPr>
          <a:xfrm>
            <a:off x="6398725" y="3936685"/>
            <a:ext cx="4110391" cy="720090"/>
          </a:xfrm>
          <a:prstGeom prst="rect">
            <a:avLst/>
          </a:prstGeom>
          <a:blipFill rotWithShape="1">
            <a:blip r:embed="rId1"/>
            <a:stretch>
              <a:fillRect l="-11" t="-44" r="12" b="44"/>
            </a:stretch>
          </a:blipFill>
        </p:spPr>
        <p:txBody>
          <a:bodyPr/>
          <a:p>
            <a:r>
              <a:rPr lang="zh-CN" altLang="en-US">
                <a:noFill/>
              </a:rPr>
              <a:t> </a:t>
            </a:r>
            <a:endParaRPr lang="zh-CN" altLang="en-US">
              <a:noFill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3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40" name="Text Box 2"/>
          <p:cNvSpPr txBox="1">
            <a:spLocks noChangeArrowheads="1"/>
          </p:cNvSpPr>
          <p:nvPr/>
        </p:nvSpPr>
        <p:spPr bwMode="auto">
          <a:xfrm>
            <a:off x="2668905" y="2159000"/>
            <a:ext cx="7160895" cy="5835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3200" b="1">
                <a:latin typeface="Times New Roman" panose="02020603050405020304" pitchFamily="18" charset="0"/>
                <a:ea typeface="黑体" panose="02010609060101010101" pitchFamily="49" charset="-122"/>
              </a:rPr>
              <a:t>2 </a:t>
            </a:r>
            <a:r>
              <a:rPr kumimoji="1" lang="zh-CN" altLang="en-US" sz="3200" b="1">
                <a:latin typeface="Times New Roman" panose="02020603050405020304" pitchFamily="18" charset="0"/>
                <a:ea typeface="黑体" panose="02010609060101010101" pitchFamily="49" charset="-122"/>
              </a:rPr>
              <a:t>由电流源变换为电</a:t>
            </a:r>
            <a:r>
              <a:rPr kumimoji="1" lang="zh-CN" altLang="en-US" sz="3200" b="1">
                <a:latin typeface="Times New Roman" panose="02020603050405020304" pitchFamily="18" charset="0"/>
                <a:ea typeface="黑体" panose="02010609060101010101" pitchFamily="49" charset="-122"/>
              </a:rPr>
              <a:t>压源：</a:t>
            </a:r>
            <a:endParaRPr kumimoji="1" lang="zh-CN" altLang="en-US" sz="32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3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53" name="Text Box 4"/>
          <p:cNvSpPr txBox="1">
            <a:spLocks noChangeArrowheads="1"/>
          </p:cNvSpPr>
          <p:nvPr/>
        </p:nvSpPr>
        <p:spPr bwMode="auto">
          <a:xfrm>
            <a:off x="2777173" y="3516631"/>
            <a:ext cx="215900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u=u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 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R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endParaRPr kumimoji="1" lang="en-US" altLang="zh-CN" sz="2800" b="1" i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654" name="Text Box 5"/>
          <p:cNvSpPr txBox="1">
            <a:spLocks noChangeArrowheads="1"/>
          </p:cNvSpPr>
          <p:nvPr/>
        </p:nvSpPr>
        <p:spPr bwMode="auto">
          <a:xfrm>
            <a:off x="6856926" y="3511550"/>
            <a:ext cx="182880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 =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baseline="-25000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S</a:t>
            </a:r>
            <a:r>
              <a:rPr kumimoji="1" lang="en-US" altLang="zh-CN" sz="2800" b="1" i="1" baseline="-25000" dirty="0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rPr>
              <a:t>– 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800" b="1" i="1" baseline="-25000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i="1" dirty="0" err="1"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endParaRPr kumimoji="1" lang="en-US" altLang="zh-CN" sz="28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655" name="Text Box 6"/>
          <p:cNvSpPr txBox="1">
            <a:spLocks noChangeArrowheads="1"/>
          </p:cNvSpPr>
          <p:nvPr/>
        </p:nvSpPr>
        <p:spPr bwMode="auto">
          <a:xfrm>
            <a:off x="2777490" y="4196080"/>
            <a:ext cx="7492365" cy="116840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u= i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S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/G</a:t>
            </a:r>
            <a:r>
              <a:rPr kumimoji="1" lang="en-US" altLang="zh-CN" sz="28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i/G</a:t>
            </a:r>
            <a:r>
              <a:rPr kumimoji="1" lang="en-US" altLang="zh-CN" sz="2800" b="1" i="1" baseline="-25000">
                <a:solidFill>
                  <a:schemeClr val="tx2"/>
                </a:solidFill>
                <a:uFillTx/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     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1 i</a:t>
            </a:r>
            <a:r>
              <a:rPr kumimoji="1" lang="zh-CN" altLang="en-US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一定的情况下，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u</a:t>
            </a:r>
            <a:r>
              <a:rPr kumimoji="1" lang="zh-CN" altLang="en-US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相等</a:t>
            </a:r>
            <a:endParaRPr kumimoji="1" lang="zh-CN" altLang="en-US" sz="2800" b="1" i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  <a:sym typeface="+mn-ea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                           2 i</a:t>
            </a:r>
            <a:r>
              <a:rPr kumimoji="1" lang="zh-CN" altLang="en-US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，</a:t>
            </a:r>
            <a:r>
              <a: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u</a:t>
            </a:r>
            <a:r>
              <a:rPr kumimoji="1" lang="zh-CN" altLang="en-US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为变量，令常量</a:t>
            </a:r>
            <a:r>
              <a:rPr kumimoji="1" lang="zh-CN" altLang="en-US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相等</a:t>
            </a:r>
            <a:endParaRPr kumimoji="1" lang="zh-CN" altLang="en-US" sz="2800" b="1" i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  <a:sym typeface="+mn-ea"/>
            </a:endParaRPr>
          </a:p>
        </p:txBody>
      </p:sp>
      <p:sp>
        <p:nvSpPr>
          <p:cNvPr id="1050656" name="Text Box 7"/>
          <p:cNvSpPr txBox="1">
            <a:spLocks noChangeArrowheads="1"/>
          </p:cNvSpPr>
          <p:nvPr/>
        </p:nvSpPr>
        <p:spPr bwMode="auto">
          <a:xfrm>
            <a:off x="1715135" y="5111750"/>
            <a:ext cx="196024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比较</a:t>
            </a:r>
            <a:r>
              <a:rPr kumimoji="1"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可</a:t>
            </a:r>
            <a:r>
              <a:rPr kumimoji="1" lang="zh-CN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得：</a:t>
            </a:r>
            <a:endParaRPr kumimoji="1" lang="zh-CN" altLang="en-US" sz="24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345" name="Group 9"/>
          <p:cNvGrpSpPr/>
          <p:nvPr/>
        </p:nvGrpSpPr>
        <p:grpSpPr bwMode="auto">
          <a:xfrm>
            <a:off x="6459220" y="1352550"/>
            <a:ext cx="3066415" cy="1784350"/>
            <a:chOff x="96" y="3024"/>
            <a:chExt cx="1728" cy="1124"/>
          </a:xfrm>
        </p:grpSpPr>
        <p:sp>
          <p:nvSpPr>
            <p:cNvPr id="1050657" name="Freeform 10"/>
            <p:cNvSpPr/>
            <p:nvPr/>
          </p:nvSpPr>
          <p:spPr bwMode="auto">
            <a:xfrm>
              <a:off x="390" y="3294"/>
              <a:ext cx="1242" cy="5"/>
            </a:xfrm>
            <a:custGeom>
              <a:avLst/>
              <a:gdLst>
                <a:gd name="T0" fmla="*/ 0 w 1242"/>
                <a:gd name="T1" fmla="*/ 0 h 5"/>
                <a:gd name="T2" fmla="*/ 1242 w 1242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2" h="5">
                  <a:moveTo>
                    <a:pt x="0" y="0"/>
                  </a:moveTo>
                  <a:lnTo>
                    <a:pt x="1242" y="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658" name="Text Box 11"/>
            <p:cNvSpPr txBox="1">
              <a:spLocks noChangeArrowheads="1"/>
            </p:cNvSpPr>
            <p:nvPr/>
          </p:nvSpPr>
          <p:spPr bwMode="auto">
            <a:xfrm>
              <a:off x="1440" y="3024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59" name="Text Box 12"/>
            <p:cNvSpPr txBox="1">
              <a:spLocks noChangeArrowheads="1"/>
            </p:cNvSpPr>
            <p:nvPr/>
          </p:nvSpPr>
          <p:spPr bwMode="auto">
            <a:xfrm>
              <a:off x="1008" y="3552"/>
              <a:ext cx="33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kumimoji="1"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60" name="Text Box 13"/>
            <p:cNvSpPr txBox="1">
              <a:spLocks noChangeArrowheads="1"/>
            </p:cNvSpPr>
            <p:nvPr/>
          </p:nvSpPr>
          <p:spPr bwMode="auto">
            <a:xfrm>
              <a:off x="1440" y="3276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61" name="Text Box 14"/>
            <p:cNvSpPr txBox="1">
              <a:spLocks noChangeArrowheads="1"/>
            </p:cNvSpPr>
            <p:nvPr/>
          </p:nvSpPr>
          <p:spPr bwMode="auto">
            <a:xfrm>
              <a:off x="1488" y="3600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62" name="Text Box 15"/>
            <p:cNvSpPr txBox="1">
              <a:spLocks noChangeArrowheads="1"/>
            </p:cNvSpPr>
            <p:nvPr/>
          </p:nvSpPr>
          <p:spPr bwMode="auto">
            <a:xfrm>
              <a:off x="1536" y="3744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50663" name="Freeform 16"/>
            <p:cNvSpPr/>
            <p:nvPr/>
          </p:nvSpPr>
          <p:spPr bwMode="auto">
            <a:xfrm>
              <a:off x="390" y="4110"/>
              <a:ext cx="1242" cy="5"/>
            </a:xfrm>
            <a:custGeom>
              <a:avLst/>
              <a:gdLst>
                <a:gd name="T0" fmla="*/ 0 w 1242"/>
                <a:gd name="T1" fmla="*/ 0 h 5"/>
                <a:gd name="T2" fmla="*/ 1242 w 1242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2" h="5">
                  <a:moveTo>
                    <a:pt x="0" y="0"/>
                  </a:moveTo>
                  <a:lnTo>
                    <a:pt x="1242" y="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664" name="Freeform 17"/>
            <p:cNvSpPr/>
            <p:nvPr/>
          </p:nvSpPr>
          <p:spPr bwMode="auto">
            <a:xfrm>
              <a:off x="396" y="3294"/>
              <a:ext cx="1" cy="834"/>
            </a:xfrm>
            <a:custGeom>
              <a:avLst/>
              <a:gdLst>
                <a:gd name="T0" fmla="*/ 0 w 1"/>
                <a:gd name="T1" fmla="*/ 0 h 834"/>
                <a:gd name="T2" fmla="*/ 1 w 1"/>
                <a:gd name="T3" fmla="*/ 834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34">
                  <a:moveTo>
                    <a:pt x="0" y="0"/>
                  </a:moveTo>
                  <a:lnTo>
                    <a:pt x="1" y="834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grpSp>
          <p:nvGrpSpPr>
            <p:cNvPr id="1346" name="Group 18"/>
            <p:cNvGrpSpPr/>
            <p:nvPr/>
          </p:nvGrpSpPr>
          <p:grpSpPr bwMode="auto">
            <a:xfrm>
              <a:off x="320" y="3580"/>
              <a:ext cx="169" cy="327"/>
              <a:chOff x="2384" y="2284"/>
              <a:chExt cx="169" cy="327"/>
            </a:xfrm>
          </p:grpSpPr>
          <p:sp>
            <p:nvSpPr>
              <p:cNvPr id="1050665" name="Oval 19"/>
              <p:cNvSpPr>
                <a:spLocks noChangeArrowheads="1"/>
              </p:cNvSpPr>
              <p:nvPr/>
            </p:nvSpPr>
            <p:spPr bwMode="auto">
              <a:xfrm>
                <a:off x="2384" y="2284"/>
                <a:ext cx="16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666" name="Line 20"/>
              <p:cNvSpPr>
                <a:spLocks noChangeShapeType="1"/>
              </p:cNvSpPr>
              <p:nvPr/>
            </p:nvSpPr>
            <p:spPr bwMode="auto">
              <a:xfrm flipV="1">
                <a:off x="2384" y="2446"/>
                <a:ext cx="169" cy="2"/>
              </a:xfrm>
              <a:prstGeom prst="line">
                <a:avLst/>
              </a:prstGeom>
              <a:noFill/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</p:grpSp>
        <p:sp>
          <p:nvSpPr>
            <p:cNvPr id="1050667" name="Freeform 21"/>
            <p:cNvSpPr/>
            <p:nvPr/>
          </p:nvSpPr>
          <p:spPr bwMode="auto">
            <a:xfrm>
              <a:off x="972" y="3294"/>
              <a:ext cx="1" cy="834"/>
            </a:xfrm>
            <a:custGeom>
              <a:avLst/>
              <a:gdLst>
                <a:gd name="T0" fmla="*/ 0 w 1"/>
                <a:gd name="T1" fmla="*/ 834 h 834"/>
                <a:gd name="T2" fmla="*/ 0 w 1"/>
                <a:gd name="T3" fmla="*/ 0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34">
                  <a:moveTo>
                    <a:pt x="0" y="834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668" name="Rectangle 22"/>
            <p:cNvSpPr>
              <a:spLocks noChangeArrowheads="1"/>
            </p:cNvSpPr>
            <p:nvPr/>
          </p:nvSpPr>
          <p:spPr bwMode="auto">
            <a:xfrm>
              <a:off x="912" y="3580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squar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669" name="Text Box 23"/>
            <p:cNvSpPr txBox="1">
              <a:spLocks noChangeArrowheads="1"/>
            </p:cNvSpPr>
            <p:nvPr/>
          </p:nvSpPr>
          <p:spPr bwMode="auto">
            <a:xfrm>
              <a:off x="96" y="3264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670" name="Line 24"/>
            <p:cNvSpPr>
              <a:spLocks noChangeShapeType="1"/>
            </p:cNvSpPr>
            <p:nvPr/>
          </p:nvSpPr>
          <p:spPr bwMode="auto">
            <a:xfrm>
              <a:off x="1104" y="3168"/>
              <a:ext cx="336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671" name="Line 25"/>
            <p:cNvSpPr>
              <a:spLocks noChangeShapeType="1"/>
            </p:cNvSpPr>
            <p:nvPr/>
          </p:nvSpPr>
          <p:spPr bwMode="auto">
            <a:xfrm rot="-5400000">
              <a:off x="0" y="3744"/>
              <a:ext cx="384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672" name="Oval 26"/>
            <p:cNvSpPr>
              <a:spLocks noChangeArrowheads="1"/>
            </p:cNvSpPr>
            <p:nvPr/>
          </p:nvSpPr>
          <p:spPr bwMode="auto">
            <a:xfrm>
              <a:off x="1632" y="3264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673" name="Oval 27"/>
            <p:cNvSpPr>
              <a:spLocks noChangeArrowheads="1"/>
            </p:cNvSpPr>
            <p:nvPr/>
          </p:nvSpPr>
          <p:spPr bwMode="auto">
            <a:xfrm>
              <a:off x="1632" y="4080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grpSp>
        <p:nvGrpSpPr>
          <p:cNvPr id="1347" name="Group 28"/>
          <p:cNvGrpSpPr/>
          <p:nvPr/>
        </p:nvGrpSpPr>
        <p:grpSpPr bwMode="auto">
          <a:xfrm>
            <a:off x="1844675" y="847725"/>
            <a:ext cx="2823210" cy="2393950"/>
            <a:chOff x="720" y="1776"/>
            <a:chExt cx="1344" cy="1508"/>
          </a:xfrm>
        </p:grpSpPr>
        <p:sp>
          <p:nvSpPr>
            <p:cNvPr id="1050674" name="Text Box 29"/>
            <p:cNvSpPr txBox="1">
              <a:spLocks noChangeArrowheads="1"/>
            </p:cNvSpPr>
            <p:nvPr/>
          </p:nvSpPr>
          <p:spPr bwMode="auto">
            <a:xfrm>
              <a:off x="1488" y="1776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348" name="Group 30"/>
            <p:cNvGrpSpPr/>
            <p:nvPr/>
          </p:nvGrpSpPr>
          <p:grpSpPr bwMode="auto">
            <a:xfrm>
              <a:off x="720" y="2056"/>
              <a:ext cx="1344" cy="1228"/>
              <a:chOff x="672" y="2200"/>
              <a:chExt cx="1344" cy="1228"/>
            </a:xfrm>
          </p:grpSpPr>
          <p:sp>
            <p:nvSpPr>
              <p:cNvPr id="1050675" name="Text Box 32"/>
              <p:cNvSpPr txBox="1">
                <a:spLocks noChangeArrowheads="1"/>
              </p:cNvSpPr>
              <p:nvPr/>
            </p:nvSpPr>
            <p:spPr bwMode="auto">
              <a:xfrm>
                <a:off x="894" y="2200"/>
                <a:ext cx="214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+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676" name="Oval 31"/>
              <p:cNvSpPr>
                <a:spLocks noChangeArrowheads="1"/>
              </p:cNvSpPr>
              <p:nvPr/>
            </p:nvSpPr>
            <p:spPr bwMode="auto">
              <a:xfrm>
                <a:off x="1094" y="2432"/>
                <a:ext cx="14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677" name="Text Box 33"/>
              <p:cNvSpPr txBox="1">
                <a:spLocks noChangeArrowheads="1"/>
              </p:cNvSpPr>
              <p:nvPr/>
            </p:nvSpPr>
            <p:spPr bwMode="auto">
              <a:xfrm>
                <a:off x="901" y="2528"/>
                <a:ext cx="212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kumimoji="1"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  <a:sym typeface="Symbol" panose="05050102010706020507" pitchFamily="18" charset="2"/>
                  </a:rPr>
                  <a:t>_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0678" name="Text Box 34"/>
              <p:cNvSpPr txBox="1">
                <a:spLocks noChangeArrowheads="1"/>
              </p:cNvSpPr>
              <p:nvPr/>
            </p:nvSpPr>
            <p:spPr bwMode="auto">
              <a:xfrm>
                <a:off x="672" y="2399"/>
                <a:ext cx="336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679" name="Freeform 35"/>
              <p:cNvSpPr/>
              <p:nvPr/>
            </p:nvSpPr>
            <p:spPr bwMode="auto">
              <a:xfrm>
                <a:off x="1170" y="2333"/>
                <a:ext cx="2" cy="1059"/>
              </a:xfrm>
              <a:custGeom>
                <a:avLst/>
                <a:gdLst>
                  <a:gd name="T0" fmla="*/ 0 w 2"/>
                  <a:gd name="T1" fmla="*/ 0 h 1059"/>
                  <a:gd name="T2" fmla="*/ 2 w 2"/>
                  <a:gd name="T3" fmla="*/ 1059 h 10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59">
                    <a:moveTo>
                      <a:pt x="0" y="0"/>
                    </a:moveTo>
                    <a:lnTo>
                      <a:pt x="2" y="1059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680" name="Freeform 36"/>
              <p:cNvSpPr/>
              <p:nvPr/>
            </p:nvSpPr>
            <p:spPr bwMode="auto">
              <a:xfrm>
                <a:off x="1164" y="2340"/>
                <a:ext cx="660" cy="1"/>
              </a:xfrm>
              <a:custGeom>
                <a:avLst/>
                <a:gdLst>
                  <a:gd name="T0" fmla="*/ 0 w 660"/>
                  <a:gd name="T1" fmla="*/ 0 h 1"/>
                  <a:gd name="T2" fmla="*/ 660 w 6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0" h="1">
                    <a:moveTo>
                      <a:pt x="0" y="0"/>
                    </a:moveTo>
                    <a:lnTo>
                      <a:pt x="660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681" name="Freeform 37"/>
              <p:cNvSpPr/>
              <p:nvPr/>
            </p:nvSpPr>
            <p:spPr bwMode="auto">
              <a:xfrm>
                <a:off x="1173" y="3393"/>
                <a:ext cx="651" cy="2"/>
              </a:xfrm>
              <a:custGeom>
                <a:avLst/>
                <a:gdLst>
                  <a:gd name="T0" fmla="*/ 0 w 651"/>
                  <a:gd name="T1" fmla="*/ 2 h 2"/>
                  <a:gd name="T2" fmla="*/ 651 w 65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1" h="2">
                    <a:moveTo>
                      <a:pt x="0" y="2"/>
                    </a:moveTo>
                    <a:lnTo>
                      <a:pt x="651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682" name="Line 38"/>
              <p:cNvSpPr>
                <a:spLocks noChangeShapeType="1"/>
              </p:cNvSpPr>
              <p:nvPr/>
            </p:nvSpPr>
            <p:spPr bwMode="auto">
              <a:xfrm>
                <a:off x="1296" y="2208"/>
                <a:ext cx="384" cy="0"/>
              </a:xfrm>
              <a:prstGeom prst="line">
                <a:avLst/>
              </a:prstGeom>
              <a:noFill/>
              <a:ln w="38100">
                <a:solidFill>
                  <a:srgbClr val="66FFFF"/>
                </a:solidFill>
                <a:round/>
                <a:tailEnd type="triangle" w="med" len="med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683" name="Rectangle 39"/>
              <p:cNvSpPr>
                <a:spLocks noChangeArrowheads="1"/>
              </p:cNvSpPr>
              <p:nvPr/>
            </p:nvSpPr>
            <p:spPr bwMode="auto">
              <a:xfrm>
                <a:off x="1116" y="2956"/>
                <a:ext cx="102" cy="233"/>
              </a:xfrm>
              <a:prstGeom prst="rect">
                <a:avLst/>
              </a:prstGeom>
              <a:solidFill>
                <a:srgbClr val="FF9900"/>
              </a:solidFill>
              <a:ln w="28575">
                <a:solidFill>
                  <a:srgbClr val="FF9900"/>
                </a:solidFill>
                <a:miter lim="800000"/>
              </a:ln>
              <a:effectLst/>
            </p:spPr>
            <p:txBody>
              <a:bodyPr wrap="squar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684" name="Text Box 40"/>
              <p:cNvSpPr txBox="1">
                <a:spLocks noChangeArrowheads="1"/>
              </p:cNvSpPr>
              <p:nvPr/>
            </p:nvSpPr>
            <p:spPr bwMode="auto">
              <a:xfrm>
                <a:off x="816" y="2928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kumimoji="1"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685" name="Text Box 41"/>
              <p:cNvSpPr txBox="1">
                <a:spLocks noChangeArrowheads="1"/>
              </p:cNvSpPr>
              <p:nvPr/>
            </p:nvSpPr>
            <p:spPr bwMode="auto">
              <a:xfrm>
                <a:off x="1680" y="2351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686" name="Text Box 42"/>
              <p:cNvSpPr txBox="1">
                <a:spLocks noChangeArrowheads="1"/>
              </p:cNvSpPr>
              <p:nvPr/>
            </p:nvSpPr>
            <p:spPr bwMode="auto">
              <a:xfrm>
                <a:off x="1728" y="2687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endPara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687" name="Text Box 43"/>
              <p:cNvSpPr txBox="1">
                <a:spLocks noChangeArrowheads="1"/>
              </p:cNvSpPr>
              <p:nvPr/>
            </p:nvSpPr>
            <p:spPr bwMode="auto">
              <a:xfrm>
                <a:off x="1728" y="2976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kumimoji="1"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688" name="Oval 44"/>
              <p:cNvSpPr>
                <a:spLocks noChangeArrowheads="1"/>
              </p:cNvSpPr>
              <p:nvPr/>
            </p:nvSpPr>
            <p:spPr bwMode="auto">
              <a:xfrm>
                <a:off x="1824" y="2304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689" name="Oval 45"/>
              <p:cNvSpPr>
                <a:spLocks noChangeArrowheads="1"/>
              </p:cNvSpPr>
              <p:nvPr/>
            </p:nvSpPr>
            <p:spPr bwMode="auto">
              <a:xfrm>
                <a:off x="1824" y="3360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50690" name="Text Box 48"/>
          <p:cNvSpPr txBox="1">
            <a:spLocks noChangeArrowheads="1"/>
          </p:cNvSpPr>
          <p:nvPr/>
        </p:nvSpPr>
        <p:spPr bwMode="auto">
          <a:xfrm>
            <a:off x="797560" y="3603308"/>
            <a:ext cx="1512888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端口特性</a:t>
            </a:r>
            <a:endParaRPr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691" name="下箭头 1"/>
          <p:cNvSpPr/>
          <p:nvPr/>
        </p:nvSpPr>
        <p:spPr>
          <a:xfrm rot="3780000">
            <a:off x="5290820" y="3590290"/>
            <a:ext cx="264795" cy="958215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050692" name="矩形 2"/>
          <p:cNvSpPr>
            <a:spLocks noRot="1" noChangeAspect="1" noMove="1" noResize="1" noEditPoints="1" noAdjustHandles="1" noChangeArrowheads="1" noChangeShapeType="1" noTextEdit="1"/>
          </p:cNvSpPr>
          <p:nvPr/>
        </p:nvSpPr>
        <p:spPr>
          <a:xfrm>
            <a:off x="4230200" y="5375019"/>
            <a:ext cx="3785235" cy="788670"/>
          </a:xfrm>
          <a:prstGeom prst="rect">
            <a:avLst/>
          </a:prstGeom>
          <a:blipFill rotWithShape="1">
            <a:blip r:embed="rId1"/>
            <a:stretch>
              <a:fillRect l="-12" t="-48" r="12" b="48"/>
            </a:stretch>
          </a:blipFill>
        </p:spPr>
        <p:txBody>
          <a:bodyPr/>
          <a:p>
            <a:r>
              <a:rPr lang="zh-CN" altLang="en-US">
                <a:noFill/>
              </a:rPr>
              <a:t> </a:t>
            </a:r>
            <a:endParaRPr lang="zh-CN" altLang="en-US">
              <a:noFill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3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9" name="Group 6"/>
          <p:cNvGrpSpPr/>
          <p:nvPr/>
        </p:nvGrpSpPr>
        <p:grpSpPr bwMode="auto">
          <a:xfrm>
            <a:off x="4562475" y="2726055"/>
            <a:ext cx="1219200" cy="781050"/>
            <a:chOff x="1968" y="2620"/>
            <a:chExt cx="768" cy="492"/>
          </a:xfrm>
        </p:grpSpPr>
        <p:sp>
          <p:nvSpPr>
            <p:cNvPr id="1050705" name="AutoShape 7"/>
            <p:cNvSpPr>
              <a:spLocks noChangeArrowheads="1"/>
            </p:cNvSpPr>
            <p:nvPr/>
          </p:nvSpPr>
          <p:spPr bwMode="auto">
            <a:xfrm>
              <a:off x="1968" y="2824"/>
              <a:ext cx="768" cy="288"/>
            </a:xfrm>
            <a:prstGeom prst="rightArrow">
              <a:avLst>
                <a:gd name="adj1" fmla="val 50000"/>
                <a:gd name="adj2" fmla="val 66667"/>
              </a:avLst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706" name="Text Box 8"/>
            <p:cNvSpPr txBox="1">
              <a:spLocks noChangeArrowheads="1"/>
            </p:cNvSpPr>
            <p:nvPr/>
          </p:nvSpPr>
          <p:spPr bwMode="auto">
            <a:xfrm>
              <a:off x="2016" y="2620"/>
              <a:ext cx="52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2400" b="1">
                  <a:solidFill>
                    <a:schemeClr val="bg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转换</a:t>
              </a:r>
              <a:endParaRPr kumimoji="1"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370" name="Group 49"/>
          <p:cNvGrpSpPr/>
          <p:nvPr/>
        </p:nvGrpSpPr>
        <p:grpSpPr bwMode="auto">
          <a:xfrm>
            <a:off x="1338263" y="2652713"/>
            <a:ext cx="2743200" cy="1784350"/>
            <a:chOff x="96" y="3024"/>
            <a:chExt cx="1728" cy="1124"/>
          </a:xfrm>
        </p:grpSpPr>
        <p:sp>
          <p:nvSpPr>
            <p:cNvPr id="1050707" name="Freeform 50"/>
            <p:cNvSpPr/>
            <p:nvPr/>
          </p:nvSpPr>
          <p:spPr bwMode="auto">
            <a:xfrm>
              <a:off x="390" y="3294"/>
              <a:ext cx="1242" cy="5"/>
            </a:xfrm>
            <a:custGeom>
              <a:avLst/>
              <a:gdLst>
                <a:gd name="T0" fmla="*/ 0 w 1242"/>
                <a:gd name="T1" fmla="*/ 0 h 5"/>
                <a:gd name="T2" fmla="*/ 1242 w 1242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2" h="5">
                  <a:moveTo>
                    <a:pt x="0" y="0"/>
                  </a:moveTo>
                  <a:lnTo>
                    <a:pt x="1242" y="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708" name="Text Box 51"/>
            <p:cNvSpPr txBox="1">
              <a:spLocks noChangeArrowheads="1"/>
            </p:cNvSpPr>
            <p:nvPr/>
          </p:nvSpPr>
          <p:spPr bwMode="auto">
            <a:xfrm>
              <a:off x="1440" y="3024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09" name="Text Box 52"/>
            <p:cNvSpPr txBox="1">
              <a:spLocks noChangeArrowheads="1"/>
            </p:cNvSpPr>
            <p:nvPr/>
          </p:nvSpPr>
          <p:spPr bwMode="auto">
            <a:xfrm>
              <a:off x="1008" y="3552"/>
              <a:ext cx="33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G</a:t>
              </a:r>
              <a:r>
                <a:rPr lang="en-US" altLang="zh-CN" sz="28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710" name="Text Box 53"/>
            <p:cNvSpPr txBox="1">
              <a:spLocks noChangeArrowheads="1"/>
            </p:cNvSpPr>
            <p:nvPr/>
          </p:nvSpPr>
          <p:spPr bwMode="auto">
            <a:xfrm>
              <a:off x="1440" y="3276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11" name="Text Box 54"/>
            <p:cNvSpPr txBox="1">
              <a:spLocks noChangeArrowheads="1"/>
            </p:cNvSpPr>
            <p:nvPr/>
          </p:nvSpPr>
          <p:spPr bwMode="auto">
            <a:xfrm>
              <a:off x="1488" y="3600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12" name="Text Box 55"/>
            <p:cNvSpPr txBox="1">
              <a:spLocks noChangeArrowheads="1"/>
            </p:cNvSpPr>
            <p:nvPr/>
          </p:nvSpPr>
          <p:spPr bwMode="auto">
            <a:xfrm>
              <a:off x="1536" y="3744"/>
              <a:ext cx="288" cy="32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713" name="Freeform 56"/>
            <p:cNvSpPr/>
            <p:nvPr/>
          </p:nvSpPr>
          <p:spPr bwMode="auto">
            <a:xfrm>
              <a:off x="390" y="4110"/>
              <a:ext cx="1242" cy="5"/>
            </a:xfrm>
            <a:custGeom>
              <a:avLst/>
              <a:gdLst>
                <a:gd name="T0" fmla="*/ 0 w 1242"/>
                <a:gd name="T1" fmla="*/ 0 h 5"/>
                <a:gd name="T2" fmla="*/ 1242 w 1242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2" h="5">
                  <a:moveTo>
                    <a:pt x="0" y="0"/>
                  </a:moveTo>
                  <a:lnTo>
                    <a:pt x="1242" y="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714" name="Freeform 57"/>
            <p:cNvSpPr/>
            <p:nvPr/>
          </p:nvSpPr>
          <p:spPr bwMode="auto">
            <a:xfrm>
              <a:off x="396" y="3294"/>
              <a:ext cx="1" cy="834"/>
            </a:xfrm>
            <a:custGeom>
              <a:avLst/>
              <a:gdLst>
                <a:gd name="T0" fmla="*/ 0 w 1"/>
                <a:gd name="T1" fmla="*/ 0 h 834"/>
                <a:gd name="T2" fmla="*/ 1 w 1"/>
                <a:gd name="T3" fmla="*/ 834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34">
                  <a:moveTo>
                    <a:pt x="0" y="0"/>
                  </a:moveTo>
                  <a:lnTo>
                    <a:pt x="1" y="834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grpSp>
          <p:nvGrpSpPr>
            <p:cNvPr id="1371" name="Group 58"/>
            <p:cNvGrpSpPr/>
            <p:nvPr/>
          </p:nvGrpSpPr>
          <p:grpSpPr bwMode="auto">
            <a:xfrm>
              <a:off x="321" y="3558"/>
              <a:ext cx="164" cy="327"/>
              <a:chOff x="2385" y="2262"/>
              <a:chExt cx="164" cy="327"/>
            </a:xfrm>
          </p:grpSpPr>
          <p:sp>
            <p:nvSpPr>
              <p:cNvPr id="1050715" name="Oval 59"/>
              <p:cNvSpPr>
                <a:spLocks noChangeArrowheads="1"/>
              </p:cNvSpPr>
              <p:nvPr/>
            </p:nvSpPr>
            <p:spPr bwMode="auto">
              <a:xfrm>
                <a:off x="2385" y="2262"/>
                <a:ext cx="16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716" name="Line 60"/>
              <p:cNvSpPr>
                <a:spLocks noChangeShapeType="1"/>
              </p:cNvSpPr>
              <p:nvPr/>
            </p:nvSpPr>
            <p:spPr bwMode="auto">
              <a:xfrm>
                <a:off x="2385" y="2426"/>
                <a:ext cx="162" cy="0"/>
              </a:xfrm>
              <a:prstGeom prst="line">
                <a:avLst/>
              </a:prstGeom>
              <a:noFill/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</p:grpSp>
        <p:sp>
          <p:nvSpPr>
            <p:cNvPr id="1050717" name="Freeform 61"/>
            <p:cNvSpPr/>
            <p:nvPr/>
          </p:nvSpPr>
          <p:spPr bwMode="auto">
            <a:xfrm>
              <a:off x="972" y="3294"/>
              <a:ext cx="1" cy="834"/>
            </a:xfrm>
            <a:custGeom>
              <a:avLst/>
              <a:gdLst>
                <a:gd name="T0" fmla="*/ 0 w 1"/>
                <a:gd name="T1" fmla="*/ 834 h 834"/>
                <a:gd name="T2" fmla="*/ 0 w 1"/>
                <a:gd name="T3" fmla="*/ 0 h 8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34">
                  <a:moveTo>
                    <a:pt x="0" y="834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718" name="Rectangle 62"/>
            <p:cNvSpPr>
              <a:spLocks noChangeArrowheads="1"/>
            </p:cNvSpPr>
            <p:nvPr/>
          </p:nvSpPr>
          <p:spPr bwMode="auto">
            <a:xfrm>
              <a:off x="912" y="3580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719" name="Text Box 63"/>
            <p:cNvSpPr txBox="1">
              <a:spLocks noChangeArrowheads="1"/>
            </p:cNvSpPr>
            <p:nvPr/>
          </p:nvSpPr>
          <p:spPr bwMode="auto">
            <a:xfrm>
              <a:off x="96" y="3264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720" name="Line 64"/>
            <p:cNvSpPr>
              <a:spLocks noChangeShapeType="1"/>
            </p:cNvSpPr>
            <p:nvPr/>
          </p:nvSpPr>
          <p:spPr bwMode="auto">
            <a:xfrm>
              <a:off x="1104" y="3168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721" name="Line 65"/>
            <p:cNvSpPr>
              <a:spLocks noChangeShapeType="1"/>
            </p:cNvSpPr>
            <p:nvPr/>
          </p:nvSpPr>
          <p:spPr bwMode="auto">
            <a:xfrm rot="-5400000">
              <a:off x="0" y="3744"/>
              <a:ext cx="384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722" name="Oval 66"/>
            <p:cNvSpPr>
              <a:spLocks noChangeArrowheads="1"/>
            </p:cNvSpPr>
            <p:nvPr/>
          </p:nvSpPr>
          <p:spPr bwMode="auto">
            <a:xfrm>
              <a:off x="1632" y="3264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723" name="Oval 67"/>
            <p:cNvSpPr>
              <a:spLocks noChangeArrowheads="1"/>
            </p:cNvSpPr>
            <p:nvPr/>
          </p:nvSpPr>
          <p:spPr bwMode="auto">
            <a:xfrm>
              <a:off x="1632" y="4080"/>
              <a:ext cx="68" cy="68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grpSp>
        <p:nvGrpSpPr>
          <p:cNvPr id="1372" name="Group 68"/>
          <p:cNvGrpSpPr/>
          <p:nvPr/>
        </p:nvGrpSpPr>
        <p:grpSpPr bwMode="auto">
          <a:xfrm>
            <a:off x="5795963" y="2111693"/>
            <a:ext cx="2422525" cy="2393950"/>
            <a:chOff x="720" y="1776"/>
            <a:chExt cx="1344" cy="1508"/>
          </a:xfrm>
        </p:grpSpPr>
        <p:sp>
          <p:nvSpPr>
            <p:cNvPr id="1050724" name="Text Box 69"/>
            <p:cNvSpPr txBox="1">
              <a:spLocks noChangeArrowheads="1"/>
            </p:cNvSpPr>
            <p:nvPr/>
          </p:nvSpPr>
          <p:spPr bwMode="auto">
            <a:xfrm>
              <a:off x="1488" y="1776"/>
              <a:ext cx="24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grpSp>
          <p:nvGrpSpPr>
            <p:cNvPr id="1373" name="Group 70"/>
            <p:cNvGrpSpPr/>
            <p:nvPr/>
          </p:nvGrpSpPr>
          <p:grpSpPr bwMode="auto">
            <a:xfrm>
              <a:off x="720" y="2056"/>
              <a:ext cx="1344" cy="1228"/>
              <a:chOff x="672" y="2200"/>
              <a:chExt cx="1344" cy="1228"/>
            </a:xfrm>
          </p:grpSpPr>
          <p:sp>
            <p:nvSpPr>
              <p:cNvPr id="1050725" name="Text Box 73"/>
              <p:cNvSpPr txBox="1">
                <a:spLocks noChangeArrowheads="1"/>
              </p:cNvSpPr>
              <p:nvPr/>
            </p:nvSpPr>
            <p:spPr bwMode="auto">
              <a:xfrm>
                <a:off x="901" y="2529"/>
                <a:ext cx="212" cy="32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lang="en-US" altLang="zh-CN" sz="2400" b="1">
                  <a:solidFill>
                    <a:schemeClr val="tx2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726" name="Oval 71"/>
              <p:cNvSpPr>
                <a:spLocks noChangeArrowheads="1"/>
              </p:cNvSpPr>
              <p:nvPr/>
            </p:nvSpPr>
            <p:spPr bwMode="auto">
              <a:xfrm>
                <a:off x="1093" y="2460"/>
                <a:ext cx="144" cy="327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727" name="Text Box 72"/>
              <p:cNvSpPr txBox="1">
                <a:spLocks noChangeArrowheads="1"/>
              </p:cNvSpPr>
              <p:nvPr/>
            </p:nvSpPr>
            <p:spPr bwMode="auto">
              <a:xfrm>
                <a:off x="894" y="2200"/>
                <a:ext cx="214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8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728" name="Text Box 74"/>
              <p:cNvSpPr txBox="1">
                <a:spLocks noChangeArrowheads="1"/>
              </p:cNvSpPr>
              <p:nvPr/>
            </p:nvSpPr>
            <p:spPr bwMode="auto">
              <a:xfrm>
                <a:off x="672" y="2399"/>
                <a:ext cx="336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S</a:t>
                </a:r>
                <a:endParaRPr lang="en-US" altLang="zh-CN" sz="2400" b="1">
                  <a:solidFill>
                    <a:schemeClr val="tx2"/>
                  </a:solidFill>
                  <a:ea typeface="黑体" panose="02010609060101010101" pitchFamily="49" charset="-122"/>
                </a:endParaRPr>
              </a:p>
            </p:txBody>
          </p:sp>
          <p:sp>
            <p:nvSpPr>
              <p:cNvPr id="1050729" name="Freeform 75"/>
              <p:cNvSpPr/>
              <p:nvPr/>
            </p:nvSpPr>
            <p:spPr bwMode="auto">
              <a:xfrm>
                <a:off x="1170" y="2333"/>
                <a:ext cx="2" cy="1059"/>
              </a:xfrm>
              <a:custGeom>
                <a:avLst/>
                <a:gdLst>
                  <a:gd name="T0" fmla="*/ 0 w 2"/>
                  <a:gd name="T1" fmla="*/ 0 h 1059"/>
                  <a:gd name="T2" fmla="*/ 2 w 2"/>
                  <a:gd name="T3" fmla="*/ 1059 h 10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59">
                    <a:moveTo>
                      <a:pt x="0" y="0"/>
                    </a:moveTo>
                    <a:lnTo>
                      <a:pt x="2" y="1059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730" name="Freeform 76"/>
              <p:cNvSpPr/>
              <p:nvPr/>
            </p:nvSpPr>
            <p:spPr bwMode="auto">
              <a:xfrm>
                <a:off x="1164" y="2340"/>
                <a:ext cx="660" cy="1"/>
              </a:xfrm>
              <a:custGeom>
                <a:avLst/>
                <a:gdLst>
                  <a:gd name="T0" fmla="*/ 0 w 660"/>
                  <a:gd name="T1" fmla="*/ 0 h 1"/>
                  <a:gd name="T2" fmla="*/ 660 w 66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0" h="1">
                    <a:moveTo>
                      <a:pt x="0" y="0"/>
                    </a:moveTo>
                    <a:lnTo>
                      <a:pt x="660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731" name="Freeform 77"/>
              <p:cNvSpPr/>
              <p:nvPr/>
            </p:nvSpPr>
            <p:spPr bwMode="auto">
              <a:xfrm>
                <a:off x="1173" y="3393"/>
                <a:ext cx="651" cy="2"/>
              </a:xfrm>
              <a:custGeom>
                <a:avLst/>
                <a:gdLst>
                  <a:gd name="T0" fmla="*/ 0 w 651"/>
                  <a:gd name="T1" fmla="*/ 2 h 2"/>
                  <a:gd name="T2" fmla="*/ 651 w 65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1" h="2">
                    <a:moveTo>
                      <a:pt x="0" y="2"/>
                    </a:moveTo>
                    <a:lnTo>
                      <a:pt x="651" y="0"/>
                    </a:lnTo>
                  </a:path>
                </a:pathLst>
              </a:custGeom>
              <a:noFill/>
              <a:ln w="38100" cmpd="sng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732" name="Line 78"/>
              <p:cNvSpPr>
                <a:spLocks noChangeShapeType="1"/>
              </p:cNvSpPr>
              <p:nvPr/>
            </p:nvSpPr>
            <p:spPr bwMode="auto">
              <a:xfrm>
                <a:off x="1296" y="2208"/>
                <a:ext cx="38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triangle" w="med" len="med"/>
              </a:ln>
              <a:effectLst/>
            </p:spPr>
            <p:txBody>
              <a:bodyPr wrap="none" anchor="ctr"/>
              <a:p>
                <a:endParaRPr lang="zh-CN" altLang="en-US"/>
              </a:p>
            </p:txBody>
          </p:sp>
          <p:sp>
            <p:nvSpPr>
              <p:cNvPr id="1050733" name="Rectangle 79"/>
              <p:cNvSpPr>
                <a:spLocks noChangeArrowheads="1"/>
              </p:cNvSpPr>
              <p:nvPr/>
            </p:nvSpPr>
            <p:spPr bwMode="auto">
              <a:xfrm>
                <a:off x="1116" y="2956"/>
                <a:ext cx="102" cy="233"/>
              </a:xfrm>
              <a:prstGeom prst="rect">
                <a:avLst/>
              </a:prstGeom>
              <a:solidFill>
                <a:srgbClr val="FF9900"/>
              </a:solidFill>
              <a:ln w="28575">
                <a:solidFill>
                  <a:srgbClr val="FF9900"/>
                </a:solidFill>
                <a:miter lim="800000"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734" name="Text Box 80"/>
              <p:cNvSpPr txBox="1">
                <a:spLocks noChangeArrowheads="1"/>
              </p:cNvSpPr>
              <p:nvPr/>
            </p:nvSpPr>
            <p:spPr bwMode="auto">
              <a:xfrm>
                <a:off x="816" y="2928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i</a:t>
                </a:r>
                <a:endParaRPr lang="en-US" altLang="zh-CN" sz="2400" b="1">
                  <a:solidFill>
                    <a:schemeClr val="tx2"/>
                  </a:solidFill>
                  <a:ea typeface="黑体" panose="02010609060101010101" pitchFamily="49" charset="-122"/>
                </a:endParaRPr>
              </a:p>
            </p:txBody>
          </p:sp>
          <p:sp>
            <p:nvSpPr>
              <p:cNvPr id="1050735" name="Text Box 81"/>
              <p:cNvSpPr txBox="1">
                <a:spLocks noChangeArrowheads="1"/>
              </p:cNvSpPr>
              <p:nvPr/>
            </p:nvSpPr>
            <p:spPr bwMode="auto">
              <a:xfrm>
                <a:off x="1680" y="2351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736" name="Text Box 82"/>
              <p:cNvSpPr txBox="1">
                <a:spLocks noChangeArrowheads="1"/>
              </p:cNvSpPr>
              <p:nvPr/>
            </p:nvSpPr>
            <p:spPr bwMode="auto">
              <a:xfrm>
                <a:off x="1728" y="2687"/>
                <a:ext cx="28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endPara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737" name="Text Box 83"/>
              <p:cNvSpPr txBox="1">
                <a:spLocks noChangeArrowheads="1"/>
              </p:cNvSpPr>
              <p:nvPr/>
            </p:nvSpPr>
            <p:spPr bwMode="auto">
              <a:xfrm>
                <a:off x="1728" y="2976"/>
                <a:ext cx="288" cy="32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lang="en-US" altLang="zh-CN" sz="2400" b="1">
                  <a:solidFill>
                    <a:schemeClr val="tx2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0738" name="Oval 84"/>
              <p:cNvSpPr>
                <a:spLocks noChangeArrowheads="1"/>
              </p:cNvSpPr>
              <p:nvPr/>
            </p:nvSpPr>
            <p:spPr bwMode="auto">
              <a:xfrm>
                <a:off x="1824" y="2304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739" name="Oval 85"/>
              <p:cNvSpPr>
                <a:spLocks noChangeArrowheads="1"/>
              </p:cNvSpPr>
              <p:nvPr/>
            </p:nvSpPr>
            <p:spPr bwMode="auto">
              <a:xfrm>
                <a:off x="1824" y="3360"/>
                <a:ext cx="68" cy="68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50740" name="矩形 2"/>
          <p:cNvSpPr>
            <a:spLocks noRot="1" noChangeAspect="1" noMove="1" noResize="1" noEditPoints="1" noAdjustHandles="1" noChangeArrowheads="1" noChangeShapeType="1" noTextEdit="1"/>
          </p:cNvSpPr>
          <p:nvPr/>
        </p:nvSpPr>
        <p:spPr>
          <a:xfrm>
            <a:off x="6541600" y="4456174"/>
            <a:ext cx="3785235" cy="788670"/>
          </a:xfrm>
          <a:prstGeom prst="rect">
            <a:avLst/>
          </a:prstGeom>
          <a:blipFill rotWithShape="1">
            <a:blip r:embed="rId1"/>
            <a:stretch>
              <a:fillRect l="-12" t="-48" r="12" b="48"/>
            </a:stretch>
          </a:blipFill>
        </p:spPr>
        <p:txBody>
          <a:bodyPr/>
          <a:p>
            <a:r>
              <a:rPr lang="zh-CN" altLang="en-US">
                <a:noFill/>
              </a:rPr>
              <a:t> </a:t>
            </a:r>
            <a:endParaRPr lang="zh-CN" altLang="en-US">
              <a:noFill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3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41" name="Text Box 2"/>
          <p:cNvSpPr txBox="1">
            <a:spLocks noChangeArrowheads="1"/>
          </p:cNvSpPr>
          <p:nvPr/>
        </p:nvSpPr>
        <p:spPr bwMode="auto">
          <a:xfrm>
            <a:off x="1919288" y="2503488"/>
            <a:ext cx="7777162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(2) 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等效是对外部电路等效，对内部电路是不等效的。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742" name="Text Box 3"/>
          <p:cNvSpPr txBox="1">
            <a:spLocks noChangeArrowheads="1"/>
          </p:cNvSpPr>
          <p:nvPr/>
        </p:nvSpPr>
        <p:spPr bwMode="auto">
          <a:xfrm>
            <a:off x="1733551" y="1177925"/>
            <a:ext cx="906463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注意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743" name="Rectangle 4"/>
          <p:cNvSpPr>
            <a:spLocks noChangeArrowheads="1"/>
          </p:cNvSpPr>
          <p:nvPr/>
        </p:nvSpPr>
        <p:spPr bwMode="auto">
          <a:xfrm>
            <a:off x="2935289" y="3370263"/>
            <a:ext cx="5986781" cy="44704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开路的电流源可以有电流流过并联电导</a:t>
            </a:r>
            <a:r>
              <a:rPr kumimoji="1" lang="en-US" altLang="zh-CN" sz="2400" b="1" i="1"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4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i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。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744" name="Rectangle 5"/>
          <p:cNvSpPr>
            <a:spLocks noChangeArrowheads="1"/>
          </p:cNvSpPr>
          <p:nvPr/>
        </p:nvSpPr>
        <p:spPr bwMode="auto">
          <a:xfrm>
            <a:off x="2914650" y="4225925"/>
            <a:ext cx="5250181" cy="44704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电流源短路时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,  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并联电导</a:t>
            </a:r>
            <a:r>
              <a:rPr kumimoji="1" lang="en-US" altLang="zh-CN" sz="2400" b="1" i="1">
                <a:latin typeface="Times New Roman" panose="02020603050405020304" pitchFamily="18" charset="0"/>
                <a:ea typeface="黑体" panose="02010609060101010101" pitchFamily="49" charset="-122"/>
              </a:rPr>
              <a:t>G</a:t>
            </a:r>
            <a:r>
              <a:rPr kumimoji="1" lang="en-US" altLang="zh-CN" sz="24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中无电流。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745" name="Rectangle 6"/>
          <p:cNvSpPr>
            <a:spLocks noChangeArrowheads="1"/>
          </p:cNvSpPr>
          <p:nvPr/>
        </p:nvSpPr>
        <p:spPr bwMode="auto">
          <a:xfrm>
            <a:off x="2686050" y="3821113"/>
            <a:ext cx="4907281" cy="45974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 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电压源短路时，电阻中</a:t>
            </a:r>
            <a:r>
              <a:rPr kumimoji="1" lang="en-US" altLang="zh-CN" sz="2400" b="1" i="1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4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有电流；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746" name="Rectangle 7"/>
          <p:cNvSpPr>
            <a:spLocks noChangeArrowheads="1"/>
          </p:cNvSpPr>
          <p:nvPr/>
        </p:nvSpPr>
        <p:spPr bwMode="auto">
          <a:xfrm>
            <a:off x="2609851" y="2905125"/>
            <a:ext cx="4831080" cy="45974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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  开路的电压源中无电流流过 </a:t>
            </a:r>
            <a:r>
              <a:rPr kumimoji="1" lang="en-US" altLang="zh-CN" sz="2400" b="1" i="1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kumimoji="1" lang="en-US" altLang="zh-CN" sz="24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；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375" name="Group 12"/>
          <p:cNvGrpSpPr/>
          <p:nvPr/>
        </p:nvGrpSpPr>
        <p:grpSpPr bwMode="auto">
          <a:xfrm>
            <a:off x="1992314" y="1638301"/>
            <a:ext cx="3368675" cy="915987"/>
            <a:chOff x="312" y="1609"/>
            <a:chExt cx="2122" cy="577"/>
          </a:xfrm>
        </p:grpSpPr>
        <p:sp>
          <p:nvSpPr>
            <p:cNvPr id="1050747" name="Rectangle 13"/>
            <p:cNvSpPr>
              <a:spLocks noChangeArrowheads="1"/>
            </p:cNvSpPr>
            <p:nvPr/>
          </p:nvSpPr>
          <p:spPr bwMode="auto">
            <a:xfrm>
              <a:off x="1464" y="1847"/>
              <a:ext cx="501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方向</a:t>
              </a:r>
              <a:endPara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48" name="Text Box 14"/>
            <p:cNvSpPr txBox="1">
              <a:spLocks noChangeArrowheads="1"/>
            </p:cNvSpPr>
            <p:nvPr/>
          </p:nvSpPr>
          <p:spPr bwMode="auto">
            <a:xfrm>
              <a:off x="312" y="1680"/>
              <a:ext cx="1164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dirty="0">
                  <a:latin typeface="Times New Roman" panose="02020603050405020304" pitchFamily="18" charset="0"/>
                  <a:ea typeface="黑体" panose="02010609060101010101" pitchFamily="49" charset="-122"/>
                </a:rPr>
                <a:t>(1) </a:t>
              </a:r>
              <a:r>
                <a:rPr kumimoji="1" lang="zh-CN" altLang="en-US" sz="2400" b="1" dirty="0">
                  <a:latin typeface="Times New Roman" panose="02020603050405020304" pitchFamily="18" charset="0"/>
                  <a:ea typeface="黑体" panose="02010609060101010101" pitchFamily="49" charset="-122"/>
                </a:rPr>
                <a:t>变换关系</a:t>
              </a:r>
              <a:endParaRPr kumimoji="1" lang="zh-CN" altLang="en-US" sz="2400" dirty="0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49" name="Text Box 15"/>
            <p:cNvSpPr txBox="1">
              <a:spLocks noChangeArrowheads="1"/>
            </p:cNvSpPr>
            <p:nvPr/>
          </p:nvSpPr>
          <p:spPr bwMode="auto">
            <a:xfrm>
              <a:off x="1502" y="1609"/>
              <a:ext cx="932" cy="282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数值关系</a:t>
              </a:r>
              <a:r>
                <a:rPr kumimoji="1" lang="en-US" altLang="zh-CN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:</a:t>
              </a:r>
              <a:endPara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750" name="AutoShape 16"/>
            <p:cNvSpPr/>
            <p:nvPr/>
          </p:nvSpPr>
          <p:spPr bwMode="auto">
            <a:xfrm>
              <a:off x="1466" y="1693"/>
              <a:ext cx="48" cy="383"/>
            </a:xfrm>
            <a:prstGeom prst="leftBracket">
              <a:avLst>
                <a:gd name="adj" fmla="val 66493"/>
              </a:avLst>
            </a:prstGeom>
            <a:noFill/>
            <a:ln w="38100">
              <a:solidFill>
                <a:schemeClr val="bg1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sp>
        <p:nvSpPr>
          <p:cNvPr id="1050751" name="Text Box 69"/>
          <p:cNvSpPr txBox="1">
            <a:spLocks noChangeArrowheads="1"/>
          </p:cNvSpPr>
          <p:nvPr/>
        </p:nvSpPr>
        <p:spPr bwMode="auto">
          <a:xfrm>
            <a:off x="1919289" y="3222626"/>
            <a:ext cx="504825" cy="115824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表现在</a:t>
            </a:r>
            <a:endParaRPr lang="zh-CN" altLang="en-US" sz="24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3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64" name="Text Box 27"/>
          <p:cNvSpPr txBox="1">
            <a:spLocks noChangeArrowheads="1"/>
          </p:cNvSpPr>
          <p:nvPr/>
        </p:nvSpPr>
        <p:spPr bwMode="auto">
          <a:xfrm>
            <a:off x="610235" y="1068070"/>
            <a:ext cx="157162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2-3</a:t>
            </a:r>
            <a:endParaRPr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329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3237230" y="1268730"/>
            <a:ext cx="5873750" cy="4859020"/>
          </a:xfrm>
          <a:prstGeom prst="rect">
            <a:avLst/>
          </a:prstGeom>
        </p:spPr>
      </p:pic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331" name="图片 2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610235" y="1939290"/>
            <a:ext cx="10654030" cy="3870960"/>
          </a:xfrm>
          <a:prstGeom prst="rect">
            <a:avLst/>
          </a:prstGeom>
        </p:spPr>
      </p:pic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333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861060" y="2032000"/>
            <a:ext cx="10643870" cy="3174365"/>
          </a:xfrm>
          <a:prstGeom prst="rect">
            <a:avLst/>
          </a:prstGeom>
        </p:spPr>
      </p:pic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01" name="Text Box 27"/>
          <p:cNvSpPr txBox="1">
            <a:spLocks noChangeArrowheads="1"/>
          </p:cNvSpPr>
          <p:nvPr/>
        </p:nvSpPr>
        <p:spPr bwMode="auto">
          <a:xfrm>
            <a:off x="610235" y="1068070"/>
            <a:ext cx="157162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2-4</a:t>
            </a:r>
            <a:endParaRPr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335" name="图片 2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2353310" y="1189990"/>
            <a:ext cx="9277985" cy="3976370"/>
          </a:xfrm>
          <a:prstGeom prst="rect">
            <a:avLst/>
          </a:prstGeom>
        </p:spPr>
      </p:pic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337" name="图片 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34620" y="1256665"/>
            <a:ext cx="11451590" cy="1242695"/>
          </a:xfrm>
          <a:prstGeom prst="rect">
            <a:avLst/>
          </a:prstGeom>
        </p:spPr>
      </p:pic>
      <p:pic>
        <p:nvPicPr>
          <p:cNvPr id="2097338" name="图片 4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/>
          <a:stretch>
            <a:fillRect/>
          </a:stretch>
        </p:blipFill>
        <p:spPr>
          <a:xfrm>
            <a:off x="972185" y="2106930"/>
            <a:ext cx="10906760" cy="3189605"/>
          </a:xfrm>
          <a:prstGeom prst="rect">
            <a:avLst/>
          </a:prstGeom>
        </p:spPr>
      </p:pic>
      <p:pic>
        <p:nvPicPr>
          <p:cNvPr id="2097339" name="图片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8230" y="3368040"/>
            <a:ext cx="3542665" cy="2780030"/>
          </a:xfrm>
          <a:prstGeom prst="rect">
            <a:avLst/>
          </a:prstGeom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26" name="Text Box 2"/>
          <p:cNvSpPr txBox="1">
            <a:spLocks noChangeArrowheads="1"/>
          </p:cNvSpPr>
          <p:nvPr/>
        </p:nvSpPr>
        <p:spPr bwMode="auto">
          <a:xfrm>
            <a:off x="4581526" y="1776095"/>
            <a:ext cx="2735263" cy="206121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2-7</a:t>
            </a:r>
            <a:endParaRPr kumimoji="1" lang="en-US" altLang="zh-CN" sz="32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kumimoji="1" lang="zh-CN" altLang="en-US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输入电阻</a:t>
            </a:r>
            <a:endParaRPr kumimoji="1" lang="zh-CN" altLang="en-US" sz="32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p45</a:t>
            </a:r>
            <a:r>
              <a:rPr kumimoji="1" lang="zh-CN" altLang="en-US" sz="3200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endParaRPr kumimoji="1" lang="zh-CN" altLang="en-US" sz="3200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49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27" name="Text Box 3"/>
          <p:cNvSpPr txBox="1">
            <a:spLocks noChangeArrowheads="1"/>
          </p:cNvSpPr>
          <p:nvPr/>
        </p:nvSpPr>
        <p:spPr bwMode="auto">
          <a:xfrm>
            <a:off x="1840549" y="1380175"/>
            <a:ext cx="1368425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1.  </a:t>
            </a:r>
            <a:r>
              <a:rPr kumimoji="1"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定义</a:t>
            </a:r>
            <a:endParaRPr kumimoji="1" lang="zh-CN" altLang="en-US" sz="2800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497" name="Group 4"/>
          <p:cNvGrpSpPr/>
          <p:nvPr/>
        </p:nvGrpSpPr>
        <p:grpSpPr bwMode="auto">
          <a:xfrm>
            <a:off x="2310449" y="2199324"/>
            <a:ext cx="2517775" cy="1311275"/>
            <a:chOff x="431" y="164"/>
            <a:chExt cx="1586" cy="826"/>
          </a:xfrm>
        </p:grpSpPr>
        <p:grpSp>
          <p:nvGrpSpPr>
            <p:cNvPr id="1498" name="Group 5"/>
            <p:cNvGrpSpPr/>
            <p:nvPr/>
          </p:nvGrpSpPr>
          <p:grpSpPr bwMode="auto">
            <a:xfrm>
              <a:off x="431" y="210"/>
              <a:ext cx="1270" cy="771"/>
              <a:chOff x="612" y="1979"/>
              <a:chExt cx="1270" cy="771"/>
            </a:xfrm>
          </p:grpSpPr>
          <p:sp>
            <p:nvSpPr>
              <p:cNvPr id="1050828" name="Rectangle 6"/>
              <p:cNvSpPr>
                <a:spLocks noChangeArrowheads="1"/>
              </p:cNvSpPr>
              <p:nvPr/>
            </p:nvSpPr>
            <p:spPr bwMode="auto">
              <a:xfrm>
                <a:off x="612" y="1979"/>
                <a:ext cx="635" cy="771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66FFFF"/>
                </a:solidFill>
                <a:miter lim="800000"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zh-CN" altLang="en-US" sz="2400" b="1">
                    <a:latin typeface="Times New Roman" panose="02020603050405020304" pitchFamily="18" charset="0"/>
                    <a:ea typeface="黑体" panose="02010609060101010101" pitchFamily="49" charset="-122"/>
                  </a:rPr>
                  <a:t>无</a:t>
                </a:r>
                <a:endParaRPr lang="zh-CN" altLang="en-US" sz="2400" b="1"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  <a:p>
                <a:pPr algn="ctr" eaLnBrk="1" hangingPunct="1"/>
                <a:r>
                  <a:rPr lang="zh-CN" altLang="en-US" sz="2400" b="1">
                    <a:latin typeface="Times New Roman" panose="02020603050405020304" pitchFamily="18" charset="0"/>
                    <a:ea typeface="黑体" panose="02010609060101010101" pitchFamily="49" charset="-122"/>
                  </a:rPr>
                  <a:t>源</a:t>
                </a:r>
                <a:endParaRPr lang="zh-CN" altLang="en-US" sz="2400" b="1"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829" name="Line 7"/>
              <p:cNvSpPr>
                <a:spLocks noChangeShapeType="1"/>
              </p:cNvSpPr>
              <p:nvPr/>
            </p:nvSpPr>
            <p:spPr bwMode="auto">
              <a:xfrm>
                <a:off x="1247" y="2115"/>
                <a:ext cx="635" cy="0"/>
              </a:xfrm>
              <a:prstGeom prst="line">
                <a:avLst/>
              </a:prstGeom>
              <a:noFill/>
              <a:ln w="38100">
                <a:solidFill>
                  <a:srgbClr val="FFCC00"/>
                </a:solidFill>
                <a:round/>
                <a:tailEnd type="oval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830" name="Line 8"/>
              <p:cNvSpPr>
                <a:spLocks noChangeShapeType="1"/>
              </p:cNvSpPr>
              <p:nvPr/>
            </p:nvSpPr>
            <p:spPr bwMode="auto">
              <a:xfrm>
                <a:off x="1247" y="2614"/>
                <a:ext cx="635" cy="0"/>
              </a:xfrm>
              <a:prstGeom prst="line">
                <a:avLst/>
              </a:prstGeom>
              <a:noFill/>
              <a:ln w="38100">
                <a:solidFill>
                  <a:srgbClr val="FFCC00"/>
                </a:solidFill>
                <a:round/>
                <a:tailEnd type="oval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</p:grpSp>
        <p:sp>
          <p:nvSpPr>
            <p:cNvPr id="1050831" name="Line 9"/>
            <p:cNvSpPr>
              <a:spLocks noChangeShapeType="1"/>
            </p:cNvSpPr>
            <p:nvPr/>
          </p:nvSpPr>
          <p:spPr bwMode="auto">
            <a:xfrm flipH="1">
              <a:off x="1202" y="255"/>
              <a:ext cx="363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832" name="Text Box 10"/>
            <p:cNvSpPr txBox="1">
              <a:spLocks noChangeArrowheads="1"/>
            </p:cNvSpPr>
            <p:nvPr/>
          </p:nvSpPr>
          <p:spPr bwMode="auto">
            <a:xfrm>
              <a:off x="1746" y="164"/>
              <a:ext cx="22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833" name="Text Box 11"/>
            <p:cNvSpPr txBox="1">
              <a:spLocks noChangeArrowheads="1"/>
            </p:cNvSpPr>
            <p:nvPr/>
          </p:nvSpPr>
          <p:spPr bwMode="auto">
            <a:xfrm>
              <a:off x="1746" y="663"/>
              <a:ext cx="226" cy="32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>
                  <a:ea typeface="仿宋_GB2312" pitchFamily="49" charset="-122"/>
                </a:rPr>
                <a:t>-</a:t>
              </a:r>
              <a:endParaRPr lang="en-US" altLang="zh-CN" sz="2800" b="1">
                <a:ea typeface="仿宋_GB2312" pitchFamily="49" charset="-122"/>
              </a:endParaRPr>
            </a:p>
          </p:txBody>
        </p:sp>
        <p:sp>
          <p:nvSpPr>
            <p:cNvPr id="1050834" name="Text Box 12"/>
            <p:cNvSpPr txBox="1">
              <a:spLocks noChangeArrowheads="1"/>
            </p:cNvSpPr>
            <p:nvPr/>
          </p:nvSpPr>
          <p:spPr bwMode="auto">
            <a:xfrm>
              <a:off x="1791" y="436"/>
              <a:ext cx="22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i="1"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800" b="1" i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835" name="Text Box 13"/>
            <p:cNvSpPr txBox="1">
              <a:spLocks noChangeArrowheads="1"/>
            </p:cNvSpPr>
            <p:nvPr/>
          </p:nvSpPr>
          <p:spPr bwMode="auto">
            <a:xfrm>
              <a:off x="1292" y="300"/>
              <a:ext cx="22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i="1"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499" name="Group 14"/>
          <p:cNvGrpSpPr/>
          <p:nvPr/>
        </p:nvGrpSpPr>
        <p:grpSpPr bwMode="auto">
          <a:xfrm>
            <a:off x="5190174" y="2270761"/>
            <a:ext cx="2160587" cy="720725"/>
            <a:chOff x="2245" y="1207"/>
            <a:chExt cx="1361" cy="454"/>
          </a:xfrm>
        </p:grpSpPr>
        <p:sp>
          <p:nvSpPr>
            <p:cNvPr id="1050836" name="AutoShape 15"/>
            <p:cNvSpPr>
              <a:spLocks noChangeArrowheads="1"/>
            </p:cNvSpPr>
            <p:nvPr/>
          </p:nvSpPr>
          <p:spPr bwMode="auto">
            <a:xfrm>
              <a:off x="2245" y="1480"/>
              <a:ext cx="1361" cy="181"/>
            </a:xfrm>
            <a:prstGeom prst="leftArrow">
              <a:avLst>
                <a:gd name="adj1" fmla="val 50000"/>
                <a:gd name="adj2" fmla="val 187983"/>
              </a:avLst>
            </a:prstGeom>
            <a:solidFill>
              <a:schemeClr val="accent1"/>
            </a:solidFill>
            <a:ln>
              <a:noFill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837" name="Text Box 16"/>
            <p:cNvSpPr txBox="1">
              <a:spLocks noChangeArrowheads="1"/>
            </p:cNvSpPr>
            <p:nvPr/>
          </p:nvSpPr>
          <p:spPr bwMode="auto">
            <a:xfrm>
              <a:off x="2517" y="1207"/>
              <a:ext cx="95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输入电阻</a:t>
              </a:r>
              <a:endPara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aphicFrame>
        <p:nvGraphicFramePr>
          <p:cNvPr id="4194353" name="Object 17"/>
          <p:cNvGraphicFramePr>
            <a:graphicFrameLocks noChangeAspect="1"/>
          </p:cNvGraphicFramePr>
          <p:nvPr/>
        </p:nvGraphicFramePr>
        <p:xfrm>
          <a:off x="7657148" y="2099310"/>
          <a:ext cx="1720850" cy="1422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40" name="Equation" r:id="rId1" imgW="11582400" imgH="9448800" progId="Equation.DSMT4">
                  <p:embed/>
                </p:oleObj>
              </mc:Choice>
              <mc:Fallback>
                <p:oleObj name="Equation" r:id="rId1" imgW="11582400" imgH="9448800" progId="Equation.DSMT4">
                  <p:embed/>
                  <p:pic>
                    <p:nvPicPr>
                      <p:cNvPr id="0" name="图片 256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57148" y="2099310"/>
                        <a:ext cx="1720850" cy="1422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51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50" name="Text Box 18"/>
          <p:cNvSpPr txBox="1">
            <a:spLocks noChangeArrowheads="1"/>
          </p:cNvSpPr>
          <p:nvPr/>
        </p:nvSpPr>
        <p:spPr bwMode="auto">
          <a:xfrm>
            <a:off x="1146494" y="1586552"/>
            <a:ext cx="2016125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2.  </a:t>
            </a:r>
            <a:r>
              <a:rPr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计算方法</a:t>
            </a:r>
            <a:endParaRPr lang="zh-CN" altLang="en-US" sz="2400" b="1" dirty="0">
              <a:ea typeface="黑体" panose="02010609060101010101" pitchFamily="49" charset="-122"/>
            </a:endParaRPr>
          </a:p>
        </p:txBody>
      </p:sp>
      <p:sp>
        <p:nvSpPr>
          <p:cNvPr id="1050851" name="Text Box 19"/>
          <p:cNvSpPr txBox="1">
            <a:spLocks noChangeArrowheads="1"/>
          </p:cNvSpPr>
          <p:nvPr/>
        </p:nvSpPr>
        <p:spPr bwMode="auto">
          <a:xfrm>
            <a:off x="1327468" y="2332673"/>
            <a:ext cx="8424862" cy="92202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25000"/>
              </a:spcBef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）如果一端口内部仅含电阻，则应用电阻的串、 并联和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25000"/>
              </a:spcBef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          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—Y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变换等方法求它的等效电阻；</a:t>
            </a:r>
            <a:r>
              <a:rPr kumimoji="1"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endParaRPr kumimoji="1"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852" name="Text Box 20"/>
          <p:cNvSpPr txBox="1">
            <a:spLocks noChangeArrowheads="1"/>
          </p:cNvSpPr>
          <p:nvPr/>
        </p:nvSpPr>
        <p:spPr bwMode="auto">
          <a:xfrm>
            <a:off x="1327469" y="3412173"/>
            <a:ext cx="8569325" cy="138366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25000"/>
              </a:spcBef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（</a:t>
            </a:r>
            <a:r>
              <a:rPr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）对含有受控源和电阻的两端电路，用电压、电流法求输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25000"/>
              </a:spcBef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        入电阻，即在端口加电压源，求得电流，或在端口加电流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25000"/>
              </a:spcBef>
            </a:pPr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        源，求得电压，得其比值。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5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65" name="Text Box 27"/>
          <p:cNvSpPr txBox="1">
            <a:spLocks noChangeArrowheads="1"/>
          </p:cNvSpPr>
          <p:nvPr/>
        </p:nvSpPr>
        <p:spPr bwMode="auto">
          <a:xfrm>
            <a:off x="610235" y="1068070"/>
            <a:ext cx="157162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2-5</a:t>
            </a:r>
            <a:endParaRPr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345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2367915" y="1134745"/>
            <a:ext cx="9246235" cy="4839335"/>
          </a:xfrm>
          <a:prstGeom prst="rect">
            <a:avLst/>
          </a:prstGeom>
        </p:spPr>
      </p:pic>
      <p:pic>
        <p:nvPicPr>
          <p:cNvPr id="2097346" name="图片 2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269240" y="4530090"/>
            <a:ext cx="3193415" cy="1717675"/>
          </a:xfrm>
          <a:prstGeom prst="rect">
            <a:avLst/>
          </a:prstGeom>
        </p:spPr>
      </p:pic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5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348" name="图片 2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5225415" y="1751965"/>
            <a:ext cx="6419850" cy="3453130"/>
          </a:xfrm>
          <a:prstGeom prst="rect">
            <a:avLst/>
          </a:prstGeom>
        </p:spPr>
      </p:pic>
      <p:pic>
        <p:nvPicPr>
          <p:cNvPr id="2097349" name="图片 3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194310" y="1134745"/>
            <a:ext cx="4718685" cy="3253740"/>
          </a:xfrm>
          <a:prstGeom prst="rect">
            <a:avLst/>
          </a:prstGeom>
        </p:spPr>
      </p:pic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5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351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1791335" y="1774190"/>
            <a:ext cx="8331200" cy="1962150"/>
          </a:xfrm>
          <a:prstGeom prst="rect">
            <a:avLst/>
          </a:prstGeom>
        </p:spPr>
      </p:pic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5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90" name="Text Box 2"/>
          <p:cNvSpPr txBox="1">
            <a:spLocks noChangeArrowheads="1"/>
          </p:cNvSpPr>
          <p:nvPr/>
        </p:nvSpPr>
        <p:spPr bwMode="auto">
          <a:xfrm>
            <a:off x="822670" y="177869"/>
            <a:ext cx="838200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1.</a:t>
            </a:r>
            <a:endParaRPr lang="en-US" altLang="zh-CN" sz="2800" b="1">
              <a:solidFill>
                <a:srgbClr val="FFFF00"/>
              </a:solidFill>
              <a:ea typeface="黑体" panose="02010609060101010101" pitchFamily="49" charset="-122"/>
            </a:endParaRPr>
          </a:p>
        </p:txBody>
      </p:sp>
      <p:grpSp>
        <p:nvGrpSpPr>
          <p:cNvPr id="1581" name="Group 3"/>
          <p:cNvGrpSpPr/>
          <p:nvPr/>
        </p:nvGrpSpPr>
        <p:grpSpPr bwMode="auto">
          <a:xfrm>
            <a:off x="2279651" y="1555751"/>
            <a:ext cx="4175125" cy="2736849"/>
            <a:chOff x="204" y="571"/>
            <a:chExt cx="2630" cy="1724"/>
          </a:xfrm>
        </p:grpSpPr>
        <p:sp>
          <p:nvSpPr>
            <p:cNvPr id="1050891" name="Oval 4"/>
            <p:cNvSpPr>
              <a:spLocks noChangeArrowheads="1"/>
            </p:cNvSpPr>
            <p:nvPr/>
          </p:nvSpPr>
          <p:spPr bwMode="auto">
            <a:xfrm>
              <a:off x="1564" y="1660"/>
              <a:ext cx="272" cy="318"/>
            </a:xfrm>
            <a:prstGeom prst="ellipse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grpSp>
          <p:nvGrpSpPr>
            <p:cNvPr id="1582" name="Group 5"/>
            <p:cNvGrpSpPr/>
            <p:nvPr/>
          </p:nvGrpSpPr>
          <p:grpSpPr bwMode="auto">
            <a:xfrm>
              <a:off x="521" y="934"/>
              <a:ext cx="2223" cy="1316"/>
              <a:chOff x="748" y="1207"/>
              <a:chExt cx="1769" cy="772"/>
            </a:xfrm>
          </p:grpSpPr>
          <p:sp>
            <p:nvSpPr>
              <p:cNvPr id="1050892" name="Line 6"/>
              <p:cNvSpPr>
                <a:spLocks noChangeShapeType="1"/>
              </p:cNvSpPr>
              <p:nvPr/>
            </p:nvSpPr>
            <p:spPr bwMode="auto">
              <a:xfrm>
                <a:off x="748" y="1207"/>
                <a:ext cx="1769" cy="0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893" name="Line 7"/>
              <p:cNvSpPr>
                <a:spLocks noChangeShapeType="1"/>
              </p:cNvSpPr>
              <p:nvPr/>
            </p:nvSpPr>
            <p:spPr bwMode="auto">
              <a:xfrm>
                <a:off x="748" y="1979"/>
                <a:ext cx="1769" cy="0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894" name="Line 8"/>
              <p:cNvSpPr>
                <a:spLocks noChangeShapeType="1"/>
              </p:cNvSpPr>
              <p:nvPr/>
            </p:nvSpPr>
            <p:spPr bwMode="auto">
              <a:xfrm>
                <a:off x="748" y="1207"/>
                <a:ext cx="0" cy="772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895" name="Line 9"/>
              <p:cNvSpPr>
                <a:spLocks noChangeShapeType="1"/>
              </p:cNvSpPr>
              <p:nvPr/>
            </p:nvSpPr>
            <p:spPr bwMode="auto">
              <a:xfrm>
                <a:off x="2200" y="1207"/>
                <a:ext cx="0" cy="772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  <a:headEnd type="oval" w="med" len="med"/>
                <a:tailEnd type="oval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896" name="Line 10"/>
              <p:cNvSpPr>
                <a:spLocks noChangeShapeType="1"/>
              </p:cNvSpPr>
              <p:nvPr/>
            </p:nvSpPr>
            <p:spPr bwMode="auto">
              <a:xfrm>
                <a:off x="1202" y="1207"/>
                <a:ext cx="0" cy="772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  <a:headEnd type="oval" w="med" len="med"/>
                <a:tailEnd type="oval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897" name="Line 11"/>
              <p:cNvSpPr>
                <a:spLocks noChangeShapeType="1"/>
              </p:cNvSpPr>
              <p:nvPr/>
            </p:nvSpPr>
            <p:spPr bwMode="auto">
              <a:xfrm>
                <a:off x="1701" y="1207"/>
                <a:ext cx="0" cy="772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  <a:headEnd type="oval" w="med" len="med"/>
                <a:tailEnd type="oval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</p:grpSp>
        <p:sp>
          <p:nvSpPr>
            <p:cNvPr id="1050898" name="Rectangle 12"/>
            <p:cNvSpPr>
              <a:spLocks noChangeArrowheads="1"/>
            </p:cNvSpPr>
            <p:nvPr/>
          </p:nvSpPr>
          <p:spPr bwMode="auto">
            <a:xfrm rot="16200000">
              <a:off x="1338" y="833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899" name="Text Box 14"/>
            <p:cNvSpPr txBox="1">
              <a:spLocks noChangeArrowheads="1"/>
            </p:cNvSpPr>
            <p:nvPr/>
          </p:nvSpPr>
          <p:spPr bwMode="auto">
            <a:xfrm>
              <a:off x="1247" y="1712"/>
              <a:ext cx="3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U</a:t>
              </a:r>
              <a:r>
                <a:rPr kumimoji="1" lang="en-US" altLang="zh-CN" sz="24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S</a:t>
              </a:r>
              <a:endParaRPr kumimoji="1" lang="en-US" altLang="zh-CN" sz="24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900" name="Rectangle 15"/>
            <p:cNvSpPr>
              <a:spLocks noChangeArrowheads="1"/>
            </p:cNvSpPr>
            <p:nvPr/>
          </p:nvSpPr>
          <p:spPr bwMode="auto">
            <a:xfrm>
              <a:off x="1020" y="1388"/>
              <a:ext cx="136" cy="318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01" name="Text Box 16"/>
            <p:cNvSpPr txBox="1">
              <a:spLocks noChangeArrowheads="1"/>
            </p:cNvSpPr>
            <p:nvPr/>
          </p:nvSpPr>
          <p:spPr bwMode="auto">
            <a:xfrm>
              <a:off x="1338" y="1432"/>
              <a:ext cx="40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02" name="Text Box 17"/>
            <p:cNvSpPr txBox="1">
              <a:spLocks noChangeArrowheads="1"/>
            </p:cNvSpPr>
            <p:nvPr/>
          </p:nvSpPr>
          <p:spPr bwMode="auto">
            <a:xfrm>
              <a:off x="1428" y="1887"/>
              <a:ext cx="226" cy="28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903" name="Text Box 18"/>
            <p:cNvSpPr txBox="1">
              <a:spLocks noChangeArrowheads="1"/>
            </p:cNvSpPr>
            <p:nvPr/>
          </p:nvSpPr>
          <p:spPr bwMode="auto">
            <a:xfrm>
              <a:off x="1746" y="1206"/>
              <a:ext cx="3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04" name="Text Box 19"/>
            <p:cNvSpPr txBox="1">
              <a:spLocks noChangeArrowheads="1"/>
            </p:cNvSpPr>
            <p:nvPr/>
          </p:nvSpPr>
          <p:spPr bwMode="auto">
            <a:xfrm>
              <a:off x="1247" y="571"/>
              <a:ext cx="3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05" name="Text Box 20"/>
            <p:cNvSpPr txBox="1">
              <a:spLocks noChangeArrowheads="1"/>
            </p:cNvSpPr>
            <p:nvPr/>
          </p:nvSpPr>
          <p:spPr bwMode="auto">
            <a:xfrm>
              <a:off x="703" y="1387"/>
              <a:ext cx="3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06" name="Text Box 21"/>
            <p:cNvSpPr txBox="1">
              <a:spLocks noChangeArrowheads="1"/>
            </p:cNvSpPr>
            <p:nvPr/>
          </p:nvSpPr>
          <p:spPr bwMode="auto">
            <a:xfrm>
              <a:off x="204" y="1024"/>
              <a:ext cx="335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8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07" name="Text Box 22"/>
            <p:cNvSpPr txBox="1">
              <a:spLocks noChangeArrowheads="1"/>
            </p:cNvSpPr>
            <p:nvPr/>
          </p:nvSpPr>
          <p:spPr bwMode="auto">
            <a:xfrm rot="10689007" flipV="1">
              <a:off x="2335" y="1024"/>
              <a:ext cx="36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8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08" name="Oval 23"/>
            <p:cNvSpPr>
              <a:spLocks noChangeArrowheads="1"/>
            </p:cNvSpPr>
            <p:nvPr/>
          </p:nvSpPr>
          <p:spPr bwMode="auto">
            <a:xfrm>
              <a:off x="2199" y="1388"/>
              <a:ext cx="272" cy="318"/>
            </a:xfrm>
            <a:prstGeom prst="ellipse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09" name="Line 24"/>
            <p:cNvSpPr>
              <a:spLocks noChangeShapeType="1"/>
            </p:cNvSpPr>
            <p:nvPr/>
          </p:nvSpPr>
          <p:spPr bwMode="auto">
            <a:xfrm>
              <a:off x="2199" y="1569"/>
              <a:ext cx="273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10" name="Oval 25"/>
            <p:cNvSpPr>
              <a:spLocks noChangeArrowheads="1"/>
            </p:cNvSpPr>
            <p:nvPr/>
          </p:nvSpPr>
          <p:spPr bwMode="auto">
            <a:xfrm>
              <a:off x="385" y="1388"/>
              <a:ext cx="272" cy="318"/>
            </a:xfrm>
            <a:prstGeom prst="ellipse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11" name="Line 26"/>
            <p:cNvSpPr>
              <a:spLocks noChangeShapeType="1"/>
            </p:cNvSpPr>
            <p:nvPr/>
          </p:nvSpPr>
          <p:spPr bwMode="auto">
            <a:xfrm>
              <a:off x="385" y="1569"/>
              <a:ext cx="273" cy="0"/>
            </a:xfrm>
            <a:prstGeom prst="line">
              <a:avLst/>
            </a:prstGeom>
            <a:noFill/>
            <a:ln w="38100">
              <a:solidFill>
                <a:srgbClr val="FF99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12" name="Line 27"/>
            <p:cNvSpPr>
              <a:spLocks noChangeShapeType="1"/>
            </p:cNvSpPr>
            <p:nvPr/>
          </p:nvSpPr>
          <p:spPr bwMode="auto">
            <a:xfrm>
              <a:off x="612" y="1071"/>
              <a:ext cx="0" cy="226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13" name="Line 28"/>
            <p:cNvSpPr>
              <a:spLocks noChangeShapeType="1"/>
            </p:cNvSpPr>
            <p:nvPr/>
          </p:nvSpPr>
          <p:spPr bwMode="auto">
            <a:xfrm>
              <a:off x="2290" y="1071"/>
              <a:ext cx="0" cy="272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14" name="Oval 29"/>
            <p:cNvSpPr>
              <a:spLocks noChangeArrowheads="1"/>
            </p:cNvSpPr>
            <p:nvPr/>
          </p:nvSpPr>
          <p:spPr bwMode="auto">
            <a:xfrm>
              <a:off x="2744" y="2205"/>
              <a:ext cx="90" cy="90"/>
            </a:xfrm>
            <a:prstGeom prst="ellips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15" name="Oval 30"/>
            <p:cNvSpPr>
              <a:spLocks noChangeArrowheads="1"/>
            </p:cNvSpPr>
            <p:nvPr/>
          </p:nvSpPr>
          <p:spPr bwMode="auto">
            <a:xfrm>
              <a:off x="2744" y="889"/>
              <a:ext cx="90" cy="90"/>
            </a:xfrm>
            <a:prstGeom prst="ellips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sp>
        <p:nvSpPr>
          <p:cNvPr id="1050916" name="Text Box 31"/>
          <p:cNvSpPr txBox="1">
            <a:spLocks noChangeArrowheads="1"/>
          </p:cNvSpPr>
          <p:nvPr/>
        </p:nvSpPr>
        <p:spPr bwMode="auto">
          <a:xfrm>
            <a:off x="1661015" y="239147"/>
            <a:ext cx="475297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计算下例一端口电路的输入电阻</a:t>
            </a:r>
            <a:endParaRPr lang="zh-CN" altLang="en-US" sz="24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583" name="Group 32"/>
          <p:cNvGrpSpPr/>
          <p:nvPr/>
        </p:nvGrpSpPr>
        <p:grpSpPr bwMode="auto">
          <a:xfrm>
            <a:off x="7535864" y="2636839"/>
            <a:ext cx="2014537" cy="2232025"/>
            <a:chOff x="3787" y="1661"/>
            <a:chExt cx="1269" cy="1406"/>
          </a:xfrm>
        </p:grpSpPr>
        <p:sp>
          <p:nvSpPr>
            <p:cNvPr id="1050917" name="Text Box 33"/>
            <p:cNvSpPr txBox="1">
              <a:spLocks noChangeArrowheads="1"/>
            </p:cNvSpPr>
            <p:nvPr/>
          </p:nvSpPr>
          <p:spPr bwMode="auto">
            <a:xfrm>
              <a:off x="4014" y="1796"/>
              <a:ext cx="3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grpSp>
          <p:nvGrpSpPr>
            <p:cNvPr id="1584" name="Group 34"/>
            <p:cNvGrpSpPr/>
            <p:nvPr/>
          </p:nvGrpSpPr>
          <p:grpSpPr bwMode="auto">
            <a:xfrm>
              <a:off x="3787" y="1661"/>
              <a:ext cx="1269" cy="1406"/>
              <a:chOff x="2109" y="2568"/>
              <a:chExt cx="1269" cy="1406"/>
            </a:xfrm>
          </p:grpSpPr>
          <p:sp>
            <p:nvSpPr>
              <p:cNvPr id="1050918" name="Line 35"/>
              <p:cNvSpPr>
                <a:spLocks noChangeShapeType="1"/>
              </p:cNvSpPr>
              <p:nvPr/>
            </p:nvSpPr>
            <p:spPr bwMode="auto">
              <a:xfrm flipV="1">
                <a:off x="2109" y="2614"/>
                <a:ext cx="1179" cy="0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919" name="Line 36"/>
              <p:cNvSpPr>
                <a:spLocks noChangeShapeType="1"/>
              </p:cNvSpPr>
              <p:nvPr/>
            </p:nvSpPr>
            <p:spPr bwMode="auto">
              <a:xfrm>
                <a:off x="2154" y="3929"/>
                <a:ext cx="1134" cy="0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920" name="Line 37"/>
              <p:cNvSpPr>
                <a:spLocks noChangeShapeType="1"/>
              </p:cNvSpPr>
              <p:nvPr/>
            </p:nvSpPr>
            <p:spPr bwMode="auto">
              <a:xfrm>
                <a:off x="2226" y="2613"/>
                <a:ext cx="0" cy="1316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  <a:headEnd type="oval" w="med" len="med"/>
                <a:tailEnd type="oval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921" name="Line 38"/>
              <p:cNvSpPr>
                <a:spLocks noChangeShapeType="1"/>
              </p:cNvSpPr>
              <p:nvPr/>
            </p:nvSpPr>
            <p:spPr bwMode="auto">
              <a:xfrm>
                <a:off x="2853" y="2613"/>
                <a:ext cx="0" cy="1316"/>
              </a:xfrm>
              <a:prstGeom prst="line">
                <a:avLst/>
              </a:prstGeom>
              <a:noFill/>
              <a:ln w="9525">
                <a:solidFill>
                  <a:srgbClr val="FFCC00"/>
                </a:solidFill>
                <a:round/>
                <a:headEnd type="oval" w="med" len="med"/>
                <a:tailEnd type="oval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922" name="Rectangle 39"/>
              <p:cNvSpPr>
                <a:spLocks noChangeArrowheads="1"/>
              </p:cNvSpPr>
              <p:nvPr/>
            </p:nvSpPr>
            <p:spPr bwMode="auto">
              <a:xfrm rot="16200000">
                <a:off x="2472" y="2512"/>
                <a:ext cx="116" cy="233"/>
              </a:xfrm>
              <a:prstGeom prst="rect">
                <a:avLst/>
              </a:prstGeom>
              <a:solidFill>
                <a:srgbClr val="FF9900"/>
              </a:solidFill>
              <a:ln w="28575">
                <a:solidFill>
                  <a:srgbClr val="FF9900"/>
                </a:solidFill>
                <a:miter lim="800000"/>
              </a:ln>
              <a:effectLst/>
            </p:spPr>
            <p:txBody>
              <a:bodyPr wrap="none"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923" name="Rectangle 41"/>
              <p:cNvSpPr>
                <a:spLocks noChangeArrowheads="1"/>
              </p:cNvSpPr>
              <p:nvPr/>
            </p:nvSpPr>
            <p:spPr bwMode="auto">
              <a:xfrm>
                <a:off x="2154" y="3067"/>
                <a:ext cx="136" cy="318"/>
              </a:xfrm>
              <a:prstGeom prst="rect">
                <a:avLst/>
              </a:prstGeom>
              <a:solidFill>
                <a:srgbClr val="FF9900"/>
              </a:solidFill>
              <a:ln w="9525">
                <a:solidFill>
                  <a:srgbClr val="FF9900"/>
                </a:solidFill>
                <a:miter lim="800000"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924" name="Text Box 42"/>
              <p:cNvSpPr txBox="1">
                <a:spLocks noChangeArrowheads="1"/>
              </p:cNvSpPr>
              <p:nvPr/>
            </p:nvSpPr>
            <p:spPr bwMode="auto">
              <a:xfrm>
                <a:off x="2880" y="2885"/>
                <a:ext cx="335" cy="29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lang="en-US" altLang="zh-CN" sz="24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3</a:t>
                </a:r>
                <a:endParaRPr lang="en-US" altLang="zh-CN" sz="2400" b="1">
                  <a:solidFill>
                    <a:schemeClr val="tx2"/>
                  </a:solidFill>
                  <a:ea typeface="黑体" panose="02010609060101010101" pitchFamily="49" charset="-122"/>
                </a:endParaRPr>
              </a:p>
            </p:txBody>
          </p:sp>
          <p:sp>
            <p:nvSpPr>
              <p:cNvPr id="1050925" name="Text Box 43"/>
              <p:cNvSpPr txBox="1">
                <a:spLocks noChangeArrowheads="1"/>
              </p:cNvSpPr>
              <p:nvPr/>
            </p:nvSpPr>
            <p:spPr bwMode="auto">
              <a:xfrm>
                <a:off x="2290" y="3066"/>
                <a:ext cx="335" cy="29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R</a:t>
                </a:r>
                <a:r>
                  <a:rPr lang="en-US" altLang="zh-CN" sz="24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1</a:t>
                </a:r>
                <a:endParaRPr lang="en-US" altLang="zh-CN" sz="2400" b="1">
                  <a:solidFill>
                    <a:schemeClr val="tx2"/>
                  </a:solidFill>
                  <a:ea typeface="黑体" panose="02010609060101010101" pitchFamily="49" charset="-122"/>
                </a:endParaRPr>
              </a:p>
            </p:txBody>
          </p:sp>
          <p:sp>
            <p:nvSpPr>
              <p:cNvPr id="1050926" name="Oval 44"/>
              <p:cNvSpPr>
                <a:spLocks noChangeArrowheads="1"/>
              </p:cNvSpPr>
              <p:nvPr/>
            </p:nvSpPr>
            <p:spPr bwMode="auto">
              <a:xfrm>
                <a:off x="3288" y="3884"/>
                <a:ext cx="90" cy="90"/>
              </a:xfrm>
              <a:prstGeom prst="ellips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927" name="Oval 45"/>
              <p:cNvSpPr>
                <a:spLocks noChangeArrowheads="1"/>
              </p:cNvSpPr>
              <p:nvPr/>
            </p:nvSpPr>
            <p:spPr bwMode="auto">
              <a:xfrm>
                <a:off x="3288" y="2568"/>
                <a:ext cx="90" cy="90"/>
              </a:xfrm>
              <a:prstGeom prst="ellips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50928" name="AutoShape 46"/>
          <p:cNvSpPr>
            <a:spLocks noChangeArrowheads="1"/>
          </p:cNvSpPr>
          <p:nvPr/>
        </p:nvSpPr>
        <p:spPr bwMode="auto">
          <a:xfrm rot="723047">
            <a:off x="6383338" y="3357563"/>
            <a:ext cx="863600" cy="360362"/>
          </a:xfrm>
          <a:prstGeom prst="rightArrow">
            <a:avLst>
              <a:gd name="adj1" fmla="val 50000"/>
              <a:gd name="adj2" fmla="val 59912"/>
            </a:avLst>
          </a:pr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aphicFrame>
        <p:nvGraphicFramePr>
          <p:cNvPr id="4194354" name="Object 47"/>
          <p:cNvGraphicFramePr>
            <a:graphicFrameLocks noChangeAspect="1"/>
          </p:cNvGraphicFramePr>
          <p:nvPr/>
        </p:nvGraphicFramePr>
        <p:xfrm>
          <a:off x="2979738" y="5027613"/>
          <a:ext cx="3097212" cy="6905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663" name="Equation" r:id="rId1" imgW="27736800" imgH="5486400" progId="Equation.DSMT4">
                  <p:embed/>
                </p:oleObj>
              </mc:Choice>
              <mc:Fallback>
                <p:oleObj name="Equation" r:id="rId1" imgW="27736800" imgH="5486400" progId="Equation.DSMT4">
                  <p:embed/>
                  <p:pic>
                    <p:nvPicPr>
                      <p:cNvPr id="0" name="图片 2666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79738" y="5027613"/>
                        <a:ext cx="3097212" cy="6905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0929" name="AutoShape 48" descr="羊皮纸"/>
          <p:cNvSpPr>
            <a:spLocks noChangeArrowheads="1"/>
          </p:cNvSpPr>
          <p:nvPr/>
        </p:nvSpPr>
        <p:spPr bwMode="auto">
          <a:xfrm>
            <a:off x="6743700" y="549276"/>
            <a:ext cx="3384550" cy="1439863"/>
          </a:xfrm>
          <a:prstGeom prst="wedgeRectCallout">
            <a:avLst>
              <a:gd name="adj1" fmla="val -87241"/>
              <a:gd name="adj2" fmla="val 48898"/>
            </a:avLst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有源网络先把独立源置零：电压源短路；电流源断路，再求输入电阻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930" name="AutoShape 49"/>
          <p:cNvSpPr>
            <a:spLocks noChangeArrowheads="1"/>
          </p:cNvSpPr>
          <p:nvPr/>
        </p:nvSpPr>
        <p:spPr bwMode="auto">
          <a:xfrm>
            <a:off x="8112125" y="5373689"/>
            <a:ext cx="1295400" cy="865187"/>
          </a:xfrm>
          <a:prstGeom prst="wedgeRoundRectCallout">
            <a:avLst>
              <a:gd name="adj1" fmla="val 7968"/>
              <a:gd name="adj2" fmla="val -126148"/>
              <a:gd name="adj3" fmla="val 16667"/>
            </a:avLst>
          </a:prstGeom>
          <a:solidFill>
            <a:schemeClr val="hlink"/>
          </a:solid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无源电阻网络</a:t>
            </a:r>
            <a:endParaRPr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50931" name="Rectangle 15"/>
          <p:cNvSpPr>
            <a:spLocks noChangeArrowheads="1"/>
          </p:cNvSpPr>
          <p:nvPr/>
        </p:nvSpPr>
        <p:spPr bwMode="auto">
          <a:xfrm>
            <a:off x="4583114" y="2582069"/>
            <a:ext cx="215900" cy="504825"/>
          </a:xfrm>
          <a:prstGeom prst="rect">
            <a:avLst/>
          </a:prstGeom>
          <a:solidFill>
            <a:srgbClr val="FF9900"/>
          </a:solidFill>
          <a:ln w="9525">
            <a:solidFill>
              <a:srgbClr val="FF9900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50932" name="Rectangle 15"/>
          <p:cNvSpPr>
            <a:spLocks noChangeArrowheads="1"/>
          </p:cNvSpPr>
          <p:nvPr/>
        </p:nvSpPr>
        <p:spPr bwMode="auto">
          <a:xfrm>
            <a:off x="8602358" y="3248820"/>
            <a:ext cx="215900" cy="504825"/>
          </a:xfrm>
          <a:prstGeom prst="rect">
            <a:avLst/>
          </a:prstGeom>
          <a:solidFill>
            <a:srgbClr val="FF9900"/>
          </a:solidFill>
          <a:ln w="9525">
            <a:solidFill>
              <a:srgbClr val="FF9900"/>
            </a:solidFill>
            <a:miter lim="800000"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51" name=""/>
        <p:cNvGrpSpPr/>
        <p:nvPr/>
      </p:nvGrpSpPr>
      <p:grpSpPr/>
      <p:sp>
        <p:nvSpPr>
          <p:cNvPr id="1051183" name="TextBox 1"/>
          <p:cNvSpPr txBox="1"/>
          <p:nvPr/>
        </p:nvSpPr>
        <p:spPr>
          <a:xfrm>
            <a:off x="2135188" y="1260475"/>
            <a:ext cx="8137525" cy="3169285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zh-CN" altLang="en-US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第二章作业：</a:t>
            </a:r>
            <a:endParaRPr lang="en-US" altLang="zh-CN" sz="4000" b="1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《</a:t>
            </a:r>
            <a:r>
              <a:rPr lang="zh-CN" altLang="en-US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电路</a:t>
            </a:r>
            <a:r>
              <a:rPr lang="en-US" altLang="zh-CN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》</a:t>
            </a:r>
            <a:r>
              <a:rPr lang="zh-CN" altLang="en-US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第二章习题</a:t>
            </a:r>
            <a:endParaRPr lang="zh-CN" altLang="en-US" sz="4000" b="1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2-2, 2-3, 2-4(a)(c)(d)(f)</a:t>
            </a:r>
            <a:endParaRPr lang="zh-CN" altLang="en-US" sz="4000" b="1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2-6</a:t>
            </a:r>
            <a:r>
              <a:rPr lang="zh-CN" altLang="en-US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lang="en-US" altLang="zh-CN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2-8, 2-11</a:t>
            </a:r>
            <a:r>
              <a:rPr lang="zh-CN" altLang="en-US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lang="en-US" altLang="zh-CN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2-15</a:t>
            </a:r>
            <a:endParaRPr lang="en-US" altLang="zh-CN" sz="4000" b="1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0"/>
              </a:spcBef>
              <a:buNone/>
            </a:pPr>
            <a:endParaRPr lang="zh-CN" altLang="en-US" sz="4000" b="1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3371850" y="2981325"/>
            <a:ext cx="5448300" cy="895350"/>
          </a:xfrm>
          <a:prstGeom prst="rect">
            <a:avLst/>
          </a:prstGeom>
        </p:spPr>
      </p:pic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51" name=""/>
        <p:cNvGrpSpPr/>
        <p:nvPr/>
      </p:nvGrpSpPr>
      <p:grpSpPr/>
      <p:pic>
        <p:nvPicPr>
          <p:cNvPr id="3" name="图片 2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647700" y="875665"/>
            <a:ext cx="5448300" cy="895350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3900170" y="1924050"/>
            <a:ext cx="4391025" cy="3009900"/>
          </a:xfrm>
          <a:prstGeom prst="rect">
            <a:avLst/>
          </a:prstGeom>
        </p:spPr>
      </p:pic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51" name=""/>
        <p:cNvGrpSpPr/>
        <p:nvPr/>
      </p:nvGrpSpPr>
      <p:grpSpPr/>
      <p:pic>
        <p:nvPicPr>
          <p:cNvPr id="4" name="图片 3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668020" y="1014095"/>
            <a:ext cx="7239000" cy="1352550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2880995" y="2752090"/>
            <a:ext cx="6429375" cy="2943225"/>
          </a:xfrm>
          <a:prstGeom prst="rect">
            <a:avLst/>
          </a:prstGeom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37" name="Text Box 7"/>
          <p:cNvSpPr txBox="1">
            <a:spLocks noChangeArrowheads="1"/>
          </p:cNvSpPr>
          <p:nvPr/>
        </p:nvSpPr>
        <p:spPr bwMode="auto">
          <a:xfrm>
            <a:off x="3315336" y="2544445"/>
            <a:ext cx="4321175" cy="58356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b="1">
                <a:latin typeface="Times New Roman" panose="02020603050405020304" pitchFamily="18" charset="0"/>
                <a:ea typeface="黑体" panose="02010609060101010101" pitchFamily="49" charset="-122"/>
              </a:rPr>
              <a:t>桥形结构与惠斯通电桥</a:t>
            </a:r>
            <a:endParaRPr lang="zh-CN" altLang="en-US" sz="32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50" name="Text Box 7"/>
          <p:cNvSpPr txBox="1">
            <a:spLocks noChangeArrowheads="1"/>
          </p:cNvSpPr>
          <p:nvPr/>
        </p:nvSpPr>
        <p:spPr bwMode="auto">
          <a:xfrm>
            <a:off x="6705601" y="68580"/>
            <a:ext cx="4321175" cy="58356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b="1">
                <a:latin typeface="Times New Roman" panose="02020603050405020304" pitchFamily="18" charset="0"/>
                <a:ea typeface="黑体" panose="02010609060101010101" pitchFamily="49" charset="-122"/>
              </a:rPr>
              <a:t>桥形结构</a:t>
            </a:r>
            <a:endParaRPr lang="zh-CN" altLang="en-US" sz="32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242" name="图片 5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923290" y="1369695"/>
            <a:ext cx="6028055" cy="4685030"/>
          </a:xfrm>
          <a:prstGeom prst="rect">
            <a:avLst/>
          </a:prstGeom>
        </p:spPr>
      </p:pic>
      <p:sp>
        <p:nvSpPr>
          <p:cNvPr id="1049651" name="文本框 1"/>
          <p:cNvSpPr txBox="1"/>
          <p:nvPr/>
        </p:nvSpPr>
        <p:spPr>
          <a:xfrm>
            <a:off x="7735570" y="2536825"/>
            <a:ext cx="2740660" cy="115824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桥型结构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r>
              <a:rPr lang="zh-CN" altLang="en-US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不是串联和并联</a:t>
            </a:r>
            <a:endParaRPr lang="zh-CN" altLang="en-US" sz="2400" b="1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r>
              <a:rPr lang="zh-CN" altLang="en-US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图</a:t>
            </a:r>
            <a:r>
              <a:rPr lang="en-US" altLang="zh-CN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2-7</a:t>
            </a:r>
            <a:endParaRPr lang="en-US" altLang="zh-CN" sz="2400" b="1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64" name="Text Box 7"/>
          <p:cNvSpPr txBox="1">
            <a:spLocks noChangeArrowheads="1"/>
          </p:cNvSpPr>
          <p:nvPr/>
        </p:nvSpPr>
        <p:spPr bwMode="auto">
          <a:xfrm>
            <a:off x="6705601" y="68580"/>
            <a:ext cx="4321175" cy="58356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b="1">
                <a:latin typeface="Times New Roman" panose="02020603050405020304" pitchFamily="18" charset="0"/>
                <a:ea typeface="黑体" panose="02010609060101010101" pitchFamily="49" charset="-122"/>
              </a:rPr>
              <a:t>桥形结构</a:t>
            </a:r>
            <a:endParaRPr lang="zh-CN" altLang="en-US" sz="32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244" name="图片 4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5592445" y="1216660"/>
            <a:ext cx="3069590" cy="3786505"/>
          </a:xfrm>
          <a:prstGeom prst="rect">
            <a:avLst/>
          </a:prstGeom>
        </p:spPr>
      </p:pic>
      <p:pic>
        <p:nvPicPr>
          <p:cNvPr id="2097245" name="图片 5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923290" y="1369695"/>
            <a:ext cx="4225925" cy="3284220"/>
          </a:xfrm>
          <a:prstGeom prst="rect">
            <a:avLst/>
          </a:prstGeom>
        </p:spPr>
      </p:pic>
      <p:sp>
        <p:nvSpPr>
          <p:cNvPr id="1049665" name="文本框 1"/>
          <p:cNvSpPr txBox="1"/>
          <p:nvPr/>
        </p:nvSpPr>
        <p:spPr>
          <a:xfrm>
            <a:off x="8900795" y="2105660"/>
            <a:ext cx="2740660" cy="115824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桥型结构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r>
              <a:rPr lang="zh-CN" altLang="en-US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不是串联和并联</a:t>
            </a:r>
            <a:endParaRPr lang="zh-CN" altLang="en-US" sz="2400" b="1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r>
              <a:rPr lang="zh-CN" altLang="en-US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图</a:t>
            </a:r>
            <a:r>
              <a:rPr lang="en-US" altLang="zh-CN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2-7</a:t>
            </a:r>
            <a:endParaRPr lang="en-US" altLang="zh-CN" sz="2400" b="1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78" name="Text Box 7"/>
          <p:cNvSpPr txBox="1">
            <a:spLocks noChangeArrowheads="1"/>
          </p:cNvSpPr>
          <p:nvPr/>
        </p:nvSpPr>
        <p:spPr bwMode="auto">
          <a:xfrm>
            <a:off x="6705601" y="68580"/>
            <a:ext cx="4321175" cy="58356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 b="1">
                <a:latin typeface="Times New Roman" panose="02020603050405020304" pitchFamily="18" charset="0"/>
                <a:ea typeface="黑体" panose="02010609060101010101" pitchFamily="49" charset="-122"/>
              </a:rPr>
              <a:t>桥形结构</a:t>
            </a:r>
            <a:endParaRPr lang="zh-CN" altLang="en-US" sz="32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247" name="图片 7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525145" y="1114425"/>
            <a:ext cx="6957060" cy="4966335"/>
          </a:xfrm>
          <a:prstGeom prst="rect">
            <a:avLst/>
          </a:prstGeom>
        </p:spPr>
      </p:pic>
      <p:sp>
        <p:nvSpPr>
          <p:cNvPr id="1049679" name="文本框 1"/>
          <p:cNvSpPr txBox="1"/>
          <p:nvPr/>
        </p:nvSpPr>
        <p:spPr>
          <a:xfrm>
            <a:off x="8371840" y="2105660"/>
            <a:ext cx="2740660" cy="2936241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惠斯通电桥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r>
              <a:rPr lang="zh-CN" altLang="en-US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任意支路加入电源</a:t>
            </a:r>
            <a:endParaRPr lang="zh-CN" altLang="en-US" sz="2400" b="1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r>
              <a:rPr lang="zh-CN" altLang="en-US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图</a:t>
            </a:r>
            <a:r>
              <a:rPr lang="en-US" altLang="zh-CN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2-7</a:t>
            </a:r>
            <a:endParaRPr lang="en-US" altLang="zh-CN" sz="2400" b="1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endParaRPr lang="en-US" altLang="zh-CN" sz="2400" b="1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r>
              <a:rPr lang="zh-CN" altLang="en-US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电桥平衡条件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R1R4=R2R3</a:t>
            </a:r>
            <a:endParaRPr lang="en-US" altLang="zh-CN" sz="2400" b="1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此时，</a:t>
            </a:r>
            <a:r>
              <a:rPr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R5</a:t>
            </a:r>
            <a:r>
              <a:rPr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可以看作开路或者短路</a:t>
            </a:r>
            <a:endParaRPr lang="zh-CN" altLang="en-US" sz="2400" b="1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1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249" name="图片 3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780415" y="1344930"/>
            <a:ext cx="10391140" cy="4030980"/>
          </a:xfrm>
          <a:prstGeom prst="rect">
            <a:avLst/>
          </a:prstGeom>
        </p:spPr>
      </p:pic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04" name="Text Box 3"/>
          <p:cNvSpPr txBox="1">
            <a:spLocks noChangeArrowheads="1"/>
          </p:cNvSpPr>
          <p:nvPr/>
        </p:nvSpPr>
        <p:spPr bwMode="auto">
          <a:xfrm>
            <a:off x="2028349" y="1818324"/>
            <a:ext cx="7488238" cy="2919984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2.4 </a:t>
            </a:r>
            <a:endParaRPr kumimoji="1" lang="en-US" altLang="zh-CN" sz="32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50000"/>
              </a:spcBef>
            </a:pPr>
            <a:r>
              <a:rPr kumimoji="1" lang="zh-CN" altLang="en-US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电阻的星形联接与三角形联接的</a:t>
            </a:r>
            <a:endParaRPr kumimoji="1" lang="zh-CN" altLang="en-US" sz="32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10000"/>
              </a:spcBef>
            </a:pPr>
            <a:r>
              <a:rPr kumimoji="1" lang="zh-CN" altLang="en-US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  等效变换 </a:t>
            </a: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</a:t>
            </a: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Wingdings 3" panose="05040102010807070707" pitchFamily="18" charset="2"/>
              </a:rPr>
              <a:t>—</a:t>
            </a: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Wingdings 3" panose="05040102010807070707" pitchFamily="18" charset="2"/>
              </a:rPr>
              <a:t>Y </a:t>
            </a:r>
            <a:r>
              <a:rPr kumimoji="1" lang="zh-CN" altLang="en-US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变换</a:t>
            </a: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)</a:t>
            </a:r>
            <a:endParaRPr kumimoji="1" lang="en-US" altLang="zh-CN" sz="32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10000"/>
              </a:spcBef>
            </a:pPr>
            <a:r>
              <a:rPr kumimoji="1" lang="en-US" altLang="zh-CN" sz="32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p37</a:t>
            </a:r>
            <a:endParaRPr kumimoji="1" lang="en-US" altLang="zh-CN" sz="32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>
              <a:spcBef>
                <a:spcPct val="10000"/>
              </a:spcBef>
            </a:pPr>
            <a:r>
              <a:rPr kumimoji="1" lang="en-US" altLang="zh-CN" sz="32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32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Wingdings 3" panose="05040102010807070707" pitchFamily="18" charset="2"/>
              </a:rPr>
              <a:t>—Y  delta star</a:t>
            </a:r>
            <a:endParaRPr kumimoji="1" lang="en-US" altLang="zh-CN" sz="32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  <a:sym typeface="Wingdings 3" panose="05040102010807070707" pitchFamily="18" charset="2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17" name="Text Box 4"/>
          <p:cNvSpPr txBox="1">
            <a:spLocks noChangeArrowheads="1"/>
          </p:cNvSpPr>
          <p:nvPr/>
        </p:nvSpPr>
        <p:spPr bwMode="auto">
          <a:xfrm>
            <a:off x="736600" y="925831"/>
            <a:ext cx="3467100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 dirty="0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1.  </a:t>
            </a:r>
            <a:r>
              <a:rPr kumimoji="1"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电阻的 </a:t>
            </a:r>
            <a:r>
              <a:rPr kumimoji="1"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sym typeface="Wingdings 3" panose="05040102010807070707" pitchFamily="18" charset="2"/>
              </a:rPr>
              <a:t>，</a:t>
            </a:r>
            <a:r>
              <a:rPr kumimoji="1" lang="en-US" altLang="zh-CN" sz="2800" b="1" dirty="0">
                <a:latin typeface="Times New Roman" panose="02020603050405020304" pitchFamily="18" charset="0"/>
                <a:ea typeface="黑体" panose="02010609060101010101" pitchFamily="49" charset="-122"/>
                <a:sym typeface="Wingdings 3" panose="05040102010807070707" pitchFamily="18" charset="2"/>
              </a:rPr>
              <a:t>Y</a:t>
            </a:r>
            <a:r>
              <a:rPr kumimoji="1"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  <a:sym typeface="Wingdings 3" panose="05040102010807070707" pitchFamily="18" charset="2"/>
              </a:rPr>
              <a:t>连接</a:t>
            </a:r>
            <a:endParaRPr kumimoji="1" lang="zh-CN" altLang="en-US" sz="28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718" name="Text Box 5"/>
          <p:cNvSpPr txBox="1">
            <a:spLocks noChangeArrowheads="1"/>
          </p:cNvSpPr>
          <p:nvPr/>
        </p:nvSpPr>
        <p:spPr bwMode="auto">
          <a:xfrm>
            <a:off x="6599238" y="5516564"/>
            <a:ext cx="1584325" cy="460375"/>
          </a:xfrm>
          <a:prstGeom prst="rect">
            <a:avLst/>
          </a:prstGeom>
          <a:noFill/>
          <a:ln w="38100">
            <a:solidFill>
              <a:srgbClr val="66FFFF"/>
            </a:solidFill>
            <a:miter lim="800000"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Wingdings 3" panose="05040102010807070707" pitchFamily="18" charset="2"/>
              </a:rPr>
              <a:t>Y</a:t>
            </a:r>
            <a:r>
              <a:rPr kumimoji="1" lang="zh-CN" altLang="en-US" sz="24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Wingdings 3" panose="05040102010807070707" pitchFamily="18" charset="2"/>
              </a:rPr>
              <a:t>型</a:t>
            </a:r>
            <a:r>
              <a:rPr kumimoji="1" lang="zh-CN" altLang="en-US" sz="24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网络</a:t>
            </a:r>
            <a:endParaRPr kumimoji="1" lang="zh-CN" altLang="en-US" sz="24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719" name="Text Box 6"/>
          <p:cNvSpPr txBox="1">
            <a:spLocks noChangeArrowheads="1"/>
          </p:cNvSpPr>
          <p:nvPr/>
        </p:nvSpPr>
        <p:spPr bwMode="auto">
          <a:xfrm>
            <a:off x="2855913" y="5516564"/>
            <a:ext cx="1511300" cy="460375"/>
          </a:xfrm>
          <a:prstGeom prst="rect">
            <a:avLst/>
          </a:prstGeom>
          <a:noFill/>
          <a:ln w="38100">
            <a:solidFill>
              <a:srgbClr val="66FFFF"/>
            </a:solidFill>
            <a:miter lim="800000"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 </a:t>
            </a:r>
            <a:r>
              <a:rPr kumimoji="1" lang="zh-CN" altLang="en-US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Wingdings 3" panose="05040102010807070707" pitchFamily="18" charset="2"/>
              </a:rPr>
              <a:t>型</a:t>
            </a:r>
            <a:r>
              <a:rPr kumimoji="1" lang="zh-CN" altLang="en-US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网络</a:t>
            </a:r>
            <a:r>
              <a:rPr kumimoji="1"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endParaRPr kumimoji="1" lang="zh-CN" altLang="en-US" sz="24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753" name="Group 7"/>
          <p:cNvGrpSpPr/>
          <p:nvPr/>
        </p:nvGrpSpPr>
        <p:grpSpPr bwMode="auto">
          <a:xfrm>
            <a:off x="2247940" y="2662470"/>
            <a:ext cx="2990850" cy="2930525"/>
            <a:chOff x="528" y="1761"/>
            <a:chExt cx="1884" cy="1846"/>
          </a:xfrm>
        </p:grpSpPr>
        <p:sp>
          <p:nvSpPr>
            <p:cNvPr id="1049720" name="Line 8"/>
            <p:cNvSpPr>
              <a:spLocks noChangeShapeType="1"/>
            </p:cNvSpPr>
            <p:nvPr/>
          </p:nvSpPr>
          <p:spPr bwMode="auto">
            <a:xfrm>
              <a:off x="924" y="3042"/>
              <a:ext cx="117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21" name="Line 9"/>
            <p:cNvSpPr>
              <a:spLocks noChangeShapeType="1"/>
            </p:cNvSpPr>
            <p:nvPr/>
          </p:nvSpPr>
          <p:spPr bwMode="auto">
            <a:xfrm flipH="1" flipV="1">
              <a:off x="1485" y="2155"/>
              <a:ext cx="615" cy="887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cxnSp>
          <p:nvCxnSpPr>
            <p:cNvPr id="3145728" name="AutoShape 11"/>
            <p:cNvCxnSpPr>
              <a:cxnSpLocks noChangeShapeType="1"/>
            </p:cNvCxnSpPr>
            <p:nvPr/>
          </p:nvCxnSpPr>
          <p:spPr bwMode="auto">
            <a:xfrm flipH="1">
              <a:off x="921" y="2155"/>
              <a:ext cx="561" cy="887"/>
            </a:xfrm>
            <a:prstGeom prst="straightConnector1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</p:cxnSp>
        <p:sp>
          <p:nvSpPr>
            <p:cNvPr id="1049722" name="Rectangle 12"/>
            <p:cNvSpPr>
              <a:spLocks noChangeArrowheads="1"/>
            </p:cNvSpPr>
            <p:nvPr/>
          </p:nvSpPr>
          <p:spPr bwMode="auto">
            <a:xfrm rot="16200000">
              <a:off x="1441" y="2927"/>
              <a:ext cx="116" cy="233"/>
            </a:xfrm>
            <a:prstGeom prst="rect">
              <a:avLst/>
            </a:prstGeom>
            <a:solidFill>
              <a:srgbClr val="FF9900"/>
            </a:solidFill>
            <a:ln w="1905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723" name="Rectangle 13"/>
            <p:cNvSpPr>
              <a:spLocks noChangeArrowheads="1"/>
            </p:cNvSpPr>
            <p:nvPr/>
          </p:nvSpPr>
          <p:spPr bwMode="auto">
            <a:xfrm rot="19331355">
              <a:off x="1742" y="2483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724" name="Rectangle 14"/>
            <p:cNvSpPr>
              <a:spLocks noChangeArrowheads="1"/>
            </p:cNvSpPr>
            <p:nvPr/>
          </p:nvSpPr>
          <p:spPr bwMode="auto">
            <a:xfrm rot="2115987">
              <a:off x="1154" y="2483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725" name="Text Box 15"/>
            <p:cNvSpPr txBox="1">
              <a:spLocks noChangeArrowheads="1"/>
            </p:cNvSpPr>
            <p:nvPr/>
          </p:nvSpPr>
          <p:spPr bwMode="auto">
            <a:xfrm>
              <a:off x="744" y="2377"/>
              <a:ext cx="52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400" b="1" baseline="-25000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</a:t>
              </a:r>
              <a:endPara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26" name="Text Box 16"/>
            <p:cNvSpPr txBox="1">
              <a:spLocks noChangeArrowheads="1"/>
            </p:cNvSpPr>
            <p:nvPr/>
          </p:nvSpPr>
          <p:spPr bwMode="auto">
            <a:xfrm>
              <a:off x="1836" y="2340"/>
              <a:ext cx="45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31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27" name="Text Box 17"/>
            <p:cNvSpPr txBox="1">
              <a:spLocks noChangeArrowheads="1"/>
            </p:cNvSpPr>
            <p:nvPr/>
          </p:nvSpPr>
          <p:spPr bwMode="auto">
            <a:xfrm>
              <a:off x="1260" y="3091"/>
              <a:ext cx="50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23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28" name="Line 18"/>
            <p:cNvSpPr>
              <a:spLocks noChangeShapeType="1"/>
            </p:cNvSpPr>
            <p:nvPr/>
          </p:nvSpPr>
          <p:spPr bwMode="auto">
            <a:xfrm>
              <a:off x="1452" y="176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29" name="Line 19"/>
            <p:cNvSpPr>
              <a:spLocks noChangeShapeType="1"/>
            </p:cNvSpPr>
            <p:nvPr/>
          </p:nvSpPr>
          <p:spPr bwMode="auto">
            <a:xfrm>
              <a:off x="1500" y="185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30" name="Line 20"/>
            <p:cNvSpPr>
              <a:spLocks noChangeShapeType="1"/>
            </p:cNvSpPr>
            <p:nvPr/>
          </p:nvSpPr>
          <p:spPr bwMode="auto">
            <a:xfrm flipV="1">
              <a:off x="1480" y="1761"/>
              <a:ext cx="0" cy="39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31" name="Freeform 21"/>
            <p:cNvSpPr/>
            <p:nvPr/>
          </p:nvSpPr>
          <p:spPr bwMode="auto">
            <a:xfrm>
              <a:off x="528" y="3042"/>
              <a:ext cx="396" cy="251"/>
            </a:xfrm>
            <a:custGeom>
              <a:avLst/>
              <a:gdLst>
                <a:gd name="T0" fmla="*/ 396 w 396"/>
                <a:gd name="T1" fmla="*/ 0 h 251"/>
                <a:gd name="T2" fmla="*/ 0 w 396"/>
                <a:gd name="T3" fmla="*/ 251 h 2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6" h="251">
                  <a:moveTo>
                    <a:pt x="396" y="0"/>
                  </a:moveTo>
                  <a:lnTo>
                    <a:pt x="0" y="251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32" name="Freeform 22"/>
            <p:cNvSpPr/>
            <p:nvPr/>
          </p:nvSpPr>
          <p:spPr bwMode="auto">
            <a:xfrm>
              <a:off x="2076" y="3042"/>
              <a:ext cx="336" cy="245"/>
            </a:xfrm>
            <a:custGeom>
              <a:avLst/>
              <a:gdLst>
                <a:gd name="T0" fmla="*/ 0 w 336"/>
                <a:gd name="T1" fmla="*/ 0 h 245"/>
                <a:gd name="T2" fmla="*/ 336 w 336"/>
                <a:gd name="T3" fmla="*/ 245 h 2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6" h="245">
                  <a:moveTo>
                    <a:pt x="0" y="0"/>
                  </a:moveTo>
                  <a:lnTo>
                    <a:pt x="336" y="24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33" name="Text Box 23"/>
            <p:cNvSpPr txBox="1">
              <a:spLocks noChangeArrowheads="1"/>
            </p:cNvSpPr>
            <p:nvPr/>
          </p:nvSpPr>
          <p:spPr bwMode="auto">
            <a:xfrm>
              <a:off x="1500" y="1901"/>
              <a:ext cx="28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34" name="Text Box 24"/>
            <p:cNvSpPr txBox="1">
              <a:spLocks noChangeArrowheads="1"/>
            </p:cNvSpPr>
            <p:nvPr/>
          </p:nvSpPr>
          <p:spPr bwMode="auto">
            <a:xfrm>
              <a:off x="780" y="3101"/>
              <a:ext cx="192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35" name="Text Box 25"/>
            <p:cNvSpPr txBox="1">
              <a:spLocks noChangeArrowheads="1"/>
            </p:cNvSpPr>
            <p:nvPr/>
          </p:nvSpPr>
          <p:spPr bwMode="auto">
            <a:xfrm>
              <a:off x="1932" y="3101"/>
              <a:ext cx="24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754" name="Group 26"/>
          <p:cNvGrpSpPr/>
          <p:nvPr/>
        </p:nvGrpSpPr>
        <p:grpSpPr bwMode="auto">
          <a:xfrm>
            <a:off x="5951538" y="2779713"/>
            <a:ext cx="2667000" cy="2936875"/>
            <a:chOff x="3083" y="1981"/>
            <a:chExt cx="1680" cy="1850"/>
          </a:xfrm>
        </p:grpSpPr>
        <p:sp>
          <p:nvSpPr>
            <p:cNvPr id="1049736" name="Line 27"/>
            <p:cNvSpPr>
              <a:spLocks noChangeShapeType="1"/>
            </p:cNvSpPr>
            <p:nvPr/>
          </p:nvSpPr>
          <p:spPr bwMode="auto">
            <a:xfrm>
              <a:off x="3899" y="2029"/>
              <a:ext cx="0" cy="86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37" name="Line 28"/>
            <p:cNvSpPr>
              <a:spLocks noChangeShapeType="1"/>
            </p:cNvSpPr>
            <p:nvPr/>
          </p:nvSpPr>
          <p:spPr bwMode="auto">
            <a:xfrm flipH="1">
              <a:off x="3083" y="2893"/>
              <a:ext cx="816" cy="63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38" name="Line 29"/>
            <p:cNvSpPr>
              <a:spLocks noChangeShapeType="1"/>
            </p:cNvSpPr>
            <p:nvPr/>
          </p:nvSpPr>
          <p:spPr bwMode="auto">
            <a:xfrm>
              <a:off x="3899" y="2893"/>
              <a:ext cx="864" cy="57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39" name="Rectangle 30"/>
            <p:cNvSpPr>
              <a:spLocks noChangeArrowheads="1"/>
            </p:cNvSpPr>
            <p:nvPr/>
          </p:nvSpPr>
          <p:spPr bwMode="auto">
            <a:xfrm rot="3373426">
              <a:off x="3505" y="3053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740" name="Rectangle 31"/>
            <p:cNvSpPr>
              <a:spLocks noChangeArrowheads="1"/>
            </p:cNvSpPr>
            <p:nvPr/>
          </p:nvSpPr>
          <p:spPr bwMode="auto">
            <a:xfrm rot="18259337">
              <a:off x="4201" y="3017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741" name="Rectangle 32"/>
            <p:cNvSpPr>
              <a:spLocks noChangeArrowheads="1"/>
            </p:cNvSpPr>
            <p:nvPr/>
          </p:nvSpPr>
          <p:spPr bwMode="auto">
            <a:xfrm>
              <a:off x="3839" y="2441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742" name="Text Box 33"/>
            <p:cNvSpPr txBox="1">
              <a:spLocks noChangeArrowheads="1"/>
            </p:cNvSpPr>
            <p:nvPr/>
          </p:nvSpPr>
          <p:spPr bwMode="auto">
            <a:xfrm>
              <a:off x="3947" y="2413"/>
              <a:ext cx="336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43" name="Text Box 34"/>
            <p:cNvSpPr txBox="1">
              <a:spLocks noChangeArrowheads="1"/>
            </p:cNvSpPr>
            <p:nvPr/>
          </p:nvSpPr>
          <p:spPr bwMode="auto">
            <a:xfrm>
              <a:off x="3275" y="2845"/>
              <a:ext cx="336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44" name="Text Box 35"/>
            <p:cNvSpPr txBox="1">
              <a:spLocks noChangeArrowheads="1"/>
            </p:cNvSpPr>
            <p:nvPr/>
          </p:nvSpPr>
          <p:spPr bwMode="auto">
            <a:xfrm>
              <a:off x="4235" y="2845"/>
              <a:ext cx="322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45" name="Oval 36"/>
            <p:cNvSpPr>
              <a:spLocks noChangeArrowheads="1"/>
            </p:cNvSpPr>
            <p:nvPr/>
          </p:nvSpPr>
          <p:spPr bwMode="auto">
            <a:xfrm>
              <a:off x="3179" y="3401"/>
              <a:ext cx="68" cy="68"/>
            </a:xfrm>
            <a:prstGeom prst="ellipse">
              <a:avLst/>
            </a:prstGeom>
            <a:solidFill>
              <a:srgbClr val="FFCC00"/>
            </a:solidFill>
            <a:ln w="952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746" name="Oval 37"/>
            <p:cNvSpPr>
              <a:spLocks noChangeArrowheads="1"/>
            </p:cNvSpPr>
            <p:nvPr/>
          </p:nvSpPr>
          <p:spPr bwMode="auto">
            <a:xfrm>
              <a:off x="3851" y="2077"/>
              <a:ext cx="68" cy="68"/>
            </a:xfrm>
            <a:prstGeom prst="ellipse">
              <a:avLst/>
            </a:prstGeom>
            <a:solidFill>
              <a:srgbClr val="FFCC00"/>
            </a:solidFill>
            <a:ln w="952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747" name="Oval 38"/>
            <p:cNvSpPr>
              <a:spLocks noChangeArrowheads="1"/>
            </p:cNvSpPr>
            <p:nvPr/>
          </p:nvSpPr>
          <p:spPr bwMode="auto">
            <a:xfrm>
              <a:off x="4571" y="3325"/>
              <a:ext cx="68" cy="68"/>
            </a:xfrm>
            <a:prstGeom prst="ellipse">
              <a:avLst/>
            </a:prstGeom>
            <a:solidFill>
              <a:srgbClr val="FFCC00"/>
            </a:solidFill>
            <a:ln w="952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748" name="Text Box 39"/>
            <p:cNvSpPr txBox="1">
              <a:spLocks noChangeArrowheads="1"/>
            </p:cNvSpPr>
            <p:nvPr/>
          </p:nvSpPr>
          <p:spPr bwMode="auto">
            <a:xfrm>
              <a:off x="3947" y="1981"/>
              <a:ext cx="192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49" name="Text Box 40"/>
            <p:cNvSpPr txBox="1">
              <a:spLocks noChangeArrowheads="1"/>
            </p:cNvSpPr>
            <p:nvPr/>
          </p:nvSpPr>
          <p:spPr bwMode="auto">
            <a:xfrm>
              <a:off x="3275" y="3325"/>
              <a:ext cx="24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50" name="Text Box 41"/>
            <p:cNvSpPr txBox="1">
              <a:spLocks noChangeArrowheads="1"/>
            </p:cNvSpPr>
            <p:nvPr/>
          </p:nvSpPr>
          <p:spPr bwMode="auto">
            <a:xfrm>
              <a:off x="4379" y="3325"/>
              <a:ext cx="192" cy="50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751" name="AutoShape 69" descr="羊皮纸"/>
          <p:cNvSpPr>
            <a:spLocks noChangeArrowheads="1"/>
          </p:cNvSpPr>
          <p:nvPr/>
        </p:nvSpPr>
        <p:spPr bwMode="auto">
          <a:xfrm>
            <a:off x="8975725" y="3355975"/>
            <a:ext cx="1150938" cy="863600"/>
          </a:xfrm>
          <a:prstGeom prst="wedgeRoundRectCallout">
            <a:avLst>
              <a:gd name="adj1" fmla="val -154139"/>
              <a:gd name="adj2" fmla="val 35111"/>
              <a:gd name="adj3" fmla="val 16667"/>
            </a:avLst>
          </a:prstGeom>
          <a:blipFill dpi="0" rotWithShape="1">
            <a:blip r:embed="rId1"/>
            <a:srcRect/>
            <a:tile tx="0" ty="0" sx="100000" sy="100000" flip="none" algn="tl"/>
          </a:blip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三端网络</a:t>
            </a:r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253" name="图片 2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198880" y="1402080"/>
            <a:ext cx="9793605" cy="3289300"/>
          </a:xfrm>
          <a:prstGeom prst="rect">
            <a:avLst/>
          </a:prstGeom>
        </p:spPr>
      </p:pic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9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76" name="Text Box 69"/>
          <p:cNvSpPr txBox="1">
            <a:spLocks noChangeArrowheads="1"/>
          </p:cNvSpPr>
          <p:nvPr/>
        </p:nvSpPr>
        <p:spPr bwMode="auto">
          <a:xfrm>
            <a:off x="877570" y="1124585"/>
            <a:ext cx="5619750" cy="349250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3200" b="1" dirty="0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2. </a:t>
            </a:r>
            <a:r>
              <a:rPr kumimoji="1" lang="en-US" altLang="zh-CN" sz="3200" b="1" dirty="0">
                <a:latin typeface="Times New Roman" panose="02020603050405020304" pitchFamily="18" charset="0"/>
                <a:ea typeface="黑体" panose="02010609060101010101" pitchFamily="49" charset="-122"/>
                <a:sym typeface="Wingdings 3" panose="05040102010807070707" pitchFamily="18" charset="2"/>
              </a:rPr>
              <a:t>—Y </a:t>
            </a:r>
            <a:r>
              <a:rPr kumimoji="1" lang="zh-CN" altLang="en-US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变换的等效条件</a:t>
            </a:r>
            <a:endParaRPr kumimoji="1" lang="zh-CN" altLang="en-US" sz="32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p37</a:t>
            </a:r>
            <a:endParaRPr kumimoji="1" lang="en-US" altLang="zh-CN" sz="32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endParaRPr kumimoji="1" lang="en-US" altLang="zh-CN" sz="32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zh-CN" altLang="en-US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kumimoji="1" lang="en-US" altLang="zh-CN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r>
              <a:rPr kumimoji="1" lang="zh-CN" altLang="en-US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kumimoji="1" lang="en-US" altLang="zh-CN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5 Y</a:t>
            </a:r>
            <a:endParaRPr kumimoji="1" lang="en-US" altLang="zh-CN" sz="32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zh-CN" altLang="en-US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kumimoji="1" lang="en-US" altLang="zh-CN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zh-CN" altLang="en-US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kumimoji="1" lang="en-US" altLang="zh-CN" sz="32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5 delta</a:t>
            </a:r>
            <a:endParaRPr kumimoji="1" lang="en-US" altLang="zh-CN" sz="32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255" name="图片 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175375" y="770890"/>
            <a:ext cx="3542665" cy="5400040"/>
          </a:xfrm>
          <a:prstGeom prst="rect">
            <a:avLst/>
          </a:prstGeom>
        </p:spPr>
      </p:pic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9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6" name="Group 3"/>
          <p:cNvGrpSpPr/>
          <p:nvPr/>
        </p:nvGrpSpPr>
        <p:grpSpPr bwMode="auto">
          <a:xfrm>
            <a:off x="6357938" y="836614"/>
            <a:ext cx="4114800" cy="3765549"/>
            <a:chOff x="376" y="618"/>
            <a:chExt cx="2592" cy="2372"/>
          </a:xfrm>
        </p:grpSpPr>
        <p:sp>
          <p:nvSpPr>
            <p:cNvPr id="1049777" name="Text Box 4"/>
            <p:cNvSpPr txBox="1">
              <a:spLocks noChangeArrowheads="1"/>
            </p:cNvSpPr>
            <p:nvPr/>
          </p:nvSpPr>
          <p:spPr bwMode="auto">
            <a:xfrm>
              <a:off x="1432" y="2500"/>
              <a:ext cx="63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23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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78" name="Line 5"/>
            <p:cNvSpPr>
              <a:spLocks noChangeShapeType="1"/>
            </p:cNvSpPr>
            <p:nvPr/>
          </p:nvSpPr>
          <p:spPr bwMode="auto">
            <a:xfrm>
              <a:off x="1096" y="2201"/>
              <a:ext cx="117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79" name="Line 6"/>
            <p:cNvSpPr>
              <a:spLocks noChangeShapeType="1"/>
            </p:cNvSpPr>
            <p:nvPr/>
          </p:nvSpPr>
          <p:spPr bwMode="auto">
            <a:xfrm flipH="1" flipV="1">
              <a:off x="1657" y="1314"/>
              <a:ext cx="615" cy="887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cxnSp>
          <p:nvCxnSpPr>
            <p:cNvPr id="3145729" name="AutoShape 7"/>
            <p:cNvCxnSpPr>
              <a:cxnSpLocks noChangeShapeType="1"/>
              <a:stCxn id="1049779" idx="1"/>
              <a:endCxn id="1049778" idx="0"/>
            </p:cNvCxnSpPr>
            <p:nvPr/>
          </p:nvCxnSpPr>
          <p:spPr bwMode="auto">
            <a:xfrm flipH="1">
              <a:off x="1096" y="1309"/>
              <a:ext cx="562" cy="883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 type="oval" w="sm" len="sm"/>
              <a:tailEnd type="oval" w="sm" len="sm"/>
            </a:ln>
            <a:effectLst/>
          </p:spPr>
        </p:cxnSp>
        <p:sp>
          <p:nvSpPr>
            <p:cNvPr id="1049780" name="Line 8"/>
            <p:cNvSpPr>
              <a:spLocks noChangeShapeType="1"/>
            </p:cNvSpPr>
            <p:nvPr/>
          </p:nvSpPr>
          <p:spPr bwMode="auto">
            <a:xfrm>
              <a:off x="1528" y="964"/>
              <a:ext cx="0" cy="336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cxnSp>
          <p:nvCxnSpPr>
            <p:cNvPr id="3145730" name="AutoShape 9"/>
            <p:cNvCxnSpPr>
              <a:cxnSpLocks noChangeShapeType="1"/>
            </p:cNvCxnSpPr>
            <p:nvPr/>
          </p:nvCxnSpPr>
          <p:spPr bwMode="auto">
            <a:xfrm flipH="1">
              <a:off x="1096" y="1314"/>
              <a:ext cx="561" cy="887"/>
            </a:xfrm>
            <a:prstGeom prst="straightConnector1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</p:cxnSp>
        <p:sp>
          <p:nvSpPr>
            <p:cNvPr id="1049781" name="Rectangle 10"/>
            <p:cNvSpPr>
              <a:spLocks noChangeArrowheads="1"/>
            </p:cNvSpPr>
            <p:nvPr/>
          </p:nvSpPr>
          <p:spPr bwMode="auto">
            <a:xfrm rot="16200000">
              <a:off x="1613" y="2086"/>
              <a:ext cx="116" cy="233"/>
            </a:xfrm>
            <a:prstGeom prst="rect">
              <a:avLst/>
            </a:prstGeom>
            <a:solidFill>
              <a:srgbClr val="FF9900"/>
            </a:solidFill>
            <a:ln w="1905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782" name="Rectangle 11"/>
            <p:cNvSpPr>
              <a:spLocks noChangeArrowheads="1"/>
            </p:cNvSpPr>
            <p:nvPr/>
          </p:nvSpPr>
          <p:spPr bwMode="auto">
            <a:xfrm rot="19331355">
              <a:off x="1914" y="1642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783" name="Rectangle 12"/>
            <p:cNvSpPr>
              <a:spLocks noChangeArrowheads="1"/>
            </p:cNvSpPr>
            <p:nvPr/>
          </p:nvSpPr>
          <p:spPr bwMode="auto">
            <a:xfrm rot="2115987">
              <a:off x="1326" y="1642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784" name="Text Box 13"/>
            <p:cNvSpPr txBox="1">
              <a:spLocks noChangeArrowheads="1"/>
            </p:cNvSpPr>
            <p:nvPr/>
          </p:nvSpPr>
          <p:spPr bwMode="auto">
            <a:xfrm>
              <a:off x="916" y="1536"/>
              <a:ext cx="52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85" name="Text Box 14"/>
            <p:cNvSpPr txBox="1">
              <a:spLocks noChangeArrowheads="1"/>
            </p:cNvSpPr>
            <p:nvPr/>
          </p:nvSpPr>
          <p:spPr bwMode="auto">
            <a:xfrm>
              <a:off x="2008" y="1499"/>
              <a:ext cx="45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31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86" name="Text Box 15"/>
            <p:cNvSpPr txBox="1">
              <a:spLocks noChangeArrowheads="1"/>
            </p:cNvSpPr>
            <p:nvPr/>
          </p:nvSpPr>
          <p:spPr bwMode="auto">
            <a:xfrm>
              <a:off x="1432" y="2250"/>
              <a:ext cx="50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23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87" name="Text Box 16"/>
            <p:cNvSpPr txBox="1">
              <a:spLocks noChangeArrowheads="1"/>
            </p:cNvSpPr>
            <p:nvPr/>
          </p:nvSpPr>
          <p:spPr bwMode="auto">
            <a:xfrm>
              <a:off x="2440" y="1972"/>
              <a:ext cx="41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 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</a:t>
              </a:r>
              <a:endParaRPr kumimoji="1" lang="en-US" altLang="zh-CN" sz="2800" b="1" baseline="30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788" name="Text Box 17"/>
            <p:cNvSpPr txBox="1">
              <a:spLocks noChangeArrowheads="1"/>
            </p:cNvSpPr>
            <p:nvPr/>
          </p:nvSpPr>
          <p:spPr bwMode="auto">
            <a:xfrm>
              <a:off x="568" y="1924"/>
              <a:ext cx="43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 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</a:t>
              </a:r>
              <a:endParaRPr kumimoji="1" lang="en-US" altLang="zh-CN" sz="2800" b="1" baseline="30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789" name="Text Box 18"/>
            <p:cNvSpPr txBox="1">
              <a:spLocks noChangeArrowheads="1"/>
            </p:cNvSpPr>
            <p:nvPr/>
          </p:nvSpPr>
          <p:spPr bwMode="auto">
            <a:xfrm>
              <a:off x="1192" y="964"/>
              <a:ext cx="48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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90" name="Line 19"/>
            <p:cNvSpPr>
              <a:spLocks noChangeShapeType="1"/>
            </p:cNvSpPr>
            <p:nvPr/>
          </p:nvSpPr>
          <p:spPr bwMode="auto">
            <a:xfrm>
              <a:off x="1624" y="92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91" name="Line 20"/>
            <p:cNvSpPr>
              <a:spLocks noChangeShapeType="1"/>
            </p:cNvSpPr>
            <p:nvPr/>
          </p:nvSpPr>
          <p:spPr bwMode="auto">
            <a:xfrm>
              <a:off x="1672" y="101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92" name="Line 21"/>
            <p:cNvSpPr>
              <a:spLocks noChangeShapeType="1"/>
            </p:cNvSpPr>
            <p:nvPr/>
          </p:nvSpPr>
          <p:spPr bwMode="auto">
            <a:xfrm flipV="1">
              <a:off x="1652" y="920"/>
              <a:ext cx="0" cy="39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93" name="Freeform 22"/>
            <p:cNvSpPr/>
            <p:nvPr/>
          </p:nvSpPr>
          <p:spPr bwMode="auto">
            <a:xfrm>
              <a:off x="700" y="2201"/>
              <a:ext cx="396" cy="251"/>
            </a:xfrm>
            <a:custGeom>
              <a:avLst/>
              <a:gdLst>
                <a:gd name="T0" fmla="*/ 396 w 396"/>
                <a:gd name="T1" fmla="*/ 0 h 251"/>
                <a:gd name="T2" fmla="*/ 0 w 396"/>
                <a:gd name="T3" fmla="*/ 251 h 2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6" h="251">
                  <a:moveTo>
                    <a:pt x="396" y="0"/>
                  </a:moveTo>
                  <a:lnTo>
                    <a:pt x="0" y="251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94" name="Freeform 23"/>
            <p:cNvSpPr/>
            <p:nvPr/>
          </p:nvSpPr>
          <p:spPr bwMode="auto">
            <a:xfrm>
              <a:off x="2248" y="2201"/>
              <a:ext cx="336" cy="245"/>
            </a:xfrm>
            <a:custGeom>
              <a:avLst/>
              <a:gdLst>
                <a:gd name="T0" fmla="*/ 0 w 336"/>
                <a:gd name="T1" fmla="*/ 0 h 245"/>
                <a:gd name="T2" fmla="*/ 336 w 336"/>
                <a:gd name="T3" fmla="*/ 245 h 2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6" h="245">
                  <a:moveTo>
                    <a:pt x="0" y="0"/>
                  </a:moveTo>
                  <a:lnTo>
                    <a:pt x="336" y="24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95" name="Freeform 24"/>
            <p:cNvSpPr/>
            <p:nvPr/>
          </p:nvSpPr>
          <p:spPr bwMode="auto">
            <a:xfrm>
              <a:off x="664" y="2164"/>
              <a:ext cx="303" cy="169"/>
            </a:xfrm>
            <a:custGeom>
              <a:avLst/>
              <a:gdLst>
                <a:gd name="T0" fmla="*/ 0 w 303"/>
                <a:gd name="T1" fmla="*/ 169 h 169"/>
                <a:gd name="T2" fmla="*/ 303 w 303"/>
                <a:gd name="T3" fmla="*/ 0 h 1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3" h="169">
                  <a:moveTo>
                    <a:pt x="0" y="169"/>
                  </a:moveTo>
                  <a:lnTo>
                    <a:pt x="303" y="0"/>
                  </a:lnTo>
                </a:path>
              </a:pathLst>
            </a:custGeom>
            <a:noFill/>
            <a:ln w="38100" cmpd="sng">
              <a:solidFill>
                <a:srgbClr val="66FFFF"/>
              </a:solidFill>
              <a:round/>
              <a:headEnd type="none" w="med" len="med"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96" name="Freeform 25"/>
            <p:cNvSpPr/>
            <p:nvPr/>
          </p:nvSpPr>
          <p:spPr bwMode="auto">
            <a:xfrm>
              <a:off x="2372" y="2167"/>
              <a:ext cx="296" cy="195"/>
            </a:xfrm>
            <a:custGeom>
              <a:avLst/>
              <a:gdLst>
                <a:gd name="T0" fmla="*/ 296 w 296"/>
                <a:gd name="T1" fmla="*/ 195 h 195"/>
                <a:gd name="T2" fmla="*/ 0 w 296"/>
                <a:gd name="T3" fmla="*/ 0 h 1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6" h="195">
                  <a:moveTo>
                    <a:pt x="296" y="195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66FFFF"/>
              </a:solidFill>
              <a:round/>
              <a:headEnd type="none" w="med" len="med"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797" name="Text Box 26"/>
            <p:cNvSpPr txBox="1">
              <a:spLocks noChangeArrowheads="1"/>
            </p:cNvSpPr>
            <p:nvPr/>
          </p:nvSpPr>
          <p:spPr bwMode="auto">
            <a:xfrm>
              <a:off x="1474" y="618"/>
              <a:ext cx="28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98" name="Text Box 27"/>
            <p:cNvSpPr txBox="1">
              <a:spLocks noChangeArrowheads="1"/>
            </p:cNvSpPr>
            <p:nvPr/>
          </p:nvSpPr>
          <p:spPr bwMode="auto">
            <a:xfrm>
              <a:off x="431" y="2341"/>
              <a:ext cx="192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799" name="Text Box 28"/>
            <p:cNvSpPr txBox="1">
              <a:spLocks noChangeArrowheads="1"/>
            </p:cNvSpPr>
            <p:nvPr/>
          </p:nvSpPr>
          <p:spPr bwMode="auto">
            <a:xfrm>
              <a:off x="2608" y="2387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00" name="Text Box 29"/>
            <p:cNvSpPr txBox="1">
              <a:spLocks noChangeArrowheads="1"/>
            </p:cNvSpPr>
            <p:nvPr/>
          </p:nvSpPr>
          <p:spPr bwMode="auto">
            <a:xfrm>
              <a:off x="1144" y="82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01" name="Text Box 30"/>
            <p:cNvSpPr txBox="1">
              <a:spLocks noChangeArrowheads="1"/>
            </p:cNvSpPr>
            <p:nvPr/>
          </p:nvSpPr>
          <p:spPr bwMode="auto">
            <a:xfrm>
              <a:off x="712" y="2404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02" name="Text Box 31"/>
            <p:cNvSpPr txBox="1">
              <a:spLocks noChangeArrowheads="1"/>
            </p:cNvSpPr>
            <p:nvPr/>
          </p:nvSpPr>
          <p:spPr bwMode="auto">
            <a:xfrm>
              <a:off x="2728" y="2068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03" name="Text Box 32"/>
            <p:cNvSpPr txBox="1">
              <a:spLocks noChangeArrowheads="1"/>
            </p:cNvSpPr>
            <p:nvPr/>
          </p:nvSpPr>
          <p:spPr bwMode="auto">
            <a:xfrm>
              <a:off x="1768" y="82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04" name="Text Box 33"/>
            <p:cNvSpPr txBox="1">
              <a:spLocks noChangeArrowheads="1"/>
            </p:cNvSpPr>
            <p:nvPr/>
          </p:nvSpPr>
          <p:spPr bwMode="auto">
            <a:xfrm>
              <a:off x="376" y="202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05" name="Text Box 34"/>
            <p:cNvSpPr txBox="1">
              <a:spLocks noChangeArrowheads="1"/>
            </p:cNvSpPr>
            <p:nvPr/>
          </p:nvSpPr>
          <p:spPr bwMode="auto">
            <a:xfrm>
              <a:off x="2296" y="2404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06" name="Text Box 35"/>
            <p:cNvSpPr txBox="1">
              <a:spLocks noChangeArrowheads="1"/>
            </p:cNvSpPr>
            <p:nvPr/>
          </p:nvSpPr>
          <p:spPr bwMode="auto">
            <a:xfrm>
              <a:off x="520" y="1348"/>
              <a:ext cx="54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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07" name="Text Box 36"/>
            <p:cNvSpPr txBox="1">
              <a:spLocks noChangeArrowheads="1"/>
            </p:cNvSpPr>
            <p:nvPr/>
          </p:nvSpPr>
          <p:spPr bwMode="auto">
            <a:xfrm>
              <a:off x="2200" y="1300"/>
              <a:ext cx="544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31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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797" name="Group 37"/>
          <p:cNvGrpSpPr/>
          <p:nvPr/>
        </p:nvGrpSpPr>
        <p:grpSpPr bwMode="auto">
          <a:xfrm>
            <a:off x="1621473" y="730251"/>
            <a:ext cx="3962400" cy="3883025"/>
            <a:chOff x="3112" y="527"/>
            <a:chExt cx="2496" cy="2446"/>
          </a:xfrm>
        </p:grpSpPr>
        <p:sp>
          <p:nvSpPr>
            <p:cNvPr id="1049808" name="Line 38"/>
            <p:cNvSpPr>
              <a:spLocks noChangeShapeType="1"/>
            </p:cNvSpPr>
            <p:nvPr/>
          </p:nvSpPr>
          <p:spPr bwMode="auto">
            <a:xfrm>
              <a:off x="4312" y="940"/>
              <a:ext cx="0" cy="86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09" name="Line 39"/>
            <p:cNvSpPr>
              <a:spLocks noChangeShapeType="1"/>
            </p:cNvSpPr>
            <p:nvPr/>
          </p:nvSpPr>
          <p:spPr bwMode="auto">
            <a:xfrm flipH="1">
              <a:off x="3496" y="1804"/>
              <a:ext cx="816" cy="63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10" name="Line 40"/>
            <p:cNvSpPr>
              <a:spLocks noChangeShapeType="1"/>
            </p:cNvSpPr>
            <p:nvPr/>
          </p:nvSpPr>
          <p:spPr bwMode="auto">
            <a:xfrm>
              <a:off x="4312" y="1804"/>
              <a:ext cx="864" cy="57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11" name="Rectangle 41"/>
            <p:cNvSpPr>
              <a:spLocks noChangeArrowheads="1"/>
            </p:cNvSpPr>
            <p:nvPr/>
          </p:nvSpPr>
          <p:spPr bwMode="auto">
            <a:xfrm rot="3373426">
              <a:off x="3918" y="1964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812" name="Rectangle 42"/>
            <p:cNvSpPr>
              <a:spLocks noChangeArrowheads="1"/>
            </p:cNvSpPr>
            <p:nvPr/>
          </p:nvSpPr>
          <p:spPr bwMode="auto">
            <a:xfrm rot="18259337">
              <a:off x="4614" y="1928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813" name="Rectangle 43"/>
            <p:cNvSpPr>
              <a:spLocks noChangeArrowheads="1"/>
            </p:cNvSpPr>
            <p:nvPr/>
          </p:nvSpPr>
          <p:spPr bwMode="auto">
            <a:xfrm>
              <a:off x="4252" y="1352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814" name="Text Box 44"/>
            <p:cNvSpPr txBox="1">
              <a:spLocks noChangeArrowheads="1"/>
            </p:cNvSpPr>
            <p:nvPr/>
          </p:nvSpPr>
          <p:spPr bwMode="auto">
            <a:xfrm>
              <a:off x="4360" y="1324"/>
              <a:ext cx="47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15" name="Text Box 45"/>
            <p:cNvSpPr txBox="1">
              <a:spLocks noChangeArrowheads="1"/>
            </p:cNvSpPr>
            <p:nvPr/>
          </p:nvSpPr>
          <p:spPr bwMode="auto">
            <a:xfrm>
              <a:off x="3651" y="1706"/>
              <a:ext cx="46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16" name="Text Box 46"/>
            <p:cNvSpPr txBox="1">
              <a:spLocks noChangeArrowheads="1"/>
            </p:cNvSpPr>
            <p:nvPr/>
          </p:nvSpPr>
          <p:spPr bwMode="auto">
            <a:xfrm>
              <a:off x="4648" y="1706"/>
              <a:ext cx="409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17" name="Text Box 47"/>
            <p:cNvSpPr txBox="1">
              <a:spLocks noChangeArrowheads="1"/>
            </p:cNvSpPr>
            <p:nvPr/>
          </p:nvSpPr>
          <p:spPr bwMode="auto">
            <a:xfrm>
              <a:off x="3880" y="844"/>
              <a:ext cx="43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1Y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18" name="Text Box 48"/>
            <p:cNvSpPr txBox="1">
              <a:spLocks noChangeArrowheads="1"/>
            </p:cNvSpPr>
            <p:nvPr/>
          </p:nvSpPr>
          <p:spPr bwMode="auto">
            <a:xfrm>
              <a:off x="3304" y="1900"/>
              <a:ext cx="43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2Y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19" name="Text Box 49"/>
            <p:cNvSpPr txBox="1">
              <a:spLocks noChangeArrowheads="1"/>
            </p:cNvSpPr>
            <p:nvPr/>
          </p:nvSpPr>
          <p:spPr bwMode="auto">
            <a:xfrm>
              <a:off x="5080" y="1948"/>
              <a:ext cx="384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3Y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20" name="Line 50"/>
            <p:cNvSpPr>
              <a:spLocks noChangeShapeType="1"/>
            </p:cNvSpPr>
            <p:nvPr/>
          </p:nvSpPr>
          <p:spPr bwMode="auto">
            <a:xfrm>
              <a:off x="4216" y="940"/>
              <a:ext cx="0" cy="336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21" name="Line 51"/>
            <p:cNvSpPr>
              <a:spLocks noChangeShapeType="1"/>
            </p:cNvSpPr>
            <p:nvPr/>
          </p:nvSpPr>
          <p:spPr bwMode="auto">
            <a:xfrm rot="-7751596">
              <a:off x="3567" y="2069"/>
              <a:ext cx="1" cy="336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22" name="Line 52"/>
            <p:cNvSpPr>
              <a:spLocks noChangeShapeType="1"/>
            </p:cNvSpPr>
            <p:nvPr/>
          </p:nvSpPr>
          <p:spPr bwMode="auto">
            <a:xfrm rot="7359215">
              <a:off x="5055" y="2021"/>
              <a:ext cx="1" cy="336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23" name="Oval 53"/>
            <p:cNvSpPr>
              <a:spLocks noChangeArrowheads="1"/>
            </p:cNvSpPr>
            <p:nvPr/>
          </p:nvSpPr>
          <p:spPr bwMode="auto">
            <a:xfrm>
              <a:off x="3592" y="2312"/>
              <a:ext cx="68" cy="68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824" name="Oval 54"/>
            <p:cNvSpPr>
              <a:spLocks noChangeArrowheads="1"/>
            </p:cNvSpPr>
            <p:nvPr/>
          </p:nvSpPr>
          <p:spPr bwMode="auto">
            <a:xfrm>
              <a:off x="4264" y="988"/>
              <a:ext cx="68" cy="68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825" name="Oval 55"/>
            <p:cNvSpPr>
              <a:spLocks noChangeArrowheads="1"/>
            </p:cNvSpPr>
            <p:nvPr/>
          </p:nvSpPr>
          <p:spPr bwMode="auto">
            <a:xfrm>
              <a:off x="4984" y="2236"/>
              <a:ext cx="68" cy="68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826" name="Text Box 56"/>
            <p:cNvSpPr txBox="1">
              <a:spLocks noChangeArrowheads="1"/>
            </p:cNvSpPr>
            <p:nvPr/>
          </p:nvSpPr>
          <p:spPr bwMode="auto">
            <a:xfrm>
              <a:off x="4150" y="527"/>
              <a:ext cx="192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27" name="Text Box 57"/>
            <p:cNvSpPr txBox="1">
              <a:spLocks noChangeArrowheads="1"/>
            </p:cNvSpPr>
            <p:nvPr/>
          </p:nvSpPr>
          <p:spPr bwMode="auto">
            <a:xfrm>
              <a:off x="3288" y="2387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28" name="Text Box 58"/>
            <p:cNvSpPr txBox="1">
              <a:spLocks noChangeArrowheads="1"/>
            </p:cNvSpPr>
            <p:nvPr/>
          </p:nvSpPr>
          <p:spPr bwMode="auto">
            <a:xfrm>
              <a:off x="5239" y="2251"/>
              <a:ext cx="192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29" name="Text Box 59"/>
            <p:cNvSpPr txBox="1">
              <a:spLocks noChangeArrowheads="1"/>
            </p:cNvSpPr>
            <p:nvPr/>
          </p:nvSpPr>
          <p:spPr bwMode="auto">
            <a:xfrm>
              <a:off x="3736" y="94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30" name="Text Box 60"/>
            <p:cNvSpPr txBox="1">
              <a:spLocks noChangeArrowheads="1"/>
            </p:cNvSpPr>
            <p:nvPr/>
          </p:nvSpPr>
          <p:spPr bwMode="auto">
            <a:xfrm>
              <a:off x="3544" y="238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31" name="Text Box 61"/>
            <p:cNvSpPr txBox="1">
              <a:spLocks noChangeArrowheads="1"/>
            </p:cNvSpPr>
            <p:nvPr/>
          </p:nvSpPr>
          <p:spPr bwMode="auto">
            <a:xfrm>
              <a:off x="5368" y="2044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32" name="Text Box 62"/>
            <p:cNvSpPr txBox="1">
              <a:spLocks noChangeArrowheads="1"/>
            </p:cNvSpPr>
            <p:nvPr/>
          </p:nvSpPr>
          <p:spPr bwMode="auto">
            <a:xfrm>
              <a:off x="3112" y="2044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33" name="Text Box 63"/>
            <p:cNvSpPr txBox="1">
              <a:spLocks noChangeArrowheads="1"/>
            </p:cNvSpPr>
            <p:nvPr/>
          </p:nvSpPr>
          <p:spPr bwMode="auto">
            <a:xfrm>
              <a:off x="4936" y="2332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34" name="Text Box 64"/>
            <p:cNvSpPr txBox="1">
              <a:spLocks noChangeArrowheads="1"/>
            </p:cNvSpPr>
            <p:nvPr/>
          </p:nvSpPr>
          <p:spPr bwMode="auto">
            <a:xfrm>
              <a:off x="4504" y="94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35" name="Text Box 65"/>
            <p:cNvSpPr txBox="1">
              <a:spLocks noChangeArrowheads="1"/>
            </p:cNvSpPr>
            <p:nvPr/>
          </p:nvSpPr>
          <p:spPr bwMode="auto">
            <a:xfrm>
              <a:off x="3256" y="1420"/>
              <a:ext cx="62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12Y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36" name="Text Box 66"/>
            <p:cNvSpPr txBox="1">
              <a:spLocks noChangeArrowheads="1"/>
            </p:cNvSpPr>
            <p:nvPr/>
          </p:nvSpPr>
          <p:spPr bwMode="auto">
            <a:xfrm>
              <a:off x="4168" y="2380"/>
              <a:ext cx="57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23Y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37" name="Text Box 67"/>
            <p:cNvSpPr txBox="1">
              <a:spLocks noChangeArrowheads="1"/>
            </p:cNvSpPr>
            <p:nvPr/>
          </p:nvSpPr>
          <p:spPr bwMode="auto">
            <a:xfrm>
              <a:off x="4888" y="1468"/>
              <a:ext cx="577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31Y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838" name="Text Box 68"/>
          <p:cNvSpPr txBox="1">
            <a:spLocks noChangeArrowheads="1"/>
          </p:cNvSpPr>
          <p:nvPr/>
        </p:nvSpPr>
        <p:spPr bwMode="auto">
          <a:xfrm>
            <a:off x="5237480" y="4857750"/>
            <a:ext cx="6636385" cy="132207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 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=i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1Y</a:t>
            </a:r>
            <a:r>
              <a:rPr kumimoji="1" lang="en-US" altLang="zh-CN" sz="32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32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        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 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=i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2Y</a:t>
            </a:r>
            <a:r>
              <a:rPr kumimoji="1" lang="en-US" altLang="zh-CN" sz="32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32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  i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 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 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=i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3Y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32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</a:t>
            </a:r>
            <a:endParaRPr kumimoji="1" lang="en-US" altLang="zh-CN" sz="3200" b="1" i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32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 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=u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12Y</a:t>
            </a:r>
            <a:r>
              <a:rPr kumimoji="1" lang="en-US" altLang="zh-CN" sz="32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32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   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23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 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=u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23Y</a:t>
            </a:r>
            <a:r>
              <a:rPr kumimoji="1" lang="en-US" altLang="zh-CN" sz="32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,    u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31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 </a:t>
            </a:r>
            <a:r>
              <a:rPr kumimoji="1" lang="en-US" altLang="zh-CN" sz="32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=u</a:t>
            </a:r>
            <a:r>
              <a:rPr kumimoji="1" lang="en-US" altLang="zh-CN" sz="32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31Y</a:t>
            </a:r>
            <a:r>
              <a:rPr kumimoji="1" lang="en-US" altLang="zh-CN" sz="3200" b="1" i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endParaRPr kumimoji="1" lang="en-US" altLang="zh-CN" sz="3200" b="1" i="1" baseline="-2500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839" name="Text Box 70"/>
          <p:cNvSpPr txBox="1">
            <a:spLocks noChangeArrowheads="1"/>
          </p:cNvSpPr>
          <p:nvPr/>
        </p:nvSpPr>
        <p:spPr bwMode="auto">
          <a:xfrm>
            <a:off x="432435" y="4624705"/>
            <a:ext cx="4805045" cy="177546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50000"/>
              </a:spcBef>
            </a:pPr>
            <a:r>
              <a:rPr lang="zh-CN" altLang="en-US" sz="2800" b="1">
                <a:latin typeface="Times New Roman" panose="02020603050405020304" pitchFamily="18" charset="0"/>
                <a:ea typeface="黑体" panose="02010609060101010101" pitchFamily="49" charset="-122"/>
              </a:rPr>
              <a:t>等效条件：</a:t>
            </a:r>
            <a:endParaRPr lang="zh-CN" altLang="en-US" sz="28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457200" indent="-457200" eaLnBrk="1" hangingPunct="1">
              <a:lnSpc>
                <a:spcPct val="100000"/>
              </a:lnSpc>
              <a:spcBef>
                <a:spcPct val="50000"/>
              </a:spcBef>
              <a:buFont typeface="Arial" panose="020B0604020202020204" pitchFamily="34" charset="0"/>
              <a:buChar char="•"/>
            </a:pPr>
            <a:r>
              <a:rPr lang="zh-CN" altLang="en-US" sz="28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对应端子有相同电压；</a:t>
            </a:r>
            <a:endParaRPr lang="zh-CN" altLang="en-US" sz="2800" b="1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457200" indent="-457200" eaLnBrk="1" hangingPunct="1">
              <a:lnSpc>
                <a:spcPct val="100000"/>
              </a:lnSpc>
              <a:spcBef>
                <a:spcPct val="50000"/>
              </a:spcBef>
              <a:buFont typeface="Arial" panose="020B0604020202020204" pitchFamily="34" charset="0"/>
              <a:buChar char="•"/>
            </a:pPr>
            <a:r>
              <a:rPr lang="zh-CN" altLang="en-US" sz="28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流入端子有相同电流</a:t>
            </a:r>
            <a:endParaRPr lang="zh-CN" altLang="en-US" sz="2800" b="1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1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52" name="Text Box 5"/>
          <p:cNvSpPr txBox="1">
            <a:spLocks noChangeArrowheads="1"/>
          </p:cNvSpPr>
          <p:nvPr/>
        </p:nvSpPr>
        <p:spPr bwMode="auto">
          <a:xfrm>
            <a:off x="704850" y="1115695"/>
            <a:ext cx="335280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zh-CN" altLang="en-US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接</a:t>
            </a:r>
            <a:r>
              <a:rPr kumimoji="1" lang="en-US" altLang="zh-CN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: </a:t>
            </a:r>
            <a:r>
              <a:rPr kumimoji="1" lang="zh-CN" altLang="en-US" sz="2400" b="1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用电压表示电流</a:t>
            </a:r>
            <a:endParaRPr kumimoji="1" lang="zh-CN" altLang="en-US" sz="2400" b="1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853" name="Rectangle 9"/>
          <p:cNvSpPr>
            <a:spLocks noChangeArrowheads="1"/>
          </p:cNvSpPr>
          <p:nvPr/>
        </p:nvSpPr>
        <p:spPr bwMode="auto">
          <a:xfrm>
            <a:off x="5444173" y="3541395"/>
            <a:ext cx="3327400" cy="80264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50000"/>
              </a:spcBef>
            </a:pP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=u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31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31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u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23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23</a:t>
            </a:r>
            <a:endParaRPr kumimoji="1" lang="en-US" altLang="zh-CN" sz="2400" b="1" baseline="-25000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854" name="Rectangle 10"/>
          <p:cNvSpPr>
            <a:spLocks noChangeArrowheads="1"/>
          </p:cNvSpPr>
          <p:nvPr/>
        </p:nvSpPr>
        <p:spPr bwMode="auto">
          <a:xfrm>
            <a:off x="5444173" y="2837498"/>
            <a:ext cx="3332480" cy="44704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50000"/>
              </a:spcBef>
            </a:pP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=u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23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23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u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</a:t>
            </a:r>
            <a:endParaRPr kumimoji="1" lang="en-US" altLang="zh-CN" sz="2400" b="1" baseline="-25000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855" name="Text Box 11"/>
          <p:cNvSpPr txBox="1">
            <a:spLocks noChangeArrowheads="1"/>
          </p:cNvSpPr>
          <p:nvPr/>
        </p:nvSpPr>
        <p:spPr bwMode="auto">
          <a:xfrm>
            <a:off x="5444173" y="2098358"/>
            <a:ext cx="342900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50000"/>
              </a:spcBef>
            </a:pP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=u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u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31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31</a:t>
            </a:r>
            <a:endParaRPr kumimoji="1" lang="en-US" altLang="zh-CN" sz="2400" b="1" baseline="-25000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856" name="AutoShape 12"/>
          <p:cNvSpPr/>
          <p:nvPr/>
        </p:nvSpPr>
        <p:spPr bwMode="auto">
          <a:xfrm>
            <a:off x="8811260" y="2555240"/>
            <a:ext cx="261938" cy="1898650"/>
          </a:xfrm>
          <a:prstGeom prst="rightBrace">
            <a:avLst>
              <a:gd name="adj1" fmla="val 60404"/>
              <a:gd name="adj2" fmla="val 50000"/>
            </a:avLst>
          </a:prstGeom>
          <a:noFill/>
          <a:ln w="38100">
            <a:solidFill>
              <a:schemeClr val="bg1"/>
            </a:solidFill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50000"/>
              </a:spcBef>
            </a:pPr>
            <a:endParaRPr kumimoji="1" lang="zh-CN" altLang="en-US" sz="2400" b="1">
              <a:solidFill>
                <a:schemeClr val="bg1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grpSp>
        <p:nvGrpSpPr>
          <p:cNvPr id="818" name="Group 14"/>
          <p:cNvGrpSpPr/>
          <p:nvPr/>
        </p:nvGrpSpPr>
        <p:grpSpPr bwMode="auto">
          <a:xfrm>
            <a:off x="857250" y="1851025"/>
            <a:ext cx="4114800" cy="3765550"/>
            <a:chOff x="376" y="618"/>
            <a:chExt cx="2592" cy="2372"/>
          </a:xfrm>
        </p:grpSpPr>
        <p:sp>
          <p:nvSpPr>
            <p:cNvPr id="1049857" name="Text Box 15"/>
            <p:cNvSpPr txBox="1">
              <a:spLocks noChangeArrowheads="1"/>
            </p:cNvSpPr>
            <p:nvPr/>
          </p:nvSpPr>
          <p:spPr bwMode="auto">
            <a:xfrm>
              <a:off x="1432" y="2500"/>
              <a:ext cx="63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23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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58" name="Line 16"/>
            <p:cNvSpPr>
              <a:spLocks noChangeShapeType="1"/>
            </p:cNvSpPr>
            <p:nvPr/>
          </p:nvSpPr>
          <p:spPr bwMode="auto">
            <a:xfrm>
              <a:off x="1096" y="2201"/>
              <a:ext cx="1176" cy="0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59" name="Line 17"/>
            <p:cNvSpPr>
              <a:spLocks noChangeShapeType="1"/>
            </p:cNvSpPr>
            <p:nvPr/>
          </p:nvSpPr>
          <p:spPr bwMode="auto">
            <a:xfrm flipH="1" flipV="1">
              <a:off x="1657" y="1314"/>
              <a:ext cx="615" cy="887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cxnSp>
          <p:nvCxnSpPr>
            <p:cNvPr id="3145731" name="AutoShape 18"/>
            <p:cNvCxnSpPr>
              <a:cxnSpLocks noChangeShapeType="1"/>
              <a:stCxn id="1049859" idx="1"/>
              <a:endCxn id="1049858" idx="0"/>
            </p:cNvCxnSpPr>
            <p:nvPr/>
          </p:nvCxnSpPr>
          <p:spPr bwMode="auto">
            <a:xfrm flipH="1">
              <a:off x="1096" y="1309"/>
              <a:ext cx="562" cy="883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 type="oval" w="sm" len="sm"/>
              <a:tailEnd type="oval" w="sm" len="sm"/>
            </a:ln>
            <a:effectLst/>
          </p:spPr>
        </p:cxnSp>
        <p:sp>
          <p:nvSpPr>
            <p:cNvPr id="1049860" name="Line 19"/>
            <p:cNvSpPr>
              <a:spLocks noChangeShapeType="1"/>
            </p:cNvSpPr>
            <p:nvPr/>
          </p:nvSpPr>
          <p:spPr bwMode="auto">
            <a:xfrm>
              <a:off x="1528" y="964"/>
              <a:ext cx="0" cy="336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cxnSp>
          <p:nvCxnSpPr>
            <p:cNvPr id="3145732" name="AutoShape 20"/>
            <p:cNvCxnSpPr>
              <a:cxnSpLocks noChangeShapeType="1"/>
            </p:cNvCxnSpPr>
            <p:nvPr/>
          </p:nvCxnSpPr>
          <p:spPr bwMode="auto">
            <a:xfrm flipH="1">
              <a:off x="1096" y="1314"/>
              <a:ext cx="561" cy="887"/>
            </a:xfrm>
            <a:prstGeom prst="straightConnector1">
              <a:avLst/>
            </a:prstGeom>
            <a:noFill/>
            <a:ln w="38100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</p:cxnSp>
        <p:sp>
          <p:nvSpPr>
            <p:cNvPr id="1049861" name="Rectangle 21"/>
            <p:cNvSpPr>
              <a:spLocks noChangeArrowheads="1"/>
            </p:cNvSpPr>
            <p:nvPr/>
          </p:nvSpPr>
          <p:spPr bwMode="auto">
            <a:xfrm rot="16200000">
              <a:off x="1613" y="2086"/>
              <a:ext cx="116" cy="233"/>
            </a:xfrm>
            <a:prstGeom prst="rect">
              <a:avLst/>
            </a:prstGeom>
            <a:solidFill>
              <a:srgbClr val="FF9900"/>
            </a:solidFill>
            <a:ln w="19050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862" name="Rectangle 22"/>
            <p:cNvSpPr>
              <a:spLocks noChangeArrowheads="1"/>
            </p:cNvSpPr>
            <p:nvPr/>
          </p:nvSpPr>
          <p:spPr bwMode="auto">
            <a:xfrm rot="19331355">
              <a:off x="1914" y="1642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863" name="Rectangle 23"/>
            <p:cNvSpPr>
              <a:spLocks noChangeArrowheads="1"/>
            </p:cNvSpPr>
            <p:nvPr/>
          </p:nvSpPr>
          <p:spPr bwMode="auto">
            <a:xfrm rot="2115987">
              <a:off x="1326" y="1642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864" name="Text Box 24"/>
            <p:cNvSpPr txBox="1">
              <a:spLocks noChangeArrowheads="1"/>
            </p:cNvSpPr>
            <p:nvPr/>
          </p:nvSpPr>
          <p:spPr bwMode="auto">
            <a:xfrm>
              <a:off x="916" y="1536"/>
              <a:ext cx="52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65" name="Text Box 25"/>
            <p:cNvSpPr txBox="1">
              <a:spLocks noChangeArrowheads="1"/>
            </p:cNvSpPr>
            <p:nvPr/>
          </p:nvSpPr>
          <p:spPr bwMode="auto">
            <a:xfrm>
              <a:off x="2008" y="1499"/>
              <a:ext cx="45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31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66" name="Text Box 26"/>
            <p:cNvSpPr txBox="1">
              <a:spLocks noChangeArrowheads="1"/>
            </p:cNvSpPr>
            <p:nvPr/>
          </p:nvSpPr>
          <p:spPr bwMode="auto">
            <a:xfrm>
              <a:off x="1432" y="2250"/>
              <a:ext cx="50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23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67" name="Text Box 27"/>
            <p:cNvSpPr txBox="1">
              <a:spLocks noChangeArrowheads="1"/>
            </p:cNvSpPr>
            <p:nvPr/>
          </p:nvSpPr>
          <p:spPr bwMode="auto">
            <a:xfrm>
              <a:off x="2440" y="1972"/>
              <a:ext cx="41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 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</a:t>
              </a:r>
              <a:endParaRPr kumimoji="1" lang="en-US" altLang="zh-CN" sz="2800" b="1" baseline="30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868" name="Text Box 28"/>
            <p:cNvSpPr txBox="1">
              <a:spLocks noChangeArrowheads="1"/>
            </p:cNvSpPr>
            <p:nvPr/>
          </p:nvSpPr>
          <p:spPr bwMode="auto">
            <a:xfrm>
              <a:off x="568" y="1924"/>
              <a:ext cx="43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 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</a:t>
              </a:r>
              <a:endParaRPr kumimoji="1" lang="en-US" altLang="zh-CN" sz="2800" b="1" baseline="30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49869" name="Text Box 29"/>
            <p:cNvSpPr txBox="1">
              <a:spLocks noChangeArrowheads="1"/>
            </p:cNvSpPr>
            <p:nvPr/>
          </p:nvSpPr>
          <p:spPr bwMode="auto">
            <a:xfrm>
              <a:off x="1192" y="964"/>
              <a:ext cx="48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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70" name="Line 30"/>
            <p:cNvSpPr>
              <a:spLocks noChangeShapeType="1"/>
            </p:cNvSpPr>
            <p:nvPr/>
          </p:nvSpPr>
          <p:spPr bwMode="auto">
            <a:xfrm>
              <a:off x="1624" y="92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71" name="Line 31"/>
            <p:cNvSpPr>
              <a:spLocks noChangeShapeType="1"/>
            </p:cNvSpPr>
            <p:nvPr/>
          </p:nvSpPr>
          <p:spPr bwMode="auto">
            <a:xfrm>
              <a:off x="1672" y="101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72" name="Line 32"/>
            <p:cNvSpPr>
              <a:spLocks noChangeShapeType="1"/>
            </p:cNvSpPr>
            <p:nvPr/>
          </p:nvSpPr>
          <p:spPr bwMode="auto">
            <a:xfrm flipV="1">
              <a:off x="1652" y="920"/>
              <a:ext cx="0" cy="39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73" name="Freeform 33"/>
            <p:cNvSpPr/>
            <p:nvPr/>
          </p:nvSpPr>
          <p:spPr bwMode="auto">
            <a:xfrm>
              <a:off x="700" y="2201"/>
              <a:ext cx="396" cy="251"/>
            </a:xfrm>
            <a:custGeom>
              <a:avLst/>
              <a:gdLst>
                <a:gd name="T0" fmla="*/ 396 w 396"/>
                <a:gd name="T1" fmla="*/ 0 h 251"/>
                <a:gd name="T2" fmla="*/ 0 w 396"/>
                <a:gd name="T3" fmla="*/ 251 h 2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6" h="251">
                  <a:moveTo>
                    <a:pt x="396" y="0"/>
                  </a:moveTo>
                  <a:lnTo>
                    <a:pt x="0" y="251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74" name="Freeform 34"/>
            <p:cNvSpPr/>
            <p:nvPr/>
          </p:nvSpPr>
          <p:spPr bwMode="auto">
            <a:xfrm>
              <a:off x="2248" y="2201"/>
              <a:ext cx="336" cy="245"/>
            </a:xfrm>
            <a:custGeom>
              <a:avLst/>
              <a:gdLst>
                <a:gd name="T0" fmla="*/ 0 w 336"/>
                <a:gd name="T1" fmla="*/ 0 h 245"/>
                <a:gd name="T2" fmla="*/ 336 w 336"/>
                <a:gd name="T3" fmla="*/ 245 h 2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6" h="245">
                  <a:moveTo>
                    <a:pt x="0" y="0"/>
                  </a:moveTo>
                  <a:lnTo>
                    <a:pt x="336" y="245"/>
                  </a:lnTo>
                </a:path>
              </a:pathLst>
            </a:custGeom>
            <a:noFill/>
            <a:ln w="38100" cmpd="sng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75" name="Freeform 35"/>
            <p:cNvSpPr/>
            <p:nvPr/>
          </p:nvSpPr>
          <p:spPr bwMode="auto">
            <a:xfrm>
              <a:off x="664" y="2164"/>
              <a:ext cx="303" cy="169"/>
            </a:xfrm>
            <a:custGeom>
              <a:avLst/>
              <a:gdLst>
                <a:gd name="T0" fmla="*/ 0 w 303"/>
                <a:gd name="T1" fmla="*/ 169 h 169"/>
                <a:gd name="T2" fmla="*/ 303 w 303"/>
                <a:gd name="T3" fmla="*/ 0 h 1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3" h="169">
                  <a:moveTo>
                    <a:pt x="0" y="169"/>
                  </a:moveTo>
                  <a:lnTo>
                    <a:pt x="303" y="0"/>
                  </a:lnTo>
                </a:path>
              </a:pathLst>
            </a:custGeom>
            <a:noFill/>
            <a:ln w="38100" cmpd="sng">
              <a:solidFill>
                <a:srgbClr val="66FFFF"/>
              </a:solidFill>
              <a:round/>
              <a:headEnd type="none" w="med" len="med"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76" name="Freeform 36"/>
            <p:cNvSpPr/>
            <p:nvPr/>
          </p:nvSpPr>
          <p:spPr bwMode="auto">
            <a:xfrm>
              <a:off x="2372" y="2167"/>
              <a:ext cx="296" cy="195"/>
            </a:xfrm>
            <a:custGeom>
              <a:avLst/>
              <a:gdLst>
                <a:gd name="T0" fmla="*/ 296 w 296"/>
                <a:gd name="T1" fmla="*/ 195 h 195"/>
                <a:gd name="T2" fmla="*/ 0 w 296"/>
                <a:gd name="T3" fmla="*/ 0 h 1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6" h="195">
                  <a:moveTo>
                    <a:pt x="296" y="195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66FFFF"/>
              </a:solidFill>
              <a:round/>
              <a:headEnd type="none" w="med" len="med"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877" name="Text Box 37"/>
            <p:cNvSpPr txBox="1">
              <a:spLocks noChangeArrowheads="1"/>
            </p:cNvSpPr>
            <p:nvPr/>
          </p:nvSpPr>
          <p:spPr bwMode="auto">
            <a:xfrm>
              <a:off x="1474" y="618"/>
              <a:ext cx="288" cy="32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49878" name="Text Box 38"/>
            <p:cNvSpPr txBox="1">
              <a:spLocks noChangeArrowheads="1"/>
            </p:cNvSpPr>
            <p:nvPr/>
          </p:nvSpPr>
          <p:spPr bwMode="auto">
            <a:xfrm>
              <a:off x="431" y="2341"/>
              <a:ext cx="192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49879" name="Text Box 39"/>
            <p:cNvSpPr txBox="1">
              <a:spLocks noChangeArrowheads="1"/>
            </p:cNvSpPr>
            <p:nvPr/>
          </p:nvSpPr>
          <p:spPr bwMode="auto">
            <a:xfrm>
              <a:off x="2608" y="2387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049880" name="Text Box 40"/>
            <p:cNvSpPr txBox="1">
              <a:spLocks noChangeArrowheads="1"/>
            </p:cNvSpPr>
            <p:nvPr/>
          </p:nvSpPr>
          <p:spPr bwMode="auto">
            <a:xfrm>
              <a:off x="1144" y="82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81" name="Text Box 41"/>
            <p:cNvSpPr txBox="1">
              <a:spLocks noChangeArrowheads="1"/>
            </p:cNvSpPr>
            <p:nvPr/>
          </p:nvSpPr>
          <p:spPr bwMode="auto">
            <a:xfrm>
              <a:off x="712" y="2404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82" name="Text Box 42"/>
            <p:cNvSpPr txBox="1">
              <a:spLocks noChangeArrowheads="1"/>
            </p:cNvSpPr>
            <p:nvPr/>
          </p:nvSpPr>
          <p:spPr bwMode="auto">
            <a:xfrm>
              <a:off x="2728" y="2068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83" name="Text Box 43"/>
            <p:cNvSpPr txBox="1">
              <a:spLocks noChangeArrowheads="1"/>
            </p:cNvSpPr>
            <p:nvPr/>
          </p:nvSpPr>
          <p:spPr bwMode="auto">
            <a:xfrm>
              <a:off x="1768" y="82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84" name="Text Box 44"/>
            <p:cNvSpPr txBox="1">
              <a:spLocks noChangeArrowheads="1"/>
            </p:cNvSpPr>
            <p:nvPr/>
          </p:nvSpPr>
          <p:spPr bwMode="auto">
            <a:xfrm>
              <a:off x="376" y="202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85" name="Text Box 45"/>
            <p:cNvSpPr txBox="1">
              <a:spLocks noChangeArrowheads="1"/>
            </p:cNvSpPr>
            <p:nvPr/>
          </p:nvSpPr>
          <p:spPr bwMode="auto">
            <a:xfrm>
              <a:off x="2296" y="2404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kumimoji="1"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86" name="Text Box 46"/>
            <p:cNvSpPr txBox="1">
              <a:spLocks noChangeArrowheads="1"/>
            </p:cNvSpPr>
            <p:nvPr/>
          </p:nvSpPr>
          <p:spPr bwMode="auto">
            <a:xfrm>
              <a:off x="520" y="1348"/>
              <a:ext cx="546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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887" name="Text Box 47"/>
            <p:cNvSpPr txBox="1">
              <a:spLocks noChangeArrowheads="1"/>
            </p:cNvSpPr>
            <p:nvPr/>
          </p:nvSpPr>
          <p:spPr bwMode="auto">
            <a:xfrm>
              <a:off x="2200" y="1300"/>
              <a:ext cx="544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31</a:t>
              </a:r>
              <a:r>
                <a:rPr kumimoji="1"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</a:t>
              </a:r>
              <a:endParaRPr kumimoji="1"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49888" name="Text Box 80"/>
          <p:cNvSpPr txBox="1">
            <a:spLocks noChangeArrowheads="1"/>
          </p:cNvSpPr>
          <p:nvPr/>
        </p:nvSpPr>
        <p:spPr bwMode="auto">
          <a:xfrm>
            <a:off x="9518650" y="3311525"/>
            <a:ext cx="1598295" cy="98552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50000"/>
              </a:spcBef>
            </a:pPr>
            <a:r>
              <a:rPr kumimoji="1" lang="en-US" altLang="zh-CN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(2-5)</a:t>
            </a:r>
            <a:endParaRPr kumimoji="1" lang="en-US" altLang="zh-CN" sz="24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lnSpc>
                <a:spcPct val="100000"/>
              </a:lnSpc>
              <a:spcBef>
                <a:spcPct val="50000"/>
              </a:spcBef>
            </a:pPr>
            <a:r>
              <a:rPr kumimoji="1" lang="en-US" altLang="zh-CN" sz="24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p38</a:t>
            </a:r>
            <a:endParaRPr kumimoji="1" lang="en-US" altLang="zh-CN" sz="24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01" name="Text Box 3"/>
          <p:cNvSpPr txBox="1">
            <a:spLocks noChangeArrowheads="1"/>
          </p:cNvSpPr>
          <p:nvPr/>
        </p:nvSpPr>
        <p:spPr bwMode="auto">
          <a:xfrm>
            <a:off x="1903095" y="4900665"/>
            <a:ext cx="3143250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Y</a:t>
            </a:r>
            <a:r>
              <a:rPr kumimoji="1" lang="zh-CN" altLang="en-US" sz="24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接</a:t>
            </a:r>
            <a:r>
              <a:rPr kumimoji="1" lang="en-US" altLang="zh-CN" sz="24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: </a:t>
            </a:r>
            <a:r>
              <a:rPr kumimoji="1" lang="zh-CN" altLang="en-US" sz="24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用电流表示电压</a:t>
            </a:r>
            <a:endParaRPr kumimoji="1" lang="zh-CN" altLang="en-US" sz="2400" b="1" dirty="0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02" name="Text Box 4"/>
          <p:cNvSpPr txBox="1">
            <a:spLocks noChangeArrowheads="1"/>
          </p:cNvSpPr>
          <p:nvPr/>
        </p:nvSpPr>
        <p:spPr bwMode="auto">
          <a:xfrm>
            <a:off x="6210300" y="1629093"/>
            <a:ext cx="2590800" cy="3492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50000"/>
              </a:spcBef>
            </a:pP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12Y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=R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1Y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–R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2Y</a:t>
            </a:r>
            <a:r>
              <a: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  </a:t>
            </a:r>
            <a:endParaRPr kumimoji="1" lang="en-US" altLang="zh-CN" sz="24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03" name="Rectangle 6"/>
          <p:cNvSpPr>
            <a:spLocks noChangeArrowheads="1"/>
          </p:cNvSpPr>
          <p:nvPr/>
        </p:nvSpPr>
        <p:spPr bwMode="auto">
          <a:xfrm>
            <a:off x="6263005" y="4142423"/>
            <a:ext cx="217932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1Y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+i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2Y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+i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3Y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 </a:t>
            </a:r>
            <a:r>
              <a:rPr kumimoji="1" lang="en-US" altLang="zh-CN" sz="24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0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 </a:t>
            </a:r>
            <a:endParaRPr kumimoji="1" lang="en-US" altLang="zh-CN" sz="2400" b="1" i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04" name="Rectangle 7"/>
          <p:cNvSpPr>
            <a:spLocks noChangeArrowheads="1"/>
          </p:cNvSpPr>
          <p:nvPr/>
        </p:nvSpPr>
        <p:spPr bwMode="auto">
          <a:xfrm>
            <a:off x="6253481" y="3259138"/>
            <a:ext cx="254381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31Y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=R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3Y 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R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1Y</a:t>
            </a:r>
            <a:r>
              <a: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endParaRPr kumimoji="1" lang="en-US" altLang="zh-CN" sz="24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05" name="Rectangle 8"/>
          <p:cNvSpPr>
            <a:spLocks noChangeArrowheads="1"/>
          </p:cNvSpPr>
          <p:nvPr/>
        </p:nvSpPr>
        <p:spPr bwMode="auto">
          <a:xfrm>
            <a:off x="6210301" y="2420938"/>
            <a:ext cx="246761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u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23Y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=R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2Y 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R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3Y</a:t>
            </a:r>
            <a:r>
              <a: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endParaRPr kumimoji="1" lang="en-US" altLang="zh-CN" sz="24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06" name="AutoShape 13"/>
          <p:cNvSpPr/>
          <p:nvPr/>
        </p:nvSpPr>
        <p:spPr bwMode="auto">
          <a:xfrm>
            <a:off x="8801100" y="2145031"/>
            <a:ext cx="268288" cy="2041525"/>
          </a:xfrm>
          <a:prstGeom prst="rightBrace">
            <a:avLst>
              <a:gd name="adj1" fmla="val 63412"/>
              <a:gd name="adj2" fmla="val 50000"/>
            </a:avLst>
          </a:prstGeom>
          <a:noFill/>
          <a:ln w="38100">
            <a:solidFill>
              <a:schemeClr val="bg1"/>
            </a:solidFill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839" name="Group 48"/>
          <p:cNvGrpSpPr/>
          <p:nvPr/>
        </p:nvGrpSpPr>
        <p:grpSpPr bwMode="auto">
          <a:xfrm>
            <a:off x="1428433" y="1246506"/>
            <a:ext cx="3962400" cy="3883025"/>
            <a:chOff x="3112" y="527"/>
            <a:chExt cx="2496" cy="2446"/>
          </a:xfrm>
        </p:grpSpPr>
        <p:sp>
          <p:nvSpPr>
            <p:cNvPr id="1049907" name="Line 49"/>
            <p:cNvSpPr>
              <a:spLocks noChangeShapeType="1"/>
            </p:cNvSpPr>
            <p:nvPr/>
          </p:nvSpPr>
          <p:spPr bwMode="auto">
            <a:xfrm>
              <a:off x="4312" y="940"/>
              <a:ext cx="0" cy="864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908" name="Line 50"/>
            <p:cNvSpPr>
              <a:spLocks noChangeShapeType="1"/>
            </p:cNvSpPr>
            <p:nvPr/>
          </p:nvSpPr>
          <p:spPr bwMode="auto">
            <a:xfrm flipH="1">
              <a:off x="3496" y="1804"/>
              <a:ext cx="816" cy="63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909" name="Line 51"/>
            <p:cNvSpPr>
              <a:spLocks noChangeShapeType="1"/>
            </p:cNvSpPr>
            <p:nvPr/>
          </p:nvSpPr>
          <p:spPr bwMode="auto">
            <a:xfrm>
              <a:off x="4312" y="1804"/>
              <a:ext cx="864" cy="576"/>
            </a:xfrm>
            <a:prstGeom prst="lin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910" name="Rectangle 52"/>
            <p:cNvSpPr>
              <a:spLocks noChangeArrowheads="1"/>
            </p:cNvSpPr>
            <p:nvPr/>
          </p:nvSpPr>
          <p:spPr bwMode="auto">
            <a:xfrm rot="3373426">
              <a:off x="3918" y="1964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911" name="Rectangle 53"/>
            <p:cNvSpPr>
              <a:spLocks noChangeArrowheads="1"/>
            </p:cNvSpPr>
            <p:nvPr/>
          </p:nvSpPr>
          <p:spPr bwMode="auto">
            <a:xfrm rot="18259337">
              <a:off x="4614" y="1928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912" name="Rectangle 54"/>
            <p:cNvSpPr>
              <a:spLocks noChangeArrowheads="1"/>
            </p:cNvSpPr>
            <p:nvPr/>
          </p:nvSpPr>
          <p:spPr bwMode="auto">
            <a:xfrm>
              <a:off x="4252" y="1352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913" name="Text Box 55"/>
            <p:cNvSpPr txBox="1">
              <a:spLocks noChangeArrowheads="1"/>
            </p:cNvSpPr>
            <p:nvPr/>
          </p:nvSpPr>
          <p:spPr bwMode="auto">
            <a:xfrm>
              <a:off x="4360" y="1324"/>
              <a:ext cx="470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49914" name="Text Box 56"/>
            <p:cNvSpPr txBox="1">
              <a:spLocks noChangeArrowheads="1"/>
            </p:cNvSpPr>
            <p:nvPr/>
          </p:nvSpPr>
          <p:spPr bwMode="auto">
            <a:xfrm>
              <a:off x="3651" y="1706"/>
              <a:ext cx="46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49915" name="Text Box 57"/>
            <p:cNvSpPr txBox="1">
              <a:spLocks noChangeArrowheads="1"/>
            </p:cNvSpPr>
            <p:nvPr/>
          </p:nvSpPr>
          <p:spPr bwMode="auto">
            <a:xfrm>
              <a:off x="4648" y="1706"/>
              <a:ext cx="409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R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49916" name="Text Box 58"/>
            <p:cNvSpPr txBox="1">
              <a:spLocks noChangeArrowheads="1"/>
            </p:cNvSpPr>
            <p:nvPr/>
          </p:nvSpPr>
          <p:spPr bwMode="auto">
            <a:xfrm>
              <a:off x="3880" y="844"/>
              <a:ext cx="43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1Y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49917" name="Text Box 59"/>
            <p:cNvSpPr txBox="1">
              <a:spLocks noChangeArrowheads="1"/>
            </p:cNvSpPr>
            <p:nvPr/>
          </p:nvSpPr>
          <p:spPr bwMode="auto">
            <a:xfrm>
              <a:off x="3304" y="1900"/>
              <a:ext cx="43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2Y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49918" name="Text Box 60"/>
            <p:cNvSpPr txBox="1">
              <a:spLocks noChangeArrowheads="1"/>
            </p:cNvSpPr>
            <p:nvPr/>
          </p:nvSpPr>
          <p:spPr bwMode="auto">
            <a:xfrm>
              <a:off x="5080" y="1948"/>
              <a:ext cx="384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3Y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49919" name="Line 61"/>
            <p:cNvSpPr>
              <a:spLocks noChangeShapeType="1"/>
            </p:cNvSpPr>
            <p:nvPr/>
          </p:nvSpPr>
          <p:spPr bwMode="auto">
            <a:xfrm>
              <a:off x="4216" y="940"/>
              <a:ext cx="0" cy="336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920" name="Line 62"/>
            <p:cNvSpPr>
              <a:spLocks noChangeShapeType="1"/>
            </p:cNvSpPr>
            <p:nvPr/>
          </p:nvSpPr>
          <p:spPr bwMode="auto">
            <a:xfrm rot="-7751596">
              <a:off x="3567" y="2069"/>
              <a:ext cx="1" cy="336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921" name="Line 63"/>
            <p:cNvSpPr>
              <a:spLocks noChangeShapeType="1"/>
            </p:cNvSpPr>
            <p:nvPr/>
          </p:nvSpPr>
          <p:spPr bwMode="auto">
            <a:xfrm rot="7359215">
              <a:off x="5055" y="2021"/>
              <a:ext cx="1" cy="336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49922" name="Oval 64"/>
            <p:cNvSpPr>
              <a:spLocks noChangeArrowheads="1"/>
            </p:cNvSpPr>
            <p:nvPr/>
          </p:nvSpPr>
          <p:spPr bwMode="auto">
            <a:xfrm>
              <a:off x="3592" y="2312"/>
              <a:ext cx="68" cy="68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923" name="Oval 65"/>
            <p:cNvSpPr>
              <a:spLocks noChangeArrowheads="1"/>
            </p:cNvSpPr>
            <p:nvPr/>
          </p:nvSpPr>
          <p:spPr bwMode="auto">
            <a:xfrm>
              <a:off x="4264" y="988"/>
              <a:ext cx="68" cy="68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924" name="Oval 66"/>
            <p:cNvSpPr>
              <a:spLocks noChangeArrowheads="1"/>
            </p:cNvSpPr>
            <p:nvPr/>
          </p:nvSpPr>
          <p:spPr bwMode="auto">
            <a:xfrm>
              <a:off x="4984" y="2236"/>
              <a:ext cx="68" cy="68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49925" name="Text Box 67"/>
            <p:cNvSpPr txBox="1">
              <a:spLocks noChangeArrowheads="1"/>
            </p:cNvSpPr>
            <p:nvPr/>
          </p:nvSpPr>
          <p:spPr bwMode="auto">
            <a:xfrm>
              <a:off x="4150" y="527"/>
              <a:ext cx="192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1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49926" name="Text Box 68"/>
            <p:cNvSpPr txBox="1">
              <a:spLocks noChangeArrowheads="1"/>
            </p:cNvSpPr>
            <p:nvPr/>
          </p:nvSpPr>
          <p:spPr bwMode="auto">
            <a:xfrm>
              <a:off x="3288" y="2387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2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49927" name="Text Box 69"/>
            <p:cNvSpPr txBox="1">
              <a:spLocks noChangeArrowheads="1"/>
            </p:cNvSpPr>
            <p:nvPr/>
          </p:nvSpPr>
          <p:spPr bwMode="auto">
            <a:xfrm>
              <a:off x="5239" y="2251"/>
              <a:ext cx="192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3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49928" name="Text Box 70"/>
            <p:cNvSpPr txBox="1">
              <a:spLocks noChangeArrowheads="1"/>
            </p:cNvSpPr>
            <p:nvPr/>
          </p:nvSpPr>
          <p:spPr bwMode="auto">
            <a:xfrm>
              <a:off x="3736" y="94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929" name="Text Box 71"/>
            <p:cNvSpPr txBox="1">
              <a:spLocks noChangeArrowheads="1"/>
            </p:cNvSpPr>
            <p:nvPr/>
          </p:nvSpPr>
          <p:spPr bwMode="auto">
            <a:xfrm>
              <a:off x="3544" y="238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930" name="Text Box 72"/>
            <p:cNvSpPr txBox="1">
              <a:spLocks noChangeArrowheads="1"/>
            </p:cNvSpPr>
            <p:nvPr/>
          </p:nvSpPr>
          <p:spPr bwMode="auto">
            <a:xfrm>
              <a:off x="5368" y="2044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931" name="Text Box 73"/>
            <p:cNvSpPr txBox="1">
              <a:spLocks noChangeArrowheads="1"/>
            </p:cNvSpPr>
            <p:nvPr/>
          </p:nvSpPr>
          <p:spPr bwMode="auto">
            <a:xfrm>
              <a:off x="3112" y="2044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932" name="Text Box 74"/>
            <p:cNvSpPr txBox="1">
              <a:spLocks noChangeArrowheads="1"/>
            </p:cNvSpPr>
            <p:nvPr/>
          </p:nvSpPr>
          <p:spPr bwMode="auto">
            <a:xfrm>
              <a:off x="4936" y="2332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933" name="Text Box 75"/>
            <p:cNvSpPr txBox="1">
              <a:spLocks noChangeArrowheads="1"/>
            </p:cNvSpPr>
            <p:nvPr/>
          </p:nvSpPr>
          <p:spPr bwMode="auto">
            <a:xfrm>
              <a:off x="4504" y="940"/>
              <a:ext cx="240" cy="58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–</a:t>
              </a:r>
              <a:endParaRPr lang="en-US" altLang="zh-CN" sz="28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49934" name="Text Box 76"/>
            <p:cNvSpPr txBox="1">
              <a:spLocks noChangeArrowheads="1"/>
            </p:cNvSpPr>
            <p:nvPr/>
          </p:nvSpPr>
          <p:spPr bwMode="auto">
            <a:xfrm>
              <a:off x="3256" y="1420"/>
              <a:ext cx="62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12Y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49935" name="Text Box 77"/>
            <p:cNvSpPr txBox="1">
              <a:spLocks noChangeArrowheads="1"/>
            </p:cNvSpPr>
            <p:nvPr/>
          </p:nvSpPr>
          <p:spPr bwMode="auto">
            <a:xfrm>
              <a:off x="4168" y="2380"/>
              <a:ext cx="572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23Y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49936" name="Text Box 78"/>
            <p:cNvSpPr txBox="1">
              <a:spLocks noChangeArrowheads="1"/>
            </p:cNvSpPr>
            <p:nvPr/>
          </p:nvSpPr>
          <p:spPr bwMode="auto">
            <a:xfrm>
              <a:off x="4888" y="1468"/>
              <a:ext cx="577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31Y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</p:grpSp>
      <p:sp>
        <p:nvSpPr>
          <p:cNvPr id="1049937" name="Text Box 79"/>
          <p:cNvSpPr txBox="1">
            <a:spLocks noChangeArrowheads="1"/>
          </p:cNvSpPr>
          <p:nvPr/>
        </p:nvSpPr>
        <p:spPr bwMode="auto">
          <a:xfrm>
            <a:off x="9634855" y="2835275"/>
            <a:ext cx="97599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(p38)</a:t>
            </a:r>
            <a:endParaRPr kumimoji="1" lang="en-US" altLang="zh-CN" sz="2400" b="1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4336" name="Object 3"/>
          <p:cNvGraphicFramePr>
            <a:graphicFrameLocks noChangeAspect="1"/>
          </p:cNvGraphicFramePr>
          <p:nvPr/>
        </p:nvGraphicFramePr>
        <p:xfrm>
          <a:off x="860743" y="1553528"/>
          <a:ext cx="3314700" cy="9413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32" name="Equation" r:id="rId1" imgW="35966400" imgH="9753600" progId="Equation.DSMT4">
                  <p:embed/>
                </p:oleObj>
              </mc:Choice>
              <mc:Fallback>
                <p:oleObj name="Equation" r:id="rId1" imgW="35966400" imgH="9753600" progId="Equation.DSMT4">
                  <p:embed/>
                  <p:pic>
                    <p:nvPicPr>
                      <p:cNvPr id="0" name="图片 104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60743" y="1553528"/>
                        <a:ext cx="3314700" cy="9413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7" name="Object 4"/>
          <p:cNvGraphicFramePr>
            <a:graphicFrameLocks noChangeAspect="1"/>
          </p:cNvGraphicFramePr>
          <p:nvPr/>
        </p:nvGraphicFramePr>
        <p:xfrm>
          <a:off x="865505" y="2418715"/>
          <a:ext cx="3303588" cy="927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33" name="Equation" r:id="rId3" imgW="36271200" imgH="9753600" progId="Equation.DSMT4">
                  <p:embed/>
                </p:oleObj>
              </mc:Choice>
              <mc:Fallback>
                <p:oleObj name="Equation" r:id="rId3" imgW="36271200" imgH="9753600" progId="Equation.DSMT4">
                  <p:embed/>
                  <p:pic>
                    <p:nvPicPr>
                      <p:cNvPr id="0" name="图片 1043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65505" y="2418715"/>
                        <a:ext cx="3303588" cy="927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38" name="Object 5"/>
          <p:cNvGraphicFramePr>
            <a:graphicFrameLocks noChangeAspect="1"/>
          </p:cNvGraphicFramePr>
          <p:nvPr/>
        </p:nvGraphicFramePr>
        <p:xfrm>
          <a:off x="868680" y="3282315"/>
          <a:ext cx="3295650" cy="9159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34" name="Equation" r:id="rId5" imgW="35966400" imgH="9753600" progId="Equation.DSMT4">
                  <p:embed/>
                </p:oleObj>
              </mc:Choice>
              <mc:Fallback>
                <p:oleObj name="Equation" r:id="rId5" imgW="35966400" imgH="9753600" progId="Equation.DSMT4">
                  <p:embed/>
                  <p:pic>
                    <p:nvPicPr>
                      <p:cNvPr id="0" name="图片 104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68680" y="3282315"/>
                        <a:ext cx="3295650" cy="9159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950" name="Text Box 6"/>
          <p:cNvSpPr txBox="1">
            <a:spLocks noChangeArrowheads="1"/>
          </p:cNvSpPr>
          <p:nvPr/>
        </p:nvSpPr>
        <p:spPr bwMode="auto">
          <a:xfrm>
            <a:off x="861294" y="1040766"/>
            <a:ext cx="2314575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由式</a:t>
            </a:r>
            <a:r>
              <a:rPr kumimoji="1" lang="en-US" altLang="zh-CN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(2)</a:t>
            </a:r>
            <a:r>
              <a:rPr kumimoji="1"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解得：</a:t>
            </a:r>
            <a:endParaRPr kumimoji="1" lang="zh-CN" altLang="en-US" sz="24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51" name="Rectangle 7"/>
          <p:cNvSpPr>
            <a:spLocks noChangeArrowheads="1"/>
          </p:cNvSpPr>
          <p:nvPr/>
        </p:nvSpPr>
        <p:spPr bwMode="auto">
          <a:xfrm>
            <a:off x="6382703" y="3371451"/>
            <a:ext cx="3327400" cy="58928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50000"/>
              </a:spcBef>
            </a:pP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=u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31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31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u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23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23</a:t>
            </a:r>
            <a:endParaRPr kumimoji="1" lang="en-US" altLang="zh-CN" sz="2400" b="1" baseline="-25000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52" name="Rectangle 8"/>
          <p:cNvSpPr>
            <a:spLocks noChangeArrowheads="1"/>
          </p:cNvSpPr>
          <p:nvPr/>
        </p:nvSpPr>
        <p:spPr bwMode="auto">
          <a:xfrm>
            <a:off x="6419215" y="2569528"/>
            <a:ext cx="3332480" cy="44704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=u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23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23 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u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 </a:t>
            </a:r>
            <a:r>
              <a:rPr kumimoji="1" lang="en-US" altLang="zh-CN" sz="24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400" b="1" baseline="-2500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</a:t>
            </a:r>
            <a:endParaRPr kumimoji="1" lang="en-US" altLang="zh-CN" sz="2400" b="1" baseline="-2500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53" name="Text Box 9"/>
          <p:cNvSpPr txBox="1">
            <a:spLocks noChangeArrowheads="1"/>
          </p:cNvSpPr>
          <p:nvPr/>
        </p:nvSpPr>
        <p:spPr bwMode="auto">
          <a:xfrm>
            <a:off x="6419215" y="1947228"/>
            <a:ext cx="342900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i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 =u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12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– u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31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 </a:t>
            </a:r>
            <a:r>
              <a:rPr kumimoji="1" lang="en-US" altLang="zh-CN" sz="2400" b="1" i="1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/R</a:t>
            </a:r>
            <a:r>
              <a:rPr kumimoji="1" lang="en-US" altLang="zh-CN" sz="2400" b="1" baseline="-25000" dirty="0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31</a:t>
            </a:r>
            <a:endParaRPr kumimoji="1" lang="en-US" altLang="zh-CN" sz="2400" b="1" baseline="-25000" dirty="0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54" name="AutoShape 10"/>
          <p:cNvSpPr/>
          <p:nvPr/>
        </p:nvSpPr>
        <p:spPr bwMode="auto">
          <a:xfrm>
            <a:off x="9543415" y="2109154"/>
            <a:ext cx="166688" cy="1781175"/>
          </a:xfrm>
          <a:prstGeom prst="rightBrace">
            <a:avLst>
              <a:gd name="adj1" fmla="val 89047"/>
              <a:gd name="adj2" fmla="val 50000"/>
            </a:avLst>
          </a:prstGeom>
          <a:solidFill>
            <a:schemeClr val="accent1"/>
          </a:solidFill>
          <a:ln w="38100">
            <a:solidFill>
              <a:schemeClr val="bg1"/>
            </a:solidFill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endParaRPr kumimoji="1" lang="zh-CN" altLang="en-US" sz="2400" b="1">
              <a:solidFill>
                <a:schemeClr val="tx2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49955" name="Text Box 11"/>
          <p:cNvSpPr txBox="1">
            <a:spLocks noChangeArrowheads="1"/>
          </p:cNvSpPr>
          <p:nvPr/>
        </p:nvSpPr>
        <p:spPr bwMode="auto">
          <a:xfrm>
            <a:off x="9947910" y="2418715"/>
            <a:ext cx="1647825" cy="98552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(2-5)</a:t>
            </a:r>
            <a:endParaRPr kumimoji="1" lang="en-US" altLang="zh-CN" sz="24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p38</a:t>
            </a:r>
            <a:endParaRPr kumimoji="1" lang="en-US" altLang="zh-CN" sz="24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56" name="AutoShape 12"/>
          <p:cNvSpPr/>
          <p:nvPr/>
        </p:nvSpPr>
        <p:spPr bwMode="auto">
          <a:xfrm>
            <a:off x="4316730" y="1942465"/>
            <a:ext cx="228600" cy="1981200"/>
          </a:xfrm>
          <a:prstGeom prst="rightBrace">
            <a:avLst>
              <a:gd name="adj1" fmla="val 72222"/>
              <a:gd name="adj2" fmla="val 50000"/>
            </a:avLst>
          </a:prstGeom>
          <a:solidFill>
            <a:schemeClr val="accent1"/>
          </a:solidFill>
          <a:ln w="38100">
            <a:solidFill>
              <a:schemeClr val="bg1"/>
            </a:solidFill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9957" name="Text Box 13"/>
          <p:cNvSpPr txBox="1">
            <a:spLocks noChangeArrowheads="1"/>
          </p:cNvSpPr>
          <p:nvPr/>
        </p:nvSpPr>
        <p:spPr bwMode="auto">
          <a:xfrm>
            <a:off x="4692650" y="2407920"/>
            <a:ext cx="1089660" cy="98552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(2-6)</a:t>
            </a:r>
            <a:endParaRPr kumimoji="1" lang="en-US" altLang="zh-CN" sz="24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p38</a:t>
            </a:r>
            <a:endParaRPr kumimoji="1" lang="en-US" altLang="zh-CN" sz="2400" b="1">
              <a:solidFill>
                <a:schemeClr val="tx2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58" name="左右箭头 1"/>
          <p:cNvSpPr/>
          <p:nvPr/>
        </p:nvSpPr>
        <p:spPr>
          <a:xfrm>
            <a:off x="3935730" y="4061460"/>
            <a:ext cx="3701415" cy="930275"/>
          </a:xfrm>
          <a:prstGeom prst="leftRightArrow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00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相等</a:t>
            </a:r>
            <a:endParaRPr lang="zh-CN" altLang="en-US" sz="200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59" name="下箭头 2"/>
          <p:cNvSpPr/>
          <p:nvPr/>
        </p:nvSpPr>
        <p:spPr>
          <a:xfrm>
            <a:off x="5283200" y="4906645"/>
            <a:ext cx="1007110" cy="1380490"/>
          </a:xfrm>
          <a:prstGeom prst="downArrow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049960" name="文本框 3"/>
          <p:cNvSpPr txBox="1"/>
          <p:nvPr/>
        </p:nvSpPr>
        <p:spPr>
          <a:xfrm>
            <a:off x="3851910" y="5129530"/>
            <a:ext cx="609600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en-US" altLang="zh-CN" sz="200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           </a:t>
            </a:r>
            <a:r>
              <a:rPr lang="zh-CN" altLang="en-US" sz="200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+mn-ea"/>
              </a:rPr>
              <a:t>推导电阻之间的关系</a:t>
            </a:r>
            <a:endParaRPr lang="zh-CN" altLang="en-US" sz="200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  <a:sym typeface="+mn-ea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73" name="Text Box 14"/>
          <p:cNvSpPr txBox="1">
            <a:spLocks noChangeArrowheads="1"/>
          </p:cNvSpPr>
          <p:nvPr/>
        </p:nvSpPr>
        <p:spPr bwMode="auto">
          <a:xfrm>
            <a:off x="286385" y="987425"/>
            <a:ext cx="883920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根据等效条件，比较式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(3)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与式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(1)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得</a:t>
            </a: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Y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型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型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的变换条件： 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39" name="Object 15"/>
          <p:cNvGraphicFramePr>
            <a:graphicFrameLocks noChangeAspect="1"/>
          </p:cNvGraphicFramePr>
          <p:nvPr/>
        </p:nvGraphicFramePr>
        <p:xfrm>
          <a:off x="956310" y="1414463"/>
          <a:ext cx="2697163" cy="2771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35" name="Equation" r:id="rId1" imgW="30784800" imgH="31699200" progId="Equation.DSMT4">
                  <p:embed/>
                </p:oleObj>
              </mc:Choice>
              <mc:Fallback>
                <p:oleObj name="Equation" r:id="rId1" imgW="30784800" imgH="31699200" progId="Equation.DSMT4">
                  <p:embed/>
                  <p:pic>
                    <p:nvPicPr>
                      <p:cNvPr id="0" name="图片 104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56310" y="1414463"/>
                        <a:ext cx="2697163" cy="27717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40" name="Object 16"/>
          <p:cNvGraphicFramePr>
            <a:graphicFrameLocks noChangeAspect="1"/>
          </p:cNvGraphicFramePr>
          <p:nvPr/>
        </p:nvGraphicFramePr>
        <p:xfrm>
          <a:off x="4991735" y="1543050"/>
          <a:ext cx="2938463" cy="2641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36" name="Equation" r:id="rId3" imgW="28041600" imgH="31699200" progId="Equation.DSMT4">
                  <p:embed/>
                </p:oleObj>
              </mc:Choice>
              <mc:Fallback>
                <p:oleObj name="Equation" r:id="rId3" imgW="28041600" imgH="31699200" progId="Equation.DSMT4">
                  <p:embed/>
                  <p:pic>
                    <p:nvPicPr>
                      <p:cNvPr id="0" name="图片 104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991735" y="1543050"/>
                        <a:ext cx="2938463" cy="2641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974" name="AutoShape 17"/>
          <p:cNvSpPr/>
          <p:nvPr/>
        </p:nvSpPr>
        <p:spPr bwMode="auto">
          <a:xfrm>
            <a:off x="3639185" y="1673225"/>
            <a:ext cx="228600" cy="2133600"/>
          </a:xfrm>
          <a:prstGeom prst="rightBrace">
            <a:avLst>
              <a:gd name="adj1" fmla="val 77778"/>
              <a:gd name="adj2" fmla="val 50000"/>
            </a:avLst>
          </a:prstGeom>
          <a:noFill/>
          <a:ln w="38100">
            <a:solidFill>
              <a:schemeClr val="bg1"/>
            </a:solidFill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9975" name="AutoShape 18"/>
          <p:cNvSpPr/>
          <p:nvPr/>
        </p:nvSpPr>
        <p:spPr bwMode="auto">
          <a:xfrm>
            <a:off x="7830185" y="1597025"/>
            <a:ext cx="228600" cy="2362200"/>
          </a:xfrm>
          <a:prstGeom prst="rightBrace">
            <a:avLst>
              <a:gd name="adj1" fmla="val 86111"/>
              <a:gd name="adj2" fmla="val 50000"/>
            </a:avLst>
          </a:prstGeom>
          <a:noFill/>
          <a:ln w="38100">
            <a:solidFill>
              <a:schemeClr val="bg1"/>
            </a:solidFill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9976" name="Text Box 19"/>
          <p:cNvSpPr txBox="1">
            <a:spLocks noChangeArrowheads="1"/>
          </p:cNvSpPr>
          <p:nvPr/>
        </p:nvSpPr>
        <p:spPr bwMode="auto">
          <a:xfrm>
            <a:off x="4096385" y="2511425"/>
            <a:ext cx="457200" cy="80264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或</a:t>
            </a:r>
            <a:endParaRPr kumimoji="1" lang="zh-CN" altLang="en-US" sz="24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268" name="图片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04745" y="4224020"/>
            <a:ext cx="4551680" cy="2025015"/>
          </a:xfrm>
          <a:prstGeom prst="rect">
            <a:avLst/>
          </a:prstGeom>
        </p:spPr>
      </p:pic>
      <p:graphicFrame>
        <p:nvGraphicFramePr>
          <p:cNvPr id="4194341" name="Object 11" descr="蓝色面巾纸"/>
          <p:cNvGraphicFramePr>
            <a:graphicFrameLocks noChangeAspect="1"/>
          </p:cNvGraphicFramePr>
          <p:nvPr/>
        </p:nvGraphicFramePr>
        <p:xfrm>
          <a:off x="8285481" y="1883729"/>
          <a:ext cx="3489325" cy="827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421" name="Equation" r:id="rId6" imgW="2369820" imgH="611505" progId="Equation.3">
                  <p:embed/>
                </p:oleObj>
              </mc:Choice>
              <mc:Fallback>
                <p:oleObj name="Equation" r:id="rId6" imgW="2369820" imgH="611505" progId="Equation.3">
                  <p:embed/>
                  <p:pic>
                    <p:nvPicPr>
                      <p:cNvPr id="0" name="图片 114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85481" y="1883729"/>
                        <a:ext cx="3489325" cy="827087"/>
                      </a:xfrm>
                      <a:prstGeom prst="rect">
                        <a:avLst/>
                      </a:prstGeom>
                      <a:blipFill dpi="0" rotWithShape="1">
                        <a:blip r:embed="rId8"/>
                        <a:srcRect/>
                        <a:tile tx="0" ty="0" sx="100000" sy="100000" flip="none" algn="tl"/>
                      </a:blipFill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977" name="AutoShape 13" descr="羊皮纸"/>
          <p:cNvSpPr>
            <a:spLocks noChangeArrowheads="1"/>
          </p:cNvSpPr>
          <p:nvPr/>
        </p:nvSpPr>
        <p:spPr bwMode="auto">
          <a:xfrm>
            <a:off x="9622156" y="3252154"/>
            <a:ext cx="1368425" cy="504825"/>
          </a:xfrm>
          <a:prstGeom prst="wedgeRoundRectCallout">
            <a:avLst>
              <a:gd name="adj1" fmla="val -39097"/>
              <a:gd name="adj2" fmla="val -144653"/>
              <a:gd name="adj3" fmla="val 16667"/>
            </a:avLst>
          </a:prstGeom>
          <a:blipFill dpi="0" rotWithShape="1">
            <a:blip r:embed="rId9"/>
            <a:srcRect/>
            <a:tile tx="0" ty="0" sx="100000" sy="100000" flip="none" algn="tl"/>
          </a:blip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Y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变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/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8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78" name="Text Box 2"/>
          <p:cNvSpPr txBox="1">
            <a:spLocks noChangeArrowheads="1"/>
          </p:cNvSpPr>
          <p:nvPr/>
        </p:nvSpPr>
        <p:spPr bwMode="auto">
          <a:xfrm>
            <a:off x="301625" y="1126808"/>
            <a:ext cx="5334000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类似可得到由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型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 </a:t>
            </a:r>
            <a:r>
              <a:rPr kumimoji="1" lang="en-US" altLang="zh-CN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Y</a:t>
            </a:r>
            <a:r>
              <a:rPr kumimoji="1" lang="zh-CN" altLang="en-US" sz="2400" b="1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型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的变换条件：</a:t>
            </a:r>
            <a:r>
              <a:rPr kumimoji="1"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 </a:t>
            </a:r>
            <a:endParaRPr kumimoji="1"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  <a:sym typeface="Symbol" panose="05050102010706020507" pitchFamily="18" charset="2"/>
            </a:endParaRPr>
          </a:p>
        </p:txBody>
      </p:sp>
      <p:graphicFrame>
        <p:nvGraphicFramePr>
          <p:cNvPr id="4194342" name="Object 3"/>
          <p:cNvGraphicFramePr>
            <a:graphicFrameLocks noChangeAspect="1"/>
          </p:cNvGraphicFramePr>
          <p:nvPr/>
        </p:nvGraphicFramePr>
        <p:xfrm>
          <a:off x="793750" y="1758633"/>
          <a:ext cx="3054350" cy="2778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418" name="Equation" r:id="rId1" imgW="35052000" imgH="31699200" progId="Equation.DSMT4">
                  <p:embed/>
                </p:oleObj>
              </mc:Choice>
              <mc:Fallback>
                <p:oleObj name="Equation" r:id="rId1" imgW="35052000" imgH="31699200" progId="Equation.DSMT4">
                  <p:embed/>
                  <p:pic>
                    <p:nvPicPr>
                      <p:cNvPr id="0" name="图片 1141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93750" y="1758633"/>
                        <a:ext cx="3054350" cy="2778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43" name="Object 4"/>
          <p:cNvGraphicFramePr>
            <a:graphicFrameLocks noChangeAspect="1"/>
          </p:cNvGraphicFramePr>
          <p:nvPr/>
        </p:nvGraphicFramePr>
        <p:xfrm>
          <a:off x="4941888" y="1758633"/>
          <a:ext cx="3086100" cy="2647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419" name="Equation" r:id="rId3" imgW="29565600" imgH="31699200" progId="Equation.DSMT4">
                  <p:embed/>
                </p:oleObj>
              </mc:Choice>
              <mc:Fallback>
                <p:oleObj name="Equation" r:id="rId3" imgW="29565600" imgH="31699200" progId="Equation.DSMT4">
                  <p:embed/>
                  <p:pic>
                    <p:nvPicPr>
                      <p:cNvPr id="0" name="图片 114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941888" y="1758633"/>
                        <a:ext cx="3086100" cy="2647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979" name="AutoShape 5"/>
          <p:cNvSpPr/>
          <p:nvPr/>
        </p:nvSpPr>
        <p:spPr bwMode="auto">
          <a:xfrm>
            <a:off x="3975100" y="1918971"/>
            <a:ext cx="228600" cy="2492375"/>
          </a:xfrm>
          <a:prstGeom prst="rightBrace">
            <a:avLst>
              <a:gd name="adj1" fmla="val 90856"/>
              <a:gd name="adj2" fmla="val 50000"/>
            </a:avLst>
          </a:prstGeom>
          <a:noFill/>
          <a:ln w="38100">
            <a:solidFill>
              <a:schemeClr val="bg1"/>
            </a:solidFill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9980" name="AutoShape 6"/>
          <p:cNvSpPr/>
          <p:nvPr/>
        </p:nvSpPr>
        <p:spPr bwMode="auto">
          <a:xfrm>
            <a:off x="8223250" y="1918970"/>
            <a:ext cx="228600" cy="2578100"/>
          </a:xfrm>
          <a:prstGeom prst="rightBrace">
            <a:avLst>
              <a:gd name="adj1" fmla="val 93981"/>
              <a:gd name="adj2" fmla="val 50000"/>
            </a:avLst>
          </a:prstGeom>
          <a:noFill/>
          <a:ln w="38100">
            <a:solidFill>
              <a:schemeClr val="bg1"/>
            </a:solidFill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9981" name="Text Box 7"/>
          <p:cNvSpPr txBox="1">
            <a:spLocks noChangeArrowheads="1"/>
          </p:cNvSpPr>
          <p:nvPr/>
        </p:nvSpPr>
        <p:spPr bwMode="auto">
          <a:xfrm>
            <a:off x="4046538" y="2998471"/>
            <a:ext cx="576262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或</a:t>
            </a:r>
            <a:endParaRPr kumimoji="1" lang="zh-CN" altLang="en-US" sz="28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275" name="图片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40000" y="4497070"/>
            <a:ext cx="3720465" cy="1654810"/>
          </a:xfrm>
          <a:prstGeom prst="rect">
            <a:avLst/>
          </a:prstGeom>
        </p:spPr>
      </p:pic>
      <p:sp>
        <p:nvSpPr>
          <p:cNvPr id="1049982" name="Text Box 8"/>
          <p:cNvSpPr txBox="1">
            <a:spLocks noChangeArrowheads="1"/>
          </p:cNvSpPr>
          <p:nvPr/>
        </p:nvSpPr>
        <p:spPr bwMode="auto">
          <a:xfrm>
            <a:off x="8559165" y="1689100"/>
            <a:ext cx="1760538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简记方法：</a:t>
            </a:r>
            <a:endParaRPr kumimoji="1"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44" name="Object 9" descr="蓝色面巾纸"/>
          <p:cNvGraphicFramePr>
            <a:graphicFrameLocks noChangeAspect="1"/>
          </p:cNvGraphicFramePr>
          <p:nvPr/>
        </p:nvGraphicFramePr>
        <p:xfrm>
          <a:off x="8703629" y="2336800"/>
          <a:ext cx="3240087" cy="808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420" name="公式" r:id="rId6" imgW="2440305" imgH="656590" progId="Equation.3">
                  <p:embed/>
                </p:oleObj>
              </mc:Choice>
              <mc:Fallback>
                <p:oleObj name="公式" r:id="rId6" imgW="2440305" imgH="656590" progId="Equation.3">
                  <p:embed/>
                  <p:pic>
                    <p:nvPicPr>
                      <p:cNvPr id="0" name="图片 114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703629" y="2336800"/>
                        <a:ext cx="3240087" cy="808038"/>
                      </a:xfrm>
                      <a:prstGeom prst="rect">
                        <a:avLst/>
                      </a:prstGeom>
                      <a:blipFill dpi="0" rotWithShape="1">
                        <a:blip r:embed="rId8"/>
                        <a:srcRect/>
                        <a:tile tx="0" ty="0" sx="100000" sy="100000" flip="none" algn="tl"/>
                      </a:blipFill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983" name="AutoShape 12" descr="羊皮纸"/>
          <p:cNvSpPr>
            <a:spLocks noChangeArrowheads="1"/>
          </p:cNvSpPr>
          <p:nvPr/>
        </p:nvSpPr>
        <p:spPr bwMode="auto">
          <a:xfrm>
            <a:off x="8990966" y="3705226"/>
            <a:ext cx="1152525" cy="504825"/>
          </a:xfrm>
          <a:prstGeom prst="wedgeRoundRectCallout">
            <a:avLst>
              <a:gd name="adj1" fmla="val 60745"/>
              <a:gd name="adj2" fmla="val -141194"/>
              <a:gd name="adj3" fmla="val 16667"/>
            </a:avLst>
          </a:prstGeom>
          <a:blipFill dpi="0" rotWithShape="1">
            <a:blip r:embed="rId9"/>
            <a:srcRect/>
            <a:tile tx="0" ty="0" sx="100000" sy="100000" flip="none" algn="tl"/>
          </a:blip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变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Y</a:t>
            </a:r>
            <a:endParaRPr kumimoji="1" lang="en-US" altLang="zh-CN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/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0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96" name="Text Box 8"/>
          <p:cNvSpPr txBox="1">
            <a:spLocks noChangeArrowheads="1"/>
          </p:cNvSpPr>
          <p:nvPr/>
        </p:nvSpPr>
        <p:spPr bwMode="auto">
          <a:xfrm>
            <a:off x="1723390" y="1689100"/>
            <a:ext cx="1760538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简记方法：</a:t>
            </a:r>
            <a:endParaRPr kumimoji="1"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45" name="Object 9" descr="蓝色面巾纸"/>
          <p:cNvGraphicFramePr>
            <a:graphicFrameLocks noChangeAspect="1"/>
          </p:cNvGraphicFramePr>
          <p:nvPr/>
        </p:nvGraphicFramePr>
        <p:xfrm>
          <a:off x="1867854" y="2336800"/>
          <a:ext cx="3240087" cy="808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420" name="公式" r:id="rId1" imgW="2440305" imgH="656590" progId="Equation.3">
                  <p:embed/>
                </p:oleObj>
              </mc:Choice>
              <mc:Fallback>
                <p:oleObj name="公式" r:id="rId1" imgW="2440305" imgH="656590" progId="Equation.3">
                  <p:embed/>
                  <p:pic>
                    <p:nvPicPr>
                      <p:cNvPr id="0" name="图片 114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67854" y="2336800"/>
                        <a:ext cx="3240087" cy="808038"/>
                      </a:xfrm>
                      <a:prstGeom prst="rect">
                        <a:avLst/>
                      </a:prstGeom>
                      <a:blipFill dpi="0" rotWithShape="1">
                        <a:blip r:embed="rId3"/>
                        <a:srcRect/>
                        <a:tile tx="0" ty="0" sx="100000" sy="100000" flip="none" algn="tl"/>
                      </a:blipFill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997" name="Text Box 10"/>
          <p:cNvSpPr txBox="1">
            <a:spLocks noChangeArrowheads="1"/>
          </p:cNvSpPr>
          <p:nvPr/>
        </p:nvSpPr>
        <p:spPr bwMode="auto">
          <a:xfrm>
            <a:off x="5539740" y="2409825"/>
            <a:ext cx="503238" cy="460375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或</a:t>
            </a:r>
            <a:endParaRPr kumimoji="1" lang="zh-CN" altLang="en-US" sz="2400" b="1">
              <a:solidFill>
                <a:srgbClr val="FFFF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46" name="Object 11" descr="蓝色面巾纸"/>
          <p:cNvGraphicFramePr>
            <a:graphicFrameLocks noChangeAspect="1"/>
          </p:cNvGraphicFramePr>
          <p:nvPr/>
        </p:nvGraphicFramePr>
        <p:xfrm>
          <a:off x="6219191" y="2265364"/>
          <a:ext cx="3489325" cy="827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421" name="Equation" r:id="rId4" imgW="2369820" imgH="611505" progId="Equation.3">
                  <p:embed/>
                </p:oleObj>
              </mc:Choice>
              <mc:Fallback>
                <p:oleObj name="Equation" r:id="rId4" imgW="2369820" imgH="611505" progId="Equation.3">
                  <p:embed/>
                  <p:pic>
                    <p:nvPicPr>
                      <p:cNvPr id="0" name="图片 114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19191" y="2265364"/>
                        <a:ext cx="3489325" cy="827087"/>
                      </a:xfrm>
                      <a:prstGeom prst="rect">
                        <a:avLst/>
                      </a:prstGeom>
                      <a:blipFill dpi="0" rotWithShape="1">
                        <a:blip r:embed="rId3"/>
                        <a:srcRect/>
                        <a:tile tx="0" ty="0" sx="100000" sy="100000" flip="none" algn="tl"/>
                      </a:blipFill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49998" name="AutoShape 12" descr="羊皮纸"/>
          <p:cNvSpPr>
            <a:spLocks noChangeArrowheads="1"/>
          </p:cNvSpPr>
          <p:nvPr/>
        </p:nvSpPr>
        <p:spPr bwMode="auto">
          <a:xfrm>
            <a:off x="2155191" y="3705226"/>
            <a:ext cx="1152525" cy="504825"/>
          </a:xfrm>
          <a:prstGeom prst="wedgeRoundRectCallout">
            <a:avLst>
              <a:gd name="adj1" fmla="val 60745"/>
              <a:gd name="adj2" fmla="val -141194"/>
              <a:gd name="adj3" fmla="val 16667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变</a:t>
            </a: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Y</a:t>
            </a:r>
            <a:endParaRPr kumimoji="1" lang="en-US" altLang="zh-CN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/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sp>
        <p:nvSpPr>
          <p:cNvPr id="1049999" name="AutoShape 13" descr="羊皮纸"/>
          <p:cNvSpPr>
            <a:spLocks noChangeArrowheads="1"/>
          </p:cNvSpPr>
          <p:nvPr/>
        </p:nvSpPr>
        <p:spPr bwMode="auto">
          <a:xfrm>
            <a:off x="7555866" y="3633789"/>
            <a:ext cx="1368425" cy="504825"/>
          </a:xfrm>
          <a:prstGeom prst="wedgeRoundRectCallout">
            <a:avLst>
              <a:gd name="adj1" fmla="val -39097"/>
              <a:gd name="adj2" fmla="val -144653"/>
              <a:gd name="adj3" fmla="val 16667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Y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</a:rPr>
              <a:t>变</a:t>
            </a:r>
            <a:r>
              <a:rPr kumimoji="1" lang="zh-CN" altLang="en-US" sz="2400" b="1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</a:t>
            </a:r>
            <a:endParaRPr kumimoji="1"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algn="ctr" eaLnBrk="1" hangingPunct="1"/>
            <a:endParaRPr lang="zh-CN" altLang="en-US" sz="2400" b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12" name="Text Box 27"/>
          <p:cNvSpPr txBox="1">
            <a:spLocks noChangeArrowheads="1"/>
          </p:cNvSpPr>
          <p:nvPr/>
        </p:nvSpPr>
        <p:spPr bwMode="auto">
          <a:xfrm>
            <a:off x="1632585" y="130175"/>
            <a:ext cx="1942465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2-2 p39</a:t>
            </a:r>
            <a:endParaRPr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286" name="图片 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21310" y="957580"/>
            <a:ext cx="7563485" cy="5384165"/>
          </a:xfrm>
          <a:prstGeom prst="rect">
            <a:avLst/>
          </a:prstGeom>
        </p:spPr>
      </p:pic>
      <p:pic>
        <p:nvPicPr>
          <p:cNvPr id="2097287" name="图片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08775" y="2682875"/>
            <a:ext cx="5166360" cy="1785620"/>
          </a:xfrm>
          <a:prstGeom prst="rect">
            <a:avLst/>
          </a:prstGeom>
        </p:spPr>
      </p:pic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25" name="Text Box 27"/>
          <p:cNvSpPr txBox="1">
            <a:spLocks noChangeArrowheads="1"/>
          </p:cNvSpPr>
          <p:nvPr/>
        </p:nvSpPr>
        <p:spPr bwMode="auto">
          <a:xfrm>
            <a:off x="327025" y="1176655"/>
            <a:ext cx="1942465" cy="953135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2-2 p39</a:t>
            </a:r>
            <a:endParaRPr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/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方法</a:t>
            </a:r>
            <a:r>
              <a:rPr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1</a:t>
            </a:r>
            <a:endParaRPr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289" name="图片 2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2771775" y="949325"/>
            <a:ext cx="3083560" cy="2995295"/>
          </a:xfrm>
          <a:prstGeom prst="rect">
            <a:avLst/>
          </a:prstGeom>
        </p:spPr>
      </p:pic>
      <p:pic>
        <p:nvPicPr>
          <p:cNvPr id="2097290" name="图片 3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6357620" y="949325"/>
            <a:ext cx="2633345" cy="2941320"/>
          </a:xfrm>
          <a:prstGeom prst="rect">
            <a:avLst/>
          </a:prstGeom>
        </p:spPr>
      </p:pic>
      <p:pic>
        <p:nvPicPr>
          <p:cNvPr id="2097291" name="图片 4"/>
          <p:cNvPicPr>
            <a:picLocks noChangeAspect="1"/>
          </p:cNvPicPr>
          <p:nvPr>
            <p:custDataLst>
              <p:tags r:id="rId5"/>
            </p:custDataLst>
          </p:nvPr>
        </p:nvPicPr>
        <p:blipFill>
          <a:blip r:embed="rId6"/>
          <a:stretch>
            <a:fillRect/>
          </a:stretch>
        </p:blipFill>
        <p:spPr>
          <a:xfrm>
            <a:off x="1757045" y="4074160"/>
            <a:ext cx="7431405" cy="2266315"/>
          </a:xfrm>
          <a:prstGeom prst="rect">
            <a:avLst/>
          </a:prstGeom>
        </p:spPr>
      </p:pic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38" name="Text Box 27"/>
          <p:cNvSpPr txBox="1">
            <a:spLocks noChangeArrowheads="1"/>
          </p:cNvSpPr>
          <p:nvPr/>
        </p:nvSpPr>
        <p:spPr bwMode="auto">
          <a:xfrm>
            <a:off x="327025" y="1176655"/>
            <a:ext cx="1942465" cy="953135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2-2 p39</a:t>
            </a:r>
            <a:endParaRPr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hangingPunct="1"/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方法</a:t>
            </a:r>
            <a:r>
              <a:rPr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</a:t>
            </a:r>
            <a:endParaRPr lang="en-US" altLang="zh-CN" sz="2800" b="1">
              <a:solidFill>
                <a:schemeClr val="bg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pic>
        <p:nvPicPr>
          <p:cNvPr id="2097293" name="图片 2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2315845" y="996950"/>
            <a:ext cx="3083560" cy="2995295"/>
          </a:xfrm>
          <a:prstGeom prst="rect">
            <a:avLst/>
          </a:prstGeom>
        </p:spPr>
      </p:pic>
      <p:pic>
        <p:nvPicPr>
          <p:cNvPr id="2097294" name="图片 1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1520825" y="4455795"/>
            <a:ext cx="8305800" cy="504825"/>
          </a:xfrm>
          <a:prstGeom prst="rect">
            <a:avLst/>
          </a:prstGeom>
        </p:spPr>
      </p:pic>
      <p:pic>
        <p:nvPicPr>
          <p:cNvPr id="2097295" name="图片 5"/>
          <p:cNvPicPr>
            <a:picLocks noChangeAspect="1"/>
          </p:cNvPicPr>
          <p:nvPr>
            <p:custDataLst>
              <p:tags r:id="rId5"/>
            </p:custDataLst>
          </p:nvPr>
        </p:nvPicPr>
        <p:blipFill>
          <a:blip r:embed="rId6"/>
          <a:stretch>
            <a:fillRect/>
          </a:stretch>
        </p:blipFill>
        <p:spPr>
          <a:xfrm>
            <a:off x="1520825" y="5005705"/>
            <a:ext cx="6134100" cy="495300"/>
          </a:xfrm>
          <a:prstGeom prst="rect">
            <a:avLst/>
          </a:prstGeom>
        </p:spPr>
      </p:pic>
      <p:pic>
        <p:nvPicPr>
          <p:cNvPr id="2097296" name="图片 6"/>
          <p:cNvPicPr>
            <a:picLocks noChangeAspect="1"/>
          </p:cNvPicPr>
          <p:nvPr>
            <p:custDataLst>
              <p:tags r:id="rId7"/>
            </p:custDataLst>
          </p:nvPr>
        </p:nvPicPr>
        <p:blipFill>
          <a:blip r:embed="rId8"/>
          <a:stretch>
            <a:fillRect/>
          </a:stretch>
        </p:blipFill>
        <p:spPr>
          <a:xfrm>
            <a:off x="5399405" y="1332230"/>
            <a:ext cx="6619875" cy="2409825"/>
          </a:xfrm>
          <a:prstGeom prst="rect">
            <a:avLst/>
          </a:prstGeom>
        </p:spPr>
      </p:pic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61" name=""/>
        <p:cNvGrpSpPr/>
        <p:nvPr/>
      </p:nvGrpSpPr>
      <p:grpSpPr/>
      <p:sp>
        <p:nvSpPr>
          <p:cNvPr id="1050039" name="TextBox 1"/>
          <p:cNvSpPr txBox="1"/>
          <p:nvPr/>
        </p:nvSpPr>
        <p:spPr>
          <a:xfrm>
            <a:off x="2135188" y="1260475"/>
            <a:ext cx="8137525" cy="2479041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zh-CN" altLang="en-US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第二章作业：</a:t>
            </a:r>
            <a:endParaRPr lang="en-US" altLang="zh-CN" sz="4000" b="1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《</a:t>
            </a:r>
            <a:r>
              <a:rPr lang="zh-CN" altLang="en-US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电路</a:t>
            </a:r>
            <a:r>
              <a:rPr lang="en-US" altLang="zh-CN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》</a:t>
            </a:r>
            <a:r>
              <a:rPr lang="zh-CN" altLang="en-US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第二章习题</a:t>
            </a:r>
            <a:endParaRPr lang="zh-CN" altLang="en-US" sz="4000" b="1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4000" b="1" dirty="0">
                <a:solidFill>
                  <a:schemeClr val="tx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2-2, 2-3, 2-4(a)(c)(d)(f)</a:t>
            </a:r>
            <a:endParaRPr lang="zh-CN" altLang="en-US" sz="4000" b="1" dirty="0">
              <a:solidFill>
                <a:schemeClr val="tx1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marL="0" lvl="0" indent="0" eaLnBrk="1" hangingPunct="1">
              <a:spcBef>
                <a:spcPct val="0"/>
              </a:spcBef>
              <a:buNone/>
            </a:pPr>
            <a:r>
              <a:rPr lang="en-US" altLang="zh-CN" sz="40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2-6</a:t>
            </a:r>
            <a:r>
              <a:rPr lang="zh-CN" altLang="en-US" sz="40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，</a:t>
            </a:r>
            <a:r>
              <a:rPr lang="en-US" altLang="zh-CN" sz="4000" b="1" dirty="0">
                <a:solidFill>
                  <a:srgbClr val="FF0000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2-8</a:t>
            </a:r>
            <a:endParaRPr lang="en-US" altLang="zh-CN" sz="4000" b="1" dirty="0">
              <a:solidFill>
                <a:srgbClr val="FF0000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5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933" name="Text Box 2"/>
          <p:cNvSpPr txBox="1">
            <a:spLocks noChangeArrowheads="1"/>
          </p:cNvSpPr>
          <p:nvPr/>
        </p:nvSpPr>
        <p:spPr bwMode="auto">
          <a:xfrm>
            <a:off x="1610519" y="361156"/>
            <a:ext cx="838200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 dirty="0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2.</a:t>
            </a:r>
            <a:endParaRPr lang="en-US" altLang="zh-CN" sz="2400" b="1" dirty="0">
              <a:solidFill>
                <a:srgbClr val="FFFF00"/>
              </a:solidFill>
              <a:ea typeface="黑体" panose="02010609060101010101" pitchFamily="49" charset="-122"/>
            </a:endParaRPr>
          </a:p>
        </p:txBody>
      </p:sp>
      <p:grpSp>
        <p:nvGrpSpPr>
          <p:cNvPr id="1586" name="Group 3"/>
          <p:cNvGrpSpPr/>
          <p:nvPr/>
        </p:nvGrpSpPr>
        <p:grpSpPr bwMode="auto">
          <a:xfrm>
            <a:off x="1847850" y="619126"/>
            <a:ext cx="3455988" cy="2520949"/>
            <a:chOff x="249" y="209"/>
            <a:chExt cx="2177" cy="1588"/>
          </a:xfrm>
        </p:grpSpPr>
        <p:sp>
          <p:nvSpPr>
            <p:cNvPr id="1050934" name="Oval 4"/>
            <p:cNvSpPr>
              <a:spLocks noChangeArrowheads="1"/>
            </p:cNvSpPr>
            <p:nvPr/>
          </p:nvSpPr>
          <p:spPr bwMode="auto">
            <a:xfrm>
              <a:off x="249" y="1071"/>
              <a:ext cx="272" cy="318"/>
            </a:xfrm>
            <a:prstGeom prst="ellipse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35" name="Line 5"/>
            <p:cNvSpPr>
              <a:spLocks noChangeShapeType="1"/>
            </p:cNvSpPr>
            <p:nvPr/>
          </p:nvSpPr>
          <p:spPr bwMode="auto">
            <a:xfrm>
              <a:off x="371" y="799"/>
              <a:ext cx="1936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936" name="Rectangle 6"/>
            <p:cNvSpPr>
              <a:spLocks noChangeArrowheads="1"/>
            </p:cNvSpPr>
            <p:nvPr/>
          </p:nvSpPr>
          <p:spPr bwMode="auto">
            <a:xfrm rot="16200000">
              <a:off x="794" y="698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37" name="Text Box 7"/>
            <p:cNvSpPr txBox="1">
              <a:spLocks noChangeArrowheads="1"/>
            </p:cNvSpPr>
            <p:nvPr/>
          </p:nvSpPr>
          <p:spPr bwMode="auto">
            <a:xfrm>
              <a:off x="476" y="1116"/>
              <a:ext cx="3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i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S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38" name="Line 8"/>
            <p:cNvSpPr>
              <a:spLocks noChangeShapeType="1"/>
            </p:cNvSpPr>
            <p:nvPr/>
          </p:nvSpPr>
          <p:spPr bwMode="auto">
            <a:xfrm>
              <a:off x="385" y="1752"/>
              <a:ext cx="1936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939" name="Line 9"/>
            <p:cNvSpPr>
              <a:spLocks noChangeShapeType="1"/>
            </p:cNvSpPr>
            <p:nvPr/>
          </p:nvSpPr>
          <p:spPr bwMode="auto">
            <a:xfrm>
              <a:off x="385" y="799"/>
              <a:ext cx="0" cy="953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40" name="Line 10"/>
            <p:cNvSpPr>
              <a:spLocks noChangeShapeType="1"/>
            </p:cNvSpPr>
            <p:nvPr/>
          </p:nvSpPr>
          <p:spPr bwMode="auto">
            <a:xfrm>
              <a:off x="1293" y="799"/>
              <a:ext cx="0" cy="953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41" name="Rectangle 11"/>
            <p:cNvSpPr>
              <a:spLocks noChangeArrowheads="1"/>
            </p:cNvSpPr>
            <p:nvPr/>
          </p:nvSpPr>
          <p:spPr bwMode="auto">
            <a:xfrm>
              <a:off x="1247" y="1116"/>
              <a:ext cx="136" cy="318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42" name="Text Box 12"/>
            <p:cNvSpPr txBox="1">
              <a:spLocks noChangeArrowheads="1"/>
            </p:cNvSpPr>
            <p:nvPr/>
          </p:nvSpPr>
          <p:spPr bwMode="auto">
            <a:xfrm>
              <a:off x="385" y="798"/>
              <a:ext cx="40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43" name="Text Box 13"/>
            <p:cNvSpPr txBox="1">
              <a:spLocks noChangeArrowheads="1"/>
            </p:cNvSpPr>
            <p:nvPr/>
          </p:nvSpPr>
          <p:spPr bwMode="auto">
            <a:xfrm>
              <a:off x="476" y="1298"/>
              <a:ext cx="226" cy="28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944" name="Text Box 14"/>
            <p:cNvSpPr txBox="1">
              <a:spLocks noChangeArrowheads="1"/>
            </p:cNvSpPr>
            <p:nvPr/>
          </p:nvSpPr>
          <p:spPr bwMode="auto">
            <a:xfrm>
              <a:off x="1338" y="1116"/>
              <a:ext cx="45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945" name="Text Box 15"/>
            <p:cNvSpPr txBox="1">
              <a:spLocks noChangeArrowheads="1"/>
            </p:cNvSpPr>
            <p:nvPr/>
          </p:nvSpPr>
          <p:spPr bwMode="auto">
            <a:xfrm>
              <a:off x="930" y="1343"/>
              <a:ext cx="335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46" name="AutoShape 16"/>
            <p:cNvSpPr>
              <a:spLocks noChangeArrowheads="1"/>
            </p:cNvSpPr>
            <p:nvPr/>
          </p:nvSpPr>
          <p:spPr bwMode="auto">
            <a:xfrm rot="10800000">
              <a:off x="1701" y="568"/>
              <a:ext cx="355" cy="462"/>
            </a:xfrm>
            <a:prstGeom prst="flowChartSort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47" name="Line 17"/>
            <p:cNvSpPr>
              <a:spLocks noChangeShapeType="1"/>
            </p:cNvSpPr>
            <p:nvPr/>
          </p:nvSpPr>
          <p:spPr bwMode="auto">
            <a:xfrm flipV="1">
              <a:off x="1202" y="1434"/>
              <a:ext cx="0" cy="227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head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48" name="Text Box 18"/>
            <p:cNvSpPr txBox="1">
              <a:spLocks noChangeArrowheads="1"/>
            </p:cNvSpPr>
            <p:nvPr/>
          </p:nvSpPr>
          <p:spPr bwMode="auto">
            <a:xfrm>
              <a:off x="657" y="435"/>
              <a:ext cx="45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49" name="Text Box 19"/>
            <p:cNvSpPr txBox="1">
              <a:spLocks noChangeArrowheads="1"/>
            </p:cNvSpPr>
            <p:nvPr/>
          </p:nvSpPr>
          <p:spPr bwMode="auto">
            <a:xfrm>
              <a:off x="1973" y="481"/>
              <a:ext cx="40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50" name="Text Box 20"/>
            <p:cNvSpPr txBox="1">
              <a:spLocks noChangeArrowheads="1"/>
            </p:cNvSpPr>
            <p:nvPr/>
          </p:nvSpPr>
          <p:spPr bwMode="auto">
            <a:xfrm>
              <a:off x="1429" y="482"/>
              <a:ext cx="273" cy="25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zh-CN" altLang="en-US" sz="20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－</a:t>
              </a:r>
              <a:endParaRPr lang="zh-CN" altLang="en-US" sz="20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951" name="Text Box 21"/>
            <p:cNvSpPr txBox="1">
              <a:spLocks noChangeArrowheads="1"/>
            </p:cNvSpPr>
            <p:nvPr/>
          </p:nvSpPr>
          <p:spPr bwMode="auto">
            <a:xfrm>
              <a:off x="1655" y="209"/>
              <a:ext cx="453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52" name="Oval 22"/>
            <p:cNvSpPr>
              <a:spLocks noChangeArrowheads="1"/>
            </p:cNvSpPr>
            <p:nvPr/>
          </p:nvSpPr>
          <p:spPr bwMode="auto">
            <a:xfrm>
              <a:off x="2336" y="1706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53" name="Oval 23"/>
            <p:cNvSpPr>
              <a:spLocks noChangeArrowheads="1"/>
            </p:cNvSpPr>
            <p:nvPr/>
          </p:nvSpPr>
          <p:spPr bwMode="auto">
            <a:xfrm>
              <a:off x="2290" y="754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</p:grpSp>
      <p:sp>
        <p:nvSpPr>
          <p:cNvPr id="1050954" name="AutoShape 24"/>
          <p:cNvSpPr>
            <a:spLocks noChangeArrowheads="1"/>
          </p:cNvSpPr>
          <p:nvPr/>
        </p:nvSpPr>
        <p:spPr bwMode="auto">
          <a:xfrm>
            <a:off x="5375276" y="2349500"/>
            <a:ext cx="936625" cy="287338"/>
          </a:xfrm>
          <a:prstGeom prst="rightArrow">
            <a:avLst>
              <a:gd name="adj1" fmla="val 50000"/>
              <a:gd name="adj2" fmla="val 81492"/>
            </a:avLst>
          </a:pr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1587" name="Group 25"/>
          <p:cNvGrpSpPr/>
          <p:nvPr/>
        </p:nvGrpSpPr>
        <p:grpSpPr bwMode="auto">
          <a:xfrm>
            <a:off x="6422049" y="771526"/>
            <a:ext cx="3867150" cy="2368549"/>
            <a:chOff x="3229" y="441"/>
            <a:chExt cx="2436" cy="1492"/>
          </a:xfrm>
        </p:grpSpPr>
        <p:sp>
          <p:nvSpPr>
            <p:cNvPr id="1050955" name="Line 26"/>
            <p:cNvSpPr>
              <a:spLocks noChangeShapeType="1"/>
            </p:cNvSpPr>
            <p:nvPr/>
          </p:nvSpPr>
          <p:spPr bwMode="auto">
            <a:xfrm>
              <a:off x="3229" y="935"/>
              <a:ext cx="1936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956" name="Rectangle 27"/>
            <p:cNvSpPr>
              <a:spLocks noChangeArrowheads="1"/>
            </p:cNvSpPr>
            <p:nvPr/>
          </p:nvSpPr>
          <p:spPr bwMode="auto">
            <a:xfrm rot="16200000">
              <a:off x="3652" y="834"/>
              <a:ext cx="116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wrap="non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57" name="Line 28"/>
            <p:cNvSpPr>
              <a:spLocks noChangeShapeType="1"/>
            </p:cNvSpPr>
            <p:nvPr/>
          </p:nvSpPr>
          <p:spPr bwMode="auto">
            <a:xfrm>
              <a:off x="3243" y="1888"/>
              <a:ext cx="1936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 wrap="none" anchor="ctr"/>
            <a:p>
              <a:endParaRPr lang="zh-CN" altLang="en-US"/>
            </a:p>
          </p:txBody>
        </p:sp>
        <p:sp>
          <p:nvSpPr>
            <p:cNvPr id="1050958" name="Line 29"/>
            <p:cNvSpPr>
              <a:spLocks noChangeShapeType="1"/>
            </p:cNvSpPr>
            <p:nvPr/>
          </p:nvSpPr>
          <p:spPr bwMode="auto">
            <a:xfrm>
              <a:off x="4151" y="935"/>
              <a:ext cx="0" cy="953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headEnd type="oval" w="med" len="med"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59" name="Rectangle 30"/>
            <p:cNvSpPr>
              <a:spLocks noChangeArrowheads="1"/>
            </p:cNvSpPr>
            <p:nvPr/>
          </p:nvSpPr>
          <p:spPr bwMode="auto">
            <a:xfrm>
              <a:off x="4105" y="1252"/>
              <a:ext cx="136" cy="318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grpSp>
          <p:nvGrpSpPr>
            <p:cNvPr id="1588" name="Group 31"/>
            <p:cNvGrpSpPr/>
            <p:nvPr/>
          </p:nvGrpSpPr>
          <p:grpSpPr bwMode="auto">
            <a:xfrm>
              <a:off x="5103" y="934"/>
              <a:ext cx="562" cy="954"/>
              <a:chOff x="3107" y="934"/>
              <a:chExt cx="562" cy="954"/>
            </a:xfrm>
          </p:grpSpPr>
          <p:sp>
            <p:nvSpPr>
              <p:cNvPr id="1050960" name="Oval 32"/>
              <p:cNvSpPr>
                <a:spLocks noChangeArrowheads="1"/>
              </p:cNvSpPr>
              <p:nvPr/>
            </p:nvSpPr>
            <p:spPr bwMode="auto">
              <a:xfrm>
                <a:off x="3107" y="1207"/>
                <a:ext cx="272" cy="318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0961" name="Text Box 33"/>
              <p:cNvSpPr txBox="1">
                <a:spLocks noChangeArrowheads="1"/>
              </p:cNvSpPr>
              <p:nvPr/>
            </p:nvSpPr>
            <p:spPr bwMode="auto">
              <a:xfrm>
                <a:off x="3334" y="1252"/>
                <a:ext cx="335" cy="29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endPara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962" name="Line 34"/>
              <p:cNvSpPr>
                <a:spLocks noChangeShapeType="1"/>
              </p:cNvSpPr>
              <p:nvPr/>
            </p:nvSpPr>
            <p:spPr bwMode="auto">
              <a:xfrm>
                <a:off x="3243" y="935"/>
                <a:ext cx="0" cy="953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963" name="Text Box 35"/>
              <p:cNvSpPr txBox="1">
                <a:spLocks noChangeArrowheads="1"/>
              </p:cNvSpPr>
              <p:nvPr/>
            </p:nvSpPr>
            <p:spPr bwMode="auto">
              <a:xfrm>
                <a:off x="3243" y="934"/>
                <a:ext cx="408" cy="29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0964" name="Text Box 36"/>
              <p:cNvSpPr txBox="1">
                <a:spLocks noChangeArrowheads="1"/>
              </p:cNvSpPr>
              <p:nvPr/>
            </p:nvSpPr>
            <p:spPr bwMode="auto">
              <a:xfrm>
                <a:off x="3334" y="1434"/>
                <a:ext cx="226" cy="28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lang="en-US" altLang="zh-CN" sz="2400" b="1">
                  <a:solidFill>
                    <a:schemeClr val="tx2"/>
                  </a:solidFill>
                  <a:ea typeface="仿宋_GB2312" pitchFamily="49" charset="-122"/>
                </a:endParaRPr>
              </a:p>
            </p:txBody>
          </p:sp>
        </p:grpSp>
        <p:sp>
          <p:nvSpPr>
            <p:cNvPr id="1050965" name="Text Box 37"/>
            <p:cNvSpPr txBox="1">
              <a:spLocks noChangeArrowheads="1"/>
            </p:cNvSpPr>
            <p:nvPr/>
          </p:nvSpPr>
          <p:spPr bwMode="auto">
            <a:xfrm>
              <a:off x="4196" y="1252"/>
              <a:ext cx="45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3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66" name="Text Box 38"/>
            <p:cNvSpPr txBox="1">
              <a:spLocks noChangeArrowheads="1"/>
            </p:cNvSpPr>
            <p:nvPr/>
          </p:nvSpPr>
          <p:spPr bwMode="auto">
            <a:xfrm>
              <a:off x="3788" y="1479"/>
              <a:ext cx="335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67" name="AutoShape 39"/>
            <p:cNvSpPr>
              <a:spLocks noChangeArrowheads="1"/>
            </p:cNvSpPr>
            <p:nvPr/>
          </p:nvSpPr>
          <p:spPr bwMode="auto">
            <a:xfrm rot="10800000">
              <a:off x="4468" y="704"/>
              <a:ext cx="355" cy="462"/>
            </a:xfrm>
            <a:prstGeom prst="flowChartSort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68" name="Line 40"/>
            <p:cNvSpPr>
              <a:spLocks noChangeShapeType="1"/>
            </p:cNvSpPr>
            <p:nvPr/>
          </p:nvSpPr>
          <p:spPr bwMode="auto">
            <a:xfrm flipV="1">
              <a:off x="4060" y="1570"/>
              <a:ext cx="0" cy="227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head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69" name="Text Box 41"/>
            <p:cNvSpPr txBox="1">
              <a:spLocks noChangeArrowheads="1"/>
            </p:cNvSpPr>
            <p:nvPr/>
          </p:nvSpPr>
          <p:spPr bwMode="auto">
            <a:xfrm>
              <a:off x="3515" y="571"/>
              <a:ext cx="45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70" name="Text Box 42"/>
            <p:cNvSpPr txBox="1">
              <a:spLocks noChangeArrowheads="1"/>
            </p:cNvSpPr>
            <p:nvPr/>
          </p:nvSpPr>
          <p:spPr bwMode="auto">
            <a:xfrm>
              <a:off x="4694" y="617"/>
              <a:ext cx="40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71" name="Text Box 43"/>
            <p:cNvSpPr txBox="1">
              <a:spLocks noChangeArrowheads="1"/>
            </p:cNvSpPr>
            <p:nvPr/>
          </p:nvSpPr>
          <p:spPr bwMode="auto">
            <a:xfrm>
              <a:off x="4287" y="618"/>
              <a:ext cx="273" cy="25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zh-CN" altLang="en-US" sz="20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－</a:t>
              </a:r>
              <a:endParaRPr lang="zh-CN" altLang="en-US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972" name="Text Box 44"/>
            <p:cNvSpPr txBox="1">
              <a:spLocks noChangeArrowheads="1"/>
            </p:cNvSpPr>
            <p:nvPr/>
          </p:nvSpPr>
          <p:spPr bwMode="auto">
            <a:xfrm>
              <a:off x="4445" y="441"/>
              <a:ext cx="453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6</a:t>
              </a:r>
              <a:r>
                <a:rPr lang="en-US" altLang="zh-CN" sz="2800" b="1" i="1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 dirty="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 dirty="0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73" name="Oval 45"/>
            <p:cNvSpPr>
              <a:spLocks noChangeArrowheads="1"/>
            </p:cNvSpPr>
            <p:nvPr/>
          </p:nvSpPr>
          <p:spPr bwMode="auto">
            <a:xfrm>
              <a:off x="5194" y="1842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74" name="Oval 46"/>
            <p:cNvSpPr>
              <a:spLocks noChangeArrowheads="1"/>
            </p:cNvSpPr>
            <p:nvPr/>
          </p:nvSpPr>
          <p:spPr bwMode="auto">
            <a:xfrm>
              <a:off x="5148" y="890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75" name="Line 47"/>
            <p:cNvSpPr>
              <a:spLocks noChangeShapeType="1"/>
            </p:cNvSpPr>
            <p:nvPr/>
          </p:nvSpPr>
          <p:spPr bwMode="auto">
            <a:xfrm>
              <a:off x="3243" y="935"/>
              <a:ext cx="0" cy="953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76" name="Line 48"/>
            <p:cNvSpPr>
              <a:spLocks noChangeShapeType="1"/>
            </p:cNvSpPr>
            <p:nvPr/>
          </p:nvSpPr>
          <p:spPr bwMode="auto">
            <a:xfrm>
              <a:off x="4967" y="1026"/>
              <a:ext cx="226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head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77" name="Text Box 49"/>
            <p:cNvSpPr txBox="1">
              <a:spLocks noChangeArrowheads="1"/>
            </p:cNvSpPr>
            <p:nvPr/>
          </p:nvSpPr>
          <p:spPr bwMode="auto">
            <a:xfrm>
              <a:off x="4876" y="980"/>
              <a:ext cx="335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sp>
        <p:nvSpPr>
          <p:cNvPr id="1050978" name="AutoShape 50" descr="羊皮纸"/>
          <p:cNvSpPr>
            <a:spLocks noChangeArrowheads="1"/>
          </p:cNvSpPr>
          <p:nvPr/>
        </p:nvSpPr>
        <p:spPr bwMode="auto">
          <a:xfrm>
            <a:off x="8256588" y="260351"/>
            <a:ext cx="1979612" cy="574675"/>
          </a:xfrm>
          <a:prstGeom prst="wedgeRoundRectCallout">
            <a:avLst>
              <a:gd name="adj1" fmla="val 28028"/>
              <a:gd name="adj2" fmla="val 168509"/>
              <a:gd name="adj3" fmla="val 16667"/>
            </a:avLst>
          </a:prstGeom>
          <a:blipFill dpi="0" rotWithShape="1">
            <a:blip r:embed="rId1"/>
            <a:srcRect/>
            <a:tile tx="0" ty="0" sx="100000" sy="100000" flip="none" algn="tl"/>
          </a:blipFill>
          <a:ln>
            <a:noFill/>
          </a:ln>
          <a:effectLst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zh-CN" altLang="en-US" sz="2400" b="1" dirty="0">
                <a:latin typeface="Times New Roman" panose="02020603050405020304" pitchFamily="18" charset="0"/>
                <a:ea typeface="黑体" panose="02010609060101010101" pitchFamily="49" charset="-122"/>
              </a:rPr>
              <a:t>外加电压源</a:t>
            </a:r>
            <a:endParaRPr lang="zh-CN" altLang="en-US" sz="2400" b="1" dirty="0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aphicFrame>
        <p:nvGraphicFramePr>
          <p:cNvPr id="4194355" name="Object 51"/>
          <p:cNvGraphicFramePr>
            <a:graphicFrameLocks noChangeAspect="1"/>
          </p:cNvGraphicFramePr>
          <p:nvPr/>
        </p:nvGraphicFramePr>
        <p:xfrm>
          <a:off x="3107055" y="3295333"/>
          <a:ext cx="2570163" cy="1019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7761" name="Equation" r:id="rId2" imgW="24688800" imgH="9448800" progId="Equation.DSMT4">
                  <p:embed/>
                </p:oleObj>
              </mc:Choice>
              <mc:Fallback>
                <p:oleObj name="Equation" r:id="rId2" imgW="24688800" imgH="9448800" progId="Equation.DSMT4">
                  <p:embed/>
                  <p:pic>
                    <p:nvPicPr>
                      <p:cNvPr id="0" name="图片 2776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107055" y="3295333"/>
                        <a:ext cx="2570163" cy="1019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56" name="Object 52"/>
          <p:cNvGraphicFramePr>
            <a:graphicFrameLocks noChangeAspect="1"/>
          </p:cNvGraphicFramePr>
          <p:nvPr/>
        </p:nvGraphicFramePr>
        <p:xfrm>
          <a:off x="6921818" y="3505835"/>
          <a:ext cx="2967037" cy="7207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7762" name="Equation" r:id="rId4" imgW="25298400" imgH="5486400" progId="Equation.DSMT4">
                  <p:embed/>
                </p:oleObj>
              </mc:Choice>
              <mc:Fallback>
                <p:oleObj name="Equation" r:id="rId4" imgW="25298400" imgH="5486400" progId="Equation.DSMT4">
                  <p:embed/>
                  <p:pic>
                    <p:nvPicPr>
                      <p:cNvPr id="0" name="图片 2776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21818" y="3505835"/>
                        <a:ext cx="2967037" cy="7207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57" name="Object 53"/>
          <p:cNvGraphicFramePr>
            <a:graphicFrameLocks noChangeAspect="1"/>
          </p:cNvGraphicFramePr>
          <p:nvPr/>
        </p:nvGraphicFramePr>
        <p:xfrm>
          <a:off x="4584700" y="4810760"/>
          <a:ext cx="3670300" cy="12747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7763" name="Equation" r:id="rId6" imgW="31089600" imgH="10363200" progId="Equation.DSMT4">
                  <p:embed/>
                </p:oleObj>
              </mc:Choice>
              <mc:Fallback>
                <p:oleObj name="Equation" r:id="rId6" imgW="31089600" imgH="10363200" progId="Equation.DSMT4">
                  <p:embed/>
                  <p:pic>
                    <p:nvPicPr>
                      <p:cNvPr id="0" name="图片 2776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84700" y="4810760"/>
                        <a:ext cx="3670300" cy="12747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0979" name="圆角矩形 1"/>
          <p:cNvSpPr/>
          <p:nvPr/>
        </p:nvSpPr>
        <p:spPr>
          <a:xfrm>
            <a:off x="4152900" y="3342640"/>
            <a:ext cx="517525" cy="1031240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cxnSp>
        <p:nvCxnSpPr>
          <p:cNvPr id="3145733" name="直接箭头连接符 2"/>
          <p:cNvCxnSpPr/>
          <p:nvPr/>
        </p:nvCxnSpPr>
        <p:spPr>
          <a:xfrm flipH="1">
            <a:off x="4716780" y="1700530"/>
            <a:ext cx="2220595" cy="1783080"/>
          </a:xfrm>
          <a:prstGeom prst="straightConnector1">
            <a:avLst/>
          </a:prstGeom>
          <a:ln w="31750">
            <a:solidFill>
              <a:schemeClr val="tx1">
                <a:alpha val="99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980" name="圆角矩形 3"/>
          <p:cNvSpPr/>
          <p:nvPr>
            <p:custDataLst>
              <p:tags r:id="rId8"/>
            </p:custDataLst>
          </p:nvPr>
        </p:nvSpPr>
        <p:spPr>
          <a:xfrm>
            <a:off x="7739380" y="3342640"/>
            <a:ext cx="517525" cy="1031240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cxnSp>
        <p:nvCxnSpPr>
          <p:cNvPr id="3145734" name="直接箭头连接符 4"/>
          <p:cNvCxnSpPr>
            <a:endCxn id="1050980" idx="0"/>
          </p:cNvCxnSpPr>
          <p:nvPr>
            <p:custDataLst>
              <p:tags r:id="rId9"/>
            </p:custDataLst>
          </p:nvPr>
        </p:nvCxnSpPr>
        <p:spPr>
          <a:xfrm flipH="1">
            <a:off x="7998460" y="1827530"/>
            <a:ext cx="643890" cy="1515110"/>
          </a:xfrm>
          <a:prstGeom prst="straightConnector1">
            <a:avLst/>
          </a:prstGeom>
          <a:ln w="31750">
            <a:solidFill>
              <a:schemeClr val="tx1">
                <a:alpha val="99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5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981" name="Text Box 2"/>
          <p:cNvSpPr txBox="1">
            <a:spLocks noChangeArrowheads="1"/>
          </p:cNvSpPr>
          <p:nvPr/>
        </p:nvSpPr>
        <p:spPr bwMode="auto">
          <a:xfrm>
            <a:off x="399733" y="1111886"/>
            <a:ext cx="838200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3.</a:t>
            </a:r>
            <a:endParaRPr lang="en-US" altLang="zh-CN" sz="2400" b="1">
              <a:solidFill>
                <a:srgbClr val="FFFF00"/>
              </a:solidFill>
              <a:ea typeface="黑体" panose="02010609060101010101" pitchFamily="49" charset="-122"/>
            </a:endParaRPr>
          </a:p>
        </p:txBody>
      </p:sp>
      <p:sp>
        <p:nvSpPr>
          <p:cNvPr id="1050982" name="Line 3"/>
          <p:cNvSpPr>
            <a:spLocks noChangeShapeType="1"/>
          </p:cNvSpPr>
          <p:nvPr/>
        </p:nvSpPr>
        <p:spPr bwMode="auto">
          <a:xfrm flipV="1">
            <a:off x="2761299" y="1418273"/>
            <a:ext cx="433387" cy="0"/>
          </a:xfrm>
          <a:prstGeom prst="line">
            <a:avLst/>
          </a:prstGeom>
          <a:noFill/>
          <a:ln>
            <a:noFill/>
          </a:ln>
          <a:effectLst/>
        </p:spPr>
        <p:txBody>
          <a:bodyPr/>
          <a:p>
            <a:endParaRPr lang="zh-CN" altLang="en-US"/>
          </a:p>
        </p:txBody>
      </p:sp>
      <p:grpSp>
        <p:nvGrpSpPr>
          <p:cNvPr id="1590" name="Group 4"/>
          <p:cNvGrpSpPr/>
          <p:nvPr/>
        </p:nvGrpSpPr>
        <p:grpSpPr bwMode="auto">
          <a:xfrm>
            <a:off x="1502411" y="915035"/>
            <a:ext cx="2627313" cy="2520950"/>
            <a:chOff x="521" y="663"/>
            <a:chExt cx="1655" cy="1315"/>
          </a:xfrm>
        </p:grpSpPr>
        <p:sp>
          <p:nvSpPr>
            <p:cNvPr id="1050983" name="Rectangle 5"/>
            <p:cNvSpPr>
              <a:spLocks noChangeArrowheads="1"/>
            </p:cNvSpPr>
            <p:nvPr/>
          </p:nvSpPr>
          <p:spPr bwMode="auto">
            <a:xfrm>
              <a:off x="1134" y="1343"/>
              <a:ext cx="499" cy="590"/>
            </a:xfrm>
            <a:prstGeom prst="rect">
              <a:avLst/>
            </a:prstGeom>
            <a:noFill/>
            <a:ln w="28575">
              <a:solidFill>
                <a:srgbClr val="FFCC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84" name="Rectangle 6"/>
            <p:cNvSpPr>
              <a:spLocks noChangeArrowheads="1"/>
            </p:cNvSpPr>
            <p:nvPr/>
          </p:nvSpPr>
          <p:spPr bwMode="auto">
            <a:xfrm rot="16200000">
              <a:off x="1497" y="1544"/>
              <a:ext cx="272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85" name="Text Box 7"/>
            <p:cNvSpPr txBox="1">
              <a:spLocks noChangeArrowheads="1"/>
            </p:cNvSpPr>
            <p:nvPr/>
          </p:nvSpPr>
          <p:spPr bwMode="auto">
            <a:xfrm>
              <a:off x="1224" y="1503"/>
              <a:ext cx="335" cy="24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86" name="Text Box 8"/>
            <p:cNvSpPr txBox="1">
              <a:spLocks noChangeArrowheads="1"/>
            </p:cNvSpPr>
            <p:nvPr/>
          </p:nvSpPr>
          <p:spPr bwMode="auto">
            <a:xfrm>
              <a:off x="1179" y="1322"/>
              <a:ext cx="408" cy="24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0987" name="Text Box 9"/>
            <p:cNvSpPr txBox="1">
              <a:spLocks noChangeArrowheads="1"/>
            </p:cNvSpPr>
            <p:nvPr/>
          </p:nvSpPr>
          <p:spPr bwMode="auto">
            <a:xfrm>
              <a:off x="1270" y="1639"/>
              <a:ext cx="226" cy="23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0988" name="Text Box 10"/>
            <p:cNvSpPr txBox="1">
              <a:spLocks noChangeArrowheads="1"/>
            </p:cNvSpPr>
            <p:nvPr/>
          </p:nvSpPr>
          <p:spPr bwMode="auto">
            <a:xfrm>
              <a:off x="1587" y="1503"/>
              <a:ext cx="589" cy="24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15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0989" name="Text Box 11"/>
            <p:cNvSpPr txBox="1">
              <a:spLocks noChangeArrowheads="1"/>
            </p:cNvSpPr>
            <p:nvPr/>
          </p:nvSpPr>
          <p:spPr bwMode="auto">
            <a:xfrm>
              <a:off x="521" y="1234"/>
              <a:ext cx="612" cy="272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0.1</a:t>
              </a:r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90" name="Text Box 12"/>
            <p:cNvSpPr txBox="1">
              <a:spLocks noChangeArrowheads="1"/>
            </p:cNvSpPr>
            <p:nvPr/>
          </p:nvSpPr>
          <p:spPr bwMode="auto">
            <a:xfrm>
              <a:off x="1406" y="867"/>
              <a:ext cx="363" cy="24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0991" name="Oval 13"/>
            <p:cNvSpPr>
              <a:spLocks noChangeArrowheads="1"/>
            </p:cNvSpPr>
            <p:nvPr/>
          </p:nvSpPr>
          <p:spPr bwMode="auto">
            <a:xfrm>
              <a:off x="2042" y="1887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92" name="Oval 14"/>
            <p:cNvSpPr>
              <a:spLocks noChangeArrowheads="1"/>
            </p:cNvSpPr>
            <p:nvPr/>
          </p:nvSpPr>
          <p:spPr bwMode="auto">
            <a:xfrm>
              <a:off x="1996" y="663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93" name="Line 15"/>
            <p:cNvSpPr>
              <a:spLocks noChangeShapeType="1"/>
            </p:cNvSpPr>
            <p:nvPr/>
          </p:nvSpPr>
          <p:spPr bwMode="auto">
            <a:xfrm>
              <a:off x="1633" y="1933"/>
              <a:ext cx="408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94" name="Line 16"/>
            <p:cNvSpPr>
              <a:spLocks noChangeShapeType="1"/>
            </p:cNvSpPr>
            <p:nvPr/>
          </p:nvSpPr>
          <p:spPr bwMode="auto">
            <a:xfrm>
              <a:off x="1360" y="708"/>
              <a:ext cx="0" cy="635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95" name="Line 17"/>
            <p:cNvSpPr>
              <a:spLocks noChangeShapeType="1"/>
            </p:cNvSpPr>
            <p:nvPr/>
          </p:nvSpPr>
          <p:spPr bwMode="auto">
            <a:xfrm>
              <a:off x="1360" y="708"/>
              <a:ext cx="636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0996" name="Rectangle 18"/>
            <p:cNvSpPr>
              <a:spLocks noChangeArrowheads="1"/>
            </p:cNvSpPr>
            <p:nvPr/>
          </p:nvSpPr>
          <p:spPr bwMode="auto">
            <a:xfrm>
              <a:off x="1315" y="844"/>
              <a:ext cx="91" cy="317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97" name="AutoShape 19"/>
            <p:cNvSpPr>
              <a:spLocks noChangeArrowheads="1"/>
            </p:cNvSpPr>
            <p:nvPr/>
          </p:nvSpPr>
          <p:spPr bwMode="auto">
            <a:xfrm rot="10800000">
              <a:off x="997" y="1424"/>
              <a:ext cx="273" cy="383"/>
            </a:xfrm>
            <a:prstGeom prst="flowChartSort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0998" name="Line 20"/>
            <p:cNvSpPr>
              <a:spLocks noChangeShapeType="1"/>
            </p:cNvSpPr>
            <p:nvPr/>
          </p:nvSpPr>
          <p:spPr bwMode="auto">
            <a:xfrm>
              <a:off x="907" y="1570"/>
              <a:ext cx="0" cy="272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</p:grpSp>
      <p:grpSp>
        <p:nvGrpSpPr>
          <p:cNvPr id="1591" name="Group 21"/>
          <p:cNvGrpSpPr/>
          <p:nvPr/>
        </p:nvGrpSpPr>
        <p:grpSpPr bwMode="auto">
          <a:xfrm>
            <a:off x="3482024" y="986473"/>
            <a:ext cx="1512887" cy="2381528"/>
            <a:chOff x="1383" y="436"/>
            <a:chExt cx="862" cy="1276"/>
          </a:xfrm>
        </p:grpSpPr>
        <p:sp>
          <p:nvSpPr>
            <p:cNvPr id="1050999" name="Text Box 22"/>
            <p:cNvSpPr txBox="1">
              <a:spLocks noChangeArrowheads="1"/>
            </p:cNvSpPr>
            <p:nvPr/>
          </p:nvSpPr>
          <p:spPr bwMode="auto">
            <a:xfrm>
              <a:off x="1383" y="502"/>
              <a:ext cx="408" cy="24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00" name="Text Box 23"/>
            <p:cNvSpPr txBox="1">
              <a:spLocks noChangeArrowheads="1"/>
            </p:cNvSpPr>
            <p:nvPr/>
          </p:nvSpPr>
          <p:spPr bwMode="auto">
            <a:xfrm>
              <a:off x="1519" y="1498"/>
              <a:ext cx="273" cy="214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zh-CN" altLang="en-US" sz="20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－</a:t>
              </a:r>
              <a:endParaRPr lang="zh-CN" altLang="en-US" sz="20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1001" name="Text Box 24"/>
            <p:cNvSpPr txBox="1">
              <a:spLocks noChangeArrowheads="1"/>
            </p:cNvSpPr>
            <p:nvPr/>
          </p:nvSpPr>
          <p:spPr bwMode="auto">
            <a:xfrm>
              <a:off x="1882" y="458"/>
              <a:ext cx="318" cy="28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02" name="Freeform 25"/>
            <p:cNvSpPr/>
            <p:nvPr/>
          </p:nvSpPr>
          <p:spPr bwMode="auto">
            <a:xfrm>
              <a:off x="1701" y="436"/>
              <a:ext cx="454" cy="1225"/>
            </a:xfrm>
            <a:custGeom>
              <a:avLst/>
              <a:gdLst>
                <a:gd name="T0" fmla="*/ 0 w 408"/>
                <a:gd name="T1" fmla="*/ 1323 h 1179"/>
                <a:gd name="T2" fmla="*/ 562 w 408"/>
                <a:gd name="T3" fmla="*/ 764 h 1179"/>
                <a:gd name="T4" fmla="*/ 0 w 408"/>
                <a:gd name="T5" fmla="*/ 0 h 1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8" h="1179">
                  <a:moveTo>
                    <a:pt x="0" y="1179"/>
                  </a:moveTo>
                  <a:cubicBezTo>
                    <a:pt x="204" y="1027"/>
                    <a:pt x="408" y="876"/>
                    <a:pt x="408" y="680"/>
                  </a:cubicBezTo>
                  <a:cubicBezTo>
                    <a:pt x="408" y="484"/>
                    <a:pt x="68" y="113"/>
                    <a:pt x="0" y="0"/>
                  </a:cubicBezTo>
                </a:path>
              </a:pathLst>
            </a:custGeom>
            <a:noFill/>
            <a:ln w="28575" cap="flat" cmpd="sng">
              <a:solidFill>
                <a:srgbClr val="FFCC00"/>
              </a:solidFill>
              <a:prstDash val="solid"/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grpSp>
          <p:nvGrpSpPr>
            <p:cNvPr id="1592" name="Group 26"/>
            <p:cNvGrpSpPr/>
            <p:nvPr/>
          </p:nvGrpSpPr>
          <p:grpSpPr bwMode="auto">
            <a:xfrm>
              <a:off x="1973" y="981"/>
              <a:ext cx="272" cy="318"/>
              <a:chOff x="1973" y="845"/>
              <a:chExt cx="272" cy="318"/>
            </a:xfrm>
          </p:grpSpPr>
          <p:sp>
            <p:nvSpPr>
              <p:cNvPr id="1051003" name="Oval 27"/>
              <p:cNvSpPr>
                <a:spLocks noChangeArrowheads="1"/>
              </p:cNvSpPr>
              <p:nvPr/>
            </p:nvSpPr>
            <p:spPr bwMode="auto">
              <a:xfrm>
                <a:off x="1973" y="845"/>
                <a:ext cx="272" cy="318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1004" name="Line 28"/>
              <p:cNvSpPr>
                <a:spLocks noChangeShapeType="1"/>
              </p:cNvSpPr>
              <p:nvPr/>
            </p:nvSpPr>
            <p:spPr bwMode="auto">
              <a:xfrm>
                <a:off x="1973" y="981"/>
                <a:ext cx="272" cy="0"/>
              </a:xfrm>
              <a:prstGeom prst="line">
                <a:avLst/>
              </a:prstGeom>
              <a:noFill/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</p:grpSp>
        <p:sp>
          <p:nvSpPr>
            <p:cNvPr id="1051005" name="Line 29"/>
            <p:cNvSpPr>
              <a:spLocks noChangeShapeType="1"/>
            </p:cNvSpPr>
            <p:nvPr/>
          </p:nvSpPr>
          <p:spPr bwMode="auto">
            <a:xfrm flipH="1" flipV="1">
              <a:off x="1792" y="482"/>
              <a:ext cx="272" cy="318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06" name="Text Box 30"/>
            <p:cNvSpPr txBox="1">
              <a:spLocks noChangeArrowheads="1"/>
            </p:cNvSpPr>
            <p:nvPr/>
          </p:nvSpPr>
          <p:spPr bwMode="auto">
            <a:xfrm>
              <a:off x="1519" y="845"/>
              <a:ext cx="181" cy="28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593" name="Group 31"/>
          <p:cNvGrpSpPr/>
          <p:nvPr/>
        </p:nvGrpSpPr>
        <p:grpSpPr bwMode="auto">
          <a:xfrm>
            <a:off x="2331085" y="1634174"/>
            <a:ext cx="1079500" cy="538162"/>
            <a:chOff x="839" y="2014"/>
            <a:chExt cx="680" cy="339"/>
          </a:xfrm>
        </p:grpSpPr>
        <p:sp>
          <p:nvSpPr>
            <p:cNvPr id="1051007" name="Line 32"/>
            <p:cNvSpPr>
              <a:spLocks noChangeShapeType="1"/>
            </p:cNvSpPr>
            <p:nvPr/>
          </p:nvSpPr>
          <p:spPr bwMode="auto">
            <a:xfrm>
              <a:off x="1202" y="2341"/>
              <a:ext cx="272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08" name="Line 33"/>
            <p:cNvSpPr>
              <a:spLocks noChangeShapeType="1"/>
            </p:cNvSpPr>
            <p:nvPr/>
          </p:nvSpPr>
          <p:spPr bwMode="auto">
            <a:xfrm>
              <a:off x="839" y="2341"/>
              <a:ext cx="272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head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09" name="Text Box 34"/>
            <p:cNvSpPr txBox="1">
              <a:spLocks noChangeArrowheads="1"/>
            </p:cNvSpPr>
            <p:nvPr/>
          </p:nvSpPr>
          <p:spPr bwMode="auto">
            <a:xfrm>
              <a:off x="1202" y="2024"/>
              <a:ext cx="317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i="1"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10" name="Text Box 35"/>
            <p:cNvSpPr txBox="1">
              <a:spLocks noChangeArrowheads="1"/>
            </p:cNvSpPr>
            <p:nvPr/>
          </p:nvSpPr>
          <p:spPr bwMode="auto">
            <a:xfrm>
              <a:off x="884" y="2014"/>
              <a:ext cx="317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i="1"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594" name="Group 41"/>
          <p:cNvGrpSpPr/>
          <p:nvPr/>
        </p:nvGrpSpPr>
        <p:grpSpPr bwMode="auto">
          <a:xfrm>
            <a:off x="2640014" y="3787775"/>
            <a:ext cx="2554287" cy="2520950"/>
            <a:chOff x="703" y="2432"/>
            <a:chExt cx="1609" cy="1588"/>
          </a:xfrm>
        </p:grpSpPr>
        <p:sp>
          <p:nvSpPr>
            <p:cNvPr id="1051011" name="Rectangle 42"/>
            <p:cNvSpPr>
              <a:spLocks noChangeArrowheads="1"/>
            </p:cNvSpPr>
            <p:nvPr/>
          </p:nvSpPr>
          <p:spPr bwMode="auto">
            <a:xfrm>
              <a:off x="1270" y="3253"/>
              <a:ext cx="499" cy="713"/>
            </a:xfrm>
            <a:prstGeom prst="rect">
              <a:avLst/>
            </a:prstGeom>
            <a:noFill/>
            <a:ln w="28575">
              <a:solidFill>
                <a:srgbClr val="FFCC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12" name="Rectangle 43"/>
            <p:cNvSpPr>
              <a:spLocks noChangeArrowheads="1"/>
            </p:cNvSpPr>
            <p:nvPr/>
          </p:nvSpPr>
          <p:spPr bwMode="auto">
            <a:xfrm rot="16200000">
              <a:off x="1605" y="3520"/>
              <a:ext cx="328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13" name="Text Box 44"/>
            <p:cNvSpPr txBox="1">
              <a:spLocks noChangeArrowheads="1"/>
            </p:cNvSpPr>
            <p:nvPr/>
          </p:nvSpPr>
          <p:spPr bwMode="auto">
            <a:xfrm>
              <a:off x="1360" y="3447"/>
              <a:ext cx="3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1014" name="Text Box 45"/>
            <p:cNvSpPr txBox="1">
              <a:spLocks noChangeArrowheads="1"/>
            </p:cNvSpPr>
            <p:nvPr/>
          </p:nvSpPr>
          <p:spPr bwMode="auto">
            <a:xfrm>
              <a:off x="1315" y="3228"/>
              <a:ext cx="40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15" name="Text Box 46"/>
            <p:cNvSpPr txBox="1">
              <a:spLocks noChangeArrowheads="1"/>
            </p:cNvSpPr>
            <p:nvPr/>
          </p:nvSpPr>
          <p:spPr bwMode="auto">
            <a:xfrm>
              <a:off x="1406" y="3611"/>
              <a:ext cx="226" cy="28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1016" name="Text Box 47"/>
            <p:cNvSpPr txBox="1">
              <a:spLocks noChangeArrowheads="1"/>
            </p:cNvSpPr>
            <p:nvPr/>
          </p:nvSpPr>
          <p:spPr bwMode="auto">
            <a:xfrm>
              <a:off x="1723" y="3447"/>
              <a:ext cx="589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15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017" name="Text Box 48"/>
            <p:cNvSpPr txBox="1">
              <a:spLocks noChangeArrowheads="1"/>
            </p:cNvSpPr>
            <p:nvPr/>
          </p:nvSpPr>
          <p:spPr bwMode="auto">
            <a:xfrm>
              <a:off x="1542" y="2679"/>
              <a:ext cx="36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1018" name="Oval 49"/>
            <p:cNvSpPr>
              <a:spLocks noChangeArrowheads="1"/>
            </p:cNvSpPr>
            <p:nvPr/>
          </p:nvSpPr>
          <p:spPr bwMode="auto">
            <a:xfrm>
              <a:off x="2178" y="3910"/>
              <a:ext cx="90" cy="110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19" name="Oval 50"/>
            <p:cNvSpPr>
              <a:spLocks noChangeArrowheads="1"/>
            </p:cNvSpPr>
            <p:nvPr/>
          </p:nvSpPr>
          <p:spPr bwMode="auto">
            <a:xfrm>
              <a:off x="2132" y="2432"/>
              <a:ext cx="90" cy="110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20" name="Line 51"/>
            <p:cNvSpPr>
              <a:spLocks noChangeShapeType="1"/>
            </p:cNvSpPr>
            <p:nvPr/>
          </p:nvSpPr>
          <p:spPr bwMode="auto">
            <a:xfrm>
              <a:off x="1769" y="3966"/>
              <a:ext cx="408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21" name="Line 52"/>
            <p:cNvSpPr>
              <a:spLocks noChangeShapeType="1"/>
            </p:cNvSpPr>
            <p:nvPr/>
          </p:nvSpPr>
          <p:spPr bwMode="auto">
            <a:xfrm>
              <a:off x="1496" y="2486"/>
              <a:ext cx="0" cy="767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22" name="Line 53"/>
            <p:cNvSpPr>
              <a:spLocks noChangeShapeType="1"/>
            </p:cNvSpPr>
            <p:nvPr/>
          </p:nvSpPr>
          <p:spPr bwMode="auto">
            <a:xfrm>
              <a:off x="1496" y="2486"/>
              <a:ext cx="636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23" name="Rectangle 54"/>
            <p:cNvSpPr>
              <a:spLocks noChangeArrowheads="1"/>
            </p:cNvSpPr>
            <p:nvPr/>
          </p:nvSpPr>
          <p:spPr bwMode="auto">
            <a:xfrm>
              <a:off x="1451" y="2651"/>
              <a:ext cx="91" cy="38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24" name="Rectangle 55"/>
            <p:cNvSpPr>
              <a:spLocks noChangeArrowheads="1"/>
            </p:cNvSpPr>
            <p:nvPr/>
          </p:nvSpPr>
          <p:spPr bwMode="auto">
            <a:xfrm rot="16200000">
              <a:off x="1083" y="3523"/>
              <a:ext cx="328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25" name="Text Box 56"/>
            <p:cNvSpPr txBox="1">
              <a:spLocks noChangeArrowheads="1"/>
            </p:cNvSpPr>
            <p:nvPr/>
          </p:nvSpPr>
          <p:spPr bwMode="auto">
            <a:xfrm>
              <a:off x="703" y="3474"/>
              <a:ext cx="589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10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051026" name="Oval 58"/>
          <p:cNvSpPr>
            <a:spLocks noChangeArrowheads="1"/>
          </p:cNvSpPr>
          <p:nvPr/>
        </p:nvSpPr>
        <p:spPr bwMode="auto">
          <a:xfrm>
            <a:off x="1826261" y="2283460"/>
            <a:ext cx="1152525" cy="935038"/>
          </a:xfrm>
          <a:prstGeom prst="ellipse">
            <a:avLst/>
          </a:prstGeom>
          <a:noFill/>
          <a:ln w="38100">
            <a:solidFill>
              <a:srgbClr val="FF3300"/>
            </a:solidFill>
            <a:prstDash val="dash"/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1595" name="Group 59"/>
          <p:cNvGrpSpPr/>
          <p:nvPr/>
        </p:nvGrpSpPr>
        <p:grpSpPr bwMode="auto">
          <a:xfrm>
            <a:off x="1992313" y="3440114"/>
            <a:ext cx="1016000" cy="936625"/>
            <a:chOff x="295" y="2167"/>
            <a:chExt cx="640" cy="590"/>
          </a:xfrm>
        </p:grpSpPr>
        <p:sp>
          <p:nvSpPr>
            <p:cNvPr id="1051027" name="AutoShape 60"/>
            <p:cNvSpPr>
              <a:spLocks noChangeArrowheads="1"/>
            </p:cNvSpPr>
            <p:nvPr/>
          </p:nvSpPr>
          <p:spPr bwMode="auto">
            <a:xfrm rot="-1790341">
              <a:off x="708" y="2167"/>
              <a:ext cx="227" cy="590"/>
            </a:xfrm>
            <a:prstGeom prst="downArrow">
              <a:avLst>
                <a:gd name="adj1" fmla="val 50000"/>
                <a:gd name="adj2" fmla="val 64978"/>
              </a:avLst>
            </a:prstGeom>
            <a:solidFill>
              <a:schemeClr val="accent1"/>
            </a:solidFill>
            <a:ln w="9525">
              <a:solidFill>
                <a:schemeClr val="accent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28" name="Text Box 61"/>
            <p:cNvSpPr txBox="1">
              <a:spLocks noChangeArrowheads="1"/>
            </p:cNvSpPr>
            <p:nvPr/>
          </p:nvSpPr>
          <p:spPr bwMode="auto">
            <a:xfrm>
              <a:off x="295" y="2432"/>
              <a:ext cx="59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 b="1">
                  <a:solidFill>
                    <a:schemeClr val="bg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等效</a:t>
              </a:r>
              <a:endParaRPr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1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041" name="Text Box 2"/>
          <p:cNvSpPr txBox="1">
            <a:spLocks noChangeArrowheads="1"/>
          </p:cNvSpPr>
          <p:nvPr/>
        </p:nvSpPr>
        <p:spPr bwMode="auto">
          <a:xfrm>
            <a:off x="399733" y="1111886"/>
            <a:ext cx="838200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3.</a:t>
            </a:r>
            <a:endParaRPr lang="en-US" altLang="zh-CN" sz="2400" b="1">
              <a:solidFill>
                <a:srgbClr val="FFFF00"/>
              </a:solidFill>
              <a:ea typeface="黑体" panose="02010609060101010101" pitchFamily="49" charset="-122"/>
            </a:endParaRPr>
          </a:p>
        </p:txBody>
      </p:sp>
      <p:sp>
        <p:nvSpPr>
          <p:cNvPr id="1051042" name="Line 3"/>
          <p:cNvSpPr>
            <a:spLocks noChangeShapeType="1"/>
          </p:cNvSpPr>
          <p:nvPr/>
        </p:nvSpPr>
        <p:spPr bwMode="auto">
          <a:xfrm flipV="1">
            <a:off x="2761299" y="1418273"/>
            <a:ext cx="433387" cy="0"/>
          </a:xfrm>
          <a:prstGeom prst="line">
            <a:avLst/>
          </a:prstGeom>
          <a:noFill/>
          <a:ln>
            <a:noFill/>
          </a:ln>
          <a:effectLst/>
        </p:spPr>
        <p:txBody>
          <a:bodyPr/>
          <a:p>
            <a:endParaRPr lang="zh-CN" altLang="en-US"/>
          </a:p>
        </p:txBody>
      </p:sp>
      <p:grpSp>
        <p:nvGrpSpPr>
          <p:cNvPr id="1616" name="Group 4"/>
          <p:cNvGrpSpPr/>
          <p:nvPr/>
        </p:nvGrpSpPr>
        <p:grpSpPr bwMode="auto">
          <a:xfrm>
            <a:off x="1502411" y="915035"/>
            <a:ext cx="2627313" cy="2520950"/>
            <a:chOff x="521" y="663"/>
            <a:chExt cx="1655" cy="1315"/>
          </a:xfrm>
        </p:grpSpPr>
        <p:sp>
          <p:nvSpPr>
            <p:cNvPr id="1051043" name="Rectangle 5"/>
            <p:cNvSpPr>
              <a:spLocks noChangeArrowheads="1"/>
            </p:cNvSpPr>
            <p:nvPr/>
          </p:nvSpPr>
          <p:spPr bwMode="auto">
            <a:xfrm>
              <a:off x="1134" y="1343"/>
              <a:ext cx="499" cy="590"/>
            </a:xfrm>
            <a:prstGeom prst="rect">
              <a:avLst/>
            </a:prstGeom>
            <a:noFill/>
            <a:ln w="28575">
              <a:solidFill>
                <a:srgbClr val="FFCC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44" name="Rectangle 6"/>
            <p:cNvSpPr>
              <a:spLocks noChangeArrowheads="1"/>
            </p:cNvSpPr>
            <p:nvPr/>
          </p:nvSpPr>
          <p:spPr bwMode="auto">
            <a:xfrm rot="16200000">
              <a:off x="1497" y="1544"/>
              <a:ext cx="272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45" name="Text Box 7"/>
            <p:cNvSpPr txBox="1">
              <a:spLocks noChangeArrowheads="1"/>
            </p:cNvSpPr>
            <p:nvPr/>
          </p:nvSpPr>
          <p:spPr bwMode="auto">
            <a:xfrm>
              <a:off x="1224" y="1503"/>
              <a:ext cx="335" cy="24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1046" name="Text Box 8"/>
            <p:cNvSpPr txBox="1">
              <a:spLocks noChangeArrowheads="1"/>
            </p:cNvSpPr>
            <p:nvPr/>
          </p:nvSpPr>
          <p:spPr bwMode="auto">
            <a:xfrm>
              <a:off x="1179" y="1322"/>
              <a:ext cx="408" cy="24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47" name="Text Box 9"/>
            <p:cNvSpPr txBox="1">
              <a:spLocks noChangeArrowheads="1"/>
            </p:cNvSpPr>
            <p:nvPr/>
          </p:nvSpPr>
          <p:spPr bwMode="auto">
            <a:xfrm>
              <a:off x="1270" y="1639"/>
              <a:ext cx="226" cy="23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1048" name="Text Box 10"/>
            <p:cNvSpPr txBox="1">
              <a:spLocks noChangeArrowheads="1"/>
            </p:cNvSpPr>
            <p:nvPr/>
          </p:nvSpPr>
          <p:spPr bwMode="auto">
            <a:xfrm>
              <a:off x="1587" y="1503"/>
              <a:ext cx="589" cy="24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15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049" name="Text Box 11"/>
            <p:cNvSpPr txBox="1">
              <a:spLocks noChangeArrowheads="1"/>
            </p:cNvSpPr>
            <p:nvPr/>
          </p:nvSpPr>
          <p:spPr bwMode="auto">
            <a:xfrm>
              <a:off x="521" y="1234"/>
              <a:ext cx="612" cy="272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0.1</a:t>
              </a:r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8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1050" name="Text Box 12"/>
            <p:cNvSpPr txBox="1">
              <a:spLocks noChangeArrowheads="1"/>
            </p:cNvSpPr>
            <p:nvPr/>
          </p:nvSpPr>
          <p:spPr bwMode="auto">
            <a:xfrm>
              <a:off x="1406" y="867"/>
              <a:ext cx="363" cy="24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1051" name="Oval 13"/>
            <p:cNvSpPr>
              <a:spLocks noChangeArrowheads="1"/>
            </p:cNvSpPr>
            <p:nvPr/>
          </p:nvSpPr>
          <p:spPr bwMode="auto">
            <a:xfrm>
              <a:off x="2042" y="1887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52" name="Oval 14"/>
            <p:cNvSpPr>
              <a:spLocks noChangeArrowheads="1"/>
            </p:cNvSpPr>
            <p:nvPr/>
          </p:nvSpPr>
          <p:spPr bwMode="auto">
            <a:xfrm>
              <a:off x="1996" y="663"/>
              <a:ext cx="90" cy="91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53" name="Line 15"/>
            <p:cNvSpPr>
              <a:spLocks noChangeShapeType="1"/>
            </p:cNvSpPr>
            <p:nvPr/>
          </p:nvSpPr>
          <p:spPr bwMode="auto">
            <a:xfrm>
              <a:off x="1633" y="1933"/>
              <a:ext cx="408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54" name="Line 16"/>
            <p:cNvSpPr>
              <a:spLocks noChangeShapeType="1"/>
            </p:cNvSpPr>
            <p:nvPr/>
          </p:nvSpPr>
          <p:spPr bwMode="auto">
            <a:xfrm>
              <a:off x="1360" y="708"/>
              <a:ext cx="0" cy="635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55" name="Line 17"/>
            <p:cNvSpPr>
              <a:spLocks noChangeShapeType="1"/>
            </p:cNvSpPr>
            <p:nvPr/>
          </p:nvSpPr>
          <p:spPr bwMode="auto">
            <a:xfrm>
              <a:off x="1360" y="708"/>
              <a:ext cx="636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56" name="Rectangle 18"/>
            <p:cNvSpPr>
              <a:spLocks noChangeArrowheads="1"/>
            </p:cNvSpPr>
            <p:nvPr/>
          </p:nvSpPr>
          <p:spPr bwMode="auto">
            <a:xfrm>
              <a:off x="1315" y="844"/>
              <a:ext cx="91" cy="317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57" name="AutoShape 19"/>
            <p:cNvSpPr>
              <a:spLocks noChangeArrowheads="1"/>
            </p:cNvSpPr>
            <p:nvPr/>
          </p:nvSpPr>
          <p:spPr bwMode="auto">
            <a:xfrm rot="10800000">
              <a:off x="997" y="1424"/>
              <a:ext cx="273" cy="383"/>
            </a:xfrm>
            <a:prstGeom prst="flowChartSort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58" name="Line 20"/>
            <p:cNvSpPr>
              <a:spLocks noChangeShapeType="1"/>
            </p:cNvSpPr>
            <p:nvPr/>
          </p:nvSpPr>
          <p:spPr bwMode="auto">
            <a:xfrm>
              <a:off x="907" y="1570"/>
              <a:ext cx="0" cy="272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</p:grpSp>
      <p:grpSp>
        <p:nvGrpSpPr>
          <p:cNvPr id="1617" name="Group 21"/>
          <p:cNvGrpSpPr/>
          <p:nvPr/>
        </p:nvGrpSpPr>
        <p:grpSpPr bwMode="auto">
          <a:xfrm>
            <a:off x="3482024" y="986473"/>
            <a:ext cx="1512887" cy="2381528"/>
            <a:chOff x="1383" y="436"/>
            <a:chExt cx="862" cy="1276"/>
          </a:xfrm>
        </p:grpSpPr>
        <p:sp>
          <p:nvSpPr>
            <p:cNvPr id="1051059" name="Text Box 22"/>
            <p:cNvSpPr txBox="1">
              <a:spLocks noChangeArrowheads="1"/>
            </p:cNvSpPr>
            <p:nvPr/>
          </p:nvSpPr>
          <p:spPr bwMode="auto">
            <a:xfrm>
              <a:off x="1383" y="502"/>
              <a:ext cx="408" cy="247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60" name="Text Box 23"/>
            <p:cNvSpPr txBox="1">
              <a:spLocks noChangeArrowheads="1"/>
            </p:cNvSpPr>
            <p:nvPr/>
          </p:nvSpPr>
          <p:spPr bwMode="auto">
            <a:xfrm>
              <a:off x="1519" y="1498"/>
              <a:ext cx="273" cy="214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zh-CN" altLang="en-US" sz="20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－</a:t>
              </a:r>
              <a:endParaRPr lang="zh-CN" altLang="en-US" sz="20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1061" name="Text Box 24"/>
            <p:cNvSpPr txBox="1">
              <a:spLocks noChangeArrowheads="1"/>
            </p:cNvSpPr>
            <p:nvPr/>
          </p:nvSpPr>
          <p:spPr bwMode="auto">
            <a:xfrm>
              <a:off x="1882" y="458"/>
              <a:ext cx="318" cy="28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62" name="Freeform 25"/>
            <p:cNvSpPr/>
            <p:nvPr/>
          </p:nvSpPr>
          <p:spPr bwMode="auto">
            <a:xfrm>
              <a:off x="1701" y="436"/>
              <a:ext cx="454" cy="1225"/>
            </a:xfrm>
            <a:custGeom>
              <a:avLst/>
              <a:gdLst>
                <a:gd name="T0" fmla="*/ 0 w 408"/>
                <a:gd name="T1" fmla="*/ 1323 h 1179"/>
                <a:gd name="T2" fmla="*/ 562 w 408"/>
                <a:gd name="T3" fmla="*/ 764 h 1179"/>
                <a:gd name="T4" fmla="*/ 0 w 408"/>
                <a:gd name="T5" fmla="*/ 0 h 1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8" h="1179">
                  <a:moveTo>
                    <a:pt x="0" y="1179"/>
                  </a:moveTo>
                  <a:cubicBezTo>
                    <a:pt x="204" y="1027"/>
                    <a:pt x="408" y="876"/>
                    <a:pt x="408" y="680"/>
                  </a:cubicBezTo>
                  <a:cubicBezTo>
                    <a:pt x="408" y="484"/>
                    <a:pt x="68" y="113"/>
                    <a:pt x="0" y="0"/>
                  </a:cubicBezTo>
                </a:path>
              </a:pathLst>
            </a:custGeom>
            <a:noFill/>
            <a:ln w="28575" cap="flat" cmpd="sng">
              <a:solidFill>
                <a:srgbClr val="FFCC00"/>
              </a:solidFill>
              <a:prstDash val="solid"/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grpSp>
          <p:nvGrpSpPr>
            <p:cNvPr id="1618" name="Group 26"/>
            <p:cNvGrpSpPr/>
            <p:nvPr/>
          </p:nvGrpSpPr>
          <p:grpSpPr bwMode="auto">
            <a:xfrm>
              <a:off x="1973" y="981"/>
              <a:ext cx="272" cy="318"/>
              <a:chOff x="1973" y="845"/>
              <a:chExt cx="272" cy="318"/>
            </a:xfrm>
          </p:grpSpPr>
          <p:sp>
            <p:nvSpPr>
              <p:cNvPr id="1051063" name="Oval 27"/>
              <p:cNvSpPr>
                <a:spLocks noChangeArrowheads="1"/>
              </p:cNvSpPr>
              <p:nvPr/>
            </p:nvSpPr>
            <p:spPr bwMode="auto">
              <a:xfrm>
                <a:off x="1973" y="845"/>
                <a:ext cx="272" cy="318"/>
              </a:xfrm>
              <a:prstGeom prst="ellipse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1064" name="Line 28"/>
              <p:cNvSpPr>
                <a:spLocks noChangeShapeType="1"/>
              </p:cNvSpPr>
              <p:nvPr/>
            </p:nvSpPr>
            <p:spPr bwMode="auto">
              <a:xfrm>
                <a:off x="1973" y="981"/>
                <a:ext cx="272" cy="0"/>
              </a:xfrm>
              <a:prstGeom prst="line">
                <a:avLst/>
              </a:prstGeom>
              <a:noFill/>
              <a:ln w="38100">
                <a:solidFill>
                  <a:srgbClr val="FF99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</p:grpSp>
        <p:sp>
          <p:nvSpPr>
            <p:cNvPr id="1051065" name="Line 29"/>
            <p:cNvSpPr>
              <a:spLocks noChangeShapeType="1"/>
            </p:cNvSpPr>
            <p:nvPr/>
          </p:nvSpPr>
          <p:spPr bwMode="auto">
            <a:xfrm flipH="1" flipV="1">
              <a:off x="1792" y="482"/>
              <a:ext cx="272" cy="318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66" name="Text Box 30"/>
            <p:cNvSpPr txBox="1">
              <a:spLocks noChangeArrowheads="1"/>
            </p:cNvSpPr>
            <p:nvPr/>
          </p:nvSpPr>
          <p:spPr bwMode="auto">
            <a:xfrm>
              <a:off x="1519" y="845"/>
              <a:ext cx="181" cy="28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pSp>
        <p:nvGrpSpPr>
          <p:cNvPr id="1619" name="Group 31"/>
          <p:cNvGrpSpPr/>
          <p:nvPr/>
        </p:nvGrpSpPr>
        <p:grpSpPr bwMode="auto">
          <a:xfrm>
            <a:off x="2331085" y="1634174"/>
            <a:ext cx="1079500" cy="538162"/>
            <a:chOff x="839" y="2014"/>
            <a:chExt cx="680" cy="339"/>
          </a:xfrm>
        </p:grpSpPr>
        <p:sp>
          <p:nvSpPr>
            <p:cNvPr id="1051067" name="Line 32"/>
            <p:cNvSpPr>
              <a:spLocks noChangeShapeType="1"/>
            </p:cNvSpPr>
            <p:nvPr/>
          </p:nvSpPr>
          <p:spPr bwMode="auto">
            <a:xfrm>
              <a:off x="1202" y="2341"/>
              <a:ext cx="272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68" name="Line 33"/>
            <p:cNvSpPr>
              <a:spLocks noChangeShapeType="1"/>
            </p:cNvSpPr>
            <p:nvPr/>
          </p:nvSpPr>
          <p:spPr bwMode="auto">
            <a:xfrm>
              <a:off x="839" y="2341"/>
              <a:ext cx="272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head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69" name="Text Box 34"/>
            <p:cNvSpPr txBox="1">
              <a:spLocks noChangeArrowheads="1"/>
            </p:cNvSpPr>
            <p:nvPr/>
          </p:nvSpPr>
          <p:spPr bwMode="auto">
            <a:xfrm>
              <a:off x="1202" y="2024"/>
              <a:ext cx="317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i="1"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70" name="Text Box 35"/>
            <p:cNvSpPr txBox="1">
              <a:spLocks noChangeArrowheads="1"/>
            </p:cNvSpPr>
            <p:nvPr/>
          </p:nvSpPr>
          <p:spPr bwMode="auto">
            <a:xfrm>
              <a:off x="884" y="2014"/>
              <a:ext cx="317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b="1" i="1"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r>
                <a:rPr lang="en-US" altLang="zh-CN" sz="2800" b="1" baseline="-25000"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endParaRPr lang="en-US" altLang="zh-CN" sz="28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  <p:graphicFrame>
        <p:nvGraphicFramePr>
          <p:cNvPr id="4194358" name="Object 36"/>
          <p:cNvGraphicFramePr>
            <a:graphicFrameLocks noChangeAspect="1"/>
          </p:cNvGraphicFramePr>
          <p:nvPr/>
        </p:nvGraphicFramePr>
        <p:xfrm>
          <a:off x="6227640" y="1222184"/>
          <a:ext cx="1323975" cy="6413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8896" name="Equation" showAsIcon="1" r:id="rId1" imgW="12496800" imgH="5486400" progId="Equation.DSMT4">
                  <p:embed/>
                </p:oleObj>
              </mc:Choice>
              <mc:Fallback>
                <p:oleObj name="Equation" showAsIcon="1" r:id="rId1" imgW="12496800" imgH="5486400" progId="Equation.DSMT4">
                  <p:embed/>
                  <p:pic>
                    <p:nvPicPr>
                      <p:cNvPr id="0" name="图片 2889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27640" y="1222184"/>
                        <a:ext cx="1323975" cy="6413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59" name="Object 37"/>
          <p:cNvGraphicFramePr>
            <a:graphicFrameLocks noChangeAspect="1"/>
          </p:cNvGraphicFramePr>
          <p:nvPr/>
        </p:nvGraphicFramePr>
        <p:xfrm>
          <a:off x="8328695" y="1139215"/>
          <a:ext cx="2797175" cy="7207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8897" name="Equation" showAsIcon="1" r:id="rId3" imgW="23774400" imgH="5486400" progId="Equation.DSMT4">
                  <p:embed/>
                </p:oleObj>
              </mc:Choice>
              <mc:Fallback>
                <p:oleObj name="Equation" showAsIcon="1" r:id="rId3" imgW="23774400" imgH="5486400" progId="Equation.DSMT4">
                  <p:embed/>
                  <p:pic>
                    <p:nvPicPr>
                      <p:cNvPr id="0" name="图片 2889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28695" y="1139215"/>
                        <a:ext cx="2797175" cy="7207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60" name="Object 38"/>
          <p:cNvGraphicFramePr>
            <a:graphicFrameLocks noChangeAspect="1"/>
          </p:cNvGraphicFramePr>
          <p:nvPr/>
        </p:nvGraphicFramePr>
        <p:xfrm>
          <a:off x="6227640" y="1876911"/>
          <a:ext cx="2422525" cy="6429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8898" name="Equation" showAsIcon="1" r:id="rId5" imgW="23164800" imgH="5486400" progId="Equation.DSMT4">
                  <p:embed/>
                </p:oleObj>
              </mc:Choice>
              <mc:Fallback>
                <p:oleObj name="Equation" showAsIcon="1" r:id="rId5" imgW="23164800" imgH="5486400" progId="Equation.DSMT4">
                  <p:embed/>
                  <p:pic>
                    <p:nvPicPr>
                      <p:cNvPr id="0" name="图片 2889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27640" y="1876911"/>
                        <a:ext cx="2422525" cy="6429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61" name="Object 39"/>
          <p:cNvGraphicFramePr>
            <a:graphicFrameLocks noChangeAspect="1"/>
          </p:cNvGraphicFramePr>
          <p:nvPr/>
        </p:nvGraphicFramePr>
        <p:xfrm>
          <a:off x="6227640" y="2614576"/>
          <a:ext cx="3527425" cy="1044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8899" name="Equation" showAsIcon="1" r:id="rId7" imgW="38709600" imgH="10972800" progId="Equation.DSMT4">
                  <p:embed/>
                </p:oleObj>
              </mc:Choice>
              <mc:Fallback>
                <p:oleObj name="Equation" showAsIcon="1" r:id="rId7" imgW="38709600" imgH="10972800" progId="Equation.DSMT4">
                  <p:embed/>
                  <p:pic>
                    <p:nvPicPr>
                      <p:cNvPr id="0" name="图片 2889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27640" y="2614576"/>
                        <a:ext cx="3527425" cy="1044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4362" name="Object 40"/>
          <p:cNvGraphicFramePr>
            <a:graphicFrameLocks noChangeAspect="1"/>
          </p:cNvGraphicFramePr>
          <p:nvPr/>
        </p:nvGraphicFramePr>
        <p:xfrm>
          <a:off x="6227640" y="3788069"/>
          <a:ext cx="3333750" cy="10683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8900" name="Equation" showAsIcon="1" r:id="rId9" imgW="33832800" imgH="10363200" progId="Equation.DSMT4">
                  <p:embed/>
                </p:oleObj>
              </mc:Choice>
              <mc:Fallback>
                <p:oleObj name="Equation" showAsIcon="1" r:id="rId9" imgW="33832800" imgH="10363200" progId="Equation.DSMT4">
                  <p:embed/>
                  <p:pic>
                    <p:nvPicPr>
                      <p:cNvPr id="0" name="图片 2889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27640" y="3788069"/>
                        <a:ext cx="3333750" cy="10683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620" name="Group 41"/>
          <p:cNvGrpSpPr/>
          <p:nvPr/>
        </p:nvGrpSpPr>
        <p:grpSpPr bwMode="auto">
          <a:xfrm>
            <a:off x="2640014" y="3787775"/>
            <a:ext cx="2554287" cy="2520950"/>
            <a:chOff x="703" y="2432"/>
            <a:chExt cx="1609" cy="1588"/>
          </a:xfrm>
        </p:grpSpPr>
        <p:sp>
          <p:nvSpPr>
            <p:cNvPr id="1051071" name="Rectangle 42"/>
            <p:cNvSpPr>
              <a:spLocks noChangeArrowheads="1"/>
            </p:cNvSpPr>
            <p:nvPr/>
          </p:nvSpPr>
          <p:spPr bwMode="auto">
            <a:xfrm>
              <a:off x="1270" y="3253"/>
              <a:ext cx="499" cy="713"/>
            </a:xfrm>
            <a:prstGeom prst="rect">
              <a:avLst/>
            </a:prstGeom>
            <a:noFill/>
            <a:ln w="28575">
              <a:solidFill>
                <a:srgbClr val="FFCC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72" name="Rectangle 43"/>
            <p:cNvSpPr>
              <a:spLocks noChangeArrowheads="1"/>
            </p:cNvSpPr>
            <p:nvPr/>
          </p:nvSpPr>
          <p:spPr bwMode="auto">
            <a:xfrm rot="16200000">
              <a:off x="1605" y="3520"/>
              <a:ext cx="328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73" name="Text Box 44"/>
            <p:cNvSpPr txBox="1">
              <a:spLocks noChangeArrowheads="1"/>
            </p:cNvSpPr>
            <p:nvPr/>
          </p:nvSpPr>
          <p:spPr bwMode="auto">
            <a:xfrm>
              <a:off x="1360" y="3447"/>
              <a:ext cx="335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r>
                <a:rPr lang="en-US" altLang="zh-CN" sz="2400" b="1" baseline="-25000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1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1074" name="Text Box 45"/>
            <p:cNvSpPr txBox="1">
              <a:spLocks noChangeArrowheads="1"/>
            </p:cNvSpPr>
            <p:nvPr/>
          </p:nvSpPr>
          <p:spPr bwMode="auto">
            <a:xfrm>
              <a:off x="1315" y="3228"/>
              <a:ext cx="40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075" name="Text Box 46"/>
            <p:cNvSpPr txBox="1">
              <a:spLocks noChangeArrowheads="1"/>
            </p:cNvSpPr>
            <p:nvPr/>
          </p:nvSpPr>
          <p:spPr bwMode="auto">
            <a:xfrm>
              <a:off x="1406" y="3611"/>
              <a:ext cx="226" cy="28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solidFill>
                  <a:schemeClr val="tx2"/>
                </a:solidFill>
                <a:ea typeface="仿宋_GB2312" pitchFamily="49" charset="-122"/>
              </a:endParaRPr>
            </a:p>
          </p:txBody>
        </p:sp>
        <p:sp>
          <p:nvSpPr>
            <p:cNvPr id="1051076" name="Text Box 47"/>
            <p:cNvSpPr txBox="1">
              <a:spLocks noChangeArrowheads="1"/>
            </p:cNvSpPr>
            <p:nvPr/>
          </p:nvSpPr>
          <p:spPr bwMode="auto">
            <a:xfrm>
              <a:off x="1723" y="3447"/>
              <a:ext cx="589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15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  <p:sp>
          <p:nvSpPr>
            <p:cNvPr id="1051077" name="Text Box 48"/>
            <p:cNvSpPr txBox="1">
              <a:spLocks noChangeArrowheads="1"/>
            </p:cNvSpPr>
            <p:nvPr/>
          </p:nvSpPr>
          <p:spPr bwMode="auto">
            <a:xfrm>
              <a:off x="1542" y="2679"/>
              <a:ext cx="36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5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sp>
          <p:nvSpPr>
            <p:cNvPr id="1051078" name="Oval 49"/>
            <p:cNvSpPr>
              <a:spLocks noChangeArrowheads="1"/>
            </p:cNvSpPr>
            <p:nvPr/>
          </p:nvSpPr>
          <p:spPr bwMode="auto">
            <a:xfrm>
              <a:off x="2178" y="3910"/>
              <a:ext cx="90" cy="110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79" name="Oval 50"/>
            <p:cNvSpPr>
              <a:spLocks noChangeArrowheads="1"/>
            </p:cNvSpPr>
            <p:nvPr/>
          </p:nvSpPr>
          <p:spPr bwMode="auto">
            <a:xfrm>
              <a:off x="2132" y="2432"/>
              <a:ext cx="90" cy="110"/>
            </a:xfrm>
            <a:prstGeom prst="ellipse">
              <a:avLst/>
            </a:prstGeom>
            <a:noFill/>
            <a:ln w="38100">
              <a:solidFill>
                <a:srgbClr val="FFCC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80" name="Line 51"/>
            <p:cNvSpPr>
              <a:spLocks noChangeShapeType="1"/>
            </p:cNvSpPr>
            <p:nvPr/>
          </p:nvSpPr>
          <p:spPr bwMode="auto">
            <a:xfrm>
              <a:off x="1769" y="3966"/>
              <a:ext cx="408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head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81" name="Line 52"/>
            <p:cNvSpPr>
              <a:spLocks noChangeShapeType="1"/>
            </p:cNvSpPr>
            <p:nvPr/>
          </p:nvSpPr>
          <p:spPr bwMode="auto">
            <a:xfrm>
              <a:off x="1496" y="2486"/>
              <a:ext cx="0" cy="767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  <a:tailEnd type="oval" w="med" len="med"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82" name="Line 53"/>
            <p:cNvSpPr>
              <a:spLocks noChangeShapeType="1"/>
            </p:cNvSpPr>
            <p:nvPr/>
          </p:nvSpPr>
          <p:spPr bwMode="auto">
            <a:xfrm>
              <a:off x="1496" y="2486"/>
              <a:ext cx="636" cy="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083" name="Rectangle 54"/>
            <p:cNvSpPr>
              <a:spLocks noChangeArrowheads="1"/>
            </p:cNvSpPr>
            <p:nvPr/>
          </p:nvSpPr>
          <p:spPr bwMode="auto">
            <a:xfrm>
              <a:off x="1451" y="2651"/>
              <a:ext cx="91" cy="38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FF9900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84" name="Rectangle 55"/>
            <p:cNvSpPr>
              <a:spLocks noChangeArrowheads="1"/>
            </p:cNvSpPr>
            <p:nvPr/>
          </p:nvSpPr>
          <p:spPr bwMode="auto">
            <a:xfrm rot="16200000">
              <a:off x="1083" y="3523"/>
              <a:ext cx="328" cy="233"/>
            </a:xfrm>
            <a:prstGeom prst="rect">
              <a:avLst/>
            </a:prstGeom>
            <a:solidFill>
              <a:srgbClr val="FF9900"/>
            </a:solidFill>
            <a:ln w="28575">
              <a:solidFill>
                <a:srgbClr val="FF9900"/>
              </a:solidFill>
              <a:miter lim="800000"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85" name="Text Box 56"/>
            <p:cNvSpPr txBox="1">
              <a:spLocks noChangeArrowheads="1"/>
            </p:cNvSpPr>
            <p:nvPr/>
          </p:nvSpPr>
          <p:spPr bwMode="auto">
            <a:xfrm>
              <a:off x="703" y="3474"/>
              <a:ext cx="589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10</a:t>
              </a:r>
              <a:endParaRPr lang="en-US" altLang="zh-CN" sz="2400" b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endParaRPr>
            </a:p>
          </p:txBody>
        </p:sp>
      </p:grpSp>
      <p:graphicFrame>
        <p:nvGraphicFramePr>
          <p:cNvPr id="4194363" name="Object 57"/>
          <p:cNvGraphicFramePr>
            <a:graphicFrameLocks noChangeAspect="1"/>
          </p:cNvGraphicFramePr>
          <p:nvPr/>
        </p:nvGraphicFramePr>
        <p:xfrm>
          <a:off x="6227640" y="4985374"/>
          <a:ext cx="3381375" cy="979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8901" name="Equation" showAsIcon="1" r:id="rId11" imgW="34137600" imgH="9448800" progId="Equation.DSMT4">
                  <p:embed/>
                </p:oleObj>
              </mc:Choice>
              <mc:Fallback>
                <p:oleObj name="Equation" showAsIcon="1" r:id="rId11" imgW="34137600" imgH="9448800" progId="Equation.DSMT4">
                  <p:embed/>
                  <p:pic>
                    <p:nvPicPr>
                      <p:cNvPr id="0" name="图片 2890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27640" y="4985374"/>
                        <a:ext cx="3381375" cy="979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51086" name="Oval 58"/>
          <p:cNvSpPr>
            <a:spLocks noChangeArrowheads="1"/>
          </p:cNvSpPr>
          <p:nvPr/>
        </p:nvSpPr>
        <p:spPr bwMode="auto">
          <a:xfrm>
            <a:off x="1826261" y="2283460"/>
            <a:ext cx="1152525" cy="935038"/>
          </a:xfrm>
          <a:prstGeom prst="ellipse">
            <a:avLst/>
          </a:prstGeom>
          <a:noFill/>
          <a:ln w="38100">
            <a:solidFill>
              <a:srgbClr val="FF3300"/>
            </a:solidFill>
            <a:prstDash val="dash"/>
            <a:round/>
          </a:ln>
          <a:effectLst/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zh-CN" altLang="en-US">
              <a:ea typeface="宋体" panose="02010600030101010101" pitchFamily="2" charset="-122"/>
            </a:endParaRPr>
          </a:p>
        </p:txBody>
      </p:sp>
      <p:grpSp>
        <p:nvGrpSpPr>
          <p:cNvPr id="1621" name="Group 59"/>
          <p:cNvGrpSpPr/>
          <p:nvPr/>
        </p:nvGrpSpPr>
        <p:grpSpPr bwMode="auto">
          <a:xfrm>
            <a:off x="1992313" y="3440114"/>
            <a:ext cx="1016000" cy="936625"/>
            <a:chOff x="295" y="2167"/>
            <a:chExt cx="640" cy="590"/>
          </a:xfrm>
        </p:grpSpPr>
        <p:sp>
          <p:nvSpPr>
            <p:cNvPr id="1051087" name="AutoShape 60"/>
            <p:cNvSpPr>
              <a:spLocks noChangeArrowheads="1"/>
            </p:cNvSpPr>
            <p:nvPr/>
          </p:nvSpPr>
          <p:spPr bwMode="auto">
            <a:xfrm rot="-1790341">
              <a:off x="708" y="2167"/>
              <a:ext cx="227" cy="590"/>
            </a:xfrm>
            <a:prstGeom prst="downArrow">
              <a:avLst>
                <a:gd name="adj1" fmla="val 50000"/>
                <a:gd name="adj2" fmla="val 64978"/>
              </a:avLst>
            </a:prstGeom>
            <a:solidFill>
              <a:schemeClr val="accent1"/>
            </a:solidFill>
            <a:ln w="9525">
              <a:solidFill>
                <a:schemeClr val="accent1"/>
              </a:solidFill>
              <a:miter lim="800000"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088" name="Text Box 61"/>
            <p:cNvSpPr txBox="1">
              <a:spLocks noChangeArrowheads="1"/>
            </p:cNvSpPr>
            <p:nvPr/>
          </p:nvSpPr>
          <p:spPr bwMode="auto">
            <a:xfrm>
              <a:off x="295" y="2432"/>
              <a:ext cx="590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 b="1">
                  <a:solidFill>
                    <a:schemeClr val="bg1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等效</a:t>
              </a:r>
              <a:endParaRPr lang="zh-CN" altLang="en-US" sz="24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</p:grp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62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089" name="Text Box 2"/>
          <p:cNvSpPr txBox="1">
            <a:spLocks noChangeArrowheads="1"/>
          </p:cNvSpPr>
          <p:nvPr/>
        </p:nvSpPr>
        <p:spPr bwMode="auto">
          <a:xfrm>
            <a:off x="3161348" y="1701801"/>
            <a:ext cx="838200" cy="521970"/>
          </a:xfrm>
          <a:prstGeom prst="rect">
            <a:avLst/>
          </a:prstGeom>
          <a:solidFill>
            <a:srgbClr val="993366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zh-CN" altLang="en-US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例</a:t>
            </a:r>
            <a:r>
              <a:rPr lang="en-US" altLang="zh-CN" sz="2800" b="1">
                <a:solidFill>
                  <a:schemeClr val="bg1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4.</a:t>
            </a:r>
            <a:endParaRPr lang="en-US" altLang="zh-CN" sz="2400" b="1">
              <a:solidFill>
                <a:srgbClr val="FFFF00"/>
              </a:solidFill>
              <a:ea typeface="黑体" panose="02010609060101010101" pitchFamily="49" charset="-122"/>
            </a:endParaRPr>
          </a:p>
        </p:txBody>
      </p:sp>
      <p:sp>
        <p:nvSpPr>
          <p:cNvPr id="1051090" name="Text Box 3"/>
          <p:cNvSpPr txBox="1">
            <a:spLocks noChangeArrowheads="1"/>
          </p:cNvSpPr>
          <p:nvPr/>
        </p:nvSpPr>
        <p:spPr bwMode="auto">
          <a:xfrm>
            <a:off x="4242436" y="1628776"/>
            <a:ext cx="2016125" cy="52197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 b="1">
                <a:latin typeface="Times New Roman" panose="02020603050405020304" pitchFamily="18" charset="0"/>
                <a:ea typeface="黑体" panose="02010609060101010101" pitchFamily="49" charset="-122"/>
              </a:rPr>
              <a:t>求</a:t>
            </a:r>
            <a:r>
              <a:rPr lang="en-US" altLang="zh-CN" sz="2800" b="1" i="1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ab</a:t>
            </a:r>
            <a:r>
              <a:rPr lang="zh-CN" altLang="en-US" sz="2800" b="1">
                <a:latin typeface="Times New Roman" panose="02020603050405020304" pitchFamily="18" charset="0"/>
                <a:ea typeface="黑体" panose="02010609060101010101" pitchFamily="49" charset="-122"/>
              </a:rPr>
              <a:t>和</a:t>
            </a:r>
            <a:r>
              <a:rPr lang="en-US" altLang="zh-CN" sz="2800" b="1" i="1">
                <a:latin typeface="Times New Roman" panose="02020603050405020304" pitchFamily="18" charset="0"/>
                <a:ea typeface="黑体" panose="02010609060101010101" pitchFamily="49" charset="-122"/>
              </a:rPr>
              <a:t>R</a:t>
            </a:r>
            <a:r>
              <a:rPr lang="en-US" altLang="zh-CN" sz="2800" b="1" baseline="-25000">
                <a:latin typeface="Times New Roman" panose="02020603050405020304" pitchFamily="18" charset="0"/>
                <a:ea typeface="黑体" panose="02010609060101010101" pitchFamily="49" charset="-122"/>
              </a:rPr>
              <a:t>cd</a:t>
            </a:r>
            <a:endParaRPr lang="en-US" altLang="zh-CN" sz="2800" b="1" i="1"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  <p:grpSp>
        <p:nvGrpSpPr>
          <p:cNvPr id="1623" name="Group 4"/>
          <p:cNvGrpSpPr/>
          <p:nvPr/>
        </p:nvGrpSpPr>
        <p:grpSpPr bwMode="auto">
          <a:xfrm>
            <a:off x="2872423" y="2274887"/>
            <a:ext cx="3890962" cy="2754313"/>
            <a:chOff x="521" y="571"/>
            <a:chExt cx="2451" cy="1735"/>
          </a:xfrm>
        </p:grpSpPr>
        <p:sp>
          <p:nvSpPr>
            <p:cNvPr id="1051091" name="Text Box 5"/>
            <p:cNvSpPr txBox="1">
              <a:spLocks noChangeArrowheads="1"/>
            </p:cNvSpPr>
            <p:nvPr/>
          </p:nvSpPr>
          <p:spPr bwMode="auto">
            <a:xfrm>
              <a:off x="1565" y="571"/>
              <a:ext cx="363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2</a:t>
              </a:r>
              <a:r>
                <a: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rPr>
                <a:t></a:t>
              </a:r>
              <a:endParaRPr lang="en-US" altLang="zh-CN" sz="2400" b="1">
                <a:solidFill>
                  <a:schemeClr val="tx2"/>
                </a:solidFill>
                <a:ea typeface="黑体" panose="02010609060101010101" pitchFamily="49" charset="-122"/>
              </a:endParaRPr>
            </a:p>
          </p:txBody>
        </p:sp>
        <p:grpSp>
          <p:nvGrpSpPr>
            <p:cNvPr id="1624" name="Group 6"/>
            <p:cNvGrpSpPr/>
            <p:nvPr/>
          </p:nvGrpSpPr>
          <p:grpSpPr bwMode="auto">
            <a:xfrm>
              <a:off x="521" y="662"/>
              <a:ext cx="2451" cy="1644"/>
              <a:chOff x="67" y="526"/>
              <a:chExt cx="2451" cy="1644"/>
            </a:xfrm>
          </p:grpSpPr>
          <p:sp>
            <p:nvSpPr>
              <p:cNvPr id="1051092" name="Line 7"/>
              <p:cNvSpPr>
                <a:spLocks noChangeShapeType="1"/>
              </p:cNvSpPr>
              <p:nvPr/>
            </p:nvSpPr>
            <p:spPr bwMode="auto">
              <a:xfrm>
                <a:off x="884" y="754"/>
                <a:ext cx="0" cy="127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  <a:headEnd type="oval" w="med" len="med"/>
                <a:tailEnd type="oval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093" name="Line 8"/>
              <p:cNvSpPr>
                <a:spLocks noChangeShapeType="1"/>
              </p:cNvSpPr>
              <p:nvPr/>
            </p:nvSpPr>
            <p:spPr bwMode="auto">
              <a:xfrm>
                <a:off x="1701" y="754"/>
                <a:ext cx="0" cy="127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  <a:headEnd type="oval" w="med" len="med"/>
                <a:tailEnd type="oval" w="med" len="med"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094" name="Rectangle 9"/>
              <p:cNvSpPr>
                <a:spLocks noChangeArrowheads="1"/>
              </p:cNvSpPr>
              <p:nvPr/>
            </p:nvSpPr>
            <p:spPr bwMode="auto">
              <a:xfrm>
                <a:off x="1655" y="1162"/>
                <a:ext cx="91" cy="382"/>
              </a:xfrm>
              <a:prstGeom prst="rect">
                <a:avLst/>
              </a:prstGeom>
              <a:solidFill>
                <a:srgbClr val="FF9900"/>
              </a:solidFill>
              <a:ln w="9525">
                <a:solidFill>
                  <a:srgbClr val="FF9900"/>
                </a:solidFill>
                <a:miter lim="800000"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1095" name="Rectangle 10"/>
              <p:cNvSpPr>
                <a:spLocks noChangeArrowheads="1"/>
              </p:cNvSpPr>
              <p:nvPr/>
            </p:nvSpPr>
            <p:spPr bwMode="auto">
              <a:xfrm rot="16200000">
                <a:off x="720" y="983"/>
                <a:ext cx="328" cy="233"/>
              </a:xfrm>
              <a:prstGeom prst="rect">
                <a:avLst/>
              </a:prstGeom>
              <a:solidFill>
                <a:srgbClr val="FF9900"/>
              </a:solidFill>
              <a:ln w="28575">
                <a:solidFill>
                  <a:srgbClr val="FF9900"/>
                </a:solidFill>
                <a:miter lim="800000"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1096" name="Text Box 11"/>
              <p:cNvSpPr txBox="1">
                <a:spLocks noChangeArrowheads="1"/>
              </p:cNvSpPr>
              <p:nvPr/>
            </p:nvSpPr>
            <p:spPr bwMode="auto">
              <a:xfrm>
                <a:off x="1111" y="753"/>
                <a:ext cx="335" cy="29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lang="en-US" altLang="zh-CN" sz="24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1</a:t>
                </a:r>
                <a:endParaRPr lang="en-US" altLang="zh-CN" sz="2400" b="1">
                  <a:solidFill>
                    <a:schemeClr val="tx2"/>
                  </a:solidFill>
                  <a:ea typeface="黑体" panose="02010609060101010101" pitchFamily="49" charset="-122"/>
                </a:endParaRPr>
              </a:p>
            </p:txBody>
          </p:sp>
          <p:sp>
            <p:nvSpPr>
              <p:cNvPr id="1051097" name="Text Box 12"/>
              <p:cNvSpPr txBox="1">
                <a:spLocks noChangeArrowheads="1"/>
              </p:cNvSpPr>
              <p:nvPr/>
            </p:nvSpPr>
            <p:spPr bwMode="auto">
              <a:xfrm>
                <a:off x="884" y="1297"/>
                <a:ext cx="408" cy="29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098" name="Text Box 13"/>
              <p:cNvSpPr txBox="1">
                <a:spLocks noChangeArrowheads="1"/>
              </p:cNvSpPr>
              <p:nvPr/>
            </p:nvSpPr>
            <p:spPr bwMode="auto">
              <a:xfrm>
                <a:off x="975" y="1706"/>
                <a:ext cx="226" cy="288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_</a:t>
                </a:r>
                <a:endParaRPr lang="en-US" altLang="zh-CN" sz="2400" b="1">
                  <a:solidFill>
                    <a:schemeClr val="tx2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099" name="Text Box 14"/>
              <p:cNvSpPr txBox="1">
                <a:spLocks noChangeArrowheads="1"/>
              </p:cNvSpPr>
              <p:nvPr/>
            </p:nvSpPr>
            <p:spPr bwMode="auto">
              <a:xfrm>
                <a:off x="1701" y="1161"/>
                <a:ext cx="521" cy="29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  <a:sym typeface="Symbol" panose="05050102010706020507" pitchFamily="18" charset="2"/>
                  </a:rPr>
                  <a:t>3</a:t>
                </a:r>
                <a:endPara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  <a:sym typeface="Symbol" panose="05050102010706020507" pitchFamily="18" charset="2"/>
                </a:endParaRPr>
              </a:p>
            </p:txBody>
          </p:sp>
          <p:sp>
            <p:nvSpPr>
              <p:cNvPr id="1051100" name="Text Box 15"/>
              <p:cNvSpPr txBox="1">
                <a:spLocks noChangeArrowheads="1"/>
              </p:cNvSpPr>
              <p:nvPr/>
            </p:nvSpPr>
            <p:spPr bwMode="auto">
              <a:xfrm>
                <a:off x="975" y="1479"/>
                <a:ext cx="612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6</a:t>
                </a:r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u</a:t>
                </a:r>
                <a:r>
                  <a:rPr lang="en-US" altLang="zh-CN" sz="2800" b="1" baseline="-25000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1</a:t>
                </a:r>
                <a:endParaRPr lang="en-US" altLang="zh-CN" sz="2400" b="1">
                  <a:solidFill>
                    <a:schemeClr val="tx2"/>
                  </a:solidFill>
                  <a:ea typeface="黑体" panose="02010609060101010101" pitchFamily="49" charset="-122"/>
                </a:endParaRPr>
              </a:p>
            </p:txBody>
          </p:sp>
          <p:sp>
            <p:nvSpPr>
              <p:cNvPr id="1051101" name="Oval 16"/>
              <p:cNvSpPr>
                <a:spLocks noChangeArrowheads="1"/>
              </p:cNvSpPr>
              <p:nvPr/>
            </p:nvSpPr>
            <p:spPr bwMode="auto">
              <a:xfrm>
                <a:off x="2155" y="1959"/>
                <a:ext cx="90" cy="110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1102" name="Oval 17"/>
              <p:cNvSpPr>
                <a:spLocks noChangeArrowheads="1"/>
              </p:cNvSpPr>
              <p:nvPr/>
            </p:nvSpPr>
            <p:spPr bwMode="auto">
              <a:xfrm>
                <a:off x="2155" y="689"/>
                <a:ext cx="90" cy="110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1103" name="AutoShape 18"/>
              <p:cNvSpPr>
                <a:spLocks noChangeArrowheads="1"/>
              </p:cNvSpPr>
              <p:nvPr/>
            </p:nvSpPr>
            <p:spPr bwMode="auto">
              <a:xfrm rot="16200000">
                <a:off x="704" y="1429"/>
                <a:ext cx="362" cy="462"/>
              </a:xfrm>
              <a:prstGeom prst="flowChartSort">
                <a:avLst/>
              </a:prstGeom>
              <a:solidFill>
                <a:srgbClr val="66CCFF"/>
              </a:solidFill>
              <a:ln w="38100">
                <a:solidFill>
                  <a:srgbClr val="FF9900"/>
                </a:solidFill>
                <a:miter lim="800000"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1104" name="Line 19"/>
              <p:cNvSpPr>
                <a:spLocks noChangeShapeType="1"/>
              </p:cNvSpPr>
              <p:nvPr/>
            </p:nvSpPr>
            <p:spPr bwMode="auto">
              <a:xfrm>
                <a:off x="431" y="754"/>
                <a:ext cx="1723" cy="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105" name="Line 20"/>
              <p:cNvSpPr>
                <a:spLocks noChangeShapeType="1"/>
              </p:cNvSpPr>
              <p:nvPr/>
            </p:nvSpPr>
            <p:spPr bwMode="auto">
              <a:xfrm>
                <a:off x="431" y="2024"/>
                <a:ext cx="1723" cy="0"/>
              </a:xfrm>
              <a:prstGeom prst="line">
                <a:avLst/>
              </a:prstGeom>
              <a:noFill/>
              <a:ln w="28575">
                <a:solidFill>
                  <a:srgbClr val="FFCC00"/>
                </a:solidFill>
                <a:round/>
              </a:ln>
              <a:effectLst/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106" name="Rectangle 21"/>
              <p:cNvSpPr>
                <a:spLocks noChangeArrowheads="1"/>
              </p:cNvSpPr>
              <p:nvPr/>
            </p:nvSpPr>
            <p:spPr bwMode="auto">
              <a:xfrm>
                <a:off x="1111" y="709"/>
                <a:ext cx="363" cy="90"/>
              </a:xfrm>
              <a:prstGeom prst="rect">
                <a:avLst/>
              </a:prstGeom>
              <a:solidFill>
                <a:srgbClr val="FF9900"/>
              </a:solidFill>
              <a:ln w="9525">
                <a:solidFill>
                  <a:srgbClr val="FF9900"/>
                </a:solidFill>
                <a:miter lim="800000"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1107" name="Oval 22"/>
              <p:cNvSpPr>
                <a:spLocks noChangeArrowheads="1"/>
              </p:cNvSpPr>
              <p:nvPr/>
            </p:nvSpPr>
            <p:spPr bwMode="auto">
              <a:xfrm>
                <a:off x="340" y="709"/>
                <a:ext cx="90" cy="110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1108" name="Oval 23"/>
              <p:cNvSpPr>
                <a:spLocks noChangeArrowheads="1"/>
              </p:cNvSpPr>
              <p:nvPr/>
            </p:nvSpPr>
            <p:spPr bwMode="auto">
              <a:xfrm>
                <a:off x="340" y="1979"/>
                <a:ext cx="90" cy="110"/>
              </a:xfrm>
              <a:prstGeom prst="ellipse">
                <a:avLst/>
              </a:prstGeom>
              <a:noFill/>
              <a:ln w="38100">
                <a:solidFill>
                  <a:srgbClr val="FFCC00"/>
                </a:solidFill>
                <a:round/>
              </a:ln>
              <a:effec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zh-CN" altLang="en-US">
                  <a:ea typeface="宋体" panose="02010600030101010101" pitchFamily="2" charset="-122"/>
                </a:endParaRPr>
              </a:p>
            </p:txBody>
          </p:sp>
          <p:sp>
            <p:nvSpPr>
              <p:cNvPr id="1051109" name="Text Box 24"/>
              <p:cNvSpPr txBox="1">
                <a:spLocks noChangeArrowheads="1"/>
              </p:cNvSpPr>
              <p:nvPr/>
            </p:nvSpPr>
            <p:spPr bwMode="auto">
              <a:xfrm>
                <a:off x="793" y="708"/>
                <a:ext cx="408" cy="29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4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+</a:t>
                </a:r>
                <a:endParaRPr lang="en-US" altLang="zh-CN" sz="2400" b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110" name="Text Box 25"/>
              <p:cNvSpPr txBox="1">
                <a:spLocks noChangeArrowheads="1"/>
              </p:cNvSpPr>
              <p:nvPr/>
            </p:nvSpPr>
            <p:spPr bwMode="auto">
              <a:xfrm>
                <a:off x="1338" y="773"/>
                <a:ext cx="408" cy="25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zh-CN" altLang="en-US" sz="2000" b="1">
                    <a:solidFill>
                      <a:schemeClr val="tx2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rPr>
                  <a:t>－</a:t>
                </a:r>
                <a:endParaRPr lang="zh-CN" altLang="en-US" sz="2000" b="1">
                  <a:solidFill>
                    <a:schemeClr val="tx2"/>
                  </a:solidFill>
                  <a:ea typeface="仿宋_GB2312" pitchFamily="49" charset="-122"/>
                </a:endParaRPr>
              </a:p>
            </p:txBody>
          </p:sp>
          <p:sp>
            <p:nvSpPr>
              <p:cNvPr id="1051111" name="Text Box 26"/>
              <p:cNvSpPr txBox="1">
                <a:spLocks noChangeArrowheads="1"/>
              </p:cNvSpPr>
              <p:nvPr/>
            </p:nvSpPr>
            <p:spPr bwMode="auto">
              <a:xfrm>
                <a:off x="2200" y="1841"/>
                <a:ext cx="31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d</a:t>
                </a:r>
                <a:endPara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112" name="Text Box 27"/>
              <p:cNvSpPr txBox="1">
                <a:spLocks noChangeArrowheads="1"/>
              </p:cNvSpPr>
              <p:nvPr/>
            </p:nvSpPr>
            <p:spPr bwMode="auto">
              <a:xfrm>
                <a:off x="2200" y="571"/>
                <a:ext cx="31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c</a:t>
                </a:r>
                <a:endPara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113" name="Text Box 28"/>
              <p:cNvSpPr txBox="1">
                <a:spLocks noChangeArrowheads="1"/>
              </p:cNvSpPr>
              <p:nvPr/>
            </p:nvSpPr>
            <p:spPr bwMode="auto">
              <a:xfrm>
                <a:off x="67" y="526"/>
                <a:ext cx="31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a</a:t>
                </a:r>
                <a:endPara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  <p:sp>
            <p:nvSpPr>
              <p:cNvPr id="1051114" name="Text Box 29"/>
              <p:cNvSpPr txBox="1">
                <a:spLocks noChangeArrowheads="1"/>
              </p:cNvSpPr>
              <p:nvPr/>
            </p:nvSpPr>
            <p:spPr bwMode="auto">
              <a:xfrm>
                <a:off x="67" y="1841"/>
                <a:ext cx="318" cy="32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anchor="ctr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zh-CN" sz="2800" b="1" i="1">
                    <a:solidFill>
                      <a:schemeClr val="tx2"/>
                    </a:solidFill>
                    <a:latin typeface="Times New Roman" panose="02020603050405020304" pitchFamily="18" charset="0"/>
                    <a:ea typeface="黑体" panose="02010609060101010101" pitchFamily="49" charset="-122"/>
                  </a:rPr>
                  <a:t>b</a:t>
                </a:r>
                <a:endPara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endParaRPr>
              </a:p>
            </p:txBody>
          </p:sp>
        </p:grpSp>
      </p:grpSp>
      <p:grpSp>
        <p:nvGrpSpPr>
          <p:cNvPr id="1625" name="Group 30"/>
          <p:cNvGrpSpPr/>
          <p:nvPr/>
        </p:nvGrpSpPr>
        <p:grpSpPr bwMode="auto">
          <a:xfrm>
            <a:off x="2729548" y="2636838"/>
            <a:ext cx="1223963" cy="2089150"/>
            <a:chOff x="431" y="799"/>
            <a:chExt cx="771" cy="1316"/>
          </a:xfrm>
        </p:grpSpPr>
        <p:sp>
          <p:nvSpPr>
            <p:cNvPr id="1051115" name="Oval 31"/>
            <p:cNvSpPr>
              <a:spLocks noChangeArrowheads="1"/>
            </p:cNvSpPr>
            <p:nvPr/>
          </p:nvSpPr>
          <p:spPr bwMode="auto">
            <a:xfrm>
              <a:off x="702" y="1344"/>
              <a:ext cx="318" cy="363"/>
            </a:xfrm>
            <a:prstGeom prst="ellipse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116" name="Line 32"/>
            <p:cNvSpPr>
              <a:spLocks noChangeShapeType="1"/>
            </p:cNvSpPr>
            <p:nvPr/>
          </p:nvSpPr>
          <p:spPr bwMode="auto">
            <a:xfrm>
              <a:off x="839" y="935"/>
              <a:ext cx="0" cy="118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117" name="Text Box 33"/>
            <p:cNvSpPr txBox="1">
              <a:spLocks noChangeArrowheads="1"/>
            </p:cNvSpPr>
            <p:nvPr/>
          </p:nvSpPr>
          <p:spPr bwMode="auto">
            <a:xfrm>
              <a:off x="521" y="1025"/>
              <a:ext cx="40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18" name="Text Box 34"/>
            <p:cNvSpPr txBox="1">
              <a:spLocks noChangeArrowheads="1"/>
            </p:cNvSpPr>
            <p:nvPr/>
          </p:nvSpPr>
          <p:spPr bwMode="auto">
            <a:xfrm>
              <a:off x="521" y="1568"/>
              <a:ext cx="408" cy="291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ea typeface="仿宋_GB2312" pitchFamily="49" charset="-122"/>
              </a:endParaRPr>
            </a:p>
          </p:txBody>
        </p:sp>
        <p:sp>
          <p:nvSpPr>
            <p:cNvPr id="1051119" name="Text Box 35"/>
            <p:cNvSpPr txBox="1">
              <a:spLocks noChangeArrowheads="1"/>
            </p:cNvSpPr>
            <p:nvPr/>
          </p:nvSpPr>
          <p:spPr bwMode="auto">
            <a:xfrm>
              <a:off x="431" y="1297"/>
              <a:ext cx="31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 i="1">
                  <a:solidFill>
                    <a:schemeClr val="tx2"/>
                  </a:solidFill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800" b="1" i="1">
                <a:solidFill>
                  <a:schemeClr val="tx2"/>
                </a:solidFill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20" name="Text Box 36"/>
            <p:cNvSpPr txBox="1">
              <a:spLocks noChangeArrowheads="1"/>
            </p:cNvSpPr>
            <p:nvPr/>
          </p:nvSpPr>
          <p:spPr bwMode="auto">
            <a:xfrm>
              <a:off x="884" y="844"/>
              <a:ext cx="31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 i="1"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21" name="Line 37"/>
            <p:cNvSpPr>
              <a:spLocks noChangeShapeType="1"/>
            </p:cNvSpPr>
            <p:nvPr/>
          </p:nvSpPr>
          <p:spPr bwMode="auto">
            <a:xfrm>
              <a:off x="975" y="799"/>
              <a:ext cx="227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tail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</p:grpSp>
      <p:grpSp>
        <p:nvGrpSpPr>
          <p:cNvPr id="1626" name="Group 43"/>
          <p:cNvGrpSpPr/>
          <p:nvPr/>
        </p:nvGrpSpPr>
        <p:grpSpPr bwMode="auto">
          <a:xfrm>
            <a:off x="5753736" y="2635250"/>
            <a:ext cx="1331913" cy="2090738"/>
            <a:chOff x="1973" y="798"/>
            <a:chExt cx="839" cy="1317"/>
          </a:xfrm>
        </p:grpSpPr>
        <p:sp>
          <p:nvSpPr>
            <p:cNvPr id="1051122" name="Oval 44"/>
            <p:cNvSpPr>
              <a:spLocks noChangeArrowheads="1"/>
            </p:cNvSpPr>
            <p:nvPr/>
          </p:nvSpPr>
          <p:spPr bwMode="auto">
            <a:xfrm>
              <a:off x="2154" y="1344"/>
              <a:ext cx="318" cy="363"/>
            </a:xfrm>
            <a:prstGeom prst="ellipse">
              <a:avLst/>
            </a:prstGeom>
            <a:solidFill>
              <a:srgbClr val="66CCFF"/>
            </a:solidFill>
            <a:ln w="38100">
              <a:solidFill>
                <a:srgbClr val="FF9900"/>
              </a:solidFill>
              <a:round/>
            </a:ln>
            <a:effectLst/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zh-CN" altLang="en-US">
                <a:ea typeface="宋体" panose="02010600030101010101" pitchFamily="2" charset="-122"/>
              </a:endParaRPr>
            </a:p>
          </p:txBody>
        </p:sp>
        <p:sp>
          <p:nvSpPr>
            <p:cNvPr id="1051123" name="Line 45"/>
            <p:cNvSpPr>
              <a:spLocks noChangeShapeType="1"/>
            </p:cNvSpPr>
            <p:nvPr/>
          </p:nvSpPr>
          <p:spPr bwMode="auto">
            <a:xfrm>
              <a:off x="2291" y="935"/>
              <a:ext cx="0" cy="1180"/>
            </a:xfrm>
            <a:prstGeom prst="line">
              <a:avLst/>
            </a:prstGeom>
            <a:noFill/>
            <a:ln w="28575">
              <a:solidFill>
                <a:srgbClr val="FFCC00"/>
              </a:solidFill>
              <a:round/>
            </a:ln>
            <a:effectLst/>
          </p:spPr>
          <p:txBody>
            <a:bodyPr/>
            <a:p>
              <a:endParaRPr lang="zh-CN" altLang="en-US"/>
            </a:p>
          </p:txBody>
        </p:sp>
        <p:sp>
          <p:nvSpPr>
            <p:cNvPr id="1051124" name="Text Box 46"/>
            <p:cNvSpPr txBox="1">
              <a:spLocks noChangeArrowheads="1"/>
            </p:cNvSpPr>
            <p:nvPr/>
          </p:nvSpPr>
          <p:spPr bwMode="auto">
            <a:xfrm>
              <a:off x="2201" y="980"/>
              <a:ext cx="408" cy="29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latin typeface="Times New Roman" panose="02020603050405020304" pitchFamily="18" charset="0"/>
                  <a:ea typeface="黑体" panose="02010609060101010101" pitchFamily="49" charset="-122"/>
                </a:rPr>
                <a:t>+</a:t>
              </a:r>
              <a:endParaRPr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25" name="Text Box 47"/>
            <p:cNvSpPr txBox="1">
              <a:spLocks noChangeArrowheads="1"/>
            </p:cNvSpPr>
            <p:nvPr/>
          </p:nvSpPr>
          <p:spPr bwMode="auto">
            <a:xfrm>
              <a:off x="2246" y="1568"/>
              <a:ext cx="408" cy="291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400" b="1">
                  <a:latin typeface="Times New Roman" panose="02020603050405020304" pitchFamily="18" charset="0"/>
                  <a:ea typeface="宋体" panose="02010600030101010101" pitchFamily="2" charset="-122"/>
                </a:rPr>
                <a:t>_</a:t>
              </a:r>
              <a:endParaRPr lang="en-US" altLang="zh-CN" sz="2400" b="1">
                <a:ea typeface="仿宋_GB2312" pitchFamily="49" charset="-122"/>
              </a:endParaRPr>
            </a:p>
          </p:txBody>
        </p:sp>
        <p:sp>
          <p:nvSpPr>
            <p:cNvPr id="1051126" name="Text Box 48"/>
            <p:cNvSpPr txBox="1">
              <a:spLocks noChangeArrowheads="1"/>
            </p:cNvSpPr>
            <p:nvPr/>
          </p:nvSpPr>
          <p:spPr bwMode="auto">
            <a:xfrm>
              <a:off x="2494" y="1343"/>
              <a:ext cx="31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 i="1" dirty="0">
                  <a:latin typeface="Times New Roman" panose="02020603050405020304" pitchFamily="18" charset="0"/>
                  <a:ea typeface="黑体" panose="02010609060101010101" pitchFamily="49" charset="-122"/>
                </a:rPr>
                <a:t>u</a:t>
              </a:r>
              <a:endParaRPr lang="en-US" altLang="zh-CN" sz="2800" b="1" i="1" dirty="0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27" name="Text Box 49"/>
            <p:cNvSpPr txBox="1">
              <a:spLocks noChangeArrowheads="1"/>
            </p:cNvSpPr>
            <p:nvPr/>
          </p:nvSpPr>
          <p:spPr bwMode="auto">
            <a:xfrm>
              <a:off x="1973" y="798"/>
              <a:ext cx="318" cy="329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zh-CN" sz="2800" b="1" i="1">
                  <a:latin typeface="Times New Roman" panose="02020603050405020304" pitchFamily="18" charset="0"/>
                  <a:ea typeface="黑体" panose="02010609060101010101" pitchFamily="49" charset="-122"/>
                </a:rPr>
                <a:t>i</a:t>
              </a:r>
              <a:endParaRPr lang="en-US" altLang="zh-CN" sz="2800" b="1" i="1">
                <a:latin typeface="Times New Roman" panose="02020603050405020304" pitchFamily="18" charset="0"/>
                <a:ea typeface="黑体" panose="02010609060101010101" pitchFamily="49" charset="-122"/>
              </a:endParaRPr>
            </a:p>
          </p:txBody>
        </p:sp>
        <p:sp>
          <p:nvSpPr>
            <p:cNvPr id="1051128" name="Line 50"/>
            <p:cNvSpPr>
              <a:spLocks noChangeShapeType="1"/>
            </p:cNvSpPr>
            <p:nvPr/>
          </p:nvSpPr>
          <p:spPr bwMode="auto">
            <a:xfrm>
              <a:off x="2018" y="799"/>
              <a:ext cx="227" cy="0"/>
            </a:xfrm>
            <a:prstGeom prst="line">
              <a:avLst/>
            </a:prstGeom>
            <a:noFill/>
            <a:ln w="38100">
              <a:solidFill>
                <a:srgbClr val="66FFFF"/>
              </a:solidFill>
              <a:round/>
              <a:headEnd type="triangle" w="med" len="med"/>
            </a:ln>
            <a:effectLst/>
          </p:spPr>
          <p:txBody>
            <a:bodyPr/>
            <a:p>
              <a:endParaRPr lang="zh-CN" altLang="en-US"/>
            </a:p>
          </p:txBody>
        </p:sp>
      </p:grpSp>
      <p:sp>
        <p:nvSpPr>
          <p:cNvPr id="1051129" name="Text Box 53"/>
          <p:cNvSpPr txBox="1">
            <a:spLocks noChangeArrowheads="1"/>
          </p:cNvSpPr>
          <p:nvPr/>
        </p:nvSpPr>
        <p:spPr bwMode="auto">
          <a:xfrm>
            <a:off x="4240848" y="3141663"/>
            <a:ext cx="1008062" cy="4603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400" b="1">
                <a:latin typeface="Times New Roman" panose="02020603050405020304" pitchFamily="18" charset="0"/>
                <a:ea typeface="黑体" panose="02010609060101010101" pitchFamily="49" charset="-122"/>
              </a:rPr>
              <a:t>6</a:t>
            </a:r>
            <a:r>
              <a:rPr lang="en-US" altLang="zh-CN" sz="2400" b="1">
                <a:latin typeface="Times New Roman" panose="02020603050405020304" pitchFamily="18" charset="0"/>
                <a:ea typeface="黑体" panose="02010609060101010101" pitchFamily="49" charset="-122"/>
                <a:sym typeface="Symbol" panose="05050102010706020507" pitchFamily="18" charset="2"/>
              </a:rPr>
              <a:t></a:t>
            </a:r>
            <a:endParaRPr lang="en-US" altLang="zh-CN" sz="2400" b="1">
              <a:latin typeface="Times New Roman" panose="02020603050405020304" pitchFamily="18" charset="0"/>
              <a:ea typeface="黑体" panose="02010609060101010101" pitchFamily="49" charset="-122"/>
              <a:sym typeface="Symbol" panose="05050102010706020507" pitchFamily="18" charset="2"/>
            </a:endParaRPr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KSO_WM_BEAUTIFY_FLAG" val=""/>
  <p:tag name="KSO_WM_UNIT_PLACING_PICTURE_USER_VIEWPORT" val="{&quot;height&quot;:4890,&quot;width&quot;:5565}"/>
</p:tagLst>
</file>

<file path=ppt/tags/tag2.xml><?xml version="1.0" encoding="utf-8"?>
<p:tagLst xmlns:p="http://schemas.openxmlformats.org/presentationml/2006/main">
  <p:tag name="KSO_WM_BEAUTIFY_FLAG" val=""/>
</p:tagLst>
</file>

<file path=ppt/tags/tag3.xml><?xml version="1.0" encoding="utf-8"?>
<p:tagLst xmlns:p="http://schemas.openxmlformats.org/presentationml/2006/main">
  <p:tag name="KSO_WM_BEAUTIFY_FLAG" val=""/>
</p:tagLst>
</file>

<file path=ppt/tags/tag4.xml><?xml version="1.0" encoding="utf-8"?>
<p:tagLst xmlns:p="http://schemas.openxmlformats.org/presentationml/2006/main">
  <p:tag name="KSO_WM_BEAUTIFY_FLAG" val=""/>
</p:tagLst>
</file>

<file path=ppt/tags/tag5.xml><?xml version="1.0" encoding="utf-8"?>
<p:tagLst xmlns:p="http://schemas.openxmlformats.org/presentationml/2006/main">
  <p:tag name="KSO_WM_BEAUTIFY_FLAG" val=""/>
</p:tagLst>
</file>

<file path=ppt/tags/tag6.xml><?xml version="1.0" encoding="utf-8"?>
<p:tagLst xmlns:p="http://schemas.openxmlformats.org/presentationml/2006/main">
  <p:tag name="KSO_WM_BEAUTIFY_FLAG" val=""/>
</p:tagLst>
</file>

<file path=ppt/tags/tag7.xml><?xml version="1.0" encoding="utf-8"?>
<p:tagLst xmlns:p="http://schemas.openxmlformats.org/presentationml/2006/main">
  <p:tag name="KSO_WM_BEAUTIFY_FLAG" val=""/>
</p:tagLst>
</file>

<file path=ppt/tags/tag8.xml><?xml version="1.0" encoding="utf-8"?>
<p:tagLst xmlns:p="http://schemas.openxmlformats.org/presentationml/2006/main">
  <p:tag name="KSO_WM_BEAUTIFY_FLAG" val=""/>
</p:tagLst>
</file>

<file path=ppt/tags/tag9.xml><?xml version="1.0" encoding="utf-8"?>
<p:tagLst xmlns:p="http://schemas.openxmlformats.org/presentationml/2006/main">
  <p:tag name="KSO_WM_BEAUTIFY_FLAG" val=""/>
</p:tagLst>
</file>

<file path=ppt/tags/tag10.xml><?xml version="1.0" encoding="utf-8"?>
<p:tagLst xmlns:p="http://schemas.openxmlformats.org/presentationml/2006/main">
  <p:tag name="KSO_WM_BEAUTIFY_FLAG" val=""/>
</p:tagLst>
</file>

<file path=ppt/tags/tag11.xml><?xml version="1.0" encoding="utf-8"?>
<p:tagLst xmlns:p="http://schemas.openxmlformats.org/presentationml/2006/main">
  <p:tag name="KSO_WM_BEAUTIFY_FLAG" val=""/>
</p:tagLst>
</file>

<file path=ppt/tags/tag12.xml><?xml version="1.0" encoding="utf-8"?>
<p:tagLst xmlns:p="http://schemas.openxmlformats.org/presentationml/2006/main">
  <p:tag name="KSO_WM_BEAUTIFY_FLAG" val=""/>
</p:tagLst>
</file>

<file path=ppt/tags/tag13.xml><?xml version="1.0" encoding="utf-8"?>
<p:tagLst xmlns:p="http://schemas.openxmlformats.org/presentationml/2006/main">
  <p:tag name="KSO_WM_BEAUTIFY_FLAG" val=""/>
</p:tagLst>
</file>

<file path=ppt/tags/tag14.xml><?xml version="1.0" encoding="utf-8"?>
<p:tagLst xmlns:p="http://schemas.openxmlformats.org/presentationml/2006/main">
  <p:tag name="KSO_WM_BEAUTIFY_FLAG" val=""/>
</p:tagLst>
</file>

<file path=ppt/tags/tag15.xml><?xml version="1.0" encoding="utf-8"?>
<p:tagLst xmlns:p="http://schemas.openxmlformats.org/presentationml/2006/main">
  <p:tag name="KSO_WM_BEAUTIFY_FLAG" val=""/>
</p:tagLst>
</file>

<file path=ppt/tags/tag16.xml><?xml version="1.0" encoding="utf-8"?>
<p:tagLst xmlns:p="http://schemas.openxmlformats.org/presentationml/2006/main">
  <p:tag name="KSO_WM_BEAUTIFY_FLAG" val=""/>
</p:tagLst>
</file>

<file path=ppt/tags/tag17.xml><?xml version="1.0" encoding="utf-8"?>
<p:tagLst xmlns:p="http://schemas.openxmlformats.org/presentationml/2006/main">
  <p:tag name="KSO_WM_BEAUTIFY_FLAG" val=""/>
</p:tagLst>
</file>

<file path=ppt/tags/tag18.xml><?xml version="1.0" encoding="utf-8"?>
<p:tagLst xmlns:p="http://schemas.openxmlformats.org/presentationml/2006/main">
  <p:tag name="KSO_WM_BEAUTIFY_FLAG" val=""/>
</p:tagLst>
</file>

<file path=ppt/tags/tag19.xml><?xml version="1.0" encoding="utf-8"?>
<p:tagLst xmlns:p="http://schemas.openxmlformats.org/presentationml/2006/main">
  <p:tag name="KSO_WM_BEAUTIFY_FLAG" val=""/>
</p:tagLst>
</file>

<file path=ppt/tags/tag20.xml><?xml version="1.0" encoding="utf-8"?>
<p:tagLst xmlns:p="http://schemas.openxmlformats.org/presentationml/2006/main">
  <p:tag name="KSO_WM_BEAUTIFY_FLAG" val=""/>
</p:tagLst>
</file>

<file path=ppt/tags/tag21.xml><?xml version="1.0" encoding="utf-8"?>
<p:tagLst xmlns:p="http://schemas.openxmlformats.org/presentationml/2006/main">
  <p:tag name="KSO_WM_BEAUTIFY_FLAG" val=""/>
</p:tagLst>
</file>

<file path=ppt/tags/tag22.xml><?xml version="1.0" encoding="utf-8"?>
<p:tagLst xmlns:p="http://schemas.openxmlformats.org/presentationml/2006/main">
  <p:tag name="KSO_WM_BEAUTIFY_FLAG" val=""/>
</p:tagLst>
</file>

<file path=ppt/tags/tag23.xml><?xml version="1.0" encoding="utf-8"?>
<p:tagLst xmlns:p="http://schemas.openxmlformats.org/presentationml/2006/main">
  <p:tag name="KSO_WM_BEAUTIFY_FLAG" val=""/>
</p:tagLst>
</file>

<file path=ppt/tags/tag24.xml><?xml version="1.0" encoding="utf-8"?>
<p:tagLst xmlns:p="http://schemas.openxmlformats.org/presentationml/2006/main">
  <p:tag name="KSO_WM_BEAUTIFY_FLAG" val=""/>
</p:tagLst>
</file>

<file path=ppt/tags/tag25.xml><?xml version="1.0" encoding="utf-8"?>
<p:tagLst xmlns:p="http://schemas.openxmlformats.org/presentationml/2006/main">
  <p:tag name="KSO_WM_BEAUTIFY_FLAG" val=""/>
</p:tagLst>
</file>

<file path=ppt/tags/tag26.xml><?xml version="1.0" encoding="utf-8"?>
<p:tagLst xmlns:p="http://schemas.openxmlformats.org/presentationml/2006/main">
  <p:tag name="KSO_WM_BEAUTIFY_FLAG" val=""/>
</p:tagLst>
</file>

<file path=ppt/tags/tag27.xml><?xml version="1.0" encoding="utf-8"?>
<p:tagLst xmlns:p="http://schemas.openxmlformats.org/presentationml/2006/main">
  <p:tag name="KSO_WM_BEAUTIFY_FLAG" val=""/>
</p:tagLst>
</file>

<file path=ppt/tags/tag28.xml><?xml version="1.0" encoding="utf-8"?>
<p:tagLst xmlns:p="http://schemas.openxmlformats.org/presentationml/2006/main">
  <p:tag name="KSO_WM_BEAUTIFY_FLAG" val=""/>
</p:tagLst>
</file>

<file path=ppt/tags/tag29.xml><?xml version="1.0" encoding="utf-8"?>
<p:tagLst xmlns:p="http://schemas.openxmlformats.org/presentationml/2006/main">
  <p:tag name="KSO_WM_BEAUTIFY_FLAG" val=""/>
</p:tagLst>
</file>

<file path=ppt/tags/tag30.xml><?xml version="1.0" encoding="utf-8"?>
<p:tagLst xmlns:p="http://schemas.openxmlformats.org/presentationml/2006/main">
  <p:tag name="KSO_WM_BEAUTIFY_FLAG" val=""/>
</p:tagLst>
</file>

<file path=ppt/tags/tag31.xml><?xml version="1.0" encoding="utf-8"?>
<p:tagLst xmlns:p="http://schemas.openxmlformats.org/presentationml/2006/main">
  <p:tag name="KSO_WM_BEAUTIFY_FLAG" val=""/>
</p:tagLst>
</file>

<file path=ppt/tags/tag32.xml><?xml version="1.0" encoding="utf-8"?>
<p:tagLst xmlns:p="http://schemas.openxmlformats.org/presentationml/2006/main">
  <p:tag name="KSO_WM_BEAUTIFY_FLAG" val=""/>
</p:tagLst>
</file>

<file path=ppt/tags/tag33.xml><?xml version="1.0" encoding="utf-8"?>
<p:tagLst xmlns:p="http://schemas.openxmlformats.org/presentationml/2006/main">
  <p:tag name="KSO_WM_BEAUTIFY_FLAG" val=""/>
</p:tagLst>
</file>

<file path=ppt/tags/tag34.xml><?xml version="1.0" encoding="utf-8"?>
<p:tagLst xmlns:p="http://schemas.openxmlformats.org/presentationml/2006/main">
  <p:tag name="KSO_WM_BEAUTIFY_FLAG" val=""/>
</p:tagLst>
</file>

<file path=ppt/tags/tag35.xml><?xml version="1.0" encoding="utf-8"?>
<p:tagLst xmlns:p="http://schemas.openxmlformats.org/presentationml/2006/main">
  <p:tag name="KSO_WM_BEAUTIFY_FLAG" val=""/>
</p:tagLst>
</file>

<file path=ppt/tags/tag36.xml><?xml version="1.0" encoding="utf-8"?>
<p:tagLst xmlns:p="http://schemas.openxmlformats.org/presentationml/2006/main">
  <p:tag name="KSO_WM_BEAUTIFY_FLAG" val=""/>
  <p:tag name="KSO_WM_UNIT_PLACING_PICTURE_USER_VIEWPORT" val="{&quot;height&quot;:8962,&quot;width&quot;:8450}"/>
</p:tagLst>
</file>

<file path=ppt/tags/tag37.xml><?xml version="1.0" encoding="utf-8"?>
<p:tagLst xmlns:p="http://schemas.openxmlformats.org/presentationml/2006/main">
  <p:tag name="KSO_WM_BEAUTIFY_FLAG" val=""/>
  <p:tag name="KSO_WM_UNIT_PLACING_PICTURE_USER_VIEWPORT" val="{&quot;height&quot;:8962,&quot;width&quot;:8450}"/>
</p:tagLst>
</file>

<file path=ppt/tags/tag38.xml><?xml version="1.0" encoding="utf-8"?>
<p:tagLst xmlns:p="http://schemas.openxmlformats.org/presentationml/2006/main">
  <p:tag name="KSO_WM_BEAUTIFY_FLAG" val=""/>
</p:tagLst>
</file>

<file path=ppt/tags/tag39.xml><?xml version="1.0" encoding="utf-8"?>
<p:tagLst xmlns:p="http://schemas.openxmlformats.org/presentationml/2006/main">
  <p:tag name="KSO_WM_BEAUTIFY_FLAG" val=""/>
</p:tagLst>
</file>

<file path=ppt/tags/tag40.xml><?xml version="1.0" encoding="utf-8"?>
<p:tagLst xmlns:p="http://schemas.openxmlformats.org/presentationml/2006/main">
  <p:tag name="KSO_WM_BEAUTIFY_FLAG" val=""/>
  <p:tag name="KSO_WM_UNIT_PLACING_PICTURE_USER_VIEWPORT" val="{&quot;height&quot;:5985,&quot;width&quot;:12105}"/>
</p:tagLst>
</file>

<file path=ppt/tags/tag41.xml><?xml version="1.0" encoding="utf-8"?>
<p:tagLst xmlns:p="http://schemas.openxmlformats.org/presentationml/2006/main">
  <p:tag name="KSO_WM_BEAUTIFY_FLAG" val=""/>
</p:tagLst>
</file>

<file path=ppt/tags/tag42.xml><?xml version="1.0" encoding="utf-8"?>
<p:tagLst xmlns:p="http://schemas.openxmlformats.org/presentationml/2006/main">
  <p:tag name="KSO_WM_BEAUTIFY_FLAG" val=""/>
</p:tagLst>
</file>

<file path=ppt/tags/tag43.xml><?xml version="1.0" encoding="utf-8"?>
<p:tagLst xmlns:p="http://schemas.openxmlformats.org/presentationml/2006/main">
  <p:tag name="KSO_WM_BEAUTIFY_FLAG" val=""/>
</p:tagLst>
</file>

<file path=ppt/tags/tag44.xml><?xml version="1.0" encoding="utf-8"?>
<p:tagLst xmlns:p="http://schemas.openxmlformats.org/presentationml/2006/main">
  <p:tag name="KSO_WM_BEAUTIFY_FLAG" val=""/>
</p:tagLst>
</file>

<file path=ppt/tags/tag45.xml><?xml version="1.0" encoding="utf-8"?>
<p:tagLst xmlns:p="http://schemas.openxmlformats.org/presentationml/2006/main">
  <p:tag name="KSO_WM_BEAUTIFY_FLAG" val=""/>
</p:tagLst>
</file>

<file path=ppt/tags/tag46.xml><?xml version="1.0" encoding="utf-8"?>
<p:tagLst xmlns:p="http://schemas.openxmlformats.org/presentationml/2006/main">
  <p:tag name="KSO_WM_BEAUTIFY_FLAG" val=""/>
</p:tagLst>
</file>

<file path=ppt/tags/tag47.xml><?xml version="1.0" encoding="utf-8"?>
<p:tagLst xmlns:p="http://schemas.openxmlformats.org/presentationml/2006/main">
  <p:tag name="KSO_WM_BEAUTIFY_FLAG" val=""/>
</p:tagLst>
</file>

<file path=ppt/tags/tag48.xml><?xml version="1.0" encoding="utf-8"?>
<p:tagLst xmlns:p="http://schemas.openxmlformats.org/presentationml/2006/main">
  <p:tag name="KSO_WM_BEAUTIFY_FLAG" val=""/>
</p:tagLst>
</file>

<file path=ppt/tags/tag49.xml><?xml version="1.0" encoding="utf-8"?>
<p:tagLst xmlns:p="http://schemas.openxmlformats.org/presentationml/2006/main">
  <p:tag name="KSO_WM_BEAUTIFY_FLAG" val=""/>
</p:tagLst>
</file>

<file path=ppt/tags/tag50.xml><?xml version="1.0" encoding="utf-8"?>
<p:tagLst xmlns:p="http://schemas.openxmlformats.org/presentationml/2006/main">
  <p:tag name="KSO_WM_BEAUTIFY_FLAG" val=""/>
</p:tagLst>
</file>

<file path=ppt/tags/tag51.xml><?xml version="1.0" encoding="utf-8"?>
<p:tagLst xmlns:p="http://schemas.openxmlformats.org/presentationml/2006/main">
  <p:tag name="KSO_WM_BEAUTIFY_FLAG" val=""/>
</p:tagLst>
</file>

<file path=ppt/tags/tag52.xml><?xml version="1.0" encoding="utf-8"?>
<p:tagLst xmlns:p="http://schemas.openxmlformats.org/presentationml/2006/main">
  <p:tag name="KSO_WM_BEAUTIFY_FLAG" val=""/>
</p:tagLst>
</file>

<file path=ppt/tags/tag53.xml><?xml version="1.0" encoding="utf-8"?>
<p:tagLst xmlns:p="http://schemas.openxmlformats.org/presentationml/2006/main">
  <p:tag name="KSO_WM_BEAUTIFY_FLAG" val=""/>
</p:tagLst>
</file>

<file path=ppt/tags/tag54.xml><?xml version="1.0" encoding="utf-8"?>
<p:tagLst xmlns:p="http://schemas.openxmlformats.org/presentationml/2006/main">
  <p:tag name="KSO_WM_BEAUTIFY_FLAG" val=""/>
</p:tagLst>
</file>

<file path=ppt/tags/tag55.xml><?xml version="1.0" encoding="utf-8"?>
<p:tagLst xmlns:p="http://schemas.openxmlformats.org/presentationml/2006/main">
  <p:tag name="KSO_WM_BEAUTIFY_FLAG" val=""/>
</p:tagLst>
</file>

<file path=ppt/tags/tag56.xml><?xml version="1.0" encoding="utf-8"?>
<p:tagLst xmlns:p="http://schemas.openxmlformats.org/presentationml/2006/main">
  <p:tag name="KSO_WM_BEAUTIFY_FLAG" val=""/>
</p:tagLst>
</file>

<file path=ppt/tags/tag57.xml><?xml version="1.0" encoding="utf-8"?>
<p:tagLst xmlns:p="http://schemas.openxmlformats.org/presentationml/2006/main">
  <p:tag name="KSO_WM_BEAUTIFY_FLAG" val=""/>
</p:tagLst>
</file>

<file path=ppt/tags/tag58.xml><?xml version="1.0" encoding="utf-8"?>
<p:tagLst xmlns:p="http://schemas.openxmlformats.org/presentationml/2006/main">
  <p:tag name="KSO_WM_BEAUTIFY_FLAG" val=""/>
</p:tagLst>
</file>

<file path=ppt/tags/tag59.xml><?xml version="1.0" encoding="utf-8"?>
<p:tagLst xmlns:p="http://schemas.openxmlformats.org/presentationml/2006/main">
  <p:tag name="KSO_WM_BEAUTIFY_FLAG" val=""/>
</p:tagLst>
</file>

<file path=ppt/tags/tag60.xml><?xml version="1.0" encoding="utf-8"?>
<p:tagLst xmlns:p="http://schemas.openxmlformats.org/presentationml/2006/main">
  <p:tag name="KSO_WM_BEAUTIFY_FLAG" val=""/>
</p:tagLst>
</file>

<file path=ppt/tags/tag61.xml><?xml version="1.0" encoding="utf-8"?>
<p:tagLst xmlns:p="http://schemas.openxmlformats.org/presentationml/2006/main">
  <p:tag name="KSO_WM_BEAUTIFY_FLAG" val=""/>
</p:tagLst>
</file>

<file path=ppt/tags/tag62.xml><?xml version="1.0" encoding="utf-8"?>
<p:tagLst xmlns:p="http://schemas.openxmlformats.org/presentationml/2006/main">
  <p:tag name="KSO_WM_BEAUTIFY_FLAG" val=""/>
</p:tagLst>
</file>

<file path=ppt/tags/tag63.xml><?xml version="1.0" encoding="utf-8"?>
<p:tagLst xmlns:p="http://schemas.openxmlformats.org/presentationml/2006/main">
  <p:tag name="KSO_WM_BEAUTIFY_FLAG" val=""/>
  <p:tag name="KSO_WM_UNIT_PLACING_PICTURE_USER_VIEWPORT" val="{&quot;height&quot;:7621,&quot;width&quot;:14561}"/>
</p:tagLst>
</file>

<file path=ppt/tags/tag64.xml><?xml version="1.0" encoding="utf-8"?>
<p:tagLst xmlns:p="http://schemas.openxmlformats.org/presentationml/2006/main">
  <p:tag name="KSO_WM_BEAUTIFY_FLAG" val=""/>
  <p:tag name="KSO_WM_UNIT_PLACING_PICTURE_USER_VIEWPORT" val="{&quot;height&quot;:3840,&quot;width&quot;:7140}"/>
</p:tagLst>
</file>

<file path=ppt/tags/tag65.xml><?xml version="1.0" encoding="utf-8"?>
<p:tagLst xmlns:p="http://schemas.openxmlformats.org/presentationml/2006/main">
  <p:tag name="KSO_WM_BEAUTIFY_FLAG" val=""/>
  <p:tag name="KSO_WM_UNIT_PLACING_PICTURE_USER_VIEWPORT" val="{&quot;height&quot;:3840,&quot;width&quot;:7140}"/>
</p:tagLst>
</file>

<file path=ppt/tags/tag66.xml><?xml version="1.0" encoding="utf-8"?>
<p:tagLst xmlns:p="http://schemas.openxmlformats.org/presentationml/2006/main">
  <p:tag name="KSO_WM_BEAUTIFY_FLAG" val=""/>
</p:tagLst>
</file>

<file path=ppt/tags/tag67.xml><?xml version="1.0" encoding="utf-8"?>
<p:tagLst xmlns:p="http://schemas.openxmlformats.org/presentationml/2006/main">
  <p:tag name="KSO_WM_BEAUTIFY_FLAG" val=""/>
</p:tagLst>
</file>

<file path=ppt/tags/tag68.xml><?xml version="1.0" encoding="utf-8"?>
<p:tagLst xmlns:p="http://schemas.openxmlformats.org/presentationml/2006/main">
  <p:tag name="KSO_WM_BEAUTIFY_FLAG" val=""/>
</p:tagLst>
</file>

<file path=ppt/tags/tag69.xml><?xml version="1.0" encoding="utf-8"?>
<p:tagLst xmlns:p="http://schemas.openxmlformats.org/presentationml/2006/main">
  <p:tag name="KSO_WM_BEAUTIFY_FLAG" val=""/>
</p:tagLst>
</file>

<file path=ppt/tags/tag70.xml><?xml version="1.0" encoding="utf-8"?>
<p:tagLst xmlns:p="http://schemas.openxmlformats.org/presentationml/2006/main">
  <p:tag name="KSO_WM_BEAUTIFY_FLAG" val=""/>
</p:tagLst>
</file>

<file path=ppt/tags/tag71.xml><?xml version="1.0" encoding="utf-8"?>
<p:tagLst xmlns:p="http://schemas.openxmlformats.org/presentationml/2006/main">
  <p:tag name="KSO_WM_BEAUTIFY_FLAG" val=""/>
</p:tagLst>
</file>

<file path=ppt/tags/tag72.xml><?xml version="1.0" encoding="utf-8"?>
<p:tagLst xmlns:p="http://schemas.openxmlformats.org/presentationml/2006/main">
  <p:tag name="KSO_WM_BEAUTIFY_FLAG" val=""/>
</p:tagLst>
</file>

<file path=ppt/tags/tag73.xml><?xml version="1.0" encoding="utf-8"?>
<p:tagLst xmlns:p="http://schemas.openxmlformats.org/presentationml/2006/main">
  <p:tag name="KSO_WM_BEAUTIFY_FLAG" val=""/>
</p:tagLst>
</file>

<file path=ppt/tags/tag74.xml><?xml version="1.0" encoding="utf-8"?>
<p:tagLst xmlns:p="http://schemas.openxmlformats.org/presentationml/2006/main">
  <p:tag name="KSO_WM_BEAUTIFY_FLAG" val=""/>
</p:tagLst>
</file>

<file path=ppt/tags/tag75.xml><?xml version="1.0" encoding="utf-8"?>
<p:tagLst xmlns:p="http://schemas.openxmlformats.org/presentationml/2006/main">
  <p:tag name="KSO_WM_BEAUTIFY_FLAG" val=""/>
</p:tagLst>
</file>

<file path=ppt/tags/tag76.xml><?xml version="1.0" encoding="utf-8"?>
<p:tagLst xmlns:p="http://schemas.openxmlformats.org/presentationml/2006/main">
  <p:tag name="KSO_WM_BEAUTIFY_FLAG" val=""/>
</p:tagLst>
</file>

<file path=ppt/tags/tag77.xml><?xml version="1.0" encoding="utf-8"?>
<p:tagLst xmlns:p="http://schemas.openxmlformats.org/presentationml/2006/main">
  <p:tag name="KSO_WM_UNIT_PLACING_PICTURE_USER_VIEWPORT" val="{&quot;height&quot;:3080,&quot;width&quot;:7940}"/>
</p:tagLst>
</file>

<file path=ppt/tags/tag78.xml><?xml version="1.0" encoding="utf-8"?>
<p:tagLst xmlns:p="http://schemas.openxmlformats.org/presentationml/2006/main">
  <p:tag name="KSO_WM_BEAUTIFY_FLAG" val=""/>
</p:tagLst>
</file>

<file path=ppt/tags/tag79.xml><?xml version="1.0" encoding="utf-8"?>
<p:tagLst xmlns:p="http://schemas.openxmlformats.org/presentationml/2006/main">
  <p:tag name="KSO_WM_BEAUTIFY_FLAG" val=""/>
</p:tagLst>
</file>

<file path=ppt/tags/tag80.xml><?xml version="1.0" encoding="utf-8"?>
<p:tagLst xmlns:p="http://schemas.openxmlformats.org/presentationml/2006/main">
  <p:tag name="KSO_WM_BEAUTIFY_FLAG" val=""/>
</p:tagLst>
</file>

<file path=ppt/tags/tag81.xml><?xml version="1.0" encoding="utf-8"?>
<p:tagLst xmlns:p="http://schemas.openxmlformats.org/presentationml/2006/main">
  <p:tag name="KSO_WM_BEAUTIFY_FLAG" val=""/>
</p:tagLst>
</file>

<file path=ppt/tags/tag82.xml><?xml version="1.0" encoding="utf-8"?>
<p:tagLst xmlns:p="http://schemas.openxmlformats.org/presentationml/2006/main">
  <p:tag name="KSO_WM_BEAUTIFY_FLAG" val=""/>
</p:tagLst>
</file>

<file path=ppt/tags/tag83.xml><?xml version="1.0" encoding="utf-8"?>
<p:tagLst xmlns:p="http://schemas.openxmlformats.org/presentationml/2006/main">
  <p:tag name="KSO_WM_BEAUTIFY_FLAG" val=""/>
</p:tagLst>
</file>

<file path=ppt/tags/tag84.xml><?xml version="1.0" encoding="utf-8"?>
<p:tagLst xmlns:p="http://schemas.openxmlformats.org/presentationml/2006/main">
  <p:tag name="KSO_WM_BEAUTIFY_FLAG" val=""/>
</p:tagLst>
</file>

<file path=ppt/tags/tag85.xml><?xml version="1.0" encoding="utf-8"?>
<p:tagLst xmlns:p="http://schemas.openxmlformats.org/presentationml/2006/main">
  <p:tag name="KSO_WM_BEAUTIFY_FLAG" val=""/>
</p:tagLst>
</file>

<file path=ppt/tags/tag86.xml><?xml version="1.0" encoding="utf-8"?>
<p:tagLst xmlns:p="http://schemas.openxmlformats.org/presentationml/2006/main">
  <p:tag name="KSO_WM_BEAUTIFY_FLAG" val=""/>
</p:tagLst>
</file>

<file path=ppt/tags/tag87.xml><?xml version="1.0" encoding="utf-8"?>
<p:tagLst xmlns:p="http://schemas.openxmlformats.org/presentationml/2006/main">
  <p:tag name="commondata" val="eyJoZGlkIjoiYWY3YTgwYjBkZTEwOWQ3MWQ3N2E0NjBmNzcyNDg0MjMifQ=="/>
</p:tagLst>
</file>

<file path=ppt/theme/theme1.xml><?xml version="1.0" encoding="utf-8"?>
<a:theme xmlns:a="http://schemas.openxmlformats.org/drawingml/2006/main" name="5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1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1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1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1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1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2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2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2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9.xml><?xml version="1.0" encoding="utf-8"?>
<a:theme xmlns:a="http://schemas.openxmlformats.org/drawingml/2006/main" name="3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3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1.xml><?xml version="1.0" encoding="utf-8"?>
<a:theme xmlns:a="http://schemas.openxmlformats.org/drawingml/2006/main" name="3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2.xml><?xml version="1.0" encoding="utf-8"?>
<a:theme xmlns:a="http://schemas.openxmlformats.org/drawingml/2006/main" name="3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3.xml><?xml version="1.0" encoding="utf-8"?>
<a:theme xmlns:a="http://schemas.openxmlformats.org/drawingml/2006/main" name="3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4.xml><?xml version="1.0" encoding="utf-8"?>
<a:theme xmlns:a="http://schemas.openxmlformats.org/drawingml/2006/main" name="4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5.xml><?xml version="1.0" encoding="utf-8"?>
<a:theme xmlns:a="http://schemas.openxmlformats.org/drawingml/2006/main" name="4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6.xml><?xml version="1.0" encoding="utf-8"?>
<a:theme xmlns:a="http://schemas.openxmlformats.org/drawingml/2006/main" name="4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7.xml><?xml version="1.0" encoding="utf-8"?>
<a:theme xmlns:a="http://schemas.openxmlformats.org/drawingml/2006/main" name="4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8.xml><?xml version="1.0" encoding="utf-8"?>
<a:theme xmlns:a="http://schemas.openxmlformats.org/drawingml/2006/main" name="4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9.xml><?xml version="1.0" encoding="utf-8"?>
<a:theme xmlns:a="http://schemas.openxmlformats.org/drawingml/2006/main" name="4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0.xml><?xml version="1.0" encoding="utf-8"?>
<a:theme xmlns:a="http://schemas.openxmlformats.org/drawingml/2006/main" name="4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1.xml><?xml version="1.0" encoding="utf-8"?>
<a:theme xmlns:a="http://schemas.openxmlformats.org/drawingml/2006/main" name="4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2.xml><?xml version="1.0" encoding="utf-8"?>
<a:theme xmlns:a="http://schemas.openxmlformats.org/drawingml/2006/main" name="5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3.xml><?xml version="1.0" encoding="utf-8"?>
<a:theme xmlns:a="http://schemas.openxmlformats.org/drawingml/2006/main" name="3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4.xml><?xml version="1.0" encoding="utf-8"?>
<a:theme xmlns:a="http://schemas.openxmlformats.org/drawingml/2006/main" name="5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5.xml><?xml version="1.0" encoding="utf-8"?>
<a:theme xmlns:a="http://schemas.openxmlformats.org/drawingml/2006/main" name="3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6.xml><?xml version="1.0" encoding="utf-8"?>
<a:theme xmlns:a="http://schemas.openxmlformats.org/drawingml/2006/main" name="5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7.xml><?xml version="1.0" encoding="utf-8"?>
<a:theme xmlns:a="http://schemas.openxmlformats.org/drawingml/2006/main" name="5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8.xml><?xml version="1.0" encoding="utf-8"?>
<a:theme xmlns:a="http://schemas.openxmlformats.org/drawingml/2006/main" name="5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9.xml><?xml version="1.0" encoding="utf-8"?>
<a:theme xmlns:a="http://schemas.openxmlformats.org/drawingml/2006/main" name="5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0.xml><?xml version="1.0" encoding="utf-8"?>
<a:theme xmlns:a="http://schemas.openxmlformats.org/drawingml/2006/main" name="6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1.xml><?xml version="1.0" encoding="utf-8"?>
<a:theme xmlns:a="http://schemas.openxmlformats.org/drawingml/2006/main" name="6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2.xml><?xml version="1.0" encoding="utf-8"?>
<a:theme xmlns:a="http://schemas.openxmlformats.org/drawingml/2006/main" name="6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3.xml><?xml version="1.0" encoding="utf-8"?>
<a:theme xmlns:a="http://schemas.openxmlformats.org/drawingml/2006/main" name="6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4.xml><?xml version="1.0" encoding="utf-8"?>
<a:theme xmlns:a="http://schemas.openxmlformats.org/drawingml/2006/main" name="6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5.xml><?xml version="1.0" encoding="utf-8"?>
<a:theme xmlns:a="http://schemas.openxmlformats.org/drawingml/2006/main" name="4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6.xml><?xml version="1.0" encoding="utf-8"?>
<a:theme xmlns:a="http://schemas.openxmlformats.org/drawingml/2006/main" name="6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7.xml><?xml version="1.0" encoding="utf-8"?>
<a:theme xmlns:a="http://schemas.openxmlformats.org/drawingml/2006/main" name="6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8.xml><?xml version="1.0" encoding="utf-8"?>
<a:theme xmlns:a="http://schemas.openxmlformats.org/drawingml/2006/main" name="6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9.xml><?xml version="1.0" encoding="utf-8"?>
<a:theme xmlns:a="http://schemas.openxmlformats.org/drawingml/2006/main" name="6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0.xml><?xml version="1.0" encoding="utf-8"?>
<a:theme xmlns:a="http://schemas.openxmlformats.org/drawingml/2006/main" name="7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1.xml><?xml version="1.0" encoding="utf-8"?>
<a:theme xmlns:a="http://schemas.openxmlformats.org/drawingml/2006/main" name="7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2.xml><?xml version="1.0" encoding="utf-8"?>
<a:theme xmlns:a="http://schemas.openxmlformats.org/drawingml/2006/main" name="2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3.xml><?xml version="1.0" encoding="utf-8"?>
<a:theme xmlns:a="http://schemas.openxmlformats.org/drawingml/2006/main" name="7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4.xml><?xml version="1.0" encoding="utf-8"?>
<a:theme xmlns:a="http://schemas.openxmlformats.org/drawingml/2006/main" name="7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5.xml><?xml version="1.0" encoding="utf-8"?>
<a:theme xmlns:a="http://schemas.openxmlformats.org/drawingml/2006/main" name="2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6.xml><?xml version="1.0" encoding="utf-8"?>
<a:theme xmlns:a="http://schemas.openxmlformats.org/drawingml/2006/main" name="2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7.xml><?xml version="1.0" encoding="utf-8"?>
<a:theme xmlns:a="http://schemas.openxmlformats.org/drawingml/2006/main" name="2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8.xml><?xml version="1.0" encoding="utf-8"?>
<a:theme xmlns:a="http://schemas.openxmlformats.org/drawingml/2006/main" name="2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9.xml><?xml version="1.0" encoding="utf-8"?>
<a:theme xmlns:a="http://schemas.openxmlformats.org/drawingml/2006/main" name="5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0.xml><?xml version="1.0" encoding="utf-8"?>
<a:theme xmlns:a="http://schemas.openxmlformats.org/drawingml/2006/main" name="2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1.xml><?xml version="1.0" encoding="utf-8"?>
<a:theme xmlns:a="http://schemas.openxmlformats.org/drawingml/2006/main" name="5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2.xml><?xml version="1.0" encoding="utf-8"?>
<a:theme xmlns:a="http://schemas.openxmlformats.org/drawingml/2006/main" name="7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3.xml><?xml version="1.0" encoding="utf-8"?>
<a:theme xmlns:a="http://schemas.openxmlformats.org/drawingml/2006/main" name="3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4.xml><?xml version="1.0" encoding="utf-8"?>
<a:theme xmlns:a="http://schemas.openxmlformats.org/drawingml/2006/main" name="3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5.xml><?xml version="1.0" encoding="utf-8"?>
<a:theme xmlns:a="http://schemas.openxmlformats.org/drawingml/2006/main" name="2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6.xml><?xml version="1.0" encoding="utf-8"?>
<a:theme xmlns:a="http://schemas.openxmlformats.org/drawingml/2006/main" name="3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7.xml><?xml version="1.0" encoding="utf-8"?>
<a:theme xmlns:a="http://schemas.openxmlformats.org/drawingml/2006/main" name="5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8.xml><?xml version="1.0" encoding="utf-8"?>
<a:theme xmlns:a="http://schemas.openxmlformats.org/drawingml/2006/main" name="1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9.xml><?xml version="1.0" encoding="utf-8"?>
<a:theme xmlns:a="http://schemas.openxmlformats.org/drawingml/2006/main" name="1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0.xml><?xml version="1.0" encoding="utf-8"?>
<a:theme xmlns:a="http://schemas.openxmlformats.org/drawingml/2006/main" name="1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1.xml><?xml version="1.0" encoding="utf-8"?>
<a:theme xmlns:a="http://schemas.openxmlformats.org/drawingml/2006/main" name="1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2.xml><?xml version="1.0" encoding="utf-8"?>
<a:theme xmlns:a="http://schemas.openxmlformats.org/drawingml/2006/main" name="1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3.xml><?xml version="1.0" encoding="utf-8"?>
<a:theme xmlns:a="http://schemas.openxmlformats.org/drawingml/2006/main" name="6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4.xml><?xml version="1.0" encoding="utf-8"?>
<a:theme xmlns:a="http://schemas.openxmlformats.org/drawingml/2006/main" name="7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5.xml><?xml version="1.0" encoding="utf-8"?>
<a:theme xmlns:a="http://schemas.openxmlformats.org/drawingml/2006/main" name="7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6.xml><?xml version="1.0" encoding="utf-8"?>
<a:theme xmlns:a="http://schemas.openxmlformats.org/drawingml/2006/main" name="77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7.xml><?xml version="1.0" encoding="utf-8"?>
<a:theme xmlns:a="http://schemas.openxmlformats.org/drawingml/2006/main" name="4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8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4637</Words>
  <Application>WPS 演示</Application>
  <PresentationFormat/>
  <Paragraphs>1904</Paragraphs>
  <Slides>106</Slides>
  <Notes>0</Notes>
  <HiddenSlides>0</HiddenSlides>
  <MMClips>0</MMClips>
  <ScaleCrop>false</ScaleCrop>
  <HeadingPairs>
    <vt:vector size="8" baseType="variant">
      <vt:variant>
        <vt:lpstr>已用的字体</vt:lpstr>
      </vt:variant>
      <vt:variant>
        <vt:i4>18</vt:i4>
      </vt:variant>
      <vt:variant>
        <vt:lpstr>主题</vt:lpstr>
      </vt:variant>
      <vt:variant>
        <vt:i4>77</vt:i4>
      </vt:variant>
      <vt:variant>
        <vt:lpstr>嵌入 OLE 服务器</vt:lpstr>
      </vt:variant>
      <vt:variant>
        <vt:i4>62</vt:i4>
      </vt:variant>
      <vt:variant>
        <vt:lpstr>幻灯片标题</vt:lpstr>
      </vt:variant>
      <vt:variant>
        <vt:i4>106</vt:i4>
      </vt:variant>
    </vt:vector>
  </HeadingPairs>
  <TitlesOfParts>
    <vt:vector size="263" baseType="lpstr">
      <vt:lpstr>Arial</vt:lpstr>
      <vt:lpstr>宋体</vt:lpstr>
      <vt:lpstr>Wingdings</vt:lpstr>
      <vt:lpstr>隶书</vt:lpstr>
      <vt:lpstr>Times New Roman</vt:lpstr>
      <vt:lpstr>黑体</vt:lpstr>
      <vt:lpstr>Symbol</vt:lpstr>
      <vt:lpstr>微软雅黑</vt:lpstr>
      <vt:lpstr>Arial Unicode MS</vt:lpstr>
      <vt:lpstr>Calibri</vt:lpstr>
      <vt:lpstr>CommonBullets</vt:lpstr>
      <vt:lpstr>Wingdings</vt:lpstr>
      <vt:lpstr>Math4</vt:lpstr>
      <vt:lpstr>Segoe Print</vt:lpstr>
      <vt:lpstr>仿宋_GB2312</vt:lpstr>
      <vt:lpstr>仿宋</vt:lpstr>
      <vt:lpstr>Arial Black</vt:lpstr>
      <vt:lpstr>Wingdings 3</vt:lpstr>
      <vt:lpstr>51_默认设计模板</vt:lpstr>
      <vt:lpstr>1_默认设计模板</vt:lpstr>
      <vt:lpstr>2_默认设计模板</vt:lpstr>
      <vt:lpstr>3_默认设计模板</vt:lpstr>
      <vt:lpstr>4_默认设计模板</vt:lpstr>
      <vt:lpstr>5_默认设计模板</vt:lpstr>
      <vt:lpstr>6_默认设计模板</vt:lpstr>
      <vt:lpstr>7_默认设计模板</vt:lpstr>
      <vt:lpstr>8_默认设计模板</vt:lpstr>
      <vt:lpstr>9_默认设计模板</vt:lpstr>
      <vt:lpstr>10_默认设计模板</vt:lpstr>
      <vt:lpstr>11_默认设计模板</vt:lpstr>
      <vt:lpstr>17_默认设计模板</vt:lpstr>
      <vt:lpstr>18_默认设计模板</vt:lpstr>
      <vt:lpstr>19_默认设计模板</vt:lpstr>
      <vt:lpstr>20_默认设计模板</vt:lpstr>
      <vt:lpstr>21_默认设计模板</vt:lpstr>
      <vt:lpstr>23_默认设计模板</vt:lpstr>
      <vt:lpstr>35_默认设计模板</vt:lpstr>
      <vt:lpstr>36_默认设计模板</vt:lpstr>
      <vt:lpstr>37_默认设计模板</vt:lpstr>
      <vt:lpstr>38_默认设计模板</vt:lpstr>
      <vt:lpstr>39_默认设计模板</vt:lpstr>
      <vt:lpstr>41_默认设计模板</vt:lpstr>
      <vt:lpstr>42_默认设计模板</vt:lpstr>
      <vt:lpstr>43_默认设计模板</vt:lpstr>
      <vt:lpstr>44_默认设计模板</vt:lpstr>
      <vt:lpstr>45_默认设计模板</vt:lpstr>
      <vt:lpstr>47_默认设计模板</vt:lpstr>
      <vt:lpstr>48_默认设计模板</vt:lpstr>
      <vt:lpstr>49_默认设计模板</vt:lpstr>
      <vt:lpstr>50_默认设计模板</vt:lpstr>
      <vt:lpstr>32_默认设计模板</vt:lpstr>
      <vt:lpstr>55_默认设计模板</vt:lpstr>
      <vt:lpstr>31_默认设计模板</vt:lpstr>
      <vt:lpstr>56_默认设计模板</vt:lpstr>
      <vt:lpstr>57_默认设计模板</vt:lpstr>
      <vt:lpstr>58_默认设计模板</vt:lpstr>
      <vt:lpstr>59_默认设计模板</vt:lpstr>
      <vt:lpstr>60_默认设计模板</vt:lpstr>
      <vt:lpstr>61_默认设计模板</vt:lpstr>
      <vt:lpstr>62_默认设计模板</vt:lpstr>
      <vt:lpstr>63_默认设计模板</vt:lpstr>
      <vt:lpstr>64_默认设计模板</vt:lpstr>
      <vt:lpstr>40_默认设计模板</vt:lpstr>
      <vt:lpstr>66_默认设计模板</vt:lpstr>
      <vt:lpstr>67_默认设计模板</vt:lpstr>
      <vt:lpstr>68_默认设计模板</vt:lpstr>
      <vt:lpstr>69_默认设计模板</vt:lpstr>
      <vt:lpstr>70_默认设计模板</vt:lpstr>
      <vt:lpstr>71_默认设计模板</vt:lpstr>
      <vt:lpstr>22_默认设计模板</vt:lpstr>
      <vt:lpstr>72_默认设计模板</vt:lpstr>
      <vt:lpstr>73_默认设计模板</vt:lpstr>
      <vt:lpstr>26_默认设计模板</vt:lpstr>
      <vt:lpstr>25_默认设计模板</vt:lpstr>
      <vt:lpstr>27_默认设计模板</vt:lpstr>
      <vt:lpstr>28_默认设计模板</vt:lpstr>
      <vt:lpstr>54_默认设计模板</vt:lpstr>
      <vt:lpstr>29_默认设计模板</vt:lpstr>
      <vt:lpstr>53_默认设计模板</vt:lpstr>
      <vt:lpstr>74_默认设计模板</vt:lpstr>
      <vt:lpstr>33_默认设计模板</vt:lpstr>
      <vt:lpstr>30_默认设计模板</vt:lpstr>
      <vt:lpstr>24_默认设计模板</vt:lpstr>
      <vt:lpstr>34_默认设计模板</vt:lpstr>
      <vt:lpstr>52_默认设计模板</vt:lpstr>
      <vt:lpstr>13_默认设计模板</vt:lpstr>
      <vt:lpstr>12_默认设计模板</vt:lpstr>
      <vt:lpstr>14_默认设计模板</vt:lpstr>
      <vt:lpstr>15_默认设计模板</vt:lpstr>
      <vt:lpstr>16_默认设计模板</vt:lpstr>
      <vt:lpstr>65_默认设计模板</vt:lpstr>
      <vt:lpstr>75_默认设计模板</vt:lpstr>
      <vt:lpstr>76_默认设计模板</vt:lpstr>
      <vt:lpstr>77_默认设计模板</vt:lpstr>
      <vt:lpstr>46_默认设计模板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Equation.3</vt:lpstr>
      <vt:lpstr>Equation.3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Equation.DSMT4</vt:lpstr>
      <vt:lpstr>PowerPoint 演示文稿</vt:lpstr>
      <vt:lpstr>本章基本知识结构框图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Microsoft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China</dc:creator>
  <cp:lastModifiedBy>苏为</cp:lastModifiedBy>
  <cp:revision>13</cp:revision>
  <dcterms:created xsi:type="dcterms:W3CDTF">2025-02-20T10:27:00Z</dcterms:created>
  <dcterms:modified xsi:type="dcterms:W3CDTF">2026-03-06T02:18:06Z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6E3BEAFEE5CE4090B83D391CEE99653D_13</vt:lpwstr>
  </property>
  <property fmtid="{D5CDD505-2E9C-101B-9397-08002B2CF9AE}" pid="3" name="KSOProductBuildVer">
    <vt:lpwstr>2052-12.1.0.24034</vt:lpwstr>
  </property>
</Properties>
</file>