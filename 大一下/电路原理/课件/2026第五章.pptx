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slideLayouts/slideLayout65.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xml" ContentType="application/vnd.openxmlformats-officedocument.presentationml.slideLayout+xml"/>
  <Override PartName="/ppt/slideLayouts/slideLayout660.xml" ContentType="application/vnd.openxmlformats-officedocument.presentationml.slideLayout+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slideLayouts/slideLayout679.xml" ContentType="application/vnd.openxmlformats-officedocument.presentationml.slideLayout+xml"/>
  <Override PartName="/ppt/slideLayouts/slideLayout68.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slideLayouts/slideLayout683.xml" ContentType="application/vnd.openxmlformats-officedocument.presentationml.slideLayout+xml"/>
  <Override PartName="/ppt/slideLayouts/slideLayout684.xml" ContentType="application/vnd.openxmlformats-officedocument.presentationml.slideLayout+xml"/>
  <Override PartName="/ppt/slideLayouts/slideLayout685.xml" ContentType="application/vnd.openxmlformats-officedocument.presentationml.slideLayout+xml"/>
  <Override PartName="/ppt/slideLayouts/slideLayout686.xml" ContentType="application/vnd.openxmlformats-officedocument.presentationml.slideLayout+xml"/>
  <Override PartName="/ppt/slideLayouts/slideLayout687.xml" ContentType="application/vnd.openxmlformats-officedocument.presentationml.slideLayout+xml"/>
  <Override PartName="/ppt/slideLayouts/slideLayout688.xml" ContentType="application/vnd.openxmlformats-officedocument.presentationml.slideLayout+xml"/>
  <Override PartName="/ppt/slideLayouts/slideLayout689.xml" ContentType="application/vnd.openxmlformats-officedocument.presentationml.slideLayout+xml"/>
  <Override PartName="/ppt/slideLayouts/slideLayout69.xml" ContentType="application/vnd.openxmlformats-officedocument.presentationml.slideLayout+xml"/>
  <Override PartName="/ppt/slideLayouts/slideLayout690.xml" ContentType="application/vnd.openxmlformats-officedocument.presentationml.slideLayout+xml"/>
  <Override PartName="/ppt/slideLayouts/slideLayout691.xml" ContentType="application/vnd.openxmlformats-officedocument.presentationml.slideLayout+xml"/>
  <Override PartName="/ppt/slideLayouts/slideLayout692.xml" ContentType="application/vnd.openxmlformats-officedocument.presentationml.slideLayout+xml"/>
  <Override PartName="/ppt/slideLayouts/slideLayout693.xml" ContentType="application/vnd.openxmlformats-officedocument.presentationml.slideLayout+xml"/>
  <Override PartName="/ppt/slideLayouts/slideLayout694.xml" ContentType="application/vnd.openxmlformats-officedocument.presentationml.slideLayout+xml"/>
  <Override PartName="/ppt/slideLayouts/slideLayout695.xml" ContentType="application/vnd.openxmlformats-officedocument.presentationml.slideLayout+xml"/>
  <Override PartName="/ppt/slideLayouts/slideLayout696.xml" ContentType="application/vnd.openxmlformats-officedocument.presentationml.slideLayout+xml"/>
  <Override PartName="/ppt/slideLayouts/slideLayout697.xml" ContentType="application/vnd.openxmlformats-officedocument.presentationml.slideLayout+xml"/>
  <Override PartName="/ppt/slideLayouts/slideLayout698.xml" ContentType="application/vnd.openxmlformats-officedocument.presentationml.slideLayout+xml"/>
  <Override PartName="/ppt/slideLayouts/slideLayout69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00.xml" ContentType="application/vnd.openxmlformats-officedocument.presentationml.slideLayout+xml"/>
  <Override PartName="/ppt/slideLayouts/slideLayout701.xml" ContentType="application/vnd.openxmlformats-officedocument.presentationml.slideLayout+xml"/>
  <Override PartName="/ppt/slideLayouts/slideLayout702.xml" ContentType="application/vnd.openxmlformats-officedocument.presentationml.slideLayout+xml"/>
  <Override PartName="/ppt/slideLayouts/slideLayout703.xml" ContentType="application/vnd.openxmlformats-officedocument.presentationml.slideLayout+xml"/>
  <Override PartName="/ppt/slideLayouts/slideLayout704.xml" ContentType="application/vnd.openxmlformats-officedocument.presentationml.slideLayout+xml"/>
  <Override PartName="/ppt/slideLayouts/slideLayout705.xml" ContentType="application/vnd.openxmlformats-officedocument.presentationml.slideLayout+xml"/>
  <Override PartName="/ppt/slideLayouts/slideLayout706.xml" ContentType="application/vnd.openxmlformats-officedocument.presentationml.slideLayout+xml"/>
  <Override PartName="/ppt/slideLayouts/slideLayout707.xml" ContentType="application/vnd.openxmlformats-officedocument.presentationml.slideLayout+xml"/>
  <Override PartName="/ppt/slideLayouts/slideLayout708.xml" ContentType="application/vnd.openxmlformats-officedocument.presentationml.slideLayout+xml"/>
  <Override PartName="/ppt/slideLayouts/slideLayout709.xml" ContentType="application/vnd.openxmlformats-officedocument.presentationml.slideLayout+xml"/>
  <Override PartName="/ppt/slideLayouts/slideLayout71.xml" ContentType="application/vnd.openxmlformats-officedocument.presentationml.slideLayout+xml"/>
  <Override PartName="/ppt/slideLayouts/slideLayout710.xml" ContentType="application/vnd.openxmlformats-officedocument.presentationml.slideLayout+xml"/>
  <Override PartName="/ppt/slideLayouts/slideLayout711.xml" ContentType="application/vnd.openxmlformats-officedocument.presentationml.slideLayout+xml"/>
  <Override PartName="/ppt/slideLayouts/slideLayout712.xml" ContentType="application/vnd.openxmlformats-officedocument.presentationml.slideLayout+xml"/>
  <Override PartName="/ppt/slideLayouts/slideLayout713.xml" ContentType="application/vnd.openxmlformats-officedocument.presentationml.slideLayout+xml"/>
  <Override PartName="/ppt/slideLayouts/slideLayout714.xml" ContentType="application/vnd.openxmlformats-officedocument.presentationml.slideLayout+xml"/>
  <Override PartName="/ppt/slideLayouts/slideLayout715.xml" ContentType="application/vnd.openxmlformats-officedocument.presentationml.slideLayout+xml"/>
  <Override PartName="/ppt/slideLayouts/slideLayout716.xml" ContentType="application/vnd.openxmlformats-officedocument.presentationml.slideLayout+xml"/>
  <Override PartName="/ppt/slideLayouts/slideLayout717.xml" ContentType="application/vnd.openxmlformats-officedocument.presentationml.slideLayout+xml"/>
  <Override PartName="/ppt/slideLayouts/slideLayout718.xml" ContentType="application/vnd.openxmlformats-officedocument.presentationml.slideLayout+xml"/>
  <Override PartName="/ppt/slideLayouts/slideLayout719.xml" ContentType="application/vnd.openxmlformats-officedocument.presentationml.slideLayout+xml"/>
  <Override PartName="/ppt/slideLayouts/slideLayout72.xml" ContentType="application/vnd.openxmlformats-officedocument.presentationml.slideLayout+xml"/>
  <Override PartName="/ppt/slideLayouts/slideLayout720.xml" ContentType="application/vnd.openxmlformats-officedocument.presentationml.slideLayout+xml"/>
  <Override PartName="/ppt/slideLayouts/slideLayout721.xml" ContentType="application/vnd.openxmlformats-officedocument.presentationml.slideLayout+xml"/>
  <Override PartName="/ppt/slideLayouts/slideLayout722.xml" ContentType="application/vnd.openxmlformats-officedocument.presentationml.slideLayout+xml"/>
  <Override PartName="/ppt/slideLayouts/slideLayout723.xml" ContentType="application/vnd.openxmlformats-officedocument.presentationml.slideLayout+xml"/>
  <Override PartName="/ppt/slideLayouts/slideLayout724.xml" ContentType="application/vnd.openxmlformats-officedocument.presentationml.slideLayout+xml"/>
  <Override PartName="/ppt/slideLayouts/slideLayout725.xml" ContentType="application/vnd.openxmlformats-officedocument.presentationml.slideLayout+xml"/>
  <Override PartName="/ppt/slideLayouts/slideLayout726.xml" ContentType="application/vnd.openxmlformats-officedocument.presentationml.slideLayout+xml"/>
  <Override PartName="/ppt/slideLayouts/slideLayout727.xml" ContentType="application/vnd.openxmlformats-officedocument.presentationml.slideLayout+xml"/>
  <Override PartName="/ppt/slideLayouts/slideLayout728.xml" ContentType="application/vnd.openxmlformats-officedocument.presentationml.slideLayout+xml"/>
  <Override PartName="/ppt/slideLayouts/slideLayout729.xml" ContentType="application/vnd.openxmlformats-officedocument.presentationml.slideLayout+xml"/>
  <Override PartName="/ppt/slideLayouts/slideLayout73.xml" ContentType="application/vnd.openxmlformats-officedocument.presentationml.slideLayout+xml"/>
  <Override PartName="/ppt/slideLayouts/slideLayout730.xml" ContentType="application/vnd.openxmlformats-officedocument.presentationml.slideLayout+xml"/>
  <Override PartName="/ppt/slideLayouts/slideLayout731.xml" ContentType="application/vnd.openxmlformats-officedocument.presentationml.slideLayout+xml"/>
  <Override PartName="/ppt/slideLayouts/slideLayout732.xml" ContentType="application/vnd.openxmlformats-officedocument.presentationml.slideLayout+xml"/>
  <Override PartName="/ppt/slideLayouts/slideLayout733.xml" ContentType="application/vnd.openxmlformats-officedocument.presentationml.slideLayout+xml"/>
  <Override PartName="/ppt/slideLayouts/slideLayout734.xml" ContentType="application/vnd.openxmlformats-officedocument.presentationml.slideLayout+xml"/>
  <Override PartName="/ppt/slideLayouts/slideLayout735.xml" ContentType="application/vnd.openxmlformats-officedocument.presentationml.slideLayout+xml"/>
  <Override PartName="/ppt/slideLayouts/slideLayout736.xml" ContentType="application/vnd.openxmlformats-officedocument.presentationml.slideLayout+xml"/>
  <Override PartName="/ppt/slideLayouts/slideLayout737.xml" ContentType="application/vnd.openxmlformats-officedocument.presentationml.slideLayout+xml"/>
  <Override PartName="/ppt/slideLayouts/slideLayout738.xml" ContentType="application/vnd.openxmlformats-officedocument.presentationml.slideLayout+xml"/>
  <Override PartName="/ppt/slideLayouts/slideLayout739.xml" ContentType="application/vnd.openxmlformats-officedocument.presentationml.slideLayout+xml"/>
  <Override PartName="/ppt/slideLayouts/slideLayout74.xml" ContentType="application/vnd.openxmlformats-officedocument.presentationml.slideLayout+xml"/>
  <Override PartName="/ppt/slideLayouts/slideLayout740.xml" ContentType="application/vnd.openxmlformats-officedocument.presentationml.slideLayout+xml"/>
  <Override PartName="/ppt/slideLayouts/slideLayout741.xml" ContentType="application/vnd.openxmlformats-officedocument.presentationml.slideLayout+xml"/>
  <Override PartName="/ppt/slideLayouts/slideLayout742.xml" ContentType="application/vnd.openxmlformats-officedocument.presentationml.slideLayout+xml"/>
  <Override PartName="/ppt/slideLayouts/slideLayout743.xml" ContentType="application/vnd.openxmlformats-officedocument.presentationml.slideLayout+xml"/>
  <Override PartName="/ppt/slideLayouts/slideLayout744.xml" ContentType="application/vnd.openxmlformats-officedocument.presentationml.slideLayout+xml"/>
  <Override PartName="/ppt/slideLayouts/slideLayout745.xml" ContentType="application/vnd.openxmlformats-officedocument.presentationml.slideLayout+xml"/>
  <Override PartName="/ppt/slideLayouts/slideLayout746.xml" ContentType="application/vnd.openxmlformats-officedocument.presentationml.slideLayout+xml"/>
  <Override PartName="/ppt/slideLayouts/slideLayout747.xml" ContentType="application/vnd.openxmlformats-officedocument.presentationml.slideLayout+xml"/>
  <Override PartName="/ppt/slideLayouts/slideLayout748.xml" ContentType="application/vnd.openxmlformats-officedocument.presentationml.slideLayout+xml"/>
  <Override PartName="/ppt/slideLayouts/slideLayout749.xml" ContentType="application/vnd.openxmlformats-officedocument.presentationml.slideLayout+xml"/>
  <Override PartName="/ppt/slideLayouts/slideLayout75.xml" ContentType="application/vnd.openxmlformats-officedocument.presentationml.slideLayout+xml"/>
  <Override PartName="/ppt/slideLayouts/slideLayout750.xml" ContentType="application/vnd.openxmlformats-officedocument.presentationml.slideLayout+xml"/>
  <Override PartName="/ppt/slideLayouts/slideLayout751.xml" ContentType="application/vnd.openxmlformats-officedocument.presentationml.slideLayout+xml"/>
  <Override PartName="/ppt/slideLayouts/slideLayout752.xml" ContentType="application/vnd.openxmlformats-officedocument.presentationml.slideLayout+xml"/>
  <Override PartName="/ppt/slideLayouts/slideLayout753.xml" ContentType="application/vnd.openxmlformats-officedocument.presentationml.slideLayout+xml"/>
  <Override PartName="/ppt/slideLayouts/slideLayout754.xml" ContentType="application/vnd.openxmlformats-officedocument.presentationml.slideLayout+xml"/>
  <Override PartName="/ppt/slideLayouts/slideLayout755.xml" ContentType="application/vnd.openxmlformats-officedocument.presentationml.slideLayout+xml"/>
  <Override PartName="/ppt/slideLayouts/slideLayout756.xml" ContentType="application/vnd.openxmlformats-officedocument.presentationml.slideLayout+xml"/>
  <Override PartName="/ppt/slideLayouts/slideLayout757.xml" ContentType="application/vnd.openxmlformats-officedocument.presentationml.slideLayout+xml"/>
  <Override PartName="/ppt/slideLayouts/slideLayout758.xml" ContentType="application/vnd.openxmlformats-officedocument.presentationml.slideLayout+xml"/>
  <Override PartName="/ppt/slideLayouts/slideLayout759.xml" ContentType="application/vnd.openxmlformats-officedocument.presentationml.slideLayout+xml"/>
  <Override PartName="/ppt/slideLayouts/slideLayout76.xml" ContentType="application/vnd.openxmlformats-officedocument.presentationml.slideLayout+xml"/>
  <Override PartName="/ppt/slideLayouts/slideLayout760.xml" ContentType="application/vnd.openxmlformats-officedocument.presentationml.slideLayout+xml"/>
  <Override PartName="/ppt/slideLayouts/slideLayout761.xml" ContentType="application/vnd.openxmlformats-officedocument.presentationml.slideLayout+xml"/>
  <Override PartName="/ppt/slideLayouts/slideLayout762.xml" ContentType="application/vnd.openxmlformats-officedocument.presentationml.slideLayout+xml"/>
  <Override PartName="/ppt/slideLayouts/slideLayout763.xml" ContentType="application/vnd.openxmlformats-officedocument.presentationml.slideLayout+xml"/>
  <Override PartName="/ppt/slideLayouts/slideLayout764.xml" ContentType="application/vnd.openxmlformats-officedocument.presentationml.slideLayout+xml"/>
  <Override PartName="/ppt/slideLayouts/slideLayout765.xml" ContentType="application/vnd.openxmlformats-officedocument.presentationml.slideLayout+xml"/>
  <Override PartName="/ppt/slideLayouts/slideLayout766.xml" ContentType="application/vnd.openxmlformats-officedocument.presentationml.slideLayout+xml"/>
  <Override PartName="/ppt/slideLayouts/slideLayout767.xml" ContentType="application/vnd.openxmlformats-officedocument.presentationml.slideLayout+xml"/>
  <Override PartName="/ppt/slideLayouts/slideLayout768.xml" ContentType="application/vnd.openxmlformats-officedocument.presentationml.slideLayout+xml"/>
  <Override PartName="/ppt/slideLayouts/slideLayout769.xml" ContentType="application/vnd.openxmlformats-officedocument.presentationml.slideLayout+xml"/>
  <Override PartName="/ppt/slideLayouts/slideLayout77.xml" ContentType="application/vnd.openxmlformats-officedocument.presentationml.slideLayout+xml"/>
  <Override PartName="/ppt/slideLayouts/slideLayout770.xml" ContentType="application/vnd.openxmlformats-officedocument.presentationml.slideLayout+xml"/>
  <Override PartName="/ppt/slideLayouts/slideLayout771.xml" ContentType="application/vnd.openxmlformats-officedocument.presentationml.slideLayout+xml"/>
  <Override PartName="/ppt/slideLayouts/slideLayout772.xml" ContentType="application/vnd.openxmlformats-officedocument.presentationml.slideLayout+xml"/>
  <Override PartName="/ppt/slideLayouts/slideLayout773.xml" ContentType="application/vnd.openxmlformats-officedocument.presentationml.slideLayout+xml"/>
  <Override PartName="/ppt/slideLayouts/slideLayout774.xml" ContentType="application/vnd.openxmlformats-officedocument.presentationml.slideLayout+xml"/>
  <Override PartName="/ppt/slideLayouts/slideLayout775.xml" ContentType="application/vnd.openxmlformats-officedocument.presentationml.slideLayout+xml"/>
  <Override PartName="/ppt/slideLayouts/slideLayout776.xml" ContentType="application/vnd.openxmlformats-officedocument.presentationml.slideLayout+xml"/>
  <Override PartName="/ppt/slideLayouts/slideLayout777.xml" ContentType="application/vnd.openxmlformats-officedocument.presentationml.slideLayout+xml"/>
  <Override PartName="/ppt/slideLayouts/slideLayout778.xml" ContentType="application/vnd.openxmlformats-officedocument.presentationml.slideLayout+xml"/>
  <Override PartName="/ppt/slideLayouts/slideLayout779.xml" ContentType="application/vnd.openxmlformats-officedocument.presentationml.slideLayout+xml"/>
  <Override PartName="/ppt/slideLayouts/slideLayout78.xml" ContentType="application/vnd.openxmlformats-officedocument.presentationml.slideLayout+xml"/>
  <Override PartName="/ppt/slideLayouts/slideLayout780.xml" ContentType="application/vnd.openxmlformats-officedocument.presentationml.slideLayout+xml"/>
  <Override PartName="/ppt/slideLayouts/slideLayout781.xml" ContentType="application/vnd.openxmlformats-officedocument.presentationml.slideLayout+xml"/>
  <Override PartName="/ppt/slideLayouts/slideLayout782.xml" ContentType="application/vnd.openxmlformats-officedocument.presentationml.slideLayout+xml"/>
  <Override PartName="/ppt/slideLayouts/slideLayout783.xml" ContentType="application/vnd.openxmlformats-officedocument.presentationml.slideLayout+xml"/>
  <Override PartName="/ppt/slideLayouts/slideLayout784.xml" ContentType="application/vnd.openxmlformats-officedocument.presentationml.slideLayout+xml"/>
  <Override PartName="/ppt/slideLayouts/slideLayout785.xml" ContentType="application/vnd.openxmlformats-officedocument.presentationml.slideLayout+xml"/>
  <Override PartName="/ppt/slideLayouts/slideLayout786.xml" ContentType="application/vnd.openxmlformats-officedocument.presentationml.slideLayout+xml"/>
  <Override PartName="/ppt/slideLayouts/slideLayout787.xml" ContentType="application/vnd.openxmlformats-officedocument.presentationml.slideLayout+xml"/>
  <Override PartName="/ppt/slideLayouts/slideLayout788.xml" ContentType="application/vnd.openxmlformats-officedocument.presentationml.slideLayout+xml"/>
  <Override PartName="/ppt/slideLayouts/slideLayout789.xml" ContentType="application/vnd.openxmlformats-officedocument.presentationml.slideLayout+xml"/>
  <Override PartName="/ppt/slideLayouts/slideLayout79.xml" ContentType="application/vnd.openxmlformats-officedocument.presentationml.slideLayout+xml"/>
  <Override PartName="/ppt/slideLayouts/slideLayout790.xml" ContentType="application/vnd.openxmlformats-officedocument.presentationml.slideLayout+xml"/>
  <Override PartName="/ppt/slideLayouts/slideLayout791.xml" ContentType="application/vnd.openxmlformats-officedocument.presentationml.slideLayout+xml"/>
  <Override PartName="/ppt/slideLayouts/slideLayout792.xml" ContentType="application/vnd.openxmlformats-officedocument.presentationml.slideLayout+xml"/>
  <Override PartName="/ppt/slideLayouts/slideLayout793.xml" ContentType="application/vnd.openxmlformats-officedocument.presentationml.slideLayout+xml"/>
  <Override PartName="/ppt/slideLayouts/slideLayout794.xml" ContentType="application/vnd.openxmlformats-officedocument.presentationml.slideLayout+xml"/>
  <Override PartName="/ppt/slideLayouts/slideLayout795.xml" ContentType="application/vnd.openxmlformats-officedocument.presentationml.slideLayout+xml"/>
  <Override PartName="/ppt/slideLayouts/slideLayout796.xml" ContentType="application/vnd.openxmlformats-officedocument.presentationml.slideLayout+xml"/>
  <Override PartName="/ppt/slideLayouts/slideLayout797.xml" ContentType="application/vnd.openxmlformats-officedocument.presentationml.slideLayout+xml"/>
  <Override PartName="/ppt/slideLayouts/slideLayout798.xml" ContentType="application/vnd.openxmlformats-officedocument.presentationml.slideLayout+xml"/>
  <Override PartName="/ppt/slideLayouts/slideLayout79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00.xml" ContentType="application/vnd.openxmlformats-officedocument.presentationml.slideLayout+xml"/>
  <Override PartName="/ppt/slideLayouts/slideLayout801.xml" ContentType="application/vnd.openxmlformats-officedocument.presentationml.slideLayout+xml"/>
  <Override PartName="/ppt/slideLayouts/slideLayout802.xml" ContentType="application/vnd.openxmlformats-officedocument.presentationml.slideLayout+xml"/>
  <Override PartName="/ppt/slideLayouts/slideLayout803.xml" ContentType="application/vnd.openxmlformats-officedocument.presentationml.slideLayout+xml"/>
  <Override PartName="/ppt/slideLayouts/slideLayout804.xml" ContentType="application/vnd.openxmlformats-officedocument.presentationml.slideLayout+xml"/>
  <Override PartName="/ppt/slideLayouts/slideLayout805.xml" ContentType="application/vnd.openxmlformats-officedocument.presentationml.slideLayout+xml"/>
  <Override PartName="/ppt/slideLayouts/slideLayout806.xml" ContentType="application/vnd.openxmlformats-officedocument.presentationml.slideLayout+xml"/>
  <Override PartName="/ppt/slideLayouts/slideLayout807.xml" ContentType="application/vnd.openxmlformats-officedocument.presentationml.slideLayout+xml"/>
  <Override PartName="/ppt/slideLayouts/slideLayout808.xml" ContentType="application/vnd.openxmlformats-officedocument.presentationml.slideLayout+xml"/>
  <Override PartName="/ppt/slideLayouts/slideLayout809.xml" ContentType="application/vnd.openxmlformats-officedocument.presentationml.slideLayout+xml"/>
  <Override PartName="/ppt/slideLayouts/slideLayout81.xml" ContentType="application/vnd.openxmlformats-officedocument.presentationml.slideLayout+xml"/>
  <Override PartName="/ppt/slideLayouts/slideLayout810.xml" ContentType="application/vnd.openxmlformats-officedocument.presentationml.slideLayout+xml"/>
  <Override PartName="/ppt/slideLayouts/slideLayout811.xml" ContentType="application/vnd.openxmlformats-officedocument.presentationml.slideLayout+xml"/>
  <Override PartName="/ppt/slideLayouts/slideLayout812.xml" ContentType="application/vnd.openxmlformats-officedocument.presentationml.slideLayout+xml"/>
  <Override PartName="/ppt/slideLayouts/slideLayout813.xml" ContentType="application/vnd.openxmlformats-officedocument.presentationml.slideLayout+xml"/>
  <Override PartName="/ppt/slideLayouts/slideLayout814.xml" ContentType="application/vnd.openxmlformats-officedocument.presentationml.slideLayout+xml"/>
  <Override PartName="/ppt/slideLayouts/slideLayout815.xml" ContentType="application/vnd.openxmlformats-officedocument.presentationml.slideLayout+xml"/>
  <Override PartName="/ppt/slideLayouts/slideLayout816.xml" ContentType="application/vnd.openxmlformats-officedocument.presentationml.slideLayout+xml"/>
  <Override PartName="/ppt/slideLayouts/slideLayout817.xml" ContentType="application/vnd.openxmlformats-officedocument.presentationml.slideLayout+xml"/>
  <Override PartName="/ppt/slideLayouts/slideLayout818.xml" ContentType="application/vnd.openxmlformats-officedocument.presentationml.slideLayout+xml"/>
  <Override PartName="/ppt/slideLayouts/slideLayout819.xml" ContentType="application/vnd.openxmlformats-officedocument.presentationml.slideLayout+xml"/>
  <Override PartName="/ppt/slideLayouts/slideLayout82.xml" ContentType="application/vnd.openxmlformats-officedocument.presentationml.slideLayout+xml"/>
  <Override PartName="/ppt/slideLayouts/slideLayout820.xml" ContentType="application/vnd.openxmlformats-officedocument.presentationml.slideLayout+xml"/>
  <Override PartName="/ppt/slideLayouts/slideLayout821.xml" ContentType="application/vnd.openxmlformats-officedocument.presentationml.slideLayout+xml"/>
  <Override PartName="/ppt/slideLayouts/slideLayout822.xml" ContentType="application/vnd.openxmlformats-officedocument.presentationml.slideLayout+xml"/>
  <Override PartName="/ppt/slideLayouts/slideLayout823.xml" ContentType="application/vnd.openxmlformats-officedocument.presentationml.slideLayout+xml"/>
  <Override PartName="/ppt/slideLayouts/slideLayout824.xml" ContentType="application/vnd.openxmlformats-officedocument.presentationml.slideLayout+xml"/>
  <Override PartName="/ppt/slideLayouts/slideLayout825.xml" ContentType="application/vnd.openxmlformats-officedocument.presentationml.slideLayout+xml"/>
  <Override PartName="/ppt/slideLayouts/slideLayout826.xml" ContentType="application/vnd.openxmlformats-officedocument.presentationml.slideLayout+xml"/>
  <Override PartName="/ppt/slideLayouts/slideLayout827.xml" ContentType="application/vnd.openxmlformats-officedocument.presentationml.slideLayout+xml"/>
  <Override PartName="/ppt/slideLayouts/slideLayout828.xml" ContentType="application/vnd.openxmlformats-officedocument.presentationml.slideLayout+xml"/>
  <Override PartName="/ppt/slideLayouts/slideLayout829.xml" ContentType="application/vnd.openxmlformats-officedocument.presentationml.slideLayout+xml"/>
  <Override PartName="/ppt/slideLayouts/slideLayout83.xml" ContentType="application/vnd.openxmlformats-officedocument.presentationml.slideLayout+xml"/>
  <Override PartName="/ppt/slideLayouts/slideLayout830.xml" ContentType="application/vnd.openxmlformats-officedocument.presentationml.slideLayout+xml"/>
  <Override PartName="/ppt/slideLayouts/slideLayout831.xml" ContentType="application/vnd.openxmlformats-officedocument.presentationml.slideLayout+xml"/>
  <Override PartName="/ppt/slideLayouts/slideLayout832.xml" ContentType="application/vnd.openxmlformats-officedocument.presentationml.slideLayout+xml"/>
  <Override PartName="/ppt/slideLayouts/slideLayout833.xml" ContentType="application/vnd.openxmlformats-officedocument.presentationml.slideLayout+xml"/>
  <Override PartName="/ppt/slideLayouts/slideLayout834.xml" ContentType="application/vnd.openxmlformats-officedocument.presentationml.slideLayout+xml"/>
  <Override PartName="/ppt/slideLayouts/slideLayout835.xml" ContentType="application/vnd.openxmlformats-officedocument.presentationml.slideLayout+xml"/>
  <Override PartName="/ppt/slideLayouts/slideLayout836.xml" ContentType="application/vnd.openxmlformats-officedocument.presentationml.slideLayout+xml"/>
  <Override PartName="/ppt/slideLayouts/slideLayout837.xml" ContentType="application/vnd.openxmlformats-officedocument.presentationml.slideLayout+xml"/>
  <Override PartName="/ppt/slideLayouts/slideLayout838.xml" ContentType="application/vnd.openxmlformats-officedocument.presentationml.slideLayout+xml"/>
  <Override PartName="/ppt/slideLayouts/slideLayout839.xml" ContentType="application/vnd.openxmlformats-officedocument.presentationml.slideLayout+xml"/>
  <Override PartName="/ppt/slideLayouts/slideLayout84.xml" ContentType="application/vnd.openxmlformats-officedocument.presentationml.slideLayout+xml"/>
  <Override PartName="/ppt/slideLayouts/slideLayout840.xml" ContentType="application/vnd.openxmlformats-officedocument.presentationml.slideLayout+xml"/>
  <Override PartName="/ppt/slideLayouts/slideLayout841.xml" ContentType="application/vnd.openxmlformats-officedocument.presentationml.slideLayout+xml"/>
  <Override PartName="/ppt/slideLayouts/slideLayout842.xml" ContentType="application/vnd.openxmlformats-officedocument.presentationml.slideLayout+xml"/>
  <Override PartName="/ppt/slideLayouts/slideLayout843.xml" ContentType="application/vnd.openxmlformats-officedocument.presentationml.slideLayout+xml"/>
  <Override PartName="/ppt/slideLayouts/slideLayout844.xml" ContentType="application/vnd.openxmlformats-officedocument.presentationml.slideLayout+xml"/>
  <Override PartName="/ppt/slideLayouts/slideLayout845.xml" ContentType="application/vnd.openxmlformats-officedocument.presentationml.slideLayout+xml"/>
  <Override PartName="/ppt/slideLayouts/slideLayout846.xml" ContentType="application/vnd.openxmlformats-officedocument.presentationml.slideLayout+xml"/>
  <Override PartName="/ppt/slideLayouts/slideLayout847.xml" ContentType="application/vnd.openxmlformats-officedocument.presentationml.slideLayout+xml"/>
  <Override PartName="/ppt/slideLayouts/slideLayout848.xml" ContentType="application/vnd.openxmlformats-officedocument.presentationml.slideLayout+xml"/>
  <Override PartName="/ppt/slideLayouts/slideLayout849.xml" ContentType="application/vnd.openxmlformats-officedocument.presentationml.slideLayout+xml"/>
  <Override PartName="/ppt/slideLayouts/slideLayout85.xml" ContentType="application/vnd.openxmlformats-officedocument.presentationml.slideLayout+xml"/>
  <Override PartName="/ppt/slideLayouts/slideLayout850.xml" ContentType="application/vnd.openxmlformats-officedocument.presentationml.slideLayout+xml"/>
  <Override PartName="/ppt/slideLayouts/slideLayout851.xml" ContentType="application/vnd.openxmlformats-officedocument.presentationml.slideLayout+xml"/>
  <Override PartName="/ppt/slideLayouts/slideLayout852.xml" ContentType="application/vnd.openxmlformats-officedocument.presentationml.slideLayout+xml"/>
  <Override PartName="/ppt/slideLayouts/slideLayout853.xml" ContentType="application/vnd.openxmlformats-officedocument.presentationml.slideLayout+xml"/>
  <Override PartName="/ppt/slideLayouts/slideLayout854.xml" ContentType="application/vnd.openxmlformats-officedocument.presentationml.slideLayout+xml"/>
  <Override PartName="/ppt/slideLayouts/slideLayout855.xml" ContentType="application/vnd.openxmlformats-officedocument.presentationml.slideLayout+xml"/>
  <Override PartName="/ppt/slideLayouts/slideLayout856.xml" ContentType="application/vnd.openxmlformats-officedocument.presentationml.slideLayout+xml"/>
  <Override PartName="/ppt/slideLayouts/slideLayout857.xml" ContentType="application/vnd.openxmlformats-officedocument.presentationml.slideLayout+xml"/>
  <Override PartName="/ppt/slideLayouts/slideLayout858.xml" ContentType="application/vnd.openxmlformats-officedocument.presentationml.slideLayout+xml"/>
  <Override PartName="/ppt/slideLayouts/slideLayout859.xml" ContentType="application/vnd.openxmlformats-officedocument.presentationml.slideLayout+xml"/>
  <Override PartName="/ppt/slideLayouts/slideLayout86.xml" ContentType="application/vnd.openxmlformats-officedocument.presentationml.slideLayout+xml"/>
  <Override PartName="/ppt/slideLayouts/slideLayout860.xml" ContentType="application/vnd.openxmlformats-officedocument.presentationml.slideLayout+xml"/>
  <Override PartName="/ppt/slideLayouts/slideLayout861.xml" ContentType="application/vnd.openxmlformats-officedocument.presentationml.slideLayout+xml"/>
  <Override PartName="/ppt/slideLayouts/slideLayout862.xml" ContentType="application/vnd.openxmlformats-officedocument.presentationml.slideLayout+xml"/>
  <Override PartName="/ppt/slideLayouts/slideLayout863.xml" ContentType="application/vnd.openxmlformats-officedocument.presentationml.slideLayout+xml"/>
  <Override PartName="/ppt/slideLayouts/slideLayout864.xml" ContentType="application/vnd.openxmlformats-officedocument.presentationml.slideLayout+xml"/>
  <Override PartName="/ppt/slideLayouts/slideLayout865.xml" ContentType="application/vnd.openxmlformats-officedocument.presentationml.slideLayout+xml"/>
  <Override PartName="/ppt/slideLayouts/slideLayout866.xml" ContentType="application/vnd.openxmlformats-officedocument.presentationml.slideLayout+xml"/>
  <Override PartName="/ppt/slideLayouts/slideLayout867.xml" ContentType="application/vnd.openxmlformats-officedocument.presentationml.slideLayout+xml"/>
  <Override PartName="/ppt/slideLayouts/slideLayout868.xml" ContentType="application/vnd.openxmlformats-officedocument.presentationml.slideLayout+xml"/>
  <Override PartName="/ppt/slideLayouts/slideLayout869.xml" ContentType="application/vnd.openxmlformats-officedocument.presentationml.slideLayout+xml"/>
  <Override PartName="/ppt/slideLayouts/slideLayout87.xml" ContentType="application/vnd.openxmlformats-officedocument.presentationml.slideLayout+xml"/>
  <Override PartName="/ppt/slideLayouts/slideLayout870.xml" ContentType="application/vnd.openxmlformats-officedocument.presentationml.slideLayout+xml"/>
  <Override PartName="/ppt/slideLayouts/slideLayout871.xml" ContentType="application/vnd.openxmlformats-officedocument.presentationml.slideLayout+xml"/>
  <Override PartName="/ppt/slideLayouts/slideLayout872.xml" ContentType="application/vnd.openxmlformats-officedocument.presentationml.slideLayout+xml"/>
  <Override PartName="/ppt/slideLayouts/slideLayout873.xml" ContentType="application/vnd.openxmlformats-officedocument.presentationml.slideLayout+xml"/>
  <Override PartName="/ppt/slideLayouts/slideLayout874.xml" ContentType="application/vnd.openxmlformats-officedocument.presentationml.slideLayout+xml"/>
  <Override PartName="/ppt/slideLayouts/slideLayout875.xml" ContentType="application/vnd.openxmlformats-officedocument.presentationml.slideLayout+xml"/>
  <Override PartName="/ppt/slideLayouts/slideLayout876.xml" ContentType="application/vnd.openxmlformats-officedocument.presentationml.slideLayout+xml"/>
  <Override PartName="/ppt/slideLayouts/slideLayout877.xml" ContentType="application/vnd.openxmlformats-officedocument.presentationml.slideLayout+xml"/>
  <Override PartName="/ppt/slideLayouts/slideLayout878.xml" ContentType="application/vnd.openxmlformats-officedocument.presentationml.slideLayout+xml"/>
  <Override PartName="/ppt/slideLayouts/slideLayout879.xml" ContentType="application/vnd.openxmlformats-officedocument.presentationml.slideLayout+xml"/>
  <Override PartName="/ppt/slideLayouts/slideLayout88.xml" ContentType="application/vnd.openxmlformats-officedocument.presentationml.slideLayout+xml"/>
  <Override PartName="/ppt/slideLayouts/slideLayout880.xml" ContentType="application/vnd.openxmlformats-officedocument.presentationml.slideLayout+xml"/>
  <Override PartName="/ppt/slideLayouts/slideLayout881.xml" ContentType="application/vnd.openxmlformats-officedocument.presentationml.slideLayout+xml"/>
  <Override PartName="/ppt/slideLayouts/slideLayout882.xml" ContentType="application/vnd.openxmlformats-officedocument.presentationml.slideLayout+xml"/>
  <Override PartName="/ppt/slideLayouts/slideLayout883.xml" ContentType="application/vnd.openxmlformats-officedocument.presentationml.slideLayout+xml"/>
  <Override PartName="/ppt/slideLayouts/slideLayout884.xml" ContentType="application/vnd.openxmlformats-officedocument.presentationml.slideLayout+xml"/>
  <Override PartName="/ppt/slideLayouts/slideLayout885.xml" ContentType="application/vnd.openxmlformats-officedocument.presentationml.slideLayout+xml"/>
  <Override PartName="/ppt/slideLayouts/slideLayout886.xml" ContentType="application/vnd.openxmlformats-officedocument.presentationml.slideLayout+xml"/>
  <Override PartName="/ppt/slideLayouts/slideLayout887.xml" ContentType="application/vnd.openxmlformats-officedocument.presentationml.slideLayout+xml"/>
  <Override PartName="/ppt/slideLayouts/slideLayout888.xml" ContentType="application/vnd.openxmlformats-officedocument.presentationml.slideLayout+xml"/>
  <Override PartName="/ppt/slideLayouts/slideLayout889.xml" ContentType="application/vnd.openxmlformats-officedocument.presentationml.slideLayout+xml"/>
  <Override PartName="/ppt/slideLayouts/slideLayout89.xml" ContentType="application/vnd.openxmlformats-officedocument.presentationml.slideLayout+xml"/>
  <Override PartName="/ppt/slideLayouts/slideLayout890.xml" ContentType="application/vnd.openxmlformats-officedocument.presentationml.slideLayout+xml"/>
  <Override PartName="/ppt/slideLayouts/slideLayout891.xml" ContentType="application/vnd.openxmlformats-officedocument.presentationml.slideLayout+xml"/>
  <Override PartName="/ppt/slideLayouts/slideLayout892.xml" ContentType="application/vnd.openxmlformats-officedocument.presentationml.slideLayout+xml"/>
  <Override PartName="/ppt/slideLayouts/slideLayout893.xml" ContentType="application/vnd.openxmlformats-officedocument.presentationml.slideLayout+xml"/>
  <Override PartName="/ppt/slideLayouts/slideLayout894.xml" ContentType="application/vnd.openxmlformats-officedocument.presentationml.slideLayout+xml"/>
  <Override PartName="/ppt/slideLayouts/slideLayout895.xml" ContentType="application/vnd.openxmlformats-officedocument.presentationml.slideLayout+xml"/>
  <Override PartName="/ppt/slideLayouts/slideLayout896.xml" ContentType="application/vnd.openxmlformats-officedocument.presentationml.slideLayout+xml"/>
  <Override PartName="/ppt/slideLayouts/slideLayout897.xml" ContentType="application/vnd.openxmlformats-officedocument.presentationml.slideLayout+xml"/>
  <Override PartName="/ppt/slideLayouts/slideLayout898.xml" ContentType="application/vnd.openxmlformats-officedocument.presentationml.slideLayout+xml"/>
  <Override PartName="/ppt/slideLayouts/slideLayout89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00.xml" ContentType="application/vnd.openxmlformats-officedocument.presentationml.slideLayout+xml"/>
  <Override PartName="/ppt/slideLayouts/slideLayout901.xml" ContentType="application/vnd.openxmlformats-officedocument.presentationml.slideLayout+xml"/>
  <Override PartName="/ppt/slideLayouts/slideLayout902.xml" ContentType="application/vnd.openxmlformats-officedocument.presentationml.slideLayout+xml"/>
  <Override PartName="/ppt/slideLayouts/slideLayout903.xml" ContentType="application/vnd.openxmlformats-officedocument.presentationml.slideLayout+xml"/>
  <Override PartName="/ppt/slideLayouts/slideLayout904.xml" ContentType="application/vnd.openxmlformats-officedocument.presentationml.slideLayout+xml"/>
  <Override PartName="/ppt/slideLayouts/slideLayout905.xml" ContentType="application/vnd.openxmlformats-officedocument.presentationml.slideLayout+xml"/>
  <Override PartName="/ppt/slideLayouts/slideLayout906.xml" ContentType="application/vnd.openxmlformats-officedocument.presentationml.slideLayout+xml"/>
  <Override PartName="/ppt/slideLayouts/slideLayout907.xml" ContentType="application/vnd.openxmlformats-officedocument.presentationml.slideLayout+xml"/>
  <Override PartName="/ppt/slideLayouts/slideLayout908.xml" ContentType="application/vnd.openxmlformats-officedocument.presentationml.slideLayout+xml"/>
  <Override PartName="/ppt/slideLayouts/slideLayout909.xml" ContentType="application/vnd.openxmlformats-officedocument.presentationml.slideLayout+xml"/>
  <Override PartName="/ppt/slideLayouts/slideLayout91.xml" ContentType="application/vnd.openxmlformats-officedocument.presentationml.slideLayout+xml"/>
  <Override PartName="/ppt/slideLayouts/slideLayout910.xml" ContentType="application/vnd.openxmlformats-officedocument.presentationml.slideLayout+xml"/>
  <Override PartName="/ppt/slideLayouts/slideLayout911.xml" ContentType="application/vnd.openxmlformats-officedocument.presentationml.slideLayout+xml"/>
  <Override PartName="/ppt/slideLayouts/slideLayout912.xml" ContentType="application/vnd.openxmlformats-officedocument.presentationml.slideLayout+xml"/>
  <Override PartName="/ppt/slideLayouts/slideLayout913.xml" ContentType="application/vnd.openxmlformats-officedocument.presentationml.slideLayout+xml"/>
  <Override PartName="/ppt/slideLayouts/slideLayout914.xml" ContentType="application/vnd.openxmlformats-officedocument.presentationml.slideLayout+xml"/>
  <Override PartName="/ppt/slideLayouts/slideLayout915.xml" ContentType="application/vnd.openxmlformats-officedocument.presentationml.slideLayout+xml"/>
  <Override PartName="/ppt/slideLayouts/slideLayout916.xml" ContentType="application/vnd.openxmlformats-officedocument.presentationml.slideLayout+xml"/>
  <Override PartName="/ppt/slideLayouts/slideLayout917.xml" ContentType="application/vnd.openxmlformats-officedocument.presentationml.slideLayout+xml"/>
  <Override PartName="/ppt/slideLayouts/slideLayout918.xml" ContentType="application/vnd.openxmlformats-officedocument.presentationml.slideLayout+xml"/>
  <Override PartName="/ppt/slideLayouts/slideLayout919.xml" ContentType="application/vnd.openxmlformats-officedocument.presentationml.slideLayout+xml"/>
  <Override PartName="/ppt/slideLayouts/slideLayout92.xml" ContentType="application/vnd.openxmlformats-officedocument.presentationml.slideLayout+xml"/>
  <Override PartName="/ppt/slideLayouts/slideLayout920.xml" ContentType="application/vnd.openxmlformats-officedocument.presentationml.slideLayout+xml"/>
  <Override PartName="/ppt/slideLayouts/slideLayout921.xml" ContentType="application/vnd.openxmlformats-officedocument.presentationml.slideLayout+xml"/>
  <Override PartName="/ppt/slideLayouts/slideLayout922.xml" ContentType="application/vnd.openxmlformats-officedocument.presentationml.slideLayout+xml"/>
  <Override PartName="/ppt/slideLayouts/slideLayout923.xml" ContentType="application/vnd.openxmlformats-officedocument.presentationml.slideLayout+xml"/>
  <Override PartName="/ppt/slideLayouts/slideLayout924.xml" ContentType="application/vnd.openxmlformats-officedocument.presentationml.slideLayout+xml"/>
  <Override PartName="/ppt/slideLayouts/slideLayout925.xml" ContentType="application/vnd.openxmlformats-officedocument.presentationml.slideLayout+xml"/>
  <Override PartName="/ppt/slideLayouts/slideLayout926.xml" ContentType="application/vnd.openxmlformats-officedocument.presentationml.slideLayout+xml"/>
  <Override PartName="/ppt/slideLayouts/slideLayout927.xml" ContentType="application/vnd.openxmlformats-officedocument.presentationml.slideLayout+xml"/>
  <Override PartName="/ppt/slideLayouts/slideLayout928.xml" ContentType="application/vnd.openxmlformats-officedocument.presentationml.slideLayout+xml"/>
  <Override PartName="/ppt/slideLayouts/slideLayout929.xml" ContentType="application/vnd.openxmlformats-officedocument.presentationml.slideLayout+xml"/>
  <Override PartName="/ppt/slideLayouts/slideLayout93.xml" ContentType="application/vnd.openxmlformats-officedocument.presentationml.slideLayout+xml"/>
  <Override PartName="/ppt/slideLayouts/slideLayout930.xml" ContentType="application/vnd.openxmlformats-officedocument.presentationml.slideLayout+xml"/>
  <Override PartName="/ppt/slideLayouts/slideLayout931.xml" ContentType="application/vnd.openxmlformats-officedocument.presentationml.slideLayout+xml"/>
  <Override PartName="/ppt/slideLayouts/slideLayout932.xml" ContentType="application/vnd.openxmlformats-officedocument.presentationml.slideLayout+xml"/>
  <Override PartName="/ppt/slideLayouts/slideLayout933.xml" ContentType="application/vnd.openxmlformats-officedocument.presentationml.slideLayout+xml"/>
  <Override PartName="/ppt/slideLayouts/slideLayout934.xml" ContentType="application/vnd.openxmlformats-officedocument.presentationml.slideLayout+xml"/>
  <Override PartName="/ppt/slideLayouts/slideLayout935.xml" ContentType="application/vnd.openxmlformats-officedocument.presentationml.slideLayout+xml"/>
  <Override PartName="/ppt/slideLayouts/slideLayout936.xml" ContentType="application/vnd.openxmlformats-officedocument.presentationml.slideLayout+xml"/>
  <Override PartName="/ppt/slideLayouts/slideLayout937.xml" ContentType="application/vnd.openxmlformats-officedocument.presentationml.slideLayout+xml"/>
  <Override PartName="/ppt/slideLayouts/slideLayout938.xml" ContentType="application/vnd.openxmlformats-officedocument.presentationml.slideLayout+xml"/>
  <Override PartName="/ppt/slideLayouts/slideLayout939.xml" ContentType="application/vnd.openxmlformats-officedocument.presentationml.slideLayout+xml"/>
  <Override PartName="/ppt/slideLayouts/slideLayout94.xml" ContentType="application/vnd.openxmlformats-officedocument.presentationml.slideLayout+xml"/>
  <Override PartName="/ppt/slideLayouts/slideLayout940.xml" ContentType="application/vnd.openxmlformats-officedocument.presentationml.slideLayout+xml"/>
  <Override PartName="/ppt/slideLayouts/slideLayout941.xml" ContentType="application/vnd.openxmlformats-officedocument.presentationml.slideLayout+xml"/>
  <Override PartName="/ppt/slideLayouts/slideLayout942.xml" ContentType="application/vnd.openxmlformats-officedocument.presentationml.slideLayout+xml"/>
  <Override PartName="/ppt/slideLayouts/slideLayout943.xml" ContentType="application/vnd.openxmlformats-officedocument.presentationml.slideLayout+xml"/>
  <Override PartName="/ppt/slideLayouts/slideLayout944.xml" ContentType="application/vnd.openxmlformats-officedocument.presentationml.slideLayout+xml"/>
  <Override PartName="/ppt/slideLayouts/slideLayout945.xml" ContentType="application/vnd.openxmlformats-officedocument.presentationml.slideLayout+xml"/>
  <Override PartName="/ppt/slideLayouts/slideLayout946.xml" ContentType="application/vnd.openxmlformats-officedocument.presentationml.slideLayout+xml"/>
  <Override PartName="/ppt/slideLayouts/slideLayout947.xml" ContentType="application/vnd.openxmlformats-officedocument.presentationml.slideLayout+xml"/>
  <Override PartName="/ppt/slideLayouts/slideLayout948.xml" ContentType="application/vnd.openxmlformats-officedocument.presentationml.slideLayout+xml"/>
  <Override PartName="/ppt/slideLayouts/slideLayout949.xml" ContentType="application/vnd.openxmlformats-officedocument.presentationml.slideLayout+xml"/>
  <Override PartName="/ppt/slideLayouts/slideLayout95.xml" ContentType="application/vnd.openxmlformats-officedocument.presentationml.slideLayout+xml"/>
  <Override PartName="/ppt/slideLayouts/slideLayout950.xml" ContentType="application/vnd.openxmlformats-officedocument.presentationml.slideLayout+xml"/>
  <Override PartName="/ppt/slideLayouts/slideLayout951.xml" ContentType="application/vnd.openxmlformats-officedocument.presentationml.slideLayout+xml"/>
  <Override PartName="/ppt/slideLayouts/slideLayout952.xml" ContentType="application/vnd.openxmlformats-officedocument.presentationml.slideLayout+xml"/>
  <Override PartName="/ppt/slideLayouts/slideLayout953.xml" ContentType="application/vnd.openxmlformats-officedocument.presentationml.slideLayout+xml"/>
  <Override PartName="/ppt/slideLayouts/slideLayout954.xml" ContentType="application/vnd.openxmlformats-officedocument.presentationml.slideLayout+xml"/>
  <Override PartName="/ppt/slideLayouts/slideLayout955.xml" ContentType="application/vnd.openxmlformats-officedocument.presentationml.slideLayout+xml"/>
  <Override PartName="/ppt/slideLayouts/slideLayout956.xml" ContentType="application/vnd.openxmlformats-officedocument.presentationml.slideLayout+xml"/>
  <Override PartName="/ppt/slideLayouts/slideLayout957.xml" ContentType="application/vnd.openxmlformats-officedocument.presentationml.slideLayout+xml"/>
  <Override PartName="/ppt/slideLayouts/slideLayout958.xml" ContentType="application/vnd.openxmlformats-officedocument.presentationml.slideLayout+xml"/>
  <Override PartName="/ppt/slideLayouts/slideLayout959.xml" ContentType="application/vnd.openxmlformats-officedocument.presentationml.slideLayout+xml"/>
  <Override PartName="/ppt/slideLayouts/slideLayout96.xml" ContentType="application/vnd.openxmlformats-officedocument.presentationml.slideLayout+xml"/>
  <Override PartName="/ppt/slideLayouts/slideLayout960.xml" ContentType="application/vnd.openxmlformats-officedocument.presentationml.slideLayout+xml"/>
  <Override PartName="/ppt/slideLayouts/slideLayout961.xml" ContentType="application/vnd.openxmlformats-officedocument.presentationml.slideLayout+xml"/>
  <Override PartName="/ppt/slideLayouts/slideLayout962.xml" ContentType="application/vnd.openxmlformats-officedocument.presentationml.slideLayout+xml"/>
  <Override PartName="/ppt/slideLayouts/slideLayout963.xml" ContentType="application/vnd.openxmlformats-officedocument.presentationml.slideLayout+xml"/>
  <Override PartName="/ppt/slideLayouts/slideLayout964.xml" ContentType="application/vnd.openxmlformats-officedocument.presentationml.slideLayout+xml"/>
  <Override PartName="/ppt/slideLayouts/slideLayout965.xml" ContentType="application/vnd.openxmlformats-officedocument.presentationml.slideLayout+xml"/>
  <Override PartName="/ppt/slideLayouts/slideLayout966.xml" ContentType="application/vnd.openxmlformats-officedocument.presentationml.slideLayout+xml"/>
  <Override PartName="/ppt/slideLayouts/slideLayout967.xml" ContentType="application/vnd.openxmlformats-officedocument.presentationml.slideLayout+xml"/>
  <Override PartName="/ppt/slideLayouts/slideLayout968.xml" ContentType="application/vnd.openxmlformats-officedocument.presentationml.slideLayout+xml"/>
  <Override PartName="/ppt/slideLayouts/slideLayout969.xml" ContentType="application/vnd.openxmlformats-officedocument.presentationml.slideLayout+xml"/>
  <Override PartName="/ppt/slideLayouts/slideLayout97.xml" ContentType="application/vnd.openxmlformats-officedocument.presentationml.slideLayout+xml"/>
  <Override PartName="/ppt/slideLayouts/slideLayout970.xml" ContentType="application/vnd.openxmlformats-officedocument.presentationml.slideLayout+xml"/>
  <Override PartName="/ppt/slideLayouts/slideLayout971.xml" ContentType="application/vnd.openxmlformats-officedocument.presentationml.slideLayout+xml"/>
  <Override PartName="/ppt/slideLayouts/slideLayout972.xml" ContentType="application/vnd.openxmlformats-officedocument.presentationml.slideLayout+xml"/>
  <Override PartName="/ppt/slideLayouts/slideLayout973.xml" ContentType="application/vnd.openxmlformats-officedocument.presentationml.slideLayout+xml"/>
  <Override PartName="/ppt/slideLayouts/slideLayout974.xml" ContentType="application/vnd.openxmlformats-officedocument.presentationml.slideLayout+xml"/>
  <Override PartName="/ppt/slideLayouts/slideLayout975.xml" ContentType="application/vnd.openxmlformats-officedocument.presentationml.slideLayout+xml"/>
  <Override PartName="/ppt/slideLayouts/slideLayout976.xml" ContentType="application/vnd.openxmlformats-officedocument.presentationml.slideLayout+xml"/>
  <Override PartName="/ppt/slideLayouts/slideLayout977.xml" ContentType="application/vnd.openxmlformats-officedocument.presentationml.slideLayout+xml"/>
  <Override PartName="/ppt/slideLayouts/slideLayout978.xml" ContentType="application/vnd.openxmlformats-officedocument.presentationml.slideLayout+xml"/>
  <Override PartName="/ppt/slideLayouts/slideLayout979.xml" ContentType="application/vnd.openxmlformats-officedocument.presentationml.slideLayout+xml"/>
  <Override PartName="/ppt/slideLayouts/slideLayout98.xml" ContentType="application/vnd.openxmlformats-officedocument.presentationml.slideLayout+xml"/>
  <Override PartName="/ppt/slideLayouts/slideLayout980.xml" ContentType="application/vnd.openxmlformats-officedocument.presentationml.slideLayout+xml"/>
  <Override PartName="/ppt/slideLayouts/slideLayout981.xml" ContentType="application/vnd.openxmlformats-officedocument.presentationml.slideLayout+xml"/>
  <Override PartName="/ppt/slideLayouts/slideLayout982.xml" ContentType="application/vnd.openxmlformats-officedocument.presentationml.slideLayout+xml"/>
  <Override PartName="/ppt/slideLayouts/slideLayout983.xml" ContentType="application/vnd.openxmlformats-officedocument.presentationml.slideLayout+xml"/>
  <Override PartName="/ppt/slideLayouts/slideLayout984.xml" ContentType="application/vnd.openxmlformats-officedocument.presentationml.slideLayout+xml"/>
  <Override PartName="/ppt/slideLayouts/slideLayout985.xml" ContentType="application/vnd.openxmlformats-officedocument.presentationml.slideLayout+xml"/>
  <Override PartName="/ppt/slideLayouts/slideLayout986.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50.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53.xml" ContentType="application/vnd.openxmlformats-officedocument.theme+xml"/>
  <Override PartName="/ppt/theme/theme54.xml" ContentType="application/vnd.openxmlformats-officedocument.theme+xml"/>
  <Override PartName="/ppt/theme/theme55.xml" ContentType="application/vnd.openxmlformats-officedocument.theme+xml"/>
  <Override PartName="/ppt/theme/theme56.xml" ContentType="application/vnd.openxmlformats-officedocument.theme+xml"/>
  <Override PartName="/ppt/theme/theme57.xml" ContentType="application/vnd.openxmlformats-officedocument.theme+xml"/>
  <Override PartName="/ppt/theme/theme58.xml" ContentType="application/vnd.openxmlformats-officedocument.theme+xml"/>
  <Override PartName="/ppt/theme/theme59.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3"/>
    <p:sldMasterId id="2147483684" r:id="rId4"/>
    <p:sldMasterId id="2147483702" r:id="rId5"/>
    <p:sldMasterId id="2147483720" r:id="rId6"/>
    <p:sldMasterId id="2147483738" r:id="rId7"/>
    <p:sldMasterId id="2147483756" r:id="rId8"/>
    <p:sldMasterId id="2147483774" r:id="rId9"/>
    <p:sldMasterId id="2147483792" r:id="rId10"/>
    <p:sldMasterId id="2147483810" r:id="rId11"/>
    <p:sldMasterId id="2147483828" r:id="rId12"/>
    <p:sldMasterId id="2147483846" r:id="rId13"/>
    <p:sldMasterId id="2147483864" r:id="rId14"/>
    <p:sldMasterId id="2147483882" r:id="rId15"/>
    <p:sldMasterId id="2147483900" r:id="rId16"/>
    <p:sldMasterId id="2147483918" r:id="rId17"/>
    <p:sldMasterId id="2147483936" r:id="rId18"/>
    <p:sldMasterId id="2147483954" r:id="rId19"/>
    <p:sldMasterId id="2147483972" r:id="rId20"/>
    <p:sldMasterId id="2147483990" r:id="rId21"/>
    <p:sldMasterId id="2147484008" r:id="rId22"/>
    <p:sldMasterId id="2147484026" r:id="rId23"/>
    <p:sldMasterId id="2147484044" r:id="rId24"/>
    <p:sldMasterId id="2147484062" r:id="rId25"/>
    <p:sldMasterId id="2147484080" r:id="rId26"/>
    <p:sldMasterId id="2147484098" r:id="rId27"/>
    <p:sldMasterId id="2147484116" r:id="rId28"/>
    <p:sldMasterId id="2147484134" r:id="rId29"/>
    <p:sldMasterId id="2147484152" r:id="rId30"/>
    <p:sldMasterId id="2147484170" r:id="rId31"/>
    <p:sldMasterId id="2147484188" r:id="rId32"/>
    <p:sldMasterId id="2147484206" r:id="rId33"/>
    <p:sldMasterId id="2147484224" r:id="rId34"/>
    <p:sldMasterId id="2147484242" r:id="rId35"/>
    <p:sldMasterId id="2147484260" r:id="rId36"/>
    <p:sldMasterId id="2147484278" r:id="rId37"/>
    <p:sldMasterId id="2147484296" r:id="rId38"/>
    <p:sldMasterId id="2147484314" r:id="rId39"/>
    <p:sldMasterId id="2147484332" r:id="rId40"/>
    <p:sldMasterId id="2147484350" r:id="rId41"/>
    <p:sldMasterId id="2147484368" r:id="rId42"/>
    <p:sldMasterId id="2147484386" r:id="rId43"/>
    <p:sldMasterId id="2147484404" r:id="rId44"/>
    <p:sldMasterId id="2147484422" r:id="rId45"/>
    <p:sldMasterId id="2147484440" r:id="rId46"/>
    <p:sldMasterId id="2147484458" r:id="rId47"/>
    <p:sldMasterId id="2147484476" r:id="rId48"/>
    <p:sldMasterId id="2147484494" r:id="rId49"/>
    <p:sldMasterId id="2147484512" r:id="rId50"/>
    <p:sldMasterId id="2147484530" r:id="rId51"/>
    <p:sldMasterId id="2147484548" r:id="rId52"/>
    <p:sldMasterId id="2147484566" r:id="rId53"/>
    <p:sldMasterId id="2147484584" r:id="rId54"/>
    <p:sldMasterId id="2147484602" r:id="rId55"/>
    <p:sldMasterId id="2147484620" r:id="rId56"/>
    <p:sldMasterId id="2147484638" r:id="rId57"/>
    <p:sldMasterId id="2147484656" r:id="rId58"/>
    <p:sldMasterId id="2147484674" r:id="rId59"/>
  </p:sldMasterIdLst>
  <p:notesMasterIdLst>
    <p:notesMasterId r:id="rId110"/>
  </p:notesMasterIdLst>
  <p:sldIdLst>
    <p:sldId id="744" r:id="rId60"/>
    <p:sldId id="745" r:id="rId61"/>
    <p:sldId id="746" r:id="rId62"/>
    <p:sldId id="747" r:id="rId63"/>
    <p:sldId id="849" r:id="rId64"/>
    <p:sldId id="850" r:id="rId65"/>
    <p:sldId id="851" r:id="rId66"/>
    <p:sldId id="748" r:id="rId67"/>
    <p:sldId id="749" r:id="rId68"/>
    <p:sldId id="750" r:id="rId69"/>
    <p:sldId id="751" r:id="rId70"/>
    <p:sldId id="752" r:id="rId71"/>
    <p:sldId id="753" r:id="rId72"/>
    <p:sldId id="754" r:id="rId73"/>
    <p:sldId id="801" r:id="rId74"/>
    <p:sldId id="756" r:id="rId75"/>
    <p:sldId id="757" r:id="rId76"/>
    <p:sldId id="758" r:id="rId77"/>
    <p:sldId id="759" r:id="rId78"/>
    <p:sldId id="760" r:id="rId79"/>
    <p:sldId id="848" r:id="rId80"/>
    <p:sldId id="761" r:id="rId81"/>
    <p:sldId id="762" r:id="rId82"/>
    <p:sldId id="763" r:id="rId83"/>
    <p:sldId id="764" r:id="rId84"/>
    <p:sldId id="765" r:id="rId85"/>
    <p:sldId id="926" r:id="rId86"/>
    <p:sldId id="769" r:id="rId87"/>
    <p:sldId id="770" r:id="rId88"/>
    <p:sldId id="771" r:id="rId89"/>
    <p:sldId id="772" r:id="rId90"/>
    <p:sldId id="773" r:id="rId91"/>
    <p:sldId id="774" r:id="rId92"/>
    <p:sldId id="775" r:id="rId93"/>
    <p:sldId id="904" r:id="rId94"/>
    <p:sldId id="776" r:id="rId95"/>
    <p:sldId id="777" r:id="rId96"/>
    <p:sldId id="778" r:id="rId97"/>
    <p:sldId id="779" r:id="rId98"/>
    <p:sldId id="780" r:id="rId99"/>
    <p:sldId id="781" r:id="rId100"/>
    <p:sldId id="782" r:id="rId101"/>
    <p:sldId id="783" r:id="rId102"/>
    <p:sldId id="784" r:id="rId103"/>
    <p:sldId id="927" r:id="rId104"/>
    <p:sldId id="785" r:id="rId105"/>
    <p:sldId id="786" r:id="rId106"/>
    <p:sldId id="787" r:id="rId107"/>
    <p:sldId id="788" r:id="rId108"/>
    <p:sldId id="789" r:id="rId109"/>
    <p:sldId id="790" r:id="rId111"/>
    <p:sldId id="791" r:id="rId112"/>
    <p:sldId id="792" r:id="rId113"/>
    <p:sldId id="793" r:id="rId114"/>
    <p:sldId id="794" r:id="rId115"/>
    <p:sldId id="795" r:id="rId116"/>
    <p:sldId id="799" r:id="rId117"/>
  </p:sldIdLst>
  <p:sldSz cx="12192000" cy="6858000"/>
  <p:notesSz cx="6858000" cy="9144000"/>
  <p:custDataLst>
    <p:tags r:id="rId122"/>
  </p:custDataLst>
  <p:defaultTextStyle>
    <a:defPPr>
      <a:defRPr lang="zh-CN"/>
    </a:defPPr>
    <a:lvl1pPr marL="0" lvl="0" indent="0" algn="l" defTabSz="914400" rtl="0" eaLnBrk="0" fontAlgn="base" latinLnBrk="0" hangingPunct="0">
      <a:lnSpc>
        <a:spcPct val="100000"/>
      </a:lnSpc>
      <a:spcBef>
        <a:spcPct val="0"/>
      </a:spcBef>
      <a:spcAft>
        <a:spcPct val="0"/>
      </a:spcAft>
      <a:buNone/>
      <a:defRPr sz="2800" b="1" i="0" u="none" kern="1200" baseline="0">
        <a:solidFill>
          <a:srgbClr val="FFFF00"/>
        </a:solidFill>
        <a:latin typeface="Arial" panose="020B0604020202020204" pitchFamily="34" charset="0"/>
        <a:ea typeface="仿宋_GB2312" pitchFamily="49" charset="-122"/>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rgbClr val="FFFF00"/>
        </a:solidFill>
        <a:latin typeface="Arial" panose="020B0604020202020204" pitchFamily="34" charset="0"/>
        <a:ea typeface="仿宋_GB2312" pitchFamily="49"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rgbClr val="FFFF00"/>
        </a:solidFill>
        <a:latin typeface="Arial" panose="020B0604020202020204" pitchFamily="34" charset="0"/>
        <a:ea typeface="仿宋_GB2312" pitchFamily="49"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rgbClr val="FFFF00"/>
        </a:solidFill>
        <a:latin typeface="Arial" panose="020B0604020202020204" pitchFamily="34" charset="0"/>
        <a:ea typeface="仿宋_GB2312" pitchFamily="49"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rgbClr val="FFFF00"/>
        </a:solidFill>
        <a:latin typeface="Arial" panose="020B0604020202020204" pitchFamily="34" charset="0"/>
        <a:ea typeface="仿宋_GB2312" pitchFamily="49"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rgbClr val="FFFF00"/>
        </a:solidFill>
        <a:latin typeface="Arial" panose="020B0604020202020204" pitchFamily="34" charset="0"/>
        <a:ea typeface="仿宋_GB2312" pitchFamily="49"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rgbClr val="FFFF00"/>
        </a:solidFill>
        <a:latin typeface="Arial" panose="020B0604020202020204" pitchFamily="34" charset="0"/>
        <a:ea typeface="仿宋_GB2312" pitchFamily="49"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rgbClr val="FFFF00"/>
        </a:solidFill>
        <a:latin typeface="Arial" panose="020B0604020202020204" pitchFamily="34" charset="0"/>
        <a:ea typeface="仿宋_GB2312" pitchFamily="49"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rgbClr val="FFFF00"/>
        </a:solidFill>
        <a:latin typeface="Arial" panose="020B0604020202020204" pitchFamily="34" charset="0"/>
        <a:ea typeface="仿宋_GB2312" pitchFamily="49" charset="-122"/>
        <a:cs typeface="+mn-cs"/>
      </a:defRPr>
    </a:lvl9pPr>
  </p:defaultTextStyle>
  <p:extLst>
    <p:ext uri="{EFAFB233-063F-42B5-8137-9DF3F51BA10A}">
      <p15:sldGuideLst xmlns:p15="http://schemas.microsoft.com/office/powerpoint/2012/main">
        <p15:guide id="1" orient="horz" pos="2136" userDrawn="1">
          <p15:clr>
            <a:srgbClr val="A4A3A4"/>
          </p15:clr>
        </p15:guide>
        <p15:guide id="2" pos="385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 lastIdx="9"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CCFF"/>
    <a:srgbClr val="FF9900"/>
    <a:srgbClr val="FFCC00"/>
    <a:srgbClr val="FF00FF"/>
    <a:srgbClr val="66FF33"/>
    <a:srgbClr val="0033CC"/>
    <a:srgbClr val="00FFFF"/>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120"/>
    <p:restoredTop sz="88235"/>
  </p:normalViewPr>
  <p:slideViewPr>
    <p:cSldViewPr showGuides="1">
      <p:cViewPr varScale="1">
        <p:scale>
          <a:sx n="69" d="100"/>
          <a:sy n="69" d="100"/>
        </p:scale>
        <p:origin x="567" y="51"/>
      </p:cViewPr>
      <p:guideLst>
        <p:guide orient="horz" pos="2136"/>
        <p:guide pos="3854"/>
      </p:guideLst>
    </p:cSldViewPr>
  </p:slideViewPr>
  <p:outlineViewPr>
    <p:cViewPr>
      <p:scale>
        <a:sx n="33" d="100"/>
        <a:sy n="33" d="100"/>
      </p:scale>
      <p:origin x="0" y="0"/>
    </p:cViewPr>
  </p:outlineViewPr>
  <p:notesTextViewPr>
    <p:cViewPr>
      <p:scale>
        <a:sx n="100" d="100"/>
        <a:sy n="100" d="100"/>
      </p:scale>
      <p:origin x="0" y="-147"/>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40.xml"/><Relationship Id="rId98" Type="http://schemas.openxmlformats.org/officeDocument/2006/relationships/slide" Target="slides/slide39.xml"/><Relationship Id="rId97" Type="http://schemas.openxmlformats.org/officeDocument/2006/relationships/slide" Target="slides/slide38.xml"/><Relationship Id="rId96" Type="http://schemas.openxmlformats.org/officeDocument/2006/relationships/slide" Target="slides/slide37.xml"/><Relationship Id="rId95" Type="http://schemas.openxmlformats.org/officeDocument/2006/relationships/slide" Target="slides/slide36.xml"/><Relationship Id="rId94" Type="http://schemas.openxmlformats.org/officeDocument/2006/relationships/slide" Target="slides/slide35.xml"/><Relationship Id="rId93" Type="http://schemas.openxmlformats.org/officeDocument/2006/relationships/slide" Target="slides/slide34.xml"/><Relationship Id="rId92" Type="http://schemas.openxmlformats.org/officeDocument/2006/relationships/slide" Target="slides/slide33.xml"/><Relationship Id="rId91" Type="http://schemas.openxmlformats.org/officeDocument/2006/relationships/slide" Target="slides/slide32.xml"/><Relationship Id="rId90" Type="http://schemas.openxmlformats.org/officeDocument/2006/relationships/slide" Target="slides/slide31.xml"/><Relationship Id="rId9" Type="http://schemas.openxmlformats.org/officeDocument/2006/relationships/slideMaster" Target="slideMasters/slideMaster8.xml"/><Relationship Id="rId89" Type="http://schemas.openxmlformats.org/officeDocument/2006/relationships/slide" Target="slides/slide30.xml"/><Relationship Id="rId88" Type="http://schemas.openxmlformats.org/officeDocument/2006/relationships/slide" Target="slides/slide29.xml"/><Relationship Id="rId87" Type="http://schemas.openxmlformats.org/officeDocument/2006/relationships/slide" Target="slides/slide28.xml"/><Relationship Id="rId86" Type="http://schemas.openxmlformats.org/officeDocument/2006/relationships/slide" Target="slides/slide27.xml"/><Relationship Id="rId85" Type="http://schemas.openxmlformats.org/officeDocument/2006/relationships/slide" Target="slides/slide26.xml"/><Relationship Id="rId84" Type="http://schemas.openxmlformats.org/officeDocument/2006/relationships/slide" Target="slides/slide25.xml"/><Relationship Id="rId83" Type="http://schemas.openxmlformats.org/officeDocument/2006/relationships/slide" Target="slides/slide24.xml"/><Relationship Id="rId82" Type="http://schemas.openxmlformats.org/officeDocument/2006/relationships/slide" Target="slides/slide23.xml"/><Relationship Id="rId81" Type="http://schemas.openxmlformats.org/officeDocument/2006/relationships/slide" Target="slides/slide22.xml"/><Relationship Id="rId80" Type="http://schemas.openxmlformats.org/officeDocument/2006/relationships/slide" Target="slides/slide21.xml"/><Relationship Id="rId8" Type="http://schemas.openxmlformats.org/officeDocument/2006/relationships/slideMaster" Target="slideMasters/slideMaster7.xml"/><Relationship Id="rId79" Type="http://schemas.openxmlformats.org/officeDocument/2006/relationships/slide" Target="slides/slide20.xml"/><Relationship Id="rId78" Type="http://schemas.openxmlformats.org/officeDocument/2006/relationships/slide" Target="slides/slide19.xml"/><Relationship Id="rId77" Type="http://schemas.openxmlformats.org/officeDocument/2006/relationships/slide" Target="slides/slide18.xml"/><Relationship Id="rId76" Type="http://schemas.openxmlformats.org/officeDocument/2006/relationships/slide" Target="slides/slide17.xml"/><Relationship Id="rId75" Type="http://schemas.openxmlformats.org/officeDocument/2006/relationships/slide" Target="slides/slide16.xml"/><Relationship Id="rId74" Type="http://schemas.openxmlformats.org/officeDocument/2006/relationships/slide" Target="slides/slide15.xml"/><Relationship Id="rId73" Type="http://schemas.openxmlformats.org/officeDocument/2006/relationships/slide" Target="slides/slide14.xml"/><Relationship Id="rId72" Type="http://schemas.openxmlformats.org/officeDocument/2006/relationships/slide" Target="slides/slide13.xml"/><Relationship Id="rId71" Type="http://schemas.openxmlformats.org/officeDocument/2006/relationships/slide" Target="slides/slide12.xml"/><Relationship Id="rId70" Type="http://schemas.openxmlformats.org/officeDocument/2006/relationships/slide" Target="slides/slide11.xml"/><Relationship Id="rId7" Type="http://schemas.openxmlformats.org/officeDocument/2006/relationships/slideMaster" Target="slideMasters/slideMaster6.xml"/><Relationship Id="rId69" Type="http://schemas.openxmlformats.org/officeDocument/2006/relationships/slide" Target="slides/slide10.xml"/><Relationship Id="rId68" Type="http://schemas.openxmlformats.org/officeDocument/2006/relationships/slide" Target="slides/slide9.xml"/><Relationship Id="rId67" Type="http://schemas.openxmlformats.org/officeDocument/2006/relationships/slide" Target="slides/slide8.xml"/><Relationship Id="rId66" Type="http://schemas.openxmlformats.org/officeDocument/2006/relationships/slide" Target="slides/slide7.xml"/><Relationship Id="rId65" Type="http://schemas.openxmlformats.org/officeDocument/2006/relationships/slide" Target="slides/slide6.xml"/><Relationship Id="rId64" Type="http://schemas.openxmlformats.org/officeDocument/2006/relationships/slide" Target="slides/slide5.xml"/><Relationship Id="rId63" Type="http://schemas.openxmlformats.org/officeDocument/2006/relationships/slide" Target="slides/slide4.xml"/><Relationship Id="rId62" Type="http://schemas.openxmlformats.org/officeDocument/2006/relationships/slide" Target="slides/slide3.xml"/><Relationship Id="rId61" Type="http://schemas.openxmlformats.org/officeDocument/2006/relationships/slide" Target="slides/slide2.xml"/><Relationship Id="rId60" Type="http://schemas.openxmlformats.org/officeDocument/2006/relationships/slide" Target="slides/slide1.xml"/><Relationship Id="rId6" Type="http://schemas.openxmlformats.org/officeDocument/2006/relationships/slideMaster" Target="slideMasters/slideMaster5.xml"/><Relationship Id="rId59" Type="http://schemas.openxmlformats.org/officeDocument/2006/relationships/slideMaster" Target="slideMasters/slideMaster58.xml"/><Relationship Id="rId58" Type="http://schemas.openxmlformats.org/officeDocument/2006/relationships/slideMaster" Target="slideMasters/slideMaster57.xml"/><Relationship Id="rId57" Type="http://schemas.openxmlformats.org/officeDocument/2006/relationships/slideMaster" Target="slideMasters/slideMaster56.xml"/><Relationship Id="rId56" Type="http://schemas.openxmlformats.org/officeDocument/2006/relationships/slideMaster" Target="slideMasters/slideMaster55.xml"/><Relationship Id="rId55" Type="http://schemas.openxmlformats.org/officeDocument/2006/relationships/slideMaster" Target="slideMasters/slideMaster54.xml"/><Relationship Id="rId54" Type="http://schemas.openxmlformats.org/officeDocument/2006/relationships/slideMaster" Target="slideMasters/slideMaster53.xml"/><Relationship Id="rId53" Type="http://schemas.openxmlformats.org/officeDocument/2006/relationships/slideMaster" Target="slideMasters/slideMaster52.xml"/><Relationship Id="rId52" Type="http://schemas.openxmlformats.org/officeDocument/2006/relationships/slideMaster" Target="slideMasters/slideMaster51.xml"/><Relationship Id="rId51" Type="http://schemas.openxmlformats.org/officeDocument/2006/relationships/slideMaster" Target="slideMasters/slideMaster50.xml"/><Relationship Id="rId50" Type="http://schemas.openxmlformats.org/officeDocument/2006/relationships/slideMaster" Target="slideMasters/slideMaster49.xml"/><Relationship Id="rId5" Type="http://schemas.openxmlformats.org/officeDocument/2006/relationships/slideMaster" Target="slideMasters/slideMaster4.xml"/><Relationship Id="rId49" Type="http://schemas.openxmlformats.org/officeDocument/2006/relationships/slideMaster" Target="slideMasters/slideMaster48.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2" Type="http://schemas.openxmlformats.org/officeDocument/2006/relationships/tags" Target="tags/tag648.xml"/><Relationship Id="rId121" Type="http://schemas.openxmlformats.org/officeDocument/2006/relationships/commentAuthors" Target="commentAuthors.xml"/><Relationship Id="rId120" Type="http://schemas.openxmlformats.org/officeDocument/2006/relationships/tableStyles" Target="tableStyles.xml"/><Relationship Id="rId12" Type="http://schemas.openxmlformats.org/officeDocument/2006/relationships/slideMaster" Target="slideMasters/slideMaster11.xml"/><Relationship Id="rId119" Type="http://schemas.openxmlformats.org/officeDocument/2006/relationships/viewProps" Target="viewProps.xml"/><Relationship Id="rId118" Type="http://schemas.openxmlformats.org/officeDocument/2006/relationships/presProps" Target="presProps.xml"/><Relationship Id="rId117" Type="http://schemas.openxmlformats.org/officeDocument/2006/relationships/slide" Target="slides/slide57.xml"/><Relationship Id="rId116" Type="http://schemas.openxmlformats.org/officeDocument/2006/relationships/slide" Target="slides/slide56.xml"/><Relationship Id="rId115" Type="http://schemas.openxmlformats.org/officeDocument/2006/relationships/slide" Target="slides/slide55.xml"/><Relationship Id="rId114" Type="http://schemas.openxmlformats.org/officeDocument/2006/relationships/slide" Target="slides/slide54.xml"/><Relationship Id="rId113" Type="http://schemas.openxmlformats.org/officeDocument/2006/relationships/slide" Target="slides/slide53.xml"/><Relationship Id="rId112" Type="http://schemas.openxmlformats.org/officeDocument/2006/relationships/slide" Target="slides/slide52.xml"/><Relationship Id="rId111" Type="http://schemas.openxmlformats.org/officeDocument/2006/relationships/slide" Target="slides/slide51.xml"/><Relationship Id="rId110" Type="http://schemas.openxmlformats.org/officeDocument/2006/relationships/notesMaster" Target="notesMasters/notesMaster1.xml"/><Relationship Id="rId11" Type="http://schemas.openxmlformats.org/officeDocument/2006/relationships/slideMaster" Target="slideMasters/slideMaster10.xml"/><Relationship Id="rId109" Type="http://schemas.openxmlformats.org/officeDocument/2006/relationships/slide" Target="slides/slide50.xml"/><Relationship Id="rId108" Type="http://schemas.openxmlformats.org/officeDocument/2006/relationships/slide" Target="slides/slide49.xml"/><Relationship Id="rId107" Type="http://schemas.openxmlformats.org/officeDocument/2006/relationships/slide" Target="slides/slide48.xml"/><Relationship Id="rId106" Type="http://schemas.openxmlformats.org/officeDocument/2006/relationships/slide" Target="slides/slide47.xml"/><Relationship Id="rId105" Type="http://schemas.openxmlformats.org/officeDocument/2006/relationships/slide" Target="slides/slide46.xml"/><Relationship Id="rId104" Type="http://schemas.openxmlformats.org/officeDocument/2006/relationships/slide" Target="slides/slide45.xml"/><Relationship Id="rId103" Type="http://schemas.openxmlformats.org/officeDocument/2006/relationships/slide" Target="slides/slide44.xml"/><Relationship Id="rId102" Type="http://schemas.openxmlformats.org/officeDocument/2006/relationships/slide" Target="slides/slide43.xml"/><Relationship Id="rId101" Type="http://schemas.openxmlformats.org/officeDocument/2006/relationships/slide" Target="slides/slide42.xml"/><Relationship Id="rId100" Type="http://schemas.openxmlformats.org/officeDocument/2006/relationships/slide" Target="slides/slide41.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6.vml.rels><?xml version="1.0" encoding="UTF-8" standalone="yes"?>
<Relationships xmlns="http://schemas.openxmlformats.org/package/2006/relationships"><Relationship Id="rId6" Type="http://schemas.openxmlformats.org/officeDocument/2006/relationships/image" Target="../media/image42.emf"/><Relationship Id="rId5" Type="http://schemas.openxmlformats.org/officeDocument/2006/relationships/image" Target="../media/image41.emf"/><Relationship Id="rId4" Type="http://schemas.openxmlformats.org/officeDocument/2006/relationships/image" Target="../media/image40.emf"/><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image" Target="../media/image3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image" Target="../media/image48.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image" Target="../media/image51.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image" Target="../media/image43.emf"/></Relationships>
</file>

<file path=ppt/drawings/_rels/vmlDrawing29.vml.rels><?xml version="1.0" encoding="UTF-8" standalone="yes"?>
<Relationships xmlns="http://schemas.openxmlformats.org/package/2006/relationships"><Relationship Id="rId4" Type="http://schemas.openxmlformats.org/officeDocument/2006/relationships/image" Target="../media/image64.emf"/><Relationship Id="rId3" Type="http://schemas.openxmlformats.org/officeDocument/2006/relationships/image" Target="../media/image63.emf"/><Relationship Id="rId2" Type="http://schemas.openxmlformats.org/officeDocument/2006/relationships/image" Target="../media/image62.emf"/><Relationship Id="rId1" Type="http://schemas.openxmlformats.org/officeDocument/2006/relationships/image" Target="../media/image61.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65.emf"/></Relationships>
</file>

<file path=ppt/drawings/_rels/vmlDrawing31.vml.rels><?xml version="1.0" encoding="UTF-8" standalone="yes"?>
<Relationships xmlns="http://schemas.openxmlformats.org/package/2006/relationships"><Relationship Id="rId5" Type="http://schemas.openxmlformats.org/officeDocument/2006/relationships/image" Target="../media/image70.emf"/><Relationship Id="rId4" Type="http://schemas.openxmlformats.org/officeDocument/2006/relationships/image" Target="../media/image69.emf"/><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image" Target="../media/image66.emf"/></Relationships>
</file>

<file path=ppt/drawings/_rels/vmlDrawing32.vml.rels><?xml version="1.0" encoding="UTF-8" standalone="yes"?>
<Relationships xmlns="http://schemas.openxmlformats.org/package/2006/relationships"><Relationship Id="rId5" Type="http://schemas.openxmlformats.org/officeDocument/2006/relationships/image" Target="../media/image75.emf"/><Relationship Id="rId4" Type="http://schemas.openxmlformats.org/officeDocument/2006/relationships/image" Target="../media/image74.emf"/><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image" Target="../media/image71.emf"/></Relationships>
</file>

<file path=ppt/drawings/_rels/vmlDrawing33.vml.rels><?xml version="1.0" encoding="UTF-8" standalone="yes"?>
<Relationships xmlns="http://schemas.openxmlformats.org/package/2006/relationships"><Relationship Id="rId5" Type="http://schemas.openxmlformats.org/officeDocument/2006/relationships/image" Target="../media/image80.emf"/><Relationship Id="rId4" Type="http://schemas.openxmlformats.org/officeDocument/2006/relationships/image" Target="../media/image79.emf"/><Relationship Id="rId3" Type="http://schemas.openxmlformats.org/officeDocument/2006/relationships/image" Target="../media/image78.emf"/><Relationship Id="rId2" Type="http://schemas.openxmlformats.org/officeDocument/2006/relationships/image" Target="../media/image77.emf"/><Relationship Id="rId1" Type="http://schemas.openxmlformats.org/officeDocument/2006/relationships/image" Target="../media/image76.emf"/></Relationships>
</file>

<file path=ppt/drawings/_rels/vmlDrawing34.vml.rels><?xml version="1.0" encoding="UTF-8" standalone="yes"?>
<Relationships xmlns="http://schemas.openxmlformats.org/package/2006/relationships"><Relationship Id="rId4" Type="http://schemas.openxmlformats.org/officeDocument/2006/relationships/image" Target="../media/image84.emf"/><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image" Target="../media/image81.e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86.emf"/><Relationship Id="rId1" Type="http://schemas.openxmlformats.org/officeDocument/2006/relationships/image" Target="../media/image85.emf"/></Relationships>
</file>

<file path=ppt/drawings/_rels/vmlDrawing36.vml.rels><?xml version="1.0" encoding="UTF-8" standalone="yes"?>
<Relationships xmlns="http://schemas.openxmlformats.org/package/2006/relationships"><Relationship Id="rId5" Type="http://schemas.openxmlformats.org/officeDocument/2006/relationships/image" Target="../media/image91.emf"/><Relationship Id="rId4" Type="http://schemas.openxmlformats.org/officeDocument/2006/relationships/image" Target="../media/image90.emf"/><Relationship Id="rId3" Type="http://schemas.openxmlformats.org/officeDocument/2006/relationships/image" Target="../media/image89.emf"/><Relationship Id="rId2" Type="http://schemas.openxmlformats.org/officeDocument/2006/relationships/image" Target="../media/image88.emf"/><Relationship Id="rId1" Type="http://schemas.openxmlformats.org/officeDocument/2006/relationships/image" Target="../media/image87.e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image" Target="../media/image93.emf"/><Relationship Id="rId1" Type="http://schemas.openxmlformats.org/officeDocument/2006/relationships/image" Target="../media/image9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FFFF00"/>
              </a:solidFill>
              <a:effectLst/>
              <a:uLnTx/>
              <a:uFillTx/>
              <a:latin typeface="Arial" panose="020B0604020202020204" pitchFamily="34" charset="0"/>
              <a:ea typeface="仿宋_GB2312" pitchFamily="49"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0A2BBAC-4507-469E-9B5D-1F45445385E3}" type="datetimeFigureOut">
              <a:rPr kumimoji="0" lang="zh-CN" altLang="en-US" sz="1200" b="1" i="0" u="none" strike="noStrike" kern="1200" cap="none" spc="0" normalizeH="0" baseline="0" noProof="0">
                <a:ln>
                  <a:noFill/>
                </a:ln>
                <a:solidFill>
                  <a:srgbClr val="FFFF00"/>
                </a:solidFill>
                <a:effectLst/>
                <a:uLnTx/>
                <a:uFillTx/>
                <a:latin typeface="Arial" panose="020B0604020202020204" pitchFamily="34" charset="0"/>
                <a:ea typeface="仿宋_GB2312" pitchFamily="49" charset="-122"/>
                <a:cs typeface="+mn-cs"/>
              </a:rPr>
            </a:fld>
            <a:endParaRPr kumimoji="0" lang="zh-CN" altLang="en-US" sz="1200" b="1" i="0" u="none" strike="noStrike" kern="1200" cap="none" spc="0" normalizeH="0" baseline="0" noProof="0">
              <a:ln>
                <a:noFill/>
              </a:ln>
              <a:solidFill>
                <a:srgbClr val="FFFF00"/>
              </a:solidFill>
              <a:effectLst/>
              <a:uLnTx/>
              <a:uFillTx/>
              <a:latin typeface="Arial" panose="020B0604020202020204" pitchFamily="34" charset="0"/>
              <a:ea typeface="仿宋_GB2312" pitchFamily="49" charset="-122"/>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rgbClr val="FFFF00"/>
              </a:solidFill>
              <a:effectLst/>
              <a:uLnTx/>
              <a:uFillTx/>
              <a:latin typeface="Arial" panose="020B0604020202020204" pitchFamily="34" charset="0"/>
              <a:ea typeface="仿宋_GB2312" pitchFamily="49"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A36C97CE-7745-4A6A-836E-6095F75F7CA1}" type="slidenum">
              <a:rPr kumimoji="0" lang="zh-CN" altLang="en-US" sz="1200" b="1" i="0" u="none" strike="noStrike" kern="1200" cap="none" spc="0" normalizeH="0" baseline="0" noProof="0">
                <a:ln>
                  <a:noFill/>
                </a:ln>
                <a:solidFill>
                  <a:srgbClr val="FFFF00"/>
                </a:solidFill>
                <a:effectLst/>
                <a:uLnTx/>
                <a:uFillTx/>
                <a:latin typeface="Arial" panose="020B0604020202020204" pitchFamily="34" charset="0"/>
                <a:ea typeface="仿宋_GB2312" pitchFamily="49" charset="-122"/>
                <a:cs typeface="+mn-cs"/>
              </a:rPr>
            </a:fld>
            <a:endParaRPr kumimoji="0" lang="zh-CN" altLang="en-US" sz="1200" b="1" i="0" u="none" strike="noStrike" kern="1200" cap="none" spc="0" normalizeH="0" baseline="0" noProof="0">
              <a:ln>
                <a:noFill/>
              </a:ln>
              <a:solidFill>
                <a:srgbClr val="FFFF00"/>
              </a:solidFill>
              <a:effectLst/>
              <a:uLnTx/>
              <a:uFillTx/>
              <a:latin typeface="Arial" panose="020B0604020202020204" pitchFamily="34" charset="0"/>
              <a:ea typeface="仿宋_GB2312" pitchFamily="49"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幻灯片图像占位符 1"/>
          <p:cNvSpPr>
            <a:spLocks noGrp="1" noRot="1" noChangeAspect="1" noTextEdit="1"/>
          </p:cNvSpPr>
          <p:nvPr>
            <p:ph type="sldImg"/>
          </p:nvPr>
        </p:nvSpPr>
        <p:spPr/>
      </p:sp>
      <p:sp>
        <p:nvSpPr>
          <p:cNvPr id="47107" name="备注占位符 2"/>
          <p:cNvSpPr>
            <a:spLocks noGrp="1"/>
          </p:cNvSpPr>
          <p:nvPr>
            <p:ph type="body" idx="1"/>
          </p:nvPr>
        </p:nvSpPr>
        <p:spPr/>
        <p:txBody>
          <a:bodyPr wrap="square" lIns="91440" tIns="45720" rIns="91440" bIns="45720" anchor="t" anchorCtr="0"/>
          <a:p>
            <a:pPr lvl="0"/>
            <a:r>
              <a:rPr lang="zh-CN" altLang="en-US" dirty="0"/>
              <a:t>电容并联相当于极板延长，所以电容相加。分流就按电容值分流。</a:t>
            </a:r>
            <a:endParaRPr lang="en-US" altLang="zh-CN" dirty="0"/>
          </a:p>
          <a:p>
            <a:pPr lvl="0"/>
            <a:r>
              <a:rPr lang="zh-CN" altLang="en-US" dirty="0"/>
              <a:t>串联关系与并联关系相反。并联用电容，则串联 倒电容</a:t>
            </a:r>
            <a:r>
              <a:rPr lang="en-US" altLang="zh-CN" dirty="0"/>
              <a:t>1/c</a:t>
            </a:r>
            <a:endParaRPr lang="zh-CN" altLang="en-US" dirty="0"/>
          </a:p>
        </p:txBody>
      </p:sp>
      <p:sp>
        <p:nvSpPr>
          <p:cNvPr id="471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9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1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61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1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1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2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64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4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4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5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6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6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6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7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68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8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69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69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0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1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1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1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1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1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71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1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1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1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1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2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3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3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73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3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74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5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76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6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6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6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7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8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8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8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78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8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8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8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8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8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8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79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80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0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81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1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1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4.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5.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6.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2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3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3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3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3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83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3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3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3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3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3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1.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2.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3.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4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5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85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8.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5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0.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86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6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5.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6.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7.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7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8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8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8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8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8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88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8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8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8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8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2.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89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90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90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902.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03.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0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05.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0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0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0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09.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10.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11.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12.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13.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1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15.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1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1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1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91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2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2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22.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23.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24.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2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26.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27.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28.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2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3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3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32.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33.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34.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3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93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37.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38.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39.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40.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41.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4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43.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4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45.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4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47.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48.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49.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50.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51.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5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953.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54.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5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5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5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58.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59.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60.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61.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62.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63.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64.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6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6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6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68.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69.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970.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71.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72.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73.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74.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75.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76.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77.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7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79.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80.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81.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82.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83.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84.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85.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986.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4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5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5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54.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56.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6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73.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7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8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8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8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8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8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88.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289.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0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0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0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0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0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06.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07.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0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2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2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22.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23.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24.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2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9.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40.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4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4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5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5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5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5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56.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57.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5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7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7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7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73.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74.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90.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391.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92.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9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9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9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9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9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0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0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0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0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0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07.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408.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09.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2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21.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2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2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24.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425.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26.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2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3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3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4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41.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442.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43.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4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5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5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5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5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58.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459.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60.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6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7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7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7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7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7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7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476.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77.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7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8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8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9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9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92.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493.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94.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9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9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9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9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9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0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0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0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0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0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0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0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0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0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09.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10.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1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2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2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2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2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26.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27.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28.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2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3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3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4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4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4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43.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44.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45.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4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5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5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5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5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60.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61.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62.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6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6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6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6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6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6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7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7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7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7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7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7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77.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78.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79.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8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8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9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91.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9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9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94.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595.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96.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9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0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0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0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0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1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11.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12.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13.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1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2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2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2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28.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29.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30.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3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4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4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4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4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4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46.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47.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4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5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5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5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6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6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62.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63.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64.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6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7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7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7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7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79.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80.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8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8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8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8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8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8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8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8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8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9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9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9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9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9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9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96.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697.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98.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9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0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1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1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13.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714.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15.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1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2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2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2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30.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731.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32.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3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4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4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4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4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4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47.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748.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49.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5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6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61.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6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6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64.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765.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66.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6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7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7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7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8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81.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782.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83.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8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9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9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9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9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9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98.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799.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00.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0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1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1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1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816.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17.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1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2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2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2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30.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31.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32.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833.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34.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4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4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4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4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49.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850.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5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5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6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6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6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6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6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6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66.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867.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68.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6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7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7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7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7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8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8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8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83.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884.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85.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8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9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9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9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9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9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00.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901.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02.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0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0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0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0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0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0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0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1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17.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918.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19.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2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3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31.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3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3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34.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935.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36.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3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4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48.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4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50.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51.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952.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53.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5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6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65.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6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6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68.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969.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70.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openDmnd">
          <a:fgClr>
            <a:schemeClr val="accent1"/>
          </a:fgClr>
          <a:bgClr>
            <a:schemeClr val="bg1"/>
          </a:bgClr>
        </a:pattFill>
        <a:effectLst/>
      </p:bgPr>
    </p:bg>
    <p:spTree>
      <p:nvGrpSpPr>
        <p:cNvPr id="1" name=""/>
        <p:cNvGrpSpPr/>
        <p:nvPr/>
      </p:nvGrpSpPr>
      <p:grpSpPr>
        <a:xfrm>
          <a:off x="0" y="0"/>
          <a:ext cx="0" cy="0"/>
          <a:chOff x="0" y="0"/>
          <a:chExt cx="0" cy="0"/>
        </a:xfrm>
      </p:grpSpPr>
      <p:sp>
        <p:nvSpPr>
          <p:cNvPr id="2056" name="Freeform 11"/>
          <p:cNvSpPr/>
          <p:nvPr userDrawn="1"/>
        </p:nvSpPr>
        <p:spPr>
          <a:xfrm rot="10800000">
            <a:off x="177800" y="-6350"/>
            <a:ext cx="12014200" cy="76200"/>
          </a:xfrm>
          <a:custGeom>
            <a:avLst/>
            <a:gdLst/>
            <a:ahLst/>
            <a:cxnLst>
              <a:cxn ang="0">
                <a:pos x="1149" y="0"/>
              </a:cxn>
              <a:cxn ang="0">
                <a:pos x="0" y="0"/>
              </a:cxn>
              <a:cxn ang="0">
                <a:pos x="0" y="785"/>
              </a:cxn>
              <a:cxn ang="0">
                <a:pos x="1149" y="785"/>
              </a:cxn>
              <a:cxn ang="0">
                <a:pos x="1273" y="392"/>
              </a:cxn>
              <a:cxn ang="0">
                <a:pos x="1149" y="0"/>
              </a:cxn>
            </a:cxnLst>
            <a:pathLst>
              <a:path w="1559" h="302">
                <a:moveTo>
                  <a:pt x="1408" y="0"/>
                </a:moveTo>
                <a:cubicBezTo>
                  <a:pt x="0" y="0"/>
                  <a:pt x="0" y="0"/>
                  <a:pt x="0" y="0"/>
                </a:cubicBezTo>
                <a:cubicBezTo>
                  <a:pt x="0" y="302"/>
                  <a:pt x="0" y="302"/>
                  <a:pt x="0" y="302"/>
                </a:cubicBezTo>
                <a:cubicBezTo>
                  <a:pt x="1408" y="302"/>
                  <a:pt x="1408" y="302"/>
                  <a:pt x="1408" y="302"/>
                </a:cubicBezTo>
                <a:cubicBezTo>
                  <a:pt x="1491" y="302"/>
                  <a:pt x="1559" y="234"/>
                  <a:pt x="1559" y="151"/>
                </a:cubicBezTo>
                <a:cubicBezTo>
                  <a:pt x="1559" y="67"/>
                  <a:pt x="1491" y="0"/>
                  <a:pt x="1408" y="0"/>
                </a:cubicBezTo>
                <a:close/>
              </a:path>
            </a:pathLst>
          </a:custGeom>
          <a:gradFill rotWithShape="1">
            <a:gsLst>
              <a:gs pos="0">
                <a:srgbClr val="23607C"/>
              </a:gs>
              <a:gs pos="100000">
                <a:srgbClr val="0C364F"/>
              </a:gs>
            </a:gsLst>
            <a:lin ang="0" scaled="1"/>
            <a:tileRect/>
          </a:gradFill>
          <a:ln w="9525">
            <a:noFill/>
          </a:ln>
        </p:spPr>
        <p:txBody>
          <a:bodyPr/>
          <a:p>
            <a:endParaRPr lang="zh-CN" altLang="en-US" sz="2400"/>
          </a:p>
        </p:txBody>
      </p:sp>
      <p:sp>
        <p:nvSpPr>
          <p:cNvPr id="2" name="标题 1"/>
          <p:cNvSpPr>
            <a:spLocks noGrp="1"/>
          </p:cNvSpPr>
          <p:nvPr>
            <p:ph type="ctrTitle"/>
          </p:nvPr>
        </p:nvSpPr>
        <p:spPr>
          <a:xfrm>
            <a:off x="914400" y="1336040"/>
            <a:ext cx="10363200" cy="1470025"/>
          </a:xfrm>
        </p:spPr>
        <p:txBody>
          <a:bodyPr/>
          <a:lstStyle>
            <a:lvl1pPr>
              <a:defRPr>
                <a:latin typeface="隶书" panose="02010509060101010101" pitchFamily="49" charset="-122"/>
                <a:ea typeface="隶书" panose="02010509060101010101" pitchFamily="49" charset="-122"/>
              </a:defRPr>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800" y="2967990"/>
            <a:ext cx="8534400" cy="1752600"/>
          </a:xfrm>
        </p:spPr>
        <p:txBody>
          <a:bodyPr/>
          <a:lstStyle>
            <a:lvl1pPr marL="0" indent="0" algn="ctr">
              <a:buNone/>
              <a:defRPr>
                <a:latin typeface="隶书" panose="02010509060101010101" pitchFamily="49" charset="-122"/>
                <a:ea typeface="隶书" panose="02010509060101010101" pitchFamily="49"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a:xfrm>
            <a:off x="609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a:xfrm>
            <a:off x="8737600" y="6245225"/>
            <a:ext cx="2844800" cy="476250"/>
          </a:xfrm>
          <a:prstGeom prst="rect">
            <a:avLst/>
          </a:prstGeom>
          <a:noFill/>
          <a:ln w="9525">
            <a:noFill/>
            <a:miter lim="800000"/>
          </a:ln>
          <a:effectLst/>
        </p:spPr>
        <p:txBody>
          <a:bodyPr vert="horz" wrap="square" lIns="91440" tIns="45720" rIns="91440" bIns="45720" numCol="1" anchor="t" anchorCtr="0" compatLnSpc="1"/>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7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3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93367"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5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None/>
              <a:defRPr/>
            </a:pPr>
            <a:endParaRPr kumimoji="0" lang="zh-CN" altLang="en-US" sz="3200" b="1" i="0" u="none" strike="noStrike" kern="0" cap="none" spc="0" normalizeH="0" baseline="0" noProof="0" smtClean="0">
              <a:ln>
                <a:noFill/>
              </a:ln>
              <a:solidFill>
                <a:srgbClr val="FFFF00"/>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8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09600" y="274638"/>
            <a:ext cx="80264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8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97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8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8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09600" y="1600200"/>
            <a:ext cx="53848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8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09600" y="274638"/>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09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197600" y="1600200"/>
            <a:ext cx="5384800" cy="21859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09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6197600" y="3938588"/>
            <a:ext cx="5384800" cy="21875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85.xml><?xml version="1.0" encoding="utf-8"?>
<p:sldLayout xmlns:a="http://schemas.openxmlformats.org/drawingml/2006/main" xmlns:r="http://schemas.openxmlformats.org/officeDocument/2006/relationships" xmlns:p="http://schemas.openxmlformats.org/presentationml/2006/main" type="tbl">
  <p:cSld name="标题和表格">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7051" y="188913"/>
            <a:ext cx="10972800" cy="11430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2284" y="1628775"/>
            <a:ext cx="109728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rgbClr val="00FF00"/>
              </a:buClr>
              <a:buSzTx/>
              <a:buFont typeface="Wingdings" panose="05000000000000000000" pitchFamily="2" charset="2"/>
              <a:buChar char="Ø"/>
              <a:defRPr/>
            </a:pPr>
            <a:endParaRPr kumimoji="0" lang="zh-CN" altLang="en-US" sz="3200" b="1" i="0" u="none" strike="noStrike" kern="0" cap="none" spc="0" normalizeH="0" baseline="0" noProof="0">
              <a:ln>
                <a:noFill/>
              </a:ln>
              <a:solidFill>
                <a:srgbClr val="FFFF00"/>
              </a:solidFill>
              <a:effectLst/>
              <a:uLnTx/>
              <a:uFillTx/>
              <a:latin typeface="+mn-lt"/>
              <a:ea typeface="+mn-ea"/>
              <a:cs typeface="+mn-cs"/>
            </a:endParaRPr>
          </a:p>
        </p:txBody>
      </p:sp>
      <p:sp>
        <p:nvSpPr>
          <p:cNvPr id="7" name="日期占位符 3"/>
          <p:cNvSpPr>
            <a:spLocks noGrp="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4"/>
          <p:cNvSpPr>
            <a:spLocks noGrp="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5"/>
          <p:cNvSpPr>
            <a:spLocks noGrp="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3AADBD5-742B-4BDC-9B30-5BE329864B08}"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wipe dir="d"/>
  </p:transition>
</p:sldLayout>
</file>

<file path=ppt/slideLayouts/slideLayout986.xml><?xml version="1.0" encoding="utf-8"?>
<p:sldLayout xmlns:a="http://schemas.openxmlformats.org/drawingml/2006/main" xmlns:r="http://schemas.openxmlformats.org/officeDocument/2006/relationships" xmlns:p="http://schemas.openxmlformats.org/presentationml/2006/main" userDrawn="1">
  <p:cSld name="2_标题和内容">
    <p:bg>
      <p:bgPr>
        <a:gradFill rotWithShape="0">
          <a:gsLst>
            <a:gs pos="0">
              <a:srgbClr val="F9F3EB">
                <a:alpha val="100000"/>
              </a:srgbClr>
            </a:gs>
            <a:gs pos="50000">
              <a:srgbClr val="F6EDE1">
                <a:alpha val="100000"/>
              </a:srgbClr>
            </a:gs>
            <a:gs pos="100000">
              <a:srgbClr val="F3E6D7">
                <a:alpha val="100000"/>
              </a:srgbClr>
            </a:gs>
          </a:gsLst>
          <a:lin ang="0" scaled="1"/>
          <a:tileRect/>
        </a:gradFill>
        <a:effectLst/>
      </p:bgPr>
    </p:bg>
    <p:spTree>
      <p:nvGrpSpPr>
        <p:cNvPr id="1" name=""/>
        <p:cNvGrpSpPr/>
        <p:nvPr/>
      </p:nvGrpSpPr>
      <p:grpSpPr>
        <a:xfrm>
          <a:off x="0" y="0"/>
          <a:ext cx="0" cy="0"/>
          <a:chOff x="0" y="0"/>
          <a:chExt cx="0" cy="0"/>
        </a:xfrm>
      </p:grpSpPr>
      <p:sp>
        <p:nvSpPr>
          <p:cNvPr id="7" name="矩形 6"/>
          <p:cNvSpPr/>
          <p:nvPr/>
        </p:nvSpPr>
        <p:spPr bwMode="auto">
          <a:xfrm>
            <a:off x="0" y="6553199"/>
            <a:ext cx="12192000" cy="292101"/>
          </a:xfrm>
          <a:prstGeom prst="rect">
            <a:avLst/>
          </a:prstGeom>
          <a:gradFill>
            <a:gsLst>
              <a:gs pos="0">
                <a:srgbClr val="007BD3"/>
              </a:gs>
              <a:gs pos="100000">
                <a:srgbClr val="034373"/>
              </a:gs>
            </a:gsLst>
            <a:path path="circle">
              <a:fillToRect l="100000" t="100000"/>
            </a:path>
            <a:tileRect r="-100000" b="-100000"/>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厦门大学 程恩 苏为</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0" name="Rectangle 5"/>
          <p:cNvSpPr txBox="1">
            <a:spLocks noChangeArrowheads="1"/>
          </p:cNvSpPr>
          <p:nvPr/>
        </p:nvSpPr>
        <p:spPr bwMode="auto">
          <a:xfrm>
            <a:off x="0" y="65357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rgbClr val="FFC000"/>
                </a:solidFill>
                <a:effectLst/>
                <a:uLnTx/>
                <a:uFillTx/>
                <a:latin typeface="隶书" panose="02010509060101010101" pitchFamily="49" charset="-122"/>
                <a:ea typeface="隶书" panose="02010509060101010101" pitchFamily="49" charset="-122"/>
                <a:cs typeface="+mn-cs"/>
              </a:rPr>
              <a:t>水声通信技术</a:t>
            </a:r>
            <a:endParaRPr kumimoji="1" lang="en-US" altLang="zh-CN" sz="1050" b="0" i="0" u="none" strike="noStrike" kern="1200" cap="none" spc="0" normalizeH="0" baseline="0" noProof="0" dirty="0">
              <a:ln>
                <a:noFill/>
              </a:ln>
              <a:solidFill>
                <a:srgbClr val="FFC000"/>
              </a:solidFill>
              <a:effectLst/>
              <a:uLnTx/>
              <a:uFillTx/>
              <a:latin typeface="隶书" panose="02010509060101010101" pitchFamily="49" charset="-122"/>
              <a:ea typeface="隶书" panose="02010509060101010101" pitchFamily="49" charset="-122"/>
              <a:cs typeface="+mn-cs"/>
            </a:endParaRPr>
          </a:p>
        </p:txBody>
      </p:sp>
      <p:sp>
        <p:nvSpPr>
          <p:cNvPr id="11" name="Rectangle 6"/>
          <p:cNvSpPr>
            <a:spLocks noGrp="1" noChangeArrowheads="1"/>
          </p:cNvSpPr>
          <p:nvPr>
            <p:ph type="sldNum" sz="quarter" idx="4"/>
          </p:nvPr>
        </p:nvSpPr>
        <p:spPr bwMode="auto">
          <a:xfrm>
            <a:off x="3860800" y="6553200"/>
            <a:ext cx="4775200" cy="30480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
            <a:pPr algn="ctr" fontAlgn="base">
              <a:buNone/>
            </a:pPr>
            <a:fld id="{9A0DB2DC-4C9A-4742-B13C-FB6460FD3503}" type="slidenum">
              <a:rPr lang="en-US" altLang="zh-CN" strike="noStrike" noProof="1" dirty="0">
                <a:solidFill>
                  <a:srgbClr val="FF0000"/>
                </a:solidFill>
                <a:latin typeface="Arial" panose="020B0604020202020204" pitchFamily="34" charset="0"/>
                <a:ea typeface="宋体" panose="02010600030101010101" pitchFamily="2" charset="-122"/>
                <a:cs typeface="+mn-cs"/>
              </a:rPr>
            </a:fld>
            <a:endParaRPr lang="en-US" altLang="zh-CN" strike="noStrike" noProof="1" dirty="0">
              <a:solidFill>
                <a:srgbClr val="FF0000"/>
              </a:solidFill>
            </a:endParaRPr>
          </a:p>
        </p:txBody>
      </p:sp>
      <p:sp>
        <p:nvSpPr>
          <p:cNvPr id="2" name="日期占位符 1"/>
          <p:cNvSpPr>
            <a:spLocks noGrp="1"/>
          </p:cNvSpPr>
          <p:nvPr>
            <p:ph type="dt" sz="half" idx="10"/>
          </p:nvPr>
        </p:nvSpPr>
        <p:spPr>
          <a:xfrm>
            <a:off x="402167" y="6245225"/>
            <a:ext cx="3052233" cy="476250"/>
          </a:xfrm>
          <a:prstGeom prst="rect">
            <a:avLst/>
          </a:prstGeom>
          <a:noFill/>
          <a:ln w="9525">
            <a:noFill/>
            <a:miter lim="800000"/>
          </a:ln>
          <a:effectLst/>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a:prstGeom prst="rect">
            <a:avLst/>
          </a:prstGeom>
          <a:noFill/>
          <a:ln w="9525">
            <a:noFill/>
            <a:miter lim="800000"/>
          </a:ln>
          <a:effectLst/>
        </p:spPr>
        <p:txBody>
          <a:bodyPr vert="horz" wrap="square" lIns="91440" tIns="45720" rIns="91440" bIns="45720" numCol="1" anchor="t" anchorCtr="0" compatLnSpc="1"/>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0" Type="http://schemas.openxmlformats.org/officeDocument/2006/relationships/theme" Target="../theme/theme2.xml"/><Relationship Id="rId2" Type="http://schemas.openxmlformats.org/officeDocument/2006/relationships/slideLayout" Target="../slideLayouts/slideLayout19.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4.xml"/><Relationship Id="rId16" Type="http://schemas.openxmlformats.org/officeDocument/2006/relationships/slideLayout" Target="../slideLayouts/slideLayout33.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0" Type="http://schemas.openxmlformats.org/officeDocument/2006/relationships/theme" Target="../theme/theme3.xml"/><Relationship Id="rId2" Type="http://schemas.openxmlformats.org/officeDocument/2006/relationships/slideLayout" Target="../slideLayouts/slideLayout36.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1.xml"/><Relationship Id="rId16" Type="http://schemas.openxmlformats.org/officeDocument/2006/relationships/slideLayout" Target="../slideLayouts/slideLayout50.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13" Type="http://schemas.openxmlformats.org/officeDocument/2006/relationships/slideLayout" Target="../slideLayouts/slideLayout47.xml"/><Relationship Id="rId12" Type="http://schemas.openxmlformats.org/officeDocument/2006/relationships/slideLayout" Target="../slideLayouts/slideLayout46.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0.xml"/><Relationship Id="rId8" Type="http://schemas.openxmlformats.org/officeDocument/2006/relationships/slideLayout" Target="../slideLayouts/slideLayout59.xml"/><Relationship Id="rId7" Type="http://schemas.openxmlformats.org/officeDocument/2006/relationships/slideLayout" Target="../slideLayouts/slideLayout58.xml"/><Relationship Id="rId6" Type="http://schemas.openxmlformats.org/officeDocument/2006/relationships/slideLayout" Target="../slideLayouts/slideLayout57.xml"/><Relationship Id="rId5" Type="http://schemas.openxmlformats.org/officeDocument/2006/relationships/slideLayout" Target="../slideLayouts/slideLayout56.xml"/><Relationship Id="rId4" Type="http://schemas.openxmlformats.org/officeDocument/2006/relationships/slideLayout" Target="../slideLayouts/slideLayout55.xml"/><Relationship Id="rId3" Type="http://schemas.openxmlformats.org/officeDocument/2006/relationships/slideLayout" Target="../slideLayouts/slideLayout54.xml"/><Relationship Id="rId20" Type="http://schemas.openxmlformats.org/officeDocument/2006/relationships/theme" Target="../theme/theme4.xml"/><Relationship Id="rId2" Type="http://schemas.openxmlformats.org/officeDocument/2006/relationships/slideLayout" Target="../slideLayouts/slideLayout53.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8.xml"/><Relationship Id="rId16" Type="http://schemas.openxmlformats.org/officeDocument/2006/relationships/slideLayout" Target="../slideLayouts/slideLayout67.xml"/><Relationship Id="rId15" Type="http://schemas.openxmlformats.org/officeDocument/2006/relationships/slideLayout" Target="../slideLayouts/slideLayout66.xml"/><Relationship Id="rId14" Type="http://schemas.openxmlformats.org/officeDocument/2006/relationships/slideLayout" Target="../slideLayouts/slideLayout65.xml"/><Relationship Id="rId13" Type="http://schemas.openxmlformats.org/officeDocument/2006/relationships/slideLayout" Target="../slideLayouts/slideLayout64.xml"/><Relationship Id="rId12" Type="http://schemas.openxmlformats.org/officeDocument/2006/relationships/slideLayout" Target="../slideLayouts/slideLayout63.xml"/><Relationship Id="rId11" Type="http://schemas.openxmlformats.org/officeDocument/2006/relationships/slideLayout" Target="../slideLayouts/slideLayout62.xml"/><Relationship Id="rId10" Type="http://schemas.openxmlformats.org/officeDocument/2006/relationships/slideLayout" Target="../slideLayouts/slideLayout61.xml"/><Relationship Id="rId1"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77.xml"/><Relationship Id="rId8" Type="http://schemas.openxmlformats.org/officeDocument/2006/relationships/slideLayout" Target="../slideLayouts/slideLayout76.xml"/><Relationship Id="rId7" Type="http://schemas.openxmlformats.org/officeDocument/2006/relationships/slideLayout" Target="../slideLayouts/slideLayout75.xml"/><Relationship Id="rId6" Type="http://schemas.openxmlformats.org/officeDocument/2006/relationships/slideLayout" Target="../slideLayouts/slideLayout74.xml"/><Relationship Id="rId5" Type="http://schemas.openxmlformats.org/officeDocument/2006/relationships/slideLayout" Target="../slideLayouts/slideLayout73.xml"/><Relationship Id="rId4" Type="http://schemas.openxmlformats.org/officeDocument/2006/relationships/slideLayout" Target="../slideLayouts/slideLayout72.xml"/><Relationship Id="rId3" Type="http://schemas.openxmlformats.org/officeDocument/2006/relationships/slideLayout" Target="../slideLayouts/slideLayout71.xml"/><Relationship Id="rId20" Type="http://schemas.openxmlformats.org/officeDocument/2006/relationships/theme" Target="../theme/theme5.xml"/><Relationship Id="rId2" Type="http://schemas.openxmlformats.org/officeDocument/2006/relationships/slideLayout" Target="../slideLayouts/slideLayout70.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85.xml"/><Relationship Id="rId16" Type="http://schemas.openxmlformats.org/officeDocument/2006/relationships/slideLayout" Target="../slideLayouts/slideLayout84.xml"/><Relationship Id="rId15" Type="http://schemas.openxmlformats.org/officeDocument/2006/relationships/slideLayout" Target="../slideLayouts/slideLayout83.xml"/><Relationship Id="rId14" Type="http://schemas.openxmlformats.org/officeDocument/2006/relationships/slideLayout" Target="../slideLayouts/slideLayout82.xml"/><Relationship Id="rId13" Type="http://schemas.openxmlformats.org/officeDocument/2006/relationships/slideLayout" Target="../slideLayouts/slideLayout81.xml"/><Relationship Id="rId12" Type="http://schemas.openxmlformats.org/officeDocument/2006/relationships/slideLayout" Target="../slideLayouts/slideLayout80.xml"/><Relationship Id="rId11" Type="http://schemas.openxmlformats.org/officeDocument/2006/relationships/slideLayout" Target="../slideLayouts/slideLayout79.xml"/><Relationship Id="rId10" Type="http://schemas.openxmlformats.org/officeDocument/2006/relationships/slideLayout" Target="../slideLayouts/slideLayout78.xml"/><Relationship Id="rId1" Type="http://schemas.openxmlformats.org/officeDocument/2006/relationships/slideLayout" Target="../slideLayouts/slideLayout69.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94.xml"/><Relationship Id="rId8" Type="http://schemas.openxmlformats.org/officeDocument/2006/relationships/slideLayout" Target="../slideLayouts/slideLayout93.xml"/><Relationship Id="rId7" Type="http://schemas.openxmlformats.org/officeDocument/2006/relationships/slideLayout" Target="../slideLayouts/slideLayout92.xml"/><Relationship Id="rId6" Type="http://schemas.openxmlformats.org/officeDocument/2006/relationships/slideLayout" Target="../slideLayouts/slideLayout91.xml"/><Relationship Id="rId5" Type="http://schemas.openxmlformats.org/officeDocument/2006/relationships/slideLayout" Target="../slideLayouts/slideLayout90.xml"/><Relationship Id="rId4" Type="http://schemas.openxmlformats.org/officeDocument/2006/relationships/slideLayout" Target="../slideLayouts/slideLayout89.xml"/><Relationship Id="rId3" Type="http://schemas.openxmlformats.org/officeDocument/2006/relationships/slideLayout" Target="../slideLayouts/slideLayout88.xml"/><Relationship Id="rId20" Type="http://schemas.openxmlformats.org/officeDocument/2006/relationships/theme" Target="../theme/theme6.xml"/><Relationship Id="rId2" Type="http://schemas.openxmlformats.org/officeDocument/2006/relationships/slideLayout" Target="../slideLayouts/slideLayout87.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02.xml"/><Relationship Id="rId16" Type="http://schemas.openxmlformats.org/officeDocument/2006/relationships/slideLayout" Target="../slideLayouts/slideLayout101.xml"/><Relationship Id="rId15" Type="http://schemas.openxmlformats.org/officeDocument/2006/relationships/slideLayout" Target="../slideLayouts/slideLayout100.xml"/><Relationship Id="rId14" Type="http://schemas.openxmlformats.org/officeDocument/2006/relationships/slideLayout" Target="../slideLayouts/slideLayout99.xml"/><Relationship Id="rId13" Type="http://schemas.openxmlformats.org/officeDocument/2006/relationships/slideLayout" Target="../slideLayouts/slideLayout98.xml"/><Relationship Id="rId12" Type="http://schemas.openxmlformats.org/officeDocument/2006/relationships/slideLayout" Target="../slideLayouts/slideLayout97.xml"/><Relationship Id="rId11" Type="http://schemas.openxmlformats.org/officeDocument/2006/relationships/slideLayout" Target="../slideLayouts/slideLayout96.xml"/><Relationship Id="rId10" Type="http://schemas.openxmlformats.org/officeDocument/2006/relationships/slideLayout" Target="../slideLayouts/slideLayout95.xml"/><Relationship Id="rId1" Type="http://schemas.openxmlformats.org/officeDocument/2006/relationships/slideLayout" Target="../slideLayouts/slideLayout8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111.xml"/><Relationship Id="rId8" Type="http://schemas.openxmlformats.org/officeDocument/2006/relationships/slideLayout" Target="../slideLayouts/slideLayout110.xml"/><Relationship Id="rId7" Type="http://schemas.openxmlformats.org/officeDocument/2006/relationships/slideLayout" Target="../slideLayouts/slideLayout109.xml"/><Relationship Id="rId6" Type="http://schemas.openxmlformats.org/officeDocument/2006/relationships/slideLayout" Target="../slideLayouts/slideLayout108.xml"/><Relationship Id="rId5" Type="http://schemas.openxmlformats.org/officeDocument/2006/relationships/slideLayout" Target="../slideLayouts/slideLayout107.xml"/><Relationship Id="rId4" Type="http://schemas.openxmlformats.org/officeDocument/2006/relationships/slideLayout" Target="../slideLayouts/slideLayout106.xml"/><Relationship Id="rId3" Type="http://schemas.openxmlformats.org/officeDocument/2006/relationships/slideLayout" Target="../slideLayouts/slideLayout105.xml"/><Relationship Id="rId20" Type="http://schemas.openxmlformats.org/officeDocument/2006/relationships/theme" Target="../theme/theme7.xml"/><Relationship Id="rId2" Type="http://schemas.openxmlformats.org/officeDocument/2006/relationships/slideLayout" Target="../slideLayouts/slideLayout104.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19.xml"/><Relationship Id="rId16" Type="http://schemas.openxmlformats.org/officeDocument/2006/relationships/slideLayout" Target="../slideLayouts/slideLayout118.xml"/><Relationship Id="rId15" Type="http://schemas.openxmlformats.org/officeDocument/2006/relationships/slideLayout" Target="../slideLayouts/slideLayout117.xml"/><Relationship Id="rId14" Type="http://schemas.openxmlformats.org/officeDocument/2006/relationships/slideLayout" Target="../slideLayouts/slideLayout116.xml"/><Relationship Id="rId13" Type="http://schemas.openxmlformats.org/officeDocument/2006/relationships/slideLayout" Target="../slideLayouts/slideLayout115.xml"/><Relationship Id="rId12" Type="http://schemas.openxmlformats.org/officeDocument/2006/relationships/slideLayout" Target="../slideLayouts/slideLayout114.xml"/><Relationship Id="rId11" Type="http://schemas.openxmlformats.org/officeDocument/2006/relationships/slideLayout" Target="../slideLayouts/slideLayout113.xml"/><Relationship Id="rId10" Type="http://schemas.openxmlformats.org/officeDocument/2006/relationships/slideLayout" Target="../slideLayouts/slideLayout112.xml"/><Relationship Id="rId1" Type="http://schemas.openxmlformats.org/officeDocument/2006/relationships/slideLayout" Target="../slideLayouts/slideLayout103.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28.xml"/><Relationship Id="rId8" Type="http://schemas.openxmlformats.org/officeDocument/2006/relationships/slideLayout" Target="../slideLayouts/slideLayout127.xml"/><Relationship Id="rId7" Type="http://schemas.openxmlformats.org/officeDocument/2006/relationships/slideLayout" Target="../slideLayouts/slideLayout126.xml"/><Relationship Id="rId6" Type="http://schemas.openxmlformats.org/officeDocument/2006/relationships/slideLayout" Target="../slideLayouts/slideLayout125.xml"/><Relationship Id="rId5" Type="http://schemas.openxmlformats.org/officeDocument/2006/relationships/slideLayout" Target="../slideLayouts/slideLayout124.xml"/><Relationship Id="rId4" Type="http://schemas.openxmlformats.org/officeDocument/2006/relationships/slideLayout" Target="../slideLayouts/slideLayout123.xml"/><Relationship Id="rId3" Type="http://schemas.openxmlformats.org/officeDocument/2006/relationships/slideLayout" Target="../slideLayouts/slideLayout122.xml"/><Relationship Id="rId20" Type="http://schemas.openxmlformats.org/officeDocument/2006/relationships/theme" Target="../theme/theme8.xml"/><Relationship Id="rId2" Type="http://schemas.openxmlformats.org/officeDocument/2006/relationships/slideLayout" Target="../slideLayouts/slideLayout121.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36.xml"/><Relationship Id="rId16" Type="http://schemas.openxmlformats.org/officeDocument/2006/relationships/slideLayout" Target="../slideLayouts/slideLayout135.xml"/><Relationship Id="rId15" Type="http://schemas.openxmlformats.org/officeDocument/2006/relationships/slideLayout" Target="../slideLayouts/slideLayout134.xml"/><Relationship Id="rId14" Type="http://schemas.openxmlformats.org/officeDocument/2006/relationships/slideLayout" Target="../slideLayouts/slideLayout133.xml"/><Relationship Id="rId13" Type="http://schemas.openxmlformats.org/officeDocument/2006/relationships/slideLayout" Target="../slideLayouts/slideLayout132.xml"/><Relationship Id="rId12" Type="http://schemas.openxmlformats.org/officeDocument/2006/relationships/slideLayout" Target="../slideLayouts/slideLayout131.xml"/><Relationship Id="rId11" Type="http://schemas.openxmlformats.org/officeDocument/2006/relationships/slideLayout" Target="../slideLayouts/slideLayout130.xml"/><Relationship Id="rId10" Type="http://schemas.openxmlformats.org/officeDocument/2006/relationships/slideLayout" Target="../slideLayouts/slideLayout129.xml"/><Relationship Id="rId1" Type="http://schemas.openxmlformats.org/officeDocument/2006/relationships/slideLayout" Target="../slideLayouts/slideLayout120.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45.xml"/><Relationship Id="rId8" Type="http://schemas.openxmlformats.org/officeDocument/2006/relationships/slideLayout" Target="../slideLayouts/slideLayout144.xml"/><Relationship Id="rId7" Type="http://schemas.openxmlformats.org/officeDocument/2006/relationships/slideLayout" Target="../slideLayouts/slideLayout143.xml"/><Relationship Id="rId6" Type="http://schemas.openxmlformats.org/officeDocument/2006/relationships/slideLayout" Target="../slideLayouts/slideLayout142.xml"/><Relationship Id="rId5" Type="http://schemas.openxmlformats.org/officeDocument/2006/relationships/slideLayout" Target="../slideLayouts/slideLayout141.xml"/><Relationship Id="rId4" Type="http://schemas.openxmlformats.org/officeDocument/2006/relationships/slideLayout" Target="../slideLayouts/slideLayout140.xml"/><Relationship Id="rId3" Type="http://schemas.openxmlformats.org/officeDocument/2006/relationships/slideLayout" Target="../slideLayouts/slideLayout139.xml"/><Relationship Id="rId20" Type="http://schemas.openxmlformats.org/officeDocument/2006/relationships/theme" Target="../theme/theme9.xml"/><Relationship Id="rId2" Type="http://schemas.openxmlformats.org/officeDocument/2006/relationships/slideLayout" Target="../slideLayouts/slideLayout138.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53.xml"/><Relationship Id="rId16" Type="http://schemas.openxmlformats.org/officeDocument/2006/relationships/slideLayout" Target="../slideLayouts/slideLayout152.xml"/><Relationship Id="rId15" Type="http://schemas.openxmlformats.org/officeDocument/2006/relationships/slideLayout" Target="../slideLayouts/slideLayout151.xml"/><Relationship Id="rId14" Type="http://schemas.openxmlformats.org/officeDocument/2006/relationships/slideLayout" Target="../slideLayouts/slideLayout150.xml"/><Relationship Id="rId13" Type="http://schemas.openxmlformats.org/officeDocument/2006/relationships/slideLayout" Target="../slideLayouts/slideLayout149.xml"/><Relationship Id="rId12" Type="http://schemas.openxmlformats.org/officeDocument/2006/relationships/slideLayout" Target="../slideLayouts/slideLayout148.xml"/><Relationship Id="rId11" Type="http://schemas.openxmlformats.org/officeDocument/2006/relationships/slideLayout" Target="../slideLayouts/slideLayout147.xml"/><Relationship Id="rId10" Type="http://schemas.openxmlformats.org/officeDocument/2006/relationships/slideLayout" Target="../slideLayouts/slideLayout146.xml"/><Relationship Id="rId1" Type="http://schemas.openxmlformats.org/officeDocument/2006/relationships/slideLayout" Target="../slideLayouts/slideLayout137.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62.xml"/><Relationship Id="rId8" Type="http://schemas.openxmlformats.org/officeDocument/2006/relationships/slideLayout" Target="../slideLayouts/slideLayout161.xml"/><Relationship Id="rId7" Type="http://schemas.openxmlformats.org/officeDocument/2006/relationships/slideLayout" Target="../slideLayouts/slideLayout160.xml"/><Relationship Id="rId6" Type="http://schemas.openxmlformats.org/officeDocument/2006/relationships/slideLayout" Target="../slideLayouts/slideLayout159.xml"/><Relationship Id="rId5" Type="http://schemas.openxmlformats.org/officeDocument/2006/relationships/slideLayout" Target="../slideLayouts/slideLayout158.xml"/><Relationship Id="rId4" Type="http://schemas.openxmlformats.org/officeDocument/2006/relationships/slideLayout" Target="../slideLayouts/slideLayout157.xml"/><Relationship Id="rId3" Type="http://schemas.openxmlformats.org/officeDocument/2006/relationships/slideLayout" Target="../slideLayouts/slideLayout156.xml"/><Relationship Id="rId20" Type="http://schemas.openxmlformats.org/officeDocument/2006/relationships/theme" Target="../theme/theme10.xml"/><Relationship Id="rId2" Type="http://schemas.openxmlformats.org/officeDocument/2006/relationships/slideLayout" Target="../slideLayouts/slideLayout155.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70.xml"/><Relationship Id="rId16" Type="http://schemas.openxmlformats.org/officeDocument/2006/relationships/slideLayout" Target="../slideLayouts/slideLayout169.xml"/><Relationship Id="rId15" Type="http://schemas.openxmlformats.org/officeDocument/2006/relationships/slideLayout" Target="../slideLayouts/slideLayout168.xml"/><Relationship Id="rId14" Type="http://schemas.openxmlformats.org/officeDocument/2006/relationships/slideLayout" Target="../slideLayouts/slideLayout167.xml"/><Relationship Id="rId13" Type="http://schemas.openxmlformats.org/officeDocument/2006/relationships/slideLayout" Target="../slideLayouts/slideLayout166.xml"/><Relationship Id="rId12" Type="http://schemas.openxmlformats.org/officeDocument/2006/relationships/slideLayout" Target="../slideLayouts/slideLayout165.xml"/><Relationship Id="rId11" Type="http://schemas.openxmlformats.org/officeDocument/2006/relationships/slideLayout" Target="../slideLayouts/slideLayout164.xml"/><Relationship Id="rId10" Type="http://schemas.openxmlformats.org/officeDocument/2006/relationships/slideLayout" Target="../slideLayouts/slideLayout163.xml"/><Relationship Id="rId1" Type="http://schemas.openxmlformats.org/officeDocument/2006/relationships/slideLayout" Target="../slideLayouts/slideLayout154.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79.xml"/><Relationship Id="rId8" Type="http://schemas.openxmlformats.org/officeDocument/2006/relationships/slideLayout" Target="../slideLayouts/slideLayout178.xml"/><Relationship Id="rId7" Type="http://schemas.openxmlformats.org/officeDocument/2006/relationships/slideLayout" Target="../slideLayouts/slideLayout177.xml"/><Relationship Id="rId6" Type="http://schemas.openxmlformats.org/officeDocument/2006/relationships/slideLayout" Target="../slideLayouts/slideLayout176.xml"/><Relationship Id="rId5" Type="http://schemas.openxmlformats.org/officeDocument/2006/relationships/slideLayout" Target="../slideLayouts/slideLayout175.xml"/><Relationship Id="rId4" Type="http://schemas.openxmlformats.org/officeDocument/2006/relationships/slideLayout" Target="../slideLayouts/slideLayout174.xml"/><Relationship Id="rId3" Type="http://schemas.openxmlformats.org/officeDocument/2006/relationships/slideLayout" Target="../slideLayouts/slideLayout173.xml"/><Relationship Id="rId20" Type="http://schemas.openxmlformats.org/officeDocument/2006/relationships/theme" Target="../theme/theme11.xml"/><Relationship Id="rId2" Type="http://schemas.openxmlformats.org/officeDocument/2006/relationships/slideLayout" Target="../slideLayouts/slideLayout17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187.xml"/><Relationship Id="rId16" Type="http://schemas.openxmlformats.org/officeDocument/2006/relationships/slideLayout" Target="../slideLayouts/slideLayout186.xml"/><Relationship Id="rId15" Type="http://schemas.openxmlformats.org/officeDocument/2006/relationships/slideLayout" Target="../slideLayouts/slideLayout185.xml"/><Relationship Id="rId14" Type="http://schemas.openxmlformats.org/officeDocument/2006/relationships/slideLayout" Target="../slideLayouts/slideLayout184.xml"/><Relationship Id="rId13" Type="http://schemas.openxmlformats.org/officeDocument/2006/relationships/slideLayout" Target="../slideLayouts/slideLayout183.xml"/><Relationship Id="rId12" Type="http://schemas.openxmlformats.org/officeDocument/2006/relationships/slideLayout" Target="../slideLayouts/slideLayout182.xml"/><Relationship Id="rId11" Type="http://schemas.openxmlformats.org/officeDocument/2006/relationships/slideLayout" Target="../slideLayouts/slideLayout181.xml"/><Relationship Id="rId10" Type="http://schemas.openxmlformats.org/officeDocument/2006/relationships/slideLayout" Target="../slideLayouts/slideLayout180.xml"/><Relationship Id="rId1" Type="http://schemas.openxmlformats.org/officeDocument/2006/relationships/slideLayout" Target="../slideLayouts/slideLayout17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0" Type="http://schemas.openxmlformats.org/officeDocument/2006/relationships/theme" Target="../theme/theme12.xml"/><Relationship Id="rId2" Type="http://schemas.openxmlformats.org/officeDocument/2006/relationships/slideLayout" Target="../slideLayouts/slideLayout189.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204.xml"/><Relationship Id="rId16" Type="http://schemas.openxmlformats.org/officeDocument/2006/relationships/slideLayout" Target="../slideLayouts/slideLayout203.xml"/><Relationship Id="rId15" Type="http://schemas.openxmlformats.org/officeDocument/2006/relationships/slideLayout" Target="../slideLayouts/slideLayout202.xml"/><Relationship Id="rId14" Type="http://schemas.openxmlformats.org/officeDocument/2006/relationships/slideLayout" Target="../slideLayouts/slideLayout201.xml"/><Relationship Id="rId13" Type="http://schemas.openxmlformats.org/officeDocument/2006/relationships/slideLayout" Target="../slideLayouts/slideLayout200.xml"/><Relationship Id="rId12" Type="http://schemas.openxmlformats.org/officeDocument/2006/relationships/slideLayout" Target="../slideLayouts/slideLayout199.xml"/><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213.xml"/><Relationship Id="rId8" Type="http://schemas.openxmlformats.org/officeDocument/2006/relationships/slideLayout" Target="../slideLayouts/slideLayout212.xml"/><Relationship Id="rId7" Type="http://schemas.openxmlformats.org/officeDocument/2006/relationships/slideLayout" Target="../slideLayouts/slideLayout211.xml"/><Relationship Id="rId6" Type="http://schemas.openxmlformats.org/officeDocument/2006/relationships/slideLayout" Target="../slideLayouts/slideLayout210.xml"/><Relationship Id="rId5" Type="http://schemas.openxmlformats.org/officeDocument/2006/relationships/slideLayout" Target="../slideLayouts/slideLayout209.xml"/><Relationship Id="rId4" Type="http://schemas.openxmlformats.org/officeDocument/2006/relationships/slideLayout" Target="../slideLayouts/slideLayout208.xml"/><Relationship Id="rId3" Type="http://schemas.openxmlformats.org/officeDocument/2006/relationships/slideLayout" Target="../slideLayouts/slideLayout207.xml"/><Relationship Id="rId20" Type="http://schemas.openxmlformats.org/officeDocument/2006/relationships/theme" Target="../theme/theme13.xml"/><Relationship Id="rId2" Type="http://schemas.openxmlformats.org/officeDocument/2006/relationships/slideLayout" Target="../slideLayouts/slideLayout206.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5" Type="http://schemas.openxmlformats.org/officeDocument/2006/relationships/slideLayout" Target="../slideLayouts/slideLayout219.xml"/><Relationship Id="rId14" Type="http://schemas.openxmlformats.org/officeDocument/2006/relationships/slideLayout" Target="../slideLayouts/slideLayout218.xml"/><Relationship Id="rId13" Type="http://schemas.openxmlformats.org/officeDocument/2006/relationships/slideLayout" Target="../slideLayouts/slideLayout217.xml"/><Relationship Id="rId12" Type="http://schemas.openxmlformats.org/officeDocument/2006/relationships/slideLayout" Target="../slideLayouts/slideLayout216.xml"/><Relationship Id="rId11" Type="http://schemas.openxmlformats.org/officeDocument/2006/relationships/slideLayout" Target="../slideLayouts/slideLayout215.xml"/><Relationship Id="rId10" Type="http://schemas.openxmlformats.org/officeDocument/2006/relationships/slideLayout" Target="../slideLayouts/slideLayout214.xml"/><Relationship Id="rId1" Type="http://schemas.openxmlformats.org/officeDocument/2006/relationships/slideLayout" Target="../slideLayouts/slideLayout205.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230.xml"/><Relationship Id="rId8" Type="http://schemas.openxmlformats.org/officeDocument/2006/relationships/slideLayout" Target="../slideLayouts/slideLayout229.xml"/><Relationship Id="rId7" Type="http://schemas.openxmlformats.org/officeDocument/2006/relationships/slideLayout" Target="../slideLayouts/slideLayout228.xml"/><Relationship Id="rId6" Type="http://schemas.openxmlformats.org/officeDocument/2006/relationships/slideLayout" Target="../slideLayouts/slideLayout227.xml"/><Relationship Id="rId5" Type="http://schemas.openxmlformats.org/officeDocument/2006/relationships/slideLayout" Target="../slideLayouts/slideLayout226.xml"/><Relationship Id="rId4" Type="http://schemas.openxmlformats.org/officeDocument/2006/relationships/slideLayout" Target="../slideLayouts/slideLayout225.xml"/><Relationship Id="rId3" Type="http://schemas.openxmlformats.org/officeDocument/2006/relationships/slideLayout" Target="../slideLayouts/slideLayout224.xml"/><Relationship Id="rId20" Type="http://schemas.openxmlformats.org/officeDocument/2006/relationships/theme" Target="../theme/theme14.xml"/><Relationship Id="rId2" Type="http://schemas.openxmlformats.org/officeDocument/2006/relationships/slideLayout" Target="../slideLayouts/slideLayout223.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238.xml"/><Relationship Id="rId16" Type="http://schemas.openxmlformats.org/officeDocument/2006/relationships/slideLayout" Target="../slideLayouts/slideLayout237.xml"/><Relationship Id="rId15" Type="http://schemas.openxmlformats.org/officeDocument/2006/relationships/slideLayout" Target="../slideLayouts/slideLayout236.xml"/><Relationship Id="rId14" Type="http://schemas.openxmlformats.org/officeDocument/2006/relationships/slideLayout" Target="../slideLayouts/slideLayout235.xml"/><Relationship Id="rId13" Type="http://schemas.openxmlformats.org/officeDocument/2006/relationships/slideLayout" Target="../slideLayouts/slideLayout234.xml"/><Relationship Id="rId12" Type="http://schemas.openxmlformats.org/officeDocument/2006/relationships/slideLayout" Target="../slideLayouts/slideLayout233.xml"/><Relationship Id="rId11" Type="http://schemas.openxmlformats.org/officeDocument/2006/relationships/slideLayout" Target="../slideLayouts/slideLayout232.xml"/><Relationship Id="rId10" Type="http://schemas.openxmlformats.org/officeDocument/2006/relationships/slideLayout" Target="../slideLayouts/slideLayout231.xml"/><Relationship Id="rId1" Type="http://schemas.openxmlformats.org/officeDocument/2006/relationships/slideLayout" Target="../slideLayouts/slideLayout222.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247.xml"/><Relationship Id="rId8" Type="http://schemas.openxmlformats.org/officeDocument/2006/relationships/slideLayout" Target="../slideLayouts/slideLayout246.xml"/><Relationship Id="rId7" Type="http://schemas.openxmlformats.org/officeDocument/2006/relationships/slideLayout" Target="../slideLayouts/slideLayout245.xml"/><Relationship Id="rId6" Type="http://schemas.openxmlformats.org/officeDocument/2006/relationships/slideLayout" Target="../slideLayouts/slideLayout244.xml"/><Relationship Id="rId5" Type="http://schemas.openxmlformats.org/officeDocument/2006/relationships/slideLayout" Target="../slideLayouts/slideLayout243.xml"/><Relationship Id="rId4" Type="http://schemas.openxmlformats.org/officeDocument/2006/relationships/slideLayout" Target="../slideLayouts/slideLayout242.xml"/><Relationship Id="rId3" Type="http://schemas.openxmlformats.org/officeDocument/2006/relationships/slideLayout" Target="../slideLayouts/slideLayout241.xml"/><Relationship Id="rId20" Type="http://schemas.openxmlformats.org/officeDocument/2006/relationships/theme" Target="../theme/theme15.xml"/><Relationship Id="rId2" Type="http://schemas.openxmlformats.org/officeDocument/2006/relationships/slideLayout" Target="../slideLayouts/slideLayout240.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255.xml"/><Relationship Id="rId16" Type="http://schemas.openxmlformats.org/officeDocument/2006/relationships/slideLayout" Target="../slideLayouts/slideLayout254.xml"/><Relationship Id="rId15" Type="http://schemas.openxmlformats.org/officeDocument/2006/relationships/slideLayout" Target="../slideLayouts/slideLayout253.xml"/><Relationship Id="rId14" Type="http://schemas.openxmlformats.org/officeDocument/2006/relationships/slideLayout" Target="../slideLayouts/slideLayout252.xml"/><Relationship Id="rId13" Type="http://schemas.openxmlformats.org/officeDocument/2006/relationships/slideLayout" Target="../slideLayouts/slideLayout251.xml"/><Relationship Id="rId12" Type="http://schemas.openxmlformats.org/officeDocument/2006/relationships/slideLayout" Target="../slideLayouts/slideLayout250.xml"/><Relationship Id="rId11" Type="http://schemas.openxmlformats.org/officeDocument/2006/relationships/slideLayout" Target="../slideLayouts/slideLayout249.xml"/><Relationship Id="rId10" Type="http://schemas.openxmlformats.org/officeDocument/2006/relationships/slideLayout" Target="../slideLayouts/slideLayout248.xml"/><Relationship Id="rId1" Type="http://schemas.openxmlformats.org/officeDocument/2006/relationships/slideLayout" Target="../slideLayouts/slideLayout239.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264.xml"/><Relationship Id="rId8" Type="http://schemas.openxmlformats.org/officeDocument/2006/relationships/slideLayout" Target="../slideLayouts/slideLayout263.xml"/><Relationship Id="rId7" Type="http://schemas.openxmlformats.org/officeDocument/2006/relationships/slideLayout" Target="../slideLayouts/slideLayout262.xml"/><Relationship Id="rId6" Type="http://schemas.openxmlformats.org/officeDocument/2006/relationships/slideLayout" Target="../slideLayouts/slideLayout261.xml"/><Relationship Id="rId5" Type="http://schemas.openxmlformats.org/officeDocument/2006/relationships/slideLayout" Target="../slideLayouts/slideLayout260.xml"/><Relationship Id="rId4" Type="http://schemas.openxmlformats.org/officeDocument/2006/relationships/slideLayout" Target="../slideLayouts/slideLayout259.xml"/><Relationship Id="rId3" Type="http://schemas.openxmlformats.org/officeDocument/2006/relationships/slideLayout" Target="../slideLayouts/slideLayout258.xml"/><Relationship Id="rId20" Type="http://schemas.openxmlformats.org/officeDocument/2006/relationships/theme" Target="../theme/theme16.xml"/><Relationship Id="rId2" Type="http://schemas.openxmlformats.org/officeDocument/2006/relationships/slideLayout" Target="../slideLayouts/slideLayout257.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272.xml"/><Relationship Id="rId16" Type="http://schemas.openxmlformats.org/officeDocument/2006/relationships/slideLayout" Target="../slideLayouts/slideLayout271.xml"/><Relationship Id="rId15" Type="http://schemas.openxmlformats.org/officeDocument/2006/relationships/slideLayout" Target="../slideLayouts/slideLayout270.xml"/><Relationship Id="rId14" Type="http://schemas.openxmlformats.org/officeDocument/2006/relationships/slideLayout" Target="../slideLayouts/slideLayout269.xml"/><Relationship Id="rId13" Type="http://schemas.openxmlformats.org/officeDocument/2006/relationships/slideLayout" Target="../slideLayouts/slideLayout268.xml"/><Relationship Id="rId12" Type="http://schemas.openxmlformats.org/officeDocument/2006/relationships/slideLayout" Target="../slideLayouts/slideLayout267.xml"/><Relationship Id="rId11" Type="http://schemas.openxmlformats.org/officeDocument/2006/relationships/slideLayout" Target="../slideLayouts/slideLayout266.xml"/><Relationship Id="rId10" Type="http://schemas.openxmlformats.org/officeDocument/2006/relationships/slideLayout" Target="../slideLayouts/slideLayout265.xml"/><Relationship Id="rId1" Type="http://schemas.openxmlformats.org/officeDocument/2006/relationships/slideLayout" Target="../slideLayouts/slideLayout25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281.xml"/><Relationship Id="rId8" Type="http://schemas.openxmlformats.org/officeDocument/2006/relationships/slideLayout" Target="../slideLayouts/slideLayout280.xml"/><Relationship Id="rId7" Type="http://schemas.openxmlformats.org/officeDocument/2006/relationships/slideLayout" Target="../slideLayouts/slideLayout279.xml"/><Relationship Id="rId6" Type="http://schemas.openxmlformats.org/officeDocument/2006/relationships/slideLayout" Target="../slideLayouts/slideLayout278.xml"/><Relationship Id="rId5" Type="http://schemas.openxmlformats.org/officeDocument/2006/relationships/slideLayout" Target="../slideLayouts/slideLayout277.xml"/><Relationship Id="rId4" Type="http://schemas.openxmlformats.org/officeDocument/2006/relationships/slideLayout" Target="../slideLayouts/slideLayout276.xml"/><Relationship Id="rId3" Type="http://schemas.openxmlformats.org/officeDocument/2006/relationships/slideLayout" Target="../slideLayouts/slideLayout275.xml"/><Relationship Id="rId20" Type="http://schemas.openxmlformats.org/officeDocument/2006/relationships/theme" Target="../theme/theme17.xml"/><Relationship Id="rId2" Type="http://schemas.openxmlformats.org/officeDocument/2006/relationships/slideLayout" Target="../slideLayouts/slideLayout274.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289.xml"/><Relationship Id="rId16" Type="http://schemas.openxmlformats.org/officeDocument/2006/relationships/slideLayout" Target="../slideLayouts/slideLayout288.xml"/><Relationship Id="rId15" Type="http://schemas.openxmlformats.org/officeDocument/2006/relationships/slideLayout" Target="../slideLayouts/slideLayout287.xml"/><Relationship Id="rId14" Type="http://schemas.openxmlformats.org/officeDocument/2006/relationships/slideLayout" Target="../slideLayouts/slideLayout286.xml"/><Relationship Id="rId13" Type="http://schemas.openxmlformats.org/officeDocument/2006/relationships/slideLayout" Target="../slideLayouts/slideLayout285.xml"/><Relationship Id="rId12" Type="http://schemas.openxmlformats.org/officeDocument/2006/relationships/slideLayout" Target="../slideLayouts/slideLayout284.xml"/><Relationship Id="rId11" Type="http://schemas.openxmlformats.org/officeDocument/2006/relationships/slideLayout" Target="../slideLayouts/slideLayout283.xml"/><Relationship Id="rId10" Type="http://schemas.openxmlformats.org/officeDocument/2006/relationships/slideLayout" Target="../slideLayouts/slideLayout282.xml"/><Relationship Id="rId1" Type="http://schemas.openxmlformats.org/officeDocument/2006/relationships/slideLayout" Target="../slideLayouts/slideLayout273.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298.xml"/><Relationship Id="rId8" Type="http://schemas.openxmlformats.org/officeDocument/2006/relationships/slideLayout" Target="../slideLayouts/slideLayout297.xml"/><Relationship Id="rId7" Type="http://schemas.openxmlformats.org/officeDocument/2006/relationships/slideLayout" Target="../slideLayouts/slideLayout296.xml"/><Relationship Id="rId6" Type="http://schemas.openxmlformats.org/officeDocument/2006/relationships/slideLayout" Target="../slideLayouts/slideLayout295.xml"/><Relationship Id="rId5" Type="http://schemas.openxmlformats.org/officeDocument/2006/relationships/slideLayout" Target="../slideLayouts/slideLayout294.xml"/><Relationship Id="rId4" Type="http://schemas.openxmlformats.org/officeDocument/2006/relationships/slideLayout" Target="../slideLayouts/slideLayout293.xml"/><Relationship Id="rId3" Type="http://schemas.openxmlformats.org/officeDocument/2006/relationships/slideLayout" Target="../slideLayouts/slideLayout292.xml"/><Relationship Id="rId20" Type="http://schemas.openxmlformats.org/officeDocument/2006/relationships/theme" Target="../theme/theme18.xml"/><Relationship Id="rId2" Type="http://schemas.openxmlformats.org/officeDocument/2006/relationships/slideLayout" Target="../slideLayouts/slideLayout291.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06.xml"/><Relationship Id="rId16" Type="http://schemas.openxmlformats.org/officeDocument/2006/relationships/slideLayout" Target="../slideLayouts/slideLayout305.xml"/><Relationship Id="rId15" Type="http://schemas.openxmlformats.org/officeDocument/2006/relationships/slideLayout" Target="../slideLayouts/slideLayout304.xml"/><Relationship Id="rId14" Type="http://schemas.openxmlformats.org/officeDocument/2006/relationships/slideLayout" Target="../slideLayouts/slideLayout303.xml"/><Relationship Id="rId13" Type="http://schemas.openxmlformats.org/officeDocument/2006/relationships/slideLayout" Target="../slideLayouts/slideLayout302.xml"/><Relationship Id="rId12" Type="http://schemas.openxmlformats.org/officeDocument/2006/relationships/slideLayout" Target="../slideLayouts/slideLayout301.xml"/><Relationship Id="rId11" Type="http://schemas.openxmlformats.org/officeDocument/2006/relationships/slideLayout" Target="../slideLayouts/slideLayout300.xml"/><Relationship Id="rId10" Type="http://schemas.openxmlformats.org/officeDocument/2006/relationships/slideLayout" Target="../slideLayouts/slideLayout299.xml"/><Relationship Id="rId1" Type="http://schemas.openxmlformats.org/officeDocument/2006/relationships/slideLayout" Target="../slideLayouts/slideLayout290.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315.xml"/><Relationship Id="rId8" Type="http://schemas.openxmlformats.org/officeDocument/2006/relationships/slideLayout" Target="../slideLayouts/slideLayout314.xml"/><Relationship Id="rId7" Type="http://schemas.openxmlformats.org/officeDocument/2006/relationships/slideLayout" Target="../slideLayouts/slideLayout313.xml"/><Relationship Id="rId6" Type="http://schemas.openxmlformats.org/officeDocument/2006/relationships/slideLayout" Target="../slideLayouts/slideLayout312.xml"/><Relationship Id="rId5" Type="http://schemas.openxmlformats.org/officeDocument/2006/relationships/slideLayout" Target="../slideLayouts/slideLayout311.xml"/><Relationship Id="rId4" Type="http://schemas.openxmlformats.org/officeDocument/2006/relationships/slideLayout" Target="../slideLayouts/slideLayout310.xml"/><Relationship Id="rId3" Type="http://schemas.openxmlformats.org/officeDocument/2006/relationships/slideLayout" Target="../slideLayouts/slideLayout309.xml"/><Relationship Id="rId20" Type="http://schemas.openxmlformats.org/officeDocument/2006/relationships/theme" Target="../theme/theme19.xml"/><Relationship Id="rId2" Type="http://schemas.openxmlformats.org/officeDocument/2006/relationships/slideLayout" Target="../slideLayouts/slideLayout308.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23.xml"/><Relationship Id="rId16" Type="http://schemas.openxmlformats.org/officeDocument/2006/relationships/slideLayout" Target="../slideLayouts/slideLayout322.xml"/><Relationship Id="rId15" Type="http://schemas.openxmlformats.org/officeDocument/2006/relationships/slideLayout" Target="../slideLayouts/slideLayout321.xml"/><Relationship Id="rId14" Type="http://schemas.openxmlformats.org/officeDocument/2006/relationships/slideLayout" Target="../slideLayouts/slideLayout320.xml"/><Relationship Id="rId13" Type="http://schemas.openxmlformats.org/officeDocument/2006/relationships/slideLayout" Target="../slideLayouts/slideLayout319.xml"/><Relationship Id="rId12" Type="http://schemas.openxmlformats.org/officeDocument/2006/relationships/slideLayout" Target="../slideLayouts/slideLayout318.xml"/><Relationship Id="rId11" Type="http://schemas.openxmlformats.org/officeDocument/2006/relationships/slideLayout" Target="../slideLayouts/slideLayout317.xml"/><Relationship Id="rId10" Type="http://schemas.openxmlformats.org/officeDocument/2006/relationships/slideLayout" Target="../slideLayouts/slideLayout316.xml"/><Relationship Id="rId1" Type="http://schemas.openxmlformats.org/officeDocument/2006/relationships/slideLayout" Target="../slideLayouts/slideLayout307.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332.xml"/><Relationship Id="rId8" Type="http://schemas.openxmlformats.org/officeDocument/2006/relationships/slideLayout" Target="../slideLayouts/slideLayout331.xml"/><Relationship Id="rId7" Type="http://schemas.openxmlformats.org/officeDocument/2006/relationships/slideLayout" Target="../slideLayouts/slideLayout330.xml"/><Relationship Id="rId6" Type="http://schemas.openxmlformats.org/officeDocument/2006/relationships/slideLayout" Target="../slideLayouts/slideLayout329.xml"/><Relationship Id="rId5" Type="http://schemas.openxmlformats.org/officeDocument/2006/relationships/slideLayout" Target="../slideLayouts/slideLayout328.xml"/><Relationship Id="rId4" Type="http://schemas.openxmlformats.org/officeDocument/2006/relationships/slideLayout" Target="../slideLayouts/slideLayout327.xml"/><Relationship Id="rId3" Type="http://schemas.openxmlformats.org/officeDocument/2006/relationships/slideLayout" Target="../slideLayouts/slideLayout326.xml"/><Relationship Id="rId20" Type="http://schemas.openxmlformats.org/officeDocument/2006/relationships/theme" Target="../theme/theme20.xml"/><Relationship Id="rId2" Type="http://schemas.openxmlformats.org/officeDocument/2006/relationships/slideLayout" Target="../slideLayouts/slideLayout325.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40.xml"/><Relationship Id="rId16" Type="http://schemas.openxmlformats.org/officeDocument/2006/relationships/slideLayout" Target="../slideLayouts/slideLayout339.xml"/><Relationship Id="rId15" Type="http://schemas.openxmlformats.org/officeDocument/2006/relationships/slideLayout" Target="../slideLayouts/slideLayout338.xml"/><Relationship Id="rId14" Type="http://schemas.openxmlformats.org/officeDocument/2006/relationships/slideLayout" Target="../slideLayouts/slideLayout337.xml"/><Relationship Id="rId13" Type="http://schemas.openxmlformats.org/officeDocument/2006/relationships/slideLayout" Target="../slideLayouts/slideLayout336.xml"/><Relationship Id="rId12" Type="http://schemas.openxmlformats.org/officeDocument/2006/relationships/slideLayout" Target="../slideLayouts/slideLayout335.xml"/><Relationship Id="rId11" Type="http://schemas.openxmlformats.org/officeDocument/2006/relationships/slideLayout" Target="../slideLayouts/slideLayout334.xml"/><Relationship Id="rId10" Type="http://schemas.openxmlformats.org/officeDocument/2006/relationships/slideLayout" Target="../slideLayouts/slideLayout333.xml"/><Relationship Id="rId1" Type="http://schemas.openxmlformats.org/officeDocument/2006/relationships/slideLayout" Target="../slideLayouts/slideLayout324.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349.xml"/><Relationship Id="rId8" Type="http://schemas.openxmlformats.org/officeDocument/2006/relationships/slideLayout" Target="../slideLayouts/slideLayout348.xml"/><Relationship Id="rId7" Type="http://schemas.openxmlformats.org/officeDocument/2006/relationships/slideLayout" Target="../slideLayouts/slideLayout347.xml"/><Relationship Id="rId6" Type="http://schemas.openxmlformats.org/officeDocument/2006/relationships/slideLayout" Target="../slideLayouts/slideLayout346.xml"/><Relationship Id="rId5" Type="http://schemas.openxmlformats.org/officeDocument/2006/relationships/slideLayout" Target="../slideLayouts/slideLayout345.xml"/><Relationship Id="rId4" Type="http://schemas.openxmlformats.org/officeDocument/2006/relationships/slideLayout" Target="../slideLayouts/slideLayout344.xml"/><Relationship Id="rId3" Type="http://schemas.openxmlformats.org/officeDocument/2006/relationships/slideLayout" Target="../slideLayouts/slideLayout343.xml"/><Relationship Id="rId20" Type="http://schemas.openxmlformats.org/officeDocument/2006/relationships/theme" Target="../theme/theme21.xml"/><Relationship Id="rId2" Type="http://schemas.openxmlformats.org/officeDocument/2006/relationships/slideLayout" Target="../slideLayouts/slideLayout34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57.xml"/><Relationship Id="rId16" Type="http://schemas.openxmlformats.org/officeDocument/2006/relationships/slideLayout" Target="../slideLayouts/slideLayout356.xml"/><Relationship Id="rId15" Type="http://schemas.openxmlformats.org/officeDocument/2006/relationships/slideLayout" Target="../slideLayouts/slideLayout355.xml"/><Relationship Id="rId14" Type="http://schemas.openxmlformats.org/officeDocument/2006/relationships/slideLayout" Target="../slideLayouts/slideLayout354.xml"/><Relationship Id="rId13" Type="http://schemas.openxmlformats.org/officeDocument/2006/relationships/slideLayout" Target="../slideLayouts/slideLayout353.xml"/><Relationship Id="rId12" Type="http://schemas.openxmlformats.org/officeDocument/2006/relationships/slideLayout" Target="../slideLayouts/slideLayout352.xml"/><Relationship Id="rId11" Type="http://schemas.openxmlformats.org/officeDocument/2006/relationships/slideLayout" Target="../slideLayouts/slideLayout351.xml"/><Relationship Id="rId10" Type="http://schemas.openxmlformats.org/officeDocument/2006/relationships/slideLayout" Target="../slideLayouts/slideLayout350.xml"/><Relationship Id="rId1" Type="http://schemas.openxmlformats.org/officeDocument/2006/relationships/slideLayout" Target="../slideLayouts/slideLayout34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366.xml"/><Relationship Id="rId8" Type="http://schemas.openxmlformats.org/officeDocument/2006/relationships/slideLayout" Target="../slideLayouts/slideLayout365.xml"/><Relationship Id="rId7" Type="http://schemas.openxmlformats.org/officeDocument/2006/relationships/slideLayout" Target="../slideLayouts/slideLayout364.xml"/><Relationship Id="rId6" Type="http://schemas.openxmlformats.org/officeDocument/2006/relationships/slideLayout" Target="../slideLayouts/slideLayout363.xml"/><Relationship Id="rId5" Type="http://schemas.openxmlformats.org/officeDocument/2006/relationships/slideLayout" Target="../slideLayouts/slideLayout362.xml"/><Relationship Id="rId4" Type="http://schemas.openxmlformats.org/officeDocument/2006/relationships/slideLayout" Target="../slideLayouts/slideLayout361.xml"/><Relationship Id="rId3" Type="http://schemas.openxmlformats.org/officeDocument/2006/relationships/slideLayout" Target="../slideLayouts/slideLayout360.xml"/><Relationship Id="rId20" Type="http://schemas.openxmlformats.org/officeDocument/2006/relationships/theme" Target="../theme/theme22.xml"/><Relationship Id="rId2" Type="http://schemas.openxmlformats.org/officeDocument/2006/relationships/slideLayout" Target="../slideLayouts/slideLayout359.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74.xml"/><Relationship Id="rId16" Type="http://schemas.openxmlformats.org/officeDocument/2006/relationships/slideLayout" Target="../slideLayouts/slideLayout373.xml"/><Relationship Id="rId15" Type="http://schemas.openxmlformats.org/officeDocument/2006/relationships/slideLayout" Target="../slideLayouts/slideLayout372.xml"/><Relationship Id="rId14" Type="http://schemas.openxmlformats.org/officeDocument/2006/relationships/slideLayout" Target="../slideLayouts/slideLayout371.xml"/><Relationship Id="rId13" Type="http://schemas.openxmlformats.org/officeDocument/2006/relationships/slideLayout" Target="../slideLayouts/slideLayout370.xml"/><Relationship Id="rId12" Type="http://schemas.openxmlformats.org/officeDocument/2006/relationships/slideLayout" Target="../slideLayouts/slideLayout369.xml"/><Relationship Id="rId11" Type="http://schemas.openxmlformats.org/officeDocument/2006/relationships/slideLayout" Target="../slideLayouts/slideLayout368.xml"/><Relationship Id="rId10" Type="http://schemas.openxmlformats.org/officeDocument/2006/relationships/slideLayout" Target="../slideLayouts/slideLayout367.xml"/><Relationship Id="rId1" Type="http://schemas.openxmlformats.org/officeDocument/2006/relationships/slideLayout" Target="../slideLayouts/slideLayout358.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0" Type="http://schemas.openxmlformats.org/officeDocument/2006/relationships/theme" Target="../theme/theme23.xml"/><Relationship Id="rId2" Type="http://schemas.openxmlformats.org/officeDocument/2006/relationships/slideLayout" Target="../slideLayouts/slideLayout376.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391.xml"/><Relationship Id="rId16" Type="http://schemas.openxmlformats.org/officeDocument/2006/relationships/slideLayout" Target="../slideLayouts/slideLayout390.xml"/><Relationship Id="rId15" Type="http://schemas.openxmlformats.org/officeDocument/2006/relationships/slideLayout" Target="../slideLayouts/slideLayout389.xml"/><Relationship Id="rId14" Type="http://schemas.openxmlformats.org/officeDocument/2006/relationships/slideLayout" Target="../slideLayouts/slideLayout388.xml"/><Relationship Id="rId13" Type="http://schemas.openxmlformats.org/officeDocument/2006/relationships/slideLayout" Target="../slideLayouts/slideLayout387.xml"/><Relationship Id="rId12" Type="http://schemas.openxmlformats.org/officeDocument/2006/relationships/slideLayout" Target="../slideLayouts/slideLayout386.xml"/><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400.xml"/><Relationship Id="rId8" Type="http://schemas.openxmlformats.org/officeDocument/2006/relationships/slideLayout" Target="../slideLayouts/slideLayout399.xml"/><Relationship Id="rId7" Type="http://schemas.openxmlformats.org/officeDocument/2006/relationships/slideLayout" Target="../slideLayouts/slideLayout398.xml"/><Relationship Id="rId6" Type="http://schemas.openxmlformats.org/officeDocument/2006/relationships/slideLayout" Target="../slideLayouts/slideLayout397.xml"/><Relationship Id="rId5" Type="http://schemas.openxmlformats.org/officeDocument/2006/relationships/slideLayout" Target="../slideLayouts/slideLayout396.xml"/><Relationship Id="rId4" Type="http://schemas.openxmlformats.org/officeDocument/2006/relationships/slideLayout" Target="../slideLayouts/slideLayout395.xml"/><Relationship Id="rId3" Type="http://schemas.openxmlformats.org/officeDocument/2006/relationships/slideLayout" Target="../slideLayouts/slideLayout394.xml"/><Relationship Id="rId20" Type="http://schemas.openxmlformats.org/officeDocument/2006/relationships/theme" Target="../theme/theme24.xml"/><Relationship Id="rId2" Type="http://schemas.openxmlformats.org/officeDocument/2006/relationships/slideLayout" Target="../slideLayouts/slideLayout393.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408.xml"/><Relationship Id="rId16" Type="http://schemas.openxmlformats.org/officeDocument/2006/relationships/slideLayout" Target="../slideLayouts/slideLayout407.xml"/><Relationship Id="rId15" Type="http://schemas.openxmlformats.org/officeDocument/2006/relationships/slideLayout" Target="../slideLayouts/slideLayout406.xml"/><Relationship Id="rId14" Type="http://schemas.openxmlformats.org/officeDocument/2006/relationships/slideLayout" Target="../slideLayouts/slideLayout405.xml"/><Relationship Id="rId13" Type="http://schemas.openxmlformats.org/officeDocument/2006/relationships/slideLayout" Target="../slideLayouts/slideLayout404.xml"/><Relationship Id="rId12" Type="http://schemas.openxmlformats.org/officeDocument/2006/relationships/slideLayout" Target="../slideLayouts/slideLayout403.xml"/><Relationship Id="rId11" Type="http://schemas.openxmlformats.org/officeDocument/2006/relationships/slideLayout" Target="../slideLayouts/slideLayout402.xml"/><Relationship Id="rId10" Type="http://schemas.openxmlformats.org/officeDocument/2006/relationships/slideLayout" Target="../slideLayouts/slideLayout401.xml"/><Relationship Id="rId1" Type="http://schemas.openxmlformats.org/officeDocument/2006/relationships/slideLayout" Target="../slideLayouts/slideLayout392.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417.xml"/><Relationship Id="rId8" Type="http://schemas.openxmlformats.org/officeDocument/2006/relationships/slideLayout" Target="../slideLayouts/slideLayout416.xml"/><Relationship Id="rId7" Type="http://schemas.openxmlformats.org/officeDocument/2006/relationships/slideLayout" Target="../slideLayouts/slideLayout415.xml"/><Relationship Id="rId6" Type="http://schemas.openxmlformats.org/officeDocument/2006/relationships/slideLayout" Target="../slideLayouts/slideLayout414.xml"/><Relationship Id="rId5" Type="http://schemas.openxmlformats.org/officeDocument/2006/relationships/slideLayout" Target="../slideLayouts/slideLayout413.xml"/><Relationship Id="rId4" Type="http://schemas.openxmlformats.org/officeDocument/2006/relationships/slideLayout" Target="../slideLayouts/slideLayout412.xml"/><Relationship Id="rId3" Type="http://schemas.openxmlformats.org/officeDocument/2006/relationships/slideLayout" Target="../slideLayouts/slideLayout411.xml"/><Relationship Id="rId20" Type="http://schemas.openxmlformats.org/officeDocument/2006/relationships/theme" Target="../theme/theme25.xml"/><Relationship Id="rId2" Type="http://schemas.openxmlformats.org/officeDocument/2006/relationships/slideLayout" Target="../slideLayouts/slideLayout410.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425.xml"/><Relationship Id="rId16" Type="http://schemas.openxmlformats.org/officeDocument/2006/relationships/slideLayout" Target="../slideLayouts/slideLayout424.xml"/><Relationship Id="rId15" Type="http://schemas.openxmlformats.org/officeDocument/2006/relationships/slideLayout" Target="../slideLayouts/slideLayout423.xml"/><Relationship Id="rId14" Type="http://schemas.openxmlformats.org/officeDocument/2006/relationships/slideLayout" Target="../slideLayouts/slideLayout422.xml"/><Relationship Id="rId13" Type="http://schemas.openxmlformats.org/officeDocument/2006/relationships/slideLayout" Target="../slideLayouts/slideLayout421.xml"/><Relationship Id="rId12" Type="http://schemas.openxmlformats.org/officeDocument/2006/relationships/slideLayout" Target="../slideLayouts/slideLayout420.xml"/><Relationship Id="rId11" Type="http://schemas.openxmlformats.org/officeDocument/2006/relationships/slideLayout" Target="../slideLayouts/slideLayout419.xml"/><Relationship Id="rId10" Type="http://schemas.openxmlformats.org/officeDocument/2006/relationships/slideLayout" Target="../slideLayouts/slideLayout418.xml"/><Relationship Id="rId1" Type="http://schemas.openxmlformats.org/officeDocument/2006/relationships/slideLayout" Target="../slideLayouts/slideLayout409.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434.xml"/><Relationship Id="rId8" Type="http://schemas.openxmlformats.org/officeDocument/2006/relationships/slideLayout" Target="../slideLayouts/slideLayout433.xml"/><Relationship Id="rId7" Type="http://schemas.openxmlformats.org/officeDocument/2006/relationships/slideLayout" Target="../slideLayouts/slideLayout432.xml"/><Relationship Id="rId6" Type="http://schemas.openxmlformats.org/officeDocument/2006/relationships/slideLayout" Target="../slideLayouts/slideLayout431.xml"/><Relationship Id="rId5" Type="http://schemas.openxmlformats.org/officeDocument/2006/relationships/slideLayout" Target="../slideLayouts/slideLayout430.xml"/><Relationship Id="rId4" Type="http://schemas.openxmlformats.org/officeDocument/2006/relationships/slideLayout" Target="../slideLayouts/slideLayout429.xml"/><Relationship Id="rId3" Type="http://schemas.openxmlformats.org/officeDocument/2006/relationships/slideLayout" Target="../slideLayouts/slideLayout428.xml"/><Relationship Id="rId20" Type="http://schemas.openxmlformats.org/officeDocument/2006/relationships/theme" Target="../theme/theme26.xml"/><Relationship Id="rId2" Type="http://schemas.openxmlformats.org/officeDocument/2006/relationships/slideLayout" Target="../slideLayouts/slideLayout427.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442.xml"/><Relationship Id="rId16" Type="http://schemas.openxmlformats.org/officeDocument/2006/relationships/slideLayout" Target="../slideLayouts/slideLayout441.xml"/><Relationship Id="rId15" Type="http://schemas.openxmlformats.org/officeDocument/2006/relationships/slideLayout" Target="../slideLayouts/slideLayout440.xml"/><Relationship Id="rId14" Type="http://schemas.openxmlformats.org/officeDocument/2006/relationships/slideLayout" Target="../slideLayouts/slideLayout439.xml"/><Relationship Id="rId13" Type="http://schemas.openxmlformats.org/officeDocument/2006/relationships/slideLayout" Target="../slideLayouts/slideLayout438.xml"/><Relationship Id="rId12" Type="http://schemas.openxmlformats.org/officeDocument/2006/relationships/slideLayout" Target="../slideLayouts/slideLayout437.xml"/><Relationship Id="rId11" Type="http://schemas.openxmlformats.org/officeDocument/2006/relationships/slideLayout" Target="../slideLayouts/slideLayout436.xml"/><Relationship Id="rId10" Type="http://schemas.openxmlformats.org/officeDocument/2006/relationships/slideLayout" Target="../slideLayouts/slideLayout435.xml"/><Relationship Id="rId1" Type="http://schemas.openxmlformats.org/officeDocument/2006/relationships/slideLayout" Target="../slideLayouts/slideLayout42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451.xml"/><Relationship Id="rId8" Type="http://schemas.openxmlformats.org/officeDocument/2006/relationships/slideLayout" Target="../slideLayouts/slideLayout450.xml"/><Relationship Id="rId7" Type="http://schemas.openxmlformats.org/officeDocument/2006/relationships/slideLayout" Target="../slideLayouts/slideLayout449.xml"/><Relationship Id="rId6" Type="http://schemas.openxmlformats.org/officeDocument/2006/relationships/slideLayout" Target="../slideLayouts/slideLayout448.xml"/><Relationship Id="rId5" Type="http://schemas.openxmlformats.org/officeDocument/2006/relationships/slideLayout" Target="../slideLayouts/slideLayout447.xml"/><Relationship Id="rId4" Type="http://schemas.openxmlformats.org/officeDocument/2006/relationships/slideLayout" Target="../slideLayouts/slideLayout446.xml"/><Relationship Id="rId3" Type="http://schemas.openxmlformats.org/officeDocument/2006/relationships/slideLayout" Target="../slideLayouts/slideLayout445.xml"/><Relationship Id="rId20" Type="http://schemas.openxmlformats.org/officeDocument/2006/relationships/theme" Target="../theme/theme27.xml"/><Relationship Id="rId2" Type="http://schemas.openxmlformats.org/officeDocument/2006/relationships/slideLayout" Target="../slideLayouts/slideLayout444.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459.xml"/><Relationship Id="rId16" Type="http://schemas.openxmlformats.org/officeDocument/2006/relationships/slideLayout" Target="../slideLayouts/slideLayout458.xml"/><Relationship Id="rId15" Type="http://schemas.openxmlformats.org/officeDocument/2006/relationships/slideLayout" Target="../slideLayouts/slideLayout457.xml"/><Relationship Id="rId14" Type="http://schemas.openxmlformats.org/officeDocument/2006/relationships/slideLayout" Target="../slideLayouts/slideLayout456.xml"/><Relationship Id="rId13" Type="http://schemas.openxmlformats.org/officeDocument/2006/relationships/slideLayout" Target="../slideLayouts/slideLayout455.xml"/><Relationship Id="rId12" Type="http://schemas.openxmlformats.org/officeDocument/2006/relationships/slideLayout" Target="../slideLayouts/slideLayout454.xml"/><Relationship Id="rId11" Type="http://schemas.openxmlformats.org/officeDocument/2006/relationships/slideLayout" Target="../slideLayouts/slideLayout453.xml"/><Relationship Id="rId10" Type="http://schemas.openxmlformats.org/officeDocument/2006/relationships/slideLayout" Target="../slideLayouts/slideLayout452.xml"/><Relationship Id="rId1" Type="http://schemas.openxmlformats.org/officeDocument/2006/relationships/slideLayout" Target="../slideLayouts/slideLayout443.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468.xml"/><Relationship Id="rId8" Type="http://schemas.openxmlformats.org/officeDocument/2006/relationships/slideLayout" Target="../slideLayouts/slideLayout467.xml"/><Relationship Id="rId7" Type="http://schemas.openxmlformats.org/officeDocument/2006/relationships/slideLayout" Target="../slideLayouts/slideLayout466.xml"/><Relationship Id="rId6" Type="http://schemas.openxmlformats.org/officeDocument/2006/relationships/slideLayout" Target="../slideLayouts/slideLayout465.xml"/><Relationship Id="rId5" Type="http://schemas.openxmlformats.org/officeDocument/2006/relationships/slideLayout" Target="../slideLayouts/slideLayout464.xml"/><Relationship Id="rId4" Type="http://schemas.openxmlformats.org/officeDocument/2006/relationships/slideLayout" Target="../slideLayouts/slideLayout463.xml"/><Relationship Id="rId3" Type="http://schemas.openxmlformats.org/officeDocument/2006/relationships/slideLayout" Target="../slideLayouts/slideLayout462.xml"/><Relationship Id="rId20" Type="http://schemas.openxmlformats.org/officeDocument/2006/relationships/theme" Target="../theme/theme28.xml"/><Relationship Id="rId2" Type="http://schemas.openxmlformats.org/officeDocument/2006/relationships/slideLayout" Target="../slideLayouts/slideLayout461.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476.xml"/><Relationship Id="rId16" Type="http://schemas.openxmlformats.org/officeDocument/2006/relationships/slideLayout" Target="../slideLayouts/slideLayout475.xml"/><Relationship Id="rId15" Type="http://schemas.openxmlformats.org/officeDocument/2006/relationships/slideLayout" Target="../slideLayouts/slideLayout474.xml"/><Relationship Id="rId14" Type="http://schemas.openxmlformats.org/officeDocument/2006/relationships/slideLayout" Target="../slideLayouts/slideLayout473.xml"/><Relationship Id="rId13" Type="http://schemas.openxmlformats.org/officeDocument/2006/relationships/slideLayout" Target="../slideLayouts/slideLayout472.xml"/><Relationship Id="rId12" Type="http://schemas.openxmlformats.org/officeDocument/2006/relationships/slideLayout" Target="../slideLayouts/slideLayout471.xml"/><Relationship Id="rId11" Type="http://schemas.openxmlformats.org/officeDocument/2006/relationships/slideLayout" Target="../slideLayouts/slideLayout470.xml"/><Relationship Id="rId10" Type="http://schemas.openxmlformats.org/officeDocument/2006/relationships/slideLayout" Target="../slideLayouts/slideLayout469.xml"/><Relationship Id="rId1" Type="http://schemas.openxmlformats.org/officeDocument/2006/relationships/slideLayout" Target="../slideLayouts/slideLayout460.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485.xml"/><Relationship Id="rId8" Type="http://schemas.openxmlformats.org/officeDocument/2006/relationships/slideLayout" Target="../slideLayouts/slideLayout484.xml"/><Relationship Id="rId7" Type="http://schemas.openxmlformats.org/officeDocument/2006/relationships/slideLayout" Target="../slideLayouts/slideLayout483.xml"/><Relationship Id="rId6" Type="http://schemas.openxmlformats.org/officeDocument/2006/relationships/slideLayout" Target="../slideLayouts/slideLayout482.xml"/><Relationship Id="rId5" Type="http://schemas.openxmlformats.org/officeDocument/2006/relationships/slideLayout" Target="../slideLayouts/slideLayout481.xml"/><Relationship Id="rId4" Type="http://schemas.openxmlformats.org/officeDocument/2006/relationships/slideLayout" Target="../slideLayouts/slideLayout480.xml"/><Relationship Id="rId3" Type="http://schemas.openxmlformats.org/officeDocument/2006/relationships/slideLayout" Target="../slideLayouts/slideLayout479.xml"/><Relationship Id="rId20" Type="http://schemas.openxmlformats.org/officeDocument/2006/relationships/theme" Target="../theme/theme29.xml"/><Relationship Id="rId2" Type="http://schemas.openxmlformats.org/officeDocument/2006/relationships/slideLayout" Target="../slideLayouts/slideLayout478.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493.xml"/><Relationship Id="rId16" Type="http://schemas.openxmlformats.org/officeDocument/2006/relationships/slideLayout" Target="../slideLayouts/slideLayout492.xml"/><Relationship Id="rId15" Type="http://schemas.openxmlformats.org/officeDocument/2006/relationships/slideLayout" Target="../slideLayouts/slideLayout491.xml"/><Relationship Id="rId14" Type="http://schemas.openxmlformats.org/officeDocument/2006/relationships/slideLayout" Target="../slideLayouts/slideLayout490.xml"/><Relationship Id="rId13" Type="http://schemas.openxmlformats.org/officeDocument/2006/relationships/slideLayout" Target="../slideLayouts/slideLayout489.xml"/><Relationship Id="rId12" Type="http://schemas.openxmlformats.org/officeDocument/2006/relationships/slideLayout" Target="../slideLayouts/slideLayout488.xml"/><Relationship Id="rId11" Type="http://schemas.openxmlformats.org/officeDocument/2006/relationships/slideLayout" Target="../slideLayouts/slideLayout487.xml"/><Relationship Id="rId10" Type="http://schemas.openxmlformats.org/officeDocument/2006/relationships/slideLayout" Target="../slideLayouts/slideLayout486.xml"/><Relationship Id="rId1" Type="http://schemas.openxmlformats.org/officeDocument/2006/relationships/slideLayout" Target="../slideLayouts/slideLayout477.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502.xml"/><Relationship Id="rId8" Type="http://schemas.openxmlformats.org/officeDocument/2006/relationships/slideLayout" Target="../slideLayouts/slideLayout501.xml"/><Relationship Id="rId7" Type="http://schemas.openxmlformats.org/officeDocument/2006/relationships/slideLayout" Target="../slideLayouts/slideLayout500.xml"/><Relationship Id="rId6" Type="http://schemas.openxmlformats.org/officeDocument/2006/relationships/slideLayout" Target="../slideLayouts/slideLayout499.xml"/><Relationship Id="rId5" Type="http://schemas.openxmlformats.org/officeDocument/2006/relationships/slideLayout" Target="../slideLayouts/slideLayout498.xml"/><Relationship Id="rId4" Type="http://schemas.openxmlformats.org/officeDocument/2006/relationships/slideLayout" Target="../slideLayouts/slideLayout497.xml"/><Relationship Id="rId3" Type="http://schemas.openxmlformats.org/officeDocument/2006/relationships/slideLayout" Target="../slideLayouts/slideLayout496.xml"/><Relationship Id="rId20" Type="http://schemas.openxmlformats.org/officeDocument/2006/relationships/theme" Target="../theme/theme30.xml"/><Relationship Id="rId2" Type="http://schemas.openxmlformats.org/officeDocument/2006/relationships/slideLayout" Target="../slideLayouts/slideLayout495.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10.xml"/><Relationship Id="rId16" Type="http://schemas.openxmlformats.org/officeDocument/2006/relationships/slideLayout" Target="../slideLayouts/slideLayout509.xml"/><Relationship Id="rId15" Type="http://schemas.openxmlformats.org/officeDocument/2006/relationships/slideLayout" Target="../slideLayouts/slideLayout508.xml"/><Relationship Id="rId14" Type="http://schemas.openxmlformats.org/officeDocument/2006/relationships/slideLayout" Target="../slideLayouts/slideLayout507.xml"/><Relationship Id="rId13" Type="http://schemas.openxmlformats.org/officeDocument/2006/relationships/slideLayout" Target="../slideLayouts/slideLayout506.xml"/><Relationship Id="rId12" Type="http://schemas.openxmlformats.org/officeDocument/2006/relationships/slideLayout" Target="../slideLayouts/slideLayout505.xml"/><Relationship Id="rId11" Type="http://schemas.openxmlformats.org/officeDocument/2006/relationships/slideLayout" Target="../slideLayouts/slideLayout504.xml"/><Relationship Id="rId10" Type="http://schemas.openxmlformats.org/officeDocument/2006/relationships/slideLayout" Target="../slideLayouts/slideLayout503.xml"/><Relationship Id="rId1" Type="http://schemas.openxmlformats.org/officeDocument/2006/relationships/slideLayout" Target="../slideLayouts/slideLayout494.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519.xml"/><Relationship Id="rId8" Type="http://schemas.openxmlformats.org/officeDocument/2006/relationships/slideLayout" Target="../slideLayouts/slideLayout518.xml"/><Relationship Id="rId7" Type="http://schemas.openxmlformats.org/officeDocument/2006/relationships/slideLayout" Target="../slideLayouts/slideLayout517.xml"/><Relationship Id="rId6" Type="http://schemas.openxmlformats.org/officeDocument/2006/relationships/slideLayout" Target="../slideLayouts/slideLayout516.xml"/><Relationship Id="rId5" Type="http://schemas.openxmlformats.org/officeDocument/2006/relationships/slideLayout" Target="../slideLayouts/slideLayout515.xml"/><Relationship Id="rId4" Type="http://schemas.openxmlformats.org/officeDocument/2006/relationships/slideLayout" Target="../slideLayouts/slideLayout514.xml"/><Relationship Id="rId3" Type="http://schemas.openxmlformats.org/officeDocument/2006/relationships/slideLayout" Target="../slideLayouts/slideLayout513.xml"/><Relationship Id="rId20" Type="http://schemas.openxmlformats.org/officeDocument/2006/relationships/theme" Target="../theme/theme31.xml"/><Relationship Id="rId2" Type="http://schemas.openxmlformats.org/officeDocument/2006/relationships/slideLayout" Target="../slideLayouts/slideLayout51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27.xml"/><Relationship Id="rId16" Type="http://schemas.openxmlformats.org/officeDocument/2006/relationships/slideLayout" Target="../slideLayouts/slideLayout526.xml"/><Relationship Id="rId15" Type="http://schemas.openxmlformats.org/officeDocument/2006/relationships/slideLayout" Target="../slideLayouts/slideLayout525.xml"/><Relationship Id="rId14" Type="http://schemas.openxmlformats.org/officeDocument/2006/relationships/slideLayout" Target="../slideLayouts/slideLayout524.xml"/><Relationship Id="rId13" Type="http://schemas.openxmlformats.org/officeDocument/2006/relationships/slideLayout" Target="../slideLayouts/slideLayout523.xml"/><Relationship Id="rId12" Type="http://schemas.openxmlformats.org/officeDocument/2006/relationships/slideLayout" Target="../slideLayouts/slideLayout522.xml"/><Relationship Id="rId11" Type="http://schemas.openxmlformats.org/officeDocument/2006/relationships/slideLayout" Target="../slideLayouts/slideLayout521.xml"/><Relationship Id="rId10" Type="http://schemas.openxmlformats.org/officeDocument/2006/relationships/slideLayout" Target="../slideLayouts/slideLayout520.xml"/><Relationship Id="rId1" Type="http://schemas.openxmlformats.org/officeDocument/2006/relationships/slideLayout" Target="../slideLayouts/slideLayout51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536.xml"/><Relationship Id="rId8" Type="http://schemas.openxmlformats.org/officeDocument/2006/relationships/slideLayout" Target="../slideLayouts/slideLayout535.xml"/><Relationship Id="rId7" Type="http://schemas.openxmlformats.org/officeDocument/2006/relationships/slideLayout" Target="../slideLayouts/slideLayout534.xml"/><Relationship Id="rId6" Type="http://schemas.openxmlformats.org/officeDocument/2006/relationships/slideLayout" Target="../slideLayouts/slideLayout533.xml"/><Relationship Id="rId5" Type="http://schemas.openxmlformats.org/officeDocument/2006/relationships/slideLayout" Target="../slideLayouts/slideLayout532.xml"/><Relationship Id="rId4" Type="http://schemas.openxmlformats.org/officeDocument/2006/relationships/slideLayout" Target="../slideLayouts/slideLayout531.xml"/><Relationship Id="rId3" Type="http://schemas.openxmlformats.org/officeDocument/2006/relationships/slideLayout" Target="../slideLayouts/slideLayout530.xml"/><Relationship Id="rId20" Type="http://schemas.openxmlformats.org/officeDocument/2006/relationships/theme" Target="../theme/theme32.xml"/><Relationship Id="rId2" Type="http://schemas.openxmlformats.org/officeDocument/2006/relationships/slideLayout" Target="../slideLayouts/slideLayout529.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44.xml"/><Relationship Id="rId16" Type="http://schemas.openxmlformats.org/officeDocument/2006/relationships/slideLayout" Target="../slideLayouts/slideLayout543.xml"/><Relationship Id="rId15" Type="http://schemas.openxmlformats.org/officeDocument/2006/relationships/slideLayout" Target="../slideLayouts/slideLayout542.xml"/><Relationship Id="rId14" Type="http://schemas.openxmlformats.org/officeDocument/2006/relationships/slideLayout" Target="../slideLayouts/slideLayout541.xml"/><Relationship Id="rId13" Type="http://schemas.openxmlformats.org/officeDocument/2006/relationships/slideLayout" Target="../slideLayouts/slideLayout540.xml"/><Relationship Id="rId12" Type="http://schemas.openxmlformats.org/officeDocument/2006/relationships/slideLayout" Target="../slideLayouts/slideLayout539.xml"/><Relationship Id="rId11" Type="http://schemas.openxmlformats.org/officeDocument/2006/relationships/slideLayout" Target="../slideLayouts/slideLayout538.xml"/><Relationship Id="rId10" Type="http://schemas.openxmlformats.org/officeDocument/2006/relationships/slideLayout" Target="../slideLayouts/slideLayout537.xml"/><Relationship Id="rId1" Type="http://schemas.openxmlformats.org/officeDocument/2006/relationships/slideLayout" Target="../slideLayouts/slideLayout528.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553.xml"/><Relationship Id="rId8" Type="http://schemas.openxmlformats.org/officeDocument/2006/relationships/slideLayout" Target="../slideLayouts/slideLayout552.xml"/><Relationship Id="rId7" Type="http://schemas.openxmlformats.org/officeDocument/2006/relationships/slideLayout" Target="../slideLayouts/slideLayout551.xml"/><Relationship Id="rId6" Type="http://schemas.openxmlformats.org/officeDocument/2006/relationships/slideLayout" Target="../slideLayouts/slideLayout550.xml"/><Relationship Id="rId5" Type="http://schemas.openxmlformats.org/officeDocument/2006/relationships/slideLayout" Target="../slideLayouts/slideLayout549.xml"/><Relationship Id="rId4" Type="http://schemas.openxmlformats.org/officeDocument/2006/relationships/slideLayout" Target="../slideLayouts/slideLayout548.xml"/><Relationship Id="rId3" Type="http://schemas.openxmlformats.org/officeDocument/2006/relationships/slideLayout" Target="../slideLayouts/slideLayout547.xml"/><Relationship Id="rId20" Type="http://schemas.openxmlformats.org/officeDocument/2006/relationships/theme" Target="../theme/theme33.xml"/><Relationship Id="rId2" Type="http://schemas.openxmlformats.org/officeDocument/2006/relationships/slideLayout" Target="../slideLayouts/slideLayout546.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61.xml"/><Relationship Id="rId16" Type="http://schemas.openxmlformats.org/officeDocument/2006/relationships/slideLayout" Target="../slideLayouts/slideLayout560.xml"/><Relationship Id="rId15" Type="http://schemas.openxmlformats.org/officeDocument/2006/relationships/slideLayout" Target="../slideLayouts/slideLayout559.xml"/><Relationship Id="rId14" Type="http://schemas.openxmlformats.org/officeDocument/2006/relationships/slideLayout" Target="../slideLayouts/slideLayout558.xml"/><Relationship Id="rId13" Type="http://schemas.openxmlformats.org/officeDocument/2006/relationships/slideLayout" Target="../slideLayouts/slideLayout557.xml"/><Relationship Id="rId12" Type="http://schemas.openxmlformats.org/officeDocument/2006/relationships/slideLayout" Target="../slideLayouts/slideLayout556.xml"/><Relationship Id="rId11" Type="http://schemas.openxmlformats.org/officeDocument/2006/relationships/slideLayout" Target="../slideLayouts/slideLayout555.xml"/><Relationship Id="rId10" Type="http://schemas.openxmlformats.org/officeDocument/2006/relationships/slideLayout" Target="../slideLayouts/slideLayout554.xml"/><Relationship Id="rId1" Type="http://schemas.openxmlformats.org/officeDocument/2006/relationships/slideLayout" Target="../slideLayouts/slideLayout545.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570.xml"/><Relationship Id="rId8" Type="http://schemas.openxmlformats.org/officeDocument/2006/relationships/slideLayout" Target="../slideLayouts/slideLayout569.xml"/><Relationship Id="rId7" Type="http://schemas.openxmlformats.org/officeDocument/2006/relationships/slideLayout" Target="../slideLayouts/slideLayout568.xml"/><Relationship Id="rId6" Type="http://schemas.openxmlformats.org/officeDocument/2006/relationships/slideLayout" Target="../slideLayouts/slideLayout567.xml"/><Relationship Id="rId5" Type="http://schemas.openxmlformats.org/officeDocument/2006/relationships/slideLayout" Target="../slideLayouts/slideLayout566.xml"/><Relationship Id="rId4" Type="http://schemas.openxmlformats.org/officeDocument/2006/relationships/slideLayout" Target="../slideLayouts/slideLayout565.xml"/><Relationship Id="rId3" Type="http://schemas.openxmlformats.org/officeDocument/2006/relationships/slideLayout" Target="../slideLayouts/slideLayout564.xml"/><Relationship Id="rId20" Type="http://schemas.openxmlformats.org/officeDocument/2006/relationships/theme" Target="../theme/theme34.xml"/><Relationship Id="rId2" Type="http://schemas.openxmlformats.org/officeDocument/2006/relationships/slideLayout" Target="../slideLayouts/slideLayout563.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78.xml"/><Relationship Id="rId16" Type="http://schemas.openxmlformats.org/officeDocument/2006/relationships/slideLayout" Target="../slideLayouts/slideLayout577.xml"/><Relationship Id="rId15" Type="http://schemas.openxmlformats.org/officeDocument/2006/relationships/slideLayout" Target="../slideLayouts/slideLayout576.xml"/><Relationship Id="rId14" Type="http://schemas.openxmlformats.org/officeDocument/2006/relationships/slideLayout" Target="../slideLayouts/slideLayout575.xml"/><Relationship Id="rId13" Type="http://schemas.openxmlformats.org/officeDocument/2006/relationships/slideLayout" Target="../slideLayouts/slideLayout574.xml"/><Relationship Id="rId12" Type="http://schemas.openxmlformats.org/officeDocument/2006/relationships/slideLayout" Target="../slideLayouts/slideLayout573.xml"/><Relationship Id="rId11" Type="http://schemas.openxmlformats.org/officeDocument/2006/relationships/slideLayout" Target="../slideLayouts/slideLayout572.xml"/><Relationship Id="rId10" Type="http://schemas.openxmlformats.org/officeDocument/2006/relationships/slideLayout" Target="../slideLayouts/slideLayout571.xml"/><Relationship Id="rId1" Type="http://schemas.openxmlformats.org/officeDocument/2006/relationships/slideLayout" Target="../slideLayouts/slideLayout562.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587.xml"/><Relationship Id="rId8" Type="http://schemas.openxmlformats.org/officeDocument/2006/relationships/slideLayout" Target="../slideLayouts/slideLayout586.xml"/><Relationship Id="rId7" Type="http://schemas.openxmlformats.org/officeDocument/2006/relationships/slideLayout" Target="../slideLayouts/slideLayout585.xml"/><Relationship Id="rId6" Type="http://schemas.openxmlformats.org/officeDocument/2006/relationships/slideLayout" Target="../slideLayouts/slideLayout584.xml"/><Relationship Id="rId5" Type="http://schemas.openxmlformats.org/officeDocument/2006/relationships/slideLayout" Target="../slideLayouts/slideLayout583.xml"/><Relationship Id="rId4" Type="http://schemas.openxmlformats.org/officeDocument/2006/relationships/slideLayout" Target="../slideLayouts/slideLayout582.xml"/><Relationship Id="rId3" Type="http://schemas.openxmlformats.org/officeDocument/2006/relationships/slideLayout" Target="../slideLayouts/slideLayout581.xml"/><Relationship Id="rId20" Type="http://schemas.openxmlformats.org/officeDocument/2006/relationships/theme" Target="../theme/theme35.xml"/><Relationship Id="rId2" Type="http://schemas.openxmlformats.org/officeDocument/2006/relationships/slideLayout" Target="../slideLayouts/slideLayout580.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595.xml"/><Relationship Id="rId16" Type="http://schemas.openxmlformats.org/officeDocument/2006/relationships/slideLayout" Target="../slideLayouts/slideLayout594.xml"/><Relationship Id="rId15" Type="http://schemas.openxmlformats.org/officeDocument/2006/relationships/slideLayout" Target="../slideLayouts/slideLayout593.xml"/><Relationship Id="rId14" Type="http://schemas.openxmlformats.org/officeDocument/2006/relationships/slideLayout" Target="../slideLayouts/slideLayout592.xml"/><Relationship Id="rId13" Type="http://schemas.openxmlformats.org/officeDocument/2006/relationships/slideLayout" Target="../slideLayouts/slideLayout591.xml"/><Relationship Id="rId12" Type="http://schemas.openxmlformats.org/officeDocument/2006/relationships/slideLayout" Target="../slideLayouts/slideLayout590.xml"/><Relationship Id="rId11" Type="http://schemas.openxmlformats.org/officeDocument/2006/relationships/slideLayout" Target="../slideLayouts/slideLayout589.xml"/><Relationship Id="rId10" Type="http://schemas.openxmlformats.org/officeDocument/2006/relationships/slideLayout" Target="../slideLayouts/slideLayout588.xml"/><Relationship Id="rId1" Type="http://schemas.openxmlformats.org/officeDocument/2006/relationships/slideLayout" Target="../slideLayouts/slideLayout579.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604.xml"/><Relationship Id="rId8" Type="http://schemas.openxmlformats.org/officeDocument/2006/relationships/slideLayout" Target="../slideLayouts/slideLayout603.xml"/><Relationship Id="rId7" Type="http://schemas.openxmlformats.org/officeDocument/2006/relationships/slideLayout" Target="../slideLayouts/slideLayout602.xml"/><Relationship Id="rId6" Type="http://schemas.openxmlformats.org/officeDocument/2006/relationships/slideLayout" Target="../slideLayouts/slideLayout601.xml"/><Relationship Id="rId5" Type="http://schemas.openxmlformats.org/officeDocument/2006/relationships/slideLayout" Target="../slideLayouts/slideLayout600.xml"/><Relationship Id="rId4" Type="http://schemas.openxmlformats.org/officeDocument/2006/relationships/slideLayout" Target="../slideLayouts/slideLayout599.xml"/><Relationship Id="rId3" Type="http://schemas.openxmlformats.org/officeDocument/2006/relationships/slideLayout" Target="../slideLayouts/slideLayout598.xml"/><Relationship Id="rId20" Type="http://schemas.openxmlformats.org/officeDocument/2006/relationships/theme" Target="../theme/theme36.xml"/><Relationship Id="rId2" Type="http://schemas.openxmlformats.org/officeDocument/2006/relationships/slideLayout" Target="../slideLayouts/slideLayout597.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12.xml"/><Relationship Id="rId16" Type="http://schemas.openxmlformats.org/officeDocument/2006/relationships/slideLayout" Target="../slideLayouts/slideLayout611.xml"/><Relationship Id="rId15" Type="http://schemas.openxmlformats.org/officeDocument/2006/relationships/slideLayout" Target="../slideLayouts/slideLayout610.xml"/><Relationship Id="rId14" Type="http://schemas.openxmlformats.org/officeDocument/2006/relationships/slideLayout" Target="../slideLayouts/slideLayout609.xml"/><Relationship Id="rId13" Type="http://schemas.openxmlformats.org/officeDocument/2006/relationships/slideLayout" Target="../slideLayouts/slideLayout608.xml"/><Relationship Id="rId12" Type="http://schemas.openxmlformats.org/officeDocument/2006/relationships/slideLayout" Target="../slideLayouts/slideLayout607.xml"/><Relationship Id="rId11" Type="http://schemas.openxmlformats.org/officeDocument/2006/relationships/slideLayout" Target="../slideLayouts/slideLayout606.xml"/><Relationship Id="rId10" Type="http://schemas.openxmlformats.org/officeDocument/2006/relationships/slideLayout" Target="../slideLayouts/slideLayout605.xml"/><Relationship Id="rId1" Type="http://schemas.openxmlformats.org/officeDocument/2006/relationships/slideLayout" Target="../slideLayouts/slideLayout59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621.xml"/><Relationship Id="rId8" Type="http://schemas.openxmlformats.org/officeDocument/2006/relationships/slideLayout" Target="../slideLayouts/slideLayout620.xml"/><Relationship Id="rId7" Type="http://schemas.openxmlformats.org/officeDocument/2006/relationships/slideLayout" Target="../slideLayouts/slideLayout619.xml"/><Relationship Id="rId6" Type="http://schemas.openxmlformats.org/officeDocument/2006/relationships/slideLayout" Target="../slideLayouts/slideLayout618.xml"/><Relationship Id="rId5" Type="http://schemas.openxmlformats.org/officeDocument/2006/relationships/slideLayout" Target="../slideLayouts/slideLayout617.xml"/><Relationship Id="rId4" Type="http://schemas.openxmlformats.org/officeDocument/2006/relationships/slideLayout" Target="../slideLayouts/slideLayout616.xml"/><Relationship Id="rId3" Type="http://schemas.openxmlformats.org/officeDocument/2006/relationships/slideLayout" Target="../slideLayouts/slideLayout615.xml"/><Relationship Id="rId20" Type="http://schemas.openxmlformats.org/officeDocument/2006/relationships/theme" Target="../theme/theme37.xml"/><Relationship Id="rId2" Type="http://schemas.openxmlformats.org/officeDocument/2006/relationships/slideLayout" Target="../slideLayouts/slideLayout614.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29.xml"/><Relationship Id="rId16" Type="http://schemas.openxmlformats.org/officeDocument/2006/relationships/slideLayout" Target="../slideLayouts/slideLayout628.xml"/><Relationship Id="rId15" Type="http://schemas.openxmlformats.org/officeDocument/2006/relationships/slideLayout" Target="../slideLayouts/slideLayout627.xml"/><Relationship Id="rId14" Type="http://schemas.openxmlformats.org/officeDocument/2006/relationships/slideLayout" Target="../slideLayouts/slideLayout626.xml"/><Relationship Id="rId13" Type="http://schemas.openxmlformats.org/officeDocument/2006/relationships/slideLayout" Target="../slideLayouts/slideLayout625.xml"/><Relationship Id="rId12" Type="http://schemas.openxmlformats.org/officeDocument/2006/relationships/slideLayout" Target="../slideLayouts/slideLayout624.xml"/><Relationship Id="rId11" Type="http://schemas.openxmlformats.org/officeDocument/2006/relationships/slideLayout" Target="../slideLayouts/slideLayout623.xml"/><Relationship Id="rId10" Type="http://schemas.openxmlformats.org/officeDocument/2006/relationships/slideLayout" Target="../slideLayouts/slideLayout622.xml"/><Relationship Id="rId1" Type="http://schemas.openxmlformats.org/officeDocument/2006/relationships/slideLayout" Target="../slideLayouts/slideLayout613.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638.xml"/><Relationship Id="rId8" Type="http://schemas.openxmlformats.org/officeDocument/2006/relationships/slideLayout" Target="../slideLayouts/slideLayout637.xml"/><Relationship Id="rId7" Type="http://schemas.openxmlformats.org/officeDocument/2006/relationships/slideLayout" Target="../slideLayouts/slideLayout636.xml"/><Relationship Id="rId6" Type="http://schemas.openxmlformats.org/officeDocument/2006/relationships/slideLayout" Target="../slideLayouts/slideLayout635.xml"/><Relationship Id="rId5" Type="http://schemas.openxmlformats.org/officeDocument/2006/relationships/slideLayout" Target="../slideLayouts/slideLayout634.xml"/><Relationship Id="rId4" Type="http://schemas.openxmlformats.org/officeDocument/2006/relationships/slideLayout" Target="../slideLayouts/slideLayout633.xml"/><Relationship Id="rId3" Type="http://schemas.openxmlformats.org/officeDocument/2006/relationships/slideLayout" Target="../slideLayouts/slideLayout632.xml"/><Relationship Id="rId20" Type="http://schemas.openxmlformats.org/officeDocument/2006/relationships/theme" Target="../theme/theme38.xml"/><Relationship Id="rId2" Type="http://schemas.openxmlformats.org/officeDocument/2006/relationships/slideLayout" Target="../slideLayouts/slideLayout631.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46.xml"/><Relationship Id="rId16" Type="http://schemas.openxmlformats.org/officeDocument/2006/relationships/slideLayout" Target="../slideLayouts/slideLayout645.xml"/><Relationship Id="rId15" Type="http://schemas.openxmlformats.org/officeDocument/2006/relationships/slideLayout" Target="../slideLayouts/slideLayout644.xml"/><Relationship Id="rId14" Type="http://schemas.openxmlformats.org/officeDocument/2006/relationships/slideLayout" Target="../slideLayouts/slideLayout643.xml"/><Relationship Id="rId13" Type="http://schemas.openxmlformats.org/officeDocument/2006/relationships/slideLayout" Target="../slideLayouts/slideLayout642.xml"/><Relationship Id="rId12" Type="http://schemas.openxmlformats.org/officeDocument/2006/relationships/slideLayout" Target="../slideLayouts/slideLayout641.xml"/><Relationship Id="rId11" Type="http://schemas.openxmlformats.org/officeDocument/2006/relationships/slideLayout" Target="../slideLayouts/slideLayout640.xml"/><Relationship Id="rId10" Type="http://schemas.openxmlformats.org/officeDocument/2006/relationships/slideLayout" Target="../slideLayouts/slideLayout639.xml"/><Relationship Id="rId1" Type="http://schemas.openxmlformats.org/officeDocument/2006/relationships/slideLayout" Target="../slideLayouts/slideLayout630.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655.xml"/><Relationship Id="rId8" Type="http://schemas.openxmlformats.org/officeDocument/2006/relationships/slideLayout" Target="../slideLayouts/slideLayout654.xml"/><Relationship Id="rId7" Type="http://schemas.openxmlformats.org/officeDocument/2006/relationships/slideLayout" Target="../slideLayouts/slideLayout653.xml"/><Relationship Id="rId6" Type="http://schemas.openxmlformats.org/officeDocument/2006/relationships/slideLayout" Target="../slideLayouts/slideLayout652.xml"/><Relationship Id="rId5" Type="http://schemas.openxmlformats.org/officeDocument/2006/relationships/slideLayout" Target="../slideLayouts/slideLayout651.xml"/><Relationship Id="rId4" Type="http://schemas.openxmlformats.org/officeDocument/2006/relationships/slideLayout" Target="../slideLayouts/slideLayout650.xml"/><Relationship Id="rId3" Type="http://schemas.openxmlformats.org/officeDocument/2006/relationships/slideLayout" Target="../slideLayouts/slideLayout649.xml"/><Relationship Id="rId20" Type="http://schemas.openxmlformats.org/officeDocument/2006/relationships/theme" Target="../theme/theme39.xml"/><Relationship Id="rId2" Type="http://schemas.openxmlformats.org/officeDocument/2006/relationships/slideLayout" Target="../slideLayouts/slideLayout648.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63.xml"/><Relationship Id="rId16" Type="http://schemas.openxmlformats.org/officeDocument/2006/relationships/slideLayout" Target="../slideLayouts/slideLayout662.xml"/><Relationship Id="rId15" Type="http://schemas.openxmlformats.org/officeDocument/2006/relationships/slideLayout" Target="../slideLayouts/slideLayout661.xml"/><Relationship Id="rId14" Type="http://schemas.openxmlformats.org/officeDocument/2006/relationships/slideLayout" Target="../slideLayouts/slideLayout660.xml"/><Relationship Id="rId13" Type="http://schemas.openxmlformats.org/officeDocument/2006/relationships/slideLayout" Target="../slideLayouts/slideLayout659.xml"/><Relationship Id="rId12" Type="http://schemas.openxmlformats.org/officeDocument/2006/relationships/slideLayout" Target="../slideLayouts/slideLayout658.xml"/><Relationship Id="rId11" Type="http://schemas.openxmlformats.org/officeDocument/2006/relationships/slideLayout" Target="../slideLayouts/slideLayout657.xml"/><Relationship Id="rId10" Type="http://schemas.openxmlformats.org/officeDocument/2006/relationships/slideLayout" Target="../slideLayouts/slideLayout656.xml"/><Relationship Id="rId1" Type="http://schemas.openxmlformats.org/officeDocument/2006/relationships/slideLayout" Target="../slideLayouts/slideLayout647.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672.xml"/><Relationship Id="rId8" Type="http://schemas.openxmlformats.org/officeDocument/2006/relationships/slideLayout" Target="../slideLayouts/slideLayout671.xml"/><Relationship Id="rId7" Type="http://schemas.openxmlformats.org/officeDocument/2006/relationships/slideLayout" Target="../slideLayouts/slideLayout670.xml"/><Relationship Id="rId6" Type="http://schemas.openxmlformats.org/officeDocument/2006/relationships/slideLayout" Target="../slideLayouts/slideLayout669.xml"/><Relationship Id="rId5" Type="http://schemas.openxmlformats.org/officeDocument/2006/relationships/slideLayout" Target="../slideLayouts/slideLayout668.xml"/><Relationship Id="rId4" Type="http://schemas.openxmlformats.org/officeDocument/2006/relationships/slideLayout" Target="../slideLayouts/slideLayout667.xml"/><Relationship Id="rId3" Type="http://schemas.openxmlformats.org/officeDocument/2006/relationships/slideLayout" Target="../slideLayouts/slideLayout666.xml"/><Relationship Id="rId20" Type="http://schemas.openxmlformats.org/officeDocument/2006/relationships/theme" Target="../theme/theme40.xml"/><Relationship Id="rId2" Type="http://schemas.openxmlformats.org/officeDocument/2006/relationships/slideLayout" Target="../slideLayouts/slideLayout665.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80.xml"/><Relationship Id="rId16" Type="http://schemas.openxmlformats.org/officeDocument/2006/relationships/slideLayout" Target="../slideLayouts/slideLayout679.xml"/><Relationship Id="rId15" Type="http://schemas.openxmlformats.org/officeDocument/2006/relationships/slideLayout" Target="../slideLayouts/slideLayout678.xml"/><Relationship Id="rId14" Type="http://schemas.openxmlformats.org/officeDocument/2006/relationships/slideLayout" Target="../slideLayouts/slideLayout677.xml"/><Relationship Id="rId13" Type="http://schemas.openxmlformats.org/officeDocument/2006/relationships/slideLayout" Target="../slideLayouts/slideLayout676.xml"/><Relationship Id="rId12" Type="http://schemas.openxmlformats.org/officeDocument/2006/relationships/slideLayout" Target="../slideLayouts/slideLayout675.xml"/><Relationship Id="rId11" Type="http://schemas.openxmlformats.org/officeDocument/2006/relationships/slideLayout" Target="../slideLayouts/slideLayout674.xml"/><Relationship Id="rId10" Type="http://schemas.openxmlformats.org/officeDocument/2006/relationships/slideLayout" Target="../slideLayouts/slideLayout673.xml"/><Relationship Id="rId1" Type="http://schemas.openxmlformats.org/officeDocument/2006/relationships/slideLayout" Target="../slideLayouts/slideLayout664.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689.xml"/><Relationship Id="rId8" Type="http://schemas.openxmlformats.org/officeDocument/2006/relationships/slideLayout" Target="../slideLayouts/slideLayout688.xml"/><Relationship Id="rId7" Type="http://schemas.openxmlformats.org/officeDocument/2006/relationships/slideLayout" Target="../slideLayouts/slideLayout687.xml"/><Relationship Id="rId6" Type="http://schemas.openxmlformats.org/officeDocument/2006/relationships/slideLayout" Target="../slideLayouts/slideLayout686.xml"/><Relationship Id="rId5" Type="http://schemas.openxmlformats.org/officeDocument/2006/relationships/slideLayout" Target="../slideLayouts/slideLayout685.xml"/><Relationship Id="rId4" Type="http://schemas.openxmlformats.org/officeDocument/2006/relationships/slideLayout" Target="../slideLayouts/slideLayout684.xml"/><Relationship Id="rId3" Type="http://schemas.openxmlformats.org/officeDocument/2006/relationships/slideLayout" Target="../slideLayouts/slideLayout683.xml"/><Relationship Id="rId20" Type="http://schemas.openxmlformats.org/officeDocument/2006/relationships/theme" Target="../theme/theme41.xml"/><Relationship Id="rId2" Type="http://schemas.openxmlformats.org/officeDocument/2006/relationships/slideLayout" Target="../slideLayouts/slideLayout68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697.xml"/><Relationship Id="rId16" Type="http://schemas.openxmlformats.org/officeDocument/2006/relationships/slideLayout" Target="../slideLayouts/slideLayout696.xml"/><Relationship Id="rId15" Type="http://schemas.openxmlformats.org/officeDocument/2006/relationships/slideLayout" Target="../slideLayouts/slideLayout695.xml"/><Relationship Id="rId14" Type="http://schemas.openxmlformats.org/officeDocument/2006/relationships/slideLayout" Target="../slideLayouts/slideLayout694.xml"/><Relationship Id="rId13" Type="http://schemas.openxmlformats.org/officeDocument/2006/relationships/slideLayout" Target="../slideLayouts/slideLayout693.xml"/><Relationship Id="rId12" Type="http://schemas.openxmlformats.org/officeDocument/2006/relationships/slideLayout" Target="../slideLayouts/slideLayout692.xml"/><Relationship Id="rId11" Type="http://schemas.openxmlformats.org/officeDocument/2006/relationships/slideLayout" Target="../slideLayouts/slideLayout691.xml"/><Relationship Id="rId10" Type="http://schemas.openxmlformats.org/officeDocument/2006/relationships/slideLayout" Target="../slideLayouts/slideLayout690.xml"/><Relationship Id="rId1" Type="http://schemas.openxmlformats.org/officeDocument/2006/relationships/slideLayout" Target="../slideLayouts/slideLayout681.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706.xml"/><Relationship Id="rId8" Type="http://schemas.openxmlformats.org/officeDocument/2006/relationships/slideLayout" Target="../slideLayouts/slideLayout705.xml"/><Relationship Id="rId7" Type="http://schemas.openxmlformats.org/officeDocument/2006/relationships/slideLayout" Target="../slideLayouts/slideLayout704.xml"/><Relationship Id="rId6" Type="http://schemas.openxmlformats.org/officeDocument/2006/relationships/slideLayout" Target="../slideLayouts/slideLayout703.xml"/><Relationship Id="rId5" Type="http://schemas.openxmlformats.org/officeDocument/2006/relationships/slideLayout" Target="../slideLayouts/slideLayout702.xml"/><Relationship Id="rId4" Type="http://schemas.openxmlformats.org/officeDocument/2006/relationships/slideLayout" Target="../slideLayouts/slideLayout701.xml"/><Relationship Id="rId3" Type="http://schemas.openxmlformats.org/officeDocument/2006/relationships/slideLayout" Target="../slideLayouts/slideLayout700.xml"/><Relationship Id="rId20" Type="http://schemas.openxmlformats.org/officeDocument/2006/relationships/theme" Target="../theme/theme42.xml"/><Relationship Id="rId2" Type="http://schemas.openxmlformats.org/officeDocument/2006/relationships/slideLayout" Target="../slideLayouts/slideLayout699.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714.xml"/><Relationship Id="rId16" Type="http://schemas.openxmlformats.org/officeDocument/2006/relationships/slideLayout" Target="../slideLayouts/slideLayout713.xml"/><Relationship Id="rId15" Type="http://schemas.openxmlformats.org/officeDocument/2006/relationships/slideLayout" Target="../slideLayouts/slideLayout712.xml"/><Relationship Id="rId14" Type="http://schemas.openxmlformats.org/officeDocument/2006/relationships/slideLayout" Target="../slideLayouts/slideLayout711.xml"/><Relationship Id="rId13" Type="http://schemas.openxmlformats.org/officeDocument/2006/relationships/slideLayout" Target="../slideLayouts/slideLayout710.xml"/><Relationship Id="rId12" Type="http://schemas.openxmlformats.org/officeDocument/2006/relationships/slideLayout" Target="../slideLayouts/slideLayout709.xml"/><Relationship Id="rId11" Type="http://schemas.openxmlformats.org/officeDocument/2006/relationships/slideLayout" Target="../slideLayouts/slideLayout708.xml"/><Relationship Id="rId10" Type="http://schemas.openxmlformats.org/officeDocument/2006/relationships/slideLayout" Target="../slideLayouts/slideLayout707.xml"/><Relationship Id="rId1" Type="http://schemas.openxmlformats.org/officeDocument/2006/relationships/slideLayout" Target="../slideLayouts/slideLayout698.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723.xml"/><Relationship Id="rId8" Type="http://schemas.openxmlformats.org/officeDocument/2006/relationships/slideLayout" Target="../slideLayouts/slideLayout722.xml"/><Relationship Id="rId7" Type="http://schemas.openxmlformats.org/officeDocument/2006/relationships/slideLayout" Target="../slideLayouts/slideLayout721.xml"/><Relationship Id="rId6" Type="http://schemas.openxmlformats.org/officeDocument/2006/relationships/slideLayout" Target="../slideLayouts/slideLayout720.xml"/><Relationship Id="rId5" Type="http://schemas.openxmlformats.org/officeDocument/2006/relationships/slideLayout" Target="../slideLayouts/slideLayout719.xml"/><Relationship Id="rId4" Type="http://schemas.openxmlformats.org/officeDocument/2006/relationships/slideLayout" Target="../slideLayouts/slideLayout718.xml"/><Relationship Id="rId3" Type="http://schemas.openxmlformats.org/officeDocument/2006/relationships/slideLayout" Target="../slideLayouts/slideLayout717.xml"/><Relationship Id="rId20" Type="http://schemas.openxmlformats.org/officeDocument/2006/relationships/theme" Target="../theme/theme43.xml"/><Relationship Id="rId2" Type="http://schemas.openxmlformats.org/officeDocument/2006/relationships/slideLayout" Target="../slideLayouts/slideLayout716.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731.xml"/><Relationship Id="rId16" Type="http://schemas.openxmlformats.org/officeDocument/2006/relationships/slideLayout" Target="../slideLayouts/slideLayout730.xml"/><Relationship Id="rId15" Type="http://schemas.openxmlformats.org/officeDocument/2006/relationships/slideLayout" Target="../slideLayouts/slideLayout729.xml"/><Relationship Id="rId14" Type="http://schemas.openxmlformats.org/officeDocument/2006/relationships/slideLayout" Target="../slideLayouts/slideLayout728.xml"/><Relationship Id="rId13" Type="http://schemas.openxmlformats.org/officeDocument/2006/relationships/slideLayout" Target="../slideLayouts/slideLayout727.xml"/><Relationship Id="rId12" Type="http://schemas.openxmlformats.org/officeDocument/2006/relationships/slideLayout" Target="../slideLayouts/slideLayout726.xml"/><Relationship Id="rId11" Type="http://schemas.openxmlformats.org/officeDocument/2006/relationships/slideLayout" Target="../slideLayouts/slideLayout725.xml"/><Relationship Id="rId10" Type="http://schemas.openxmlformats.org/officeDocument/2006/relationships/slideLayout" Target="../slideLayouts/slideLayout724.xml"/><Relationship Id="rId1" Type="http://schemas.openxmlformats.org/officeDocument/2006/relationships/slideLayout" Target="../slideLayouts/slideLayout715.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740.xml"/><Relationship Id="rId8" Type="http://schemas.openxmlformats.org/officeDocument/2006/relationships/slideLayout" Target="../slideLayouts/slideLayout739.xml"/><Relationship Id="rId7" Type="http://schemas.openxmlformats.org/officeDocument/2006/relationships/slideLayout" Target="../slideLayouts/slideLayout738.xml"/><Relationship Id="rId6" Type="http://schemas.openxmlformats.org/officeDocument/2006/relationships/slideLayout" Target="../slideLayouts/slideLayout737.xml"/><Relationship Id="rId5" Type="http://schemas.openxmlformats.org/officeDocument/2006/relationships/slideLayout" Target="../slideLayouts/slideLayout736.xml"/><Relationship Id="rId4" Type="http://schemas.openxmlformats.org/officeDocument/2006/relationships/slideLayout" Target="../slideLayouts/slideLayout735.xml"/><Relationship Id="rId3" Type="http://schemas.openxmlformats.org/officeDocument/2006/relationships/slideLayout" Target="../slideLayouts/slideLayout734.xml"/><Relationship Id="rId20" Type="http://schemas.openxmlformats.org/officeDocument/2006/relationships/theme" Target="../theme/theme44.xml"/><Relationship Id="rId2" Type="http://schemas.openxmlformats.org/officeDocument/2006/relationships/slideLayout" Target="../slideLayouts/slideLayout733.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748.xml"/><Relationship Id="rId16" Type="http://schemas.openxmlformats.org/officeDocument/2006/relationships/slideLayout" Target="../slideLayouts/slideLayout747.xml"/><Relationship Id="rId15" Type="http://schemas.openxmlformats.org/officeDocument/2006/relationships/slideLayout" Target="../slideLayouts/slideLayout746.xml"/><Relationship Id="rId14" Type="http://schemas.openxmlformats.org/officeDocument/2006/relationships/slideLayout" Target="../slideLayouts/slideLayout745.xml"/><Relationship Id="rId13" Type="http://schemas.openxmlformats.org/officeDocument/2006/relationships/slideLayout" Target="../slideLayouts/slideLayout744.xml"/><Relationship Id="rId12" Type="http://schemas.openxmlformats.org/officeDocument/2006/relationships/slideLayout" Target="../slideLayouts/slideLayout743.xml"/><Relationship Id="rId11" Type="http://schemas.openxmlformats.org/officeDocument/2006/relationships/slideLayout" Target="../slideLayouts/slideLayout742.xml"/><Relationship Id="rId10" Type="http://schemas.openxmlformats.org/officeDocument/2006/relationships/slideLayout" Target="../slideLayouts/slideLayout741.xml"/><Relationship Id="rId1" Type="http://schemas.openxmlformats.org/officeDocument/2006/relationships/slideLayout" Target="../slideLayouts/slideLayout732.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757.xml"/><Relationship Id="rId8" Type="http://schemas.openxmlformats.org/officeDocument/2006/relationships/slideLayout" Target="../slideLayouts/slideLayout756.xml"/><Relationship Id="rId7" Type="http://schemas.openxmlformats.org/officeDocument/2006/relationships/slideLayout" Target="../slideLayouts/slideLayout755.xml"/><Relationship Id="rId6" Type="http://schemas.openxmlformats.org/officeDocument/2006/relationships/slideLayout" Target="../slideLayouts/slideLayout754.xml"/><Relationship Id="rId5" Type="http://schemas.openxmlformats.org/officeDocument/2006/relationships/slideLayout" Target="../slideLayouts/slideLayout753.xml"/><Relationship Id="rId4" Type="http://schemas.openxmlformats.org/officeDocument/2006/relationships/slideLayout" Target="../slideLayouts/slideLayout752.xml"/><Relationship Id="rId3" Type="http://schemas.openxmlformats.org/officeDocument/2006/relationships/slideLayout" Target="../slideLayouts/slideLayout751.xml"/><Relationship Id="rId20" Type="http://schemas.openxmlformats.org/officeDocument/2006/relationships/theme" Target="../theme/theme45.xml"/><Relationship Id="rId2" Type="http://schemas.openxmlformats.org/officeDocument/2006/relationships/slideLayout" Target="../slideLayouts/slideLayout750.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765.xml"/><Relationship Id="rId16" Type="http://schemas.openxmlformats.org/officeDocument/2006/relationships/slideLayout" Target="../slideLayouts/slideLayout764.xml"/><Relationship Id="rId15" Type="http://schemas.openxmlformats.org/officeDocument/2006/relationships/slideLayout" Target="../slideLayouts/slideLayout763.xml"/><Relationship Id="rId14" Type="http://schemas.openxmlformats.org/officeDocument/2006/relationships/slideLayout" Target="../slideLayouts/slideLayout762.xml"/><Relationship Id="rId13" Type="http://schemas.openxmlformats.org/officeDocument/2006/relationships/slideLayout" Target="../slideLayouts/slideLayout761.xml"/><Relationship Id="rId12" Type="http://schemas.openxmlformats.org/officeDocument/2006/relationships/slideLayout" Target="../slideLayouts/slideLayout760.xml"/><Relationship Id="rId11" Type="http://schemas.openxmlformats.org/officeDocument/2006/relationships/slideLayout" Target="../slideLayouts/slideLayout759.xml"/><Relationship Id="rId10" Type="http://schemas.openxmlformats.org/officeDocument/2006/relationships/slideLayout" Target="../slideLayouts/slideLayout758.xml"/><Relationship Id="rId1" Type="http://schemas.openxmlformats.org/officeDocument/2006/relationships/slideLayout" Target="../slideLayouts/slideLayout749.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774.xml"/><Relationship Id="rId8" Type="http://schemas.openxmlformats.org/officeDocument/2006/relationships/slideLayout" Target="../slideLayouts/slideLayout773.xml"/><Relationship Id="rId7" Type="http://schemas.openxmlformats.org/officeDocument/2006/relationships/slideLayout" Target="../slideLayouts/slideLayout772.xml"/><Relationship Id="rId6" Type="http://schemas.openxmlformats.org/officeDocument/2006/relationships/slideLayout" Target="../slideLayouts/slideLayout771.xml"/><Relationship Id="rId5" Type="http://schemas.openxmlformats.org/officeDocument/2006/relationships/slideLayout" Target="../slideLayouts/slideLayout770.xml"/><Relationship Id="rId4" Type="http://schemas.openxmlformats.org/officeDocument/2006/relationships/slideLayout" Target="../slideLayouts/slideLayout769.xml"/><Relationship Id="rId3" Type="http://schemas.openxmlformats.org/officeDocument/2006/relationships/slideLayout" Target="../slideLayouts/slideLayout768.xml"/><Relationship Id="rId20" Type="http://schemas.openxmlformats.org/officeDocument/2006/relationships/theme" Target="../theme/theme46.xml"/><Relationship Id="rId2" Type="http://schemas.openxmlformats.org/officeDocument/2006/relationships/slideLayout" Target="../slideLayouts/slideLayout767.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782.xml"/><Relationship Id="rId16" Type="http://schemas.openxmlformats.org/officeDocument/2006/relationships/slideLayout" Target="../slideLayouts/slideLayout781.xml"/><Relationship Id="rId15" Type="http://schemas.openxmlformats.org/officeDocument/2006/relationships/slideLayout" Target="../slideLayouts/slideLayout780.xml"/><Relationship Id="rId14" Type="http://schemas.openxmlformats.org/officeDocument/2006/relationships/slideLayout" Target="../slideLayouts/slideLayout779.xml"/><Relationship Id="rId13" Type="http://schemas.openxmlformats.org/officeDocument/2006/relationships/slideLayout" Target="../slideLayouts/slideLayout778.xml"/><Relationship Id="rId12" Type="http://schemas.openxmlformats.org/officeDocument/2006/relationships/slideLayout" Target="../slideLayouts/slideLayout777.xml"/><Relationship Id="rId11" Type="http://schemas.openxmlformats.org/officeDocument/2006/relationships/slideLayout" Target="../slideLayouts/slideLayout776.xml"/><Relationship Id="rId10" Type="http://schemas.openxmlformats.org/officeDocument/2006/relationships/slideLayout" Target="../slideLayouts/slideLayout775.xml"/><Relationship Id="rId1" Type="http://schemas.openxmlformats.org/officeDocument/2006/relationships/slideLayout" Target="../slideLayouts/slideLayout766.xml"/></Relationships>
</file>

<file path=ppt/slideMasters/_rels/slideMaster47.xml.rels><?xml version="1.0" encoding="UTF-8" standalone="yes"?>
<Relationships xmlns="http://schemas.openxmlformats.org/package/2006/relationships"><Relationship Id="rId9" Type="http://schemas.openxmlformats.org/officeDocument/2006/relationships/slideLayout" Target="../slideLayouts/slideLayout791.xml"/><Relationship Id="rId8" Type="http://schemas.openxmlformats.org/officeDocument/2006/relationships/slideLayout" Target="../slideLayouts/slideLayout790.xml"/><Relationship Id="rId7" Type="http://schemas.openxmlformats.org/officeDocument/2006/relationships/slideLayout" Target="../slideLayouts/slideLayout789.xml"/><Relationship Id="rId6" Type="http://schemas.openxmlformats.org/officeDocument/2006/relationships/slideLayout" Target="../slideLayouts/slideLayout788.xml"/><Relationship Id="rId5" Type="http://schemas.openxmlformats.org/officeDocument/2006/relationships/slideLayout" Target="../slideLayouts/slideLayout787.xml"/><Relationship Id="rId4" Type="http://schemas.openxmlformats.org/officeDocument/2006/relationships/slideLayout" Target="../slideLayouts/slideLayout786.xml"/><Relationship Id="rId3" Type="http://schemas.openxmlformats.org/officeDocument/2006/relationships/slideLayout" Target="../slideLayouts/slideLayout785.xml"/><Relationship Id="rId20" Type="http://schemas.openxmlformats.org/officeDocument/2006/relationships/theme" Target="../theme/theme47.xml"/><Relationship Id="rId2" Type="http://schemas.openxmlformats.org/officeDocument/2006/relationships/slideLayout" Target="../slideLayouts/slideLayout784.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799.xml"/><Relationship Id="rId16" Type="http://schemas.openxmlformats.org/officeDocument/2006/relationships/slideLayout" Target="../slideLayouts/slideLayout798.xml"/><Relationship Id="rId15" Type="http://schemas.openxmlformats.org/officeDocument/2006/relationships/slideLayout" Target="../slideLayouts/slideLayout797.xml"/><Relationship Id="rId14" Type="http://schemas.openxmlformats.org/officeDocument/2006/relationships/slideLayout" Target="../slideLayouts/slideLayout796.xml"/><Relationship Id="rId13" Type="http://schemas.openxmlformats.org/officeDocument/2006/relationships/slideLayout" Target="../slideLayouts/slideLayout795.xml"/><Relationship Id="rId12" Type="http://schemas.openxmlformats.org/officeDocument/2006/relationships/slideLayout" Target="../slideLayouts/slideLayout794.xml"/><Relationship Id="rId11" Type="http://schemas.openxmlformats.org/officeDocument/2006/relationships/slideLayout" Target="../slideLayouts/slideLayout793.xml"/><Relationship Id="rId10" Type="http://schemas.openxmlformats.org/officeDocument/2006/relationships/slideLayout" Target="../slideLayouts/slideLayout792.xml"/><Relationship Id="rId1" Type="http://schemas.openxmlformats.org/officeDocument/2006/relationships/slideLayout" Target="../slideLayouts/slideLayout783.xml"/></Relationships>
</file>

<file path=ppt/slideMasters/_rels/slideMaster48.xml.rels><?xml version="1.0" encoding="UTF-8" standalone="yes"?>
<Relationships xmlns="http://schemas.openxmlformats.org/package/2006/relationships"><Relationship Id="rId9" Type="http://schemas.openxmlformats.org/officeDocument/2006/relationships/slideLayout" Target="../slideLayouts/slideLayout808.xml"/><Relationship Id="rId8" Type="http://schemas.openxmlformats.org/officeDocument/2006/relationships/slideLayout" Target="../slideLayouts/slideLayout807.xml"/><Relationship Id="rId7" Type="http://schemas.openxmlformats.org/officeDocument/2006/relationships/slideLayout" Target="../slideLayouts/slideLayout806.xml"/><Relationship Id="rId6" Type="http://schemas.openxmlformats.org/officeDocument/2006/relationships/slideLayout" Target="../slideLayouts/slideLayout805.xml"/><Relationship Id="rId5" Type="http://schemas.openxmlformats.org/officeDocument/2006/relationships/slideLayout" Target="../slideLayouts/slideLayout804.xml"/><Relationship Id="rId4" Type="http://schemas.openxmlformats.org/officeDocument/2006/relationships/slideLayout" Target="../slideLayouts/slideLayout803.xml"/><Relationship Id="rId3" Type="http://schemas.openxmlformats.org/officeDocument/2006/relationships/slideLayout" Target="../slideLayouts/slideLayout802.xml"/><Relationship Id="rId20" Type="http://schemas.openxmlformats.org/officeDocument/2006/relationships/theme" Target="../theme/theme48.xml"/><Relationship Id="rId2" Type="http://schemas.openxmlformats.org/officeDocument/2006/relationships/slideLayout" Target="../slideLayouts/slideLayout801.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816.xml"/><Relationship Id="rId16" Type="http://schemas.openxmlformats.org/officeDocument/2006/relationships/slideLayout" Target="../slideLayouts/slideLayout815.xml"/><Relationship Id="rId15" Type="http://schemas.openxmlformats.org/officeDocument/2006/relationships/slideLayout" Target="../slideLayouts/slideLayout814.xml"/><Relationship Id="rId14" Type="http://schemas.openxmlformats.org/officeDocument/2006/relationships/slideLayout" Target="../slideLayouts/slideLayout813.xml"/><Relationship Id="rId13" Type="http://schemas.openxmlformats.org/officeDocument/2006/relationships/slideLayout" Target="../slideLayouts/slideLayout812.xml"/><Relationship Id="rId12" Type="http://schemas.openxmlformats.org/officeDocument/2006/relationships/slideLayout" Target="../slideLayouts/slideLayout811.xml"/><Relationship Id="rId11" Type="http://schemas.openxmlformats.org/officeDocument/2006/relationships/slideLayout" Target="../slideLayouts/slideLayout810.xml"/><Relationship Id="rId10" Type="http://schemas.openxmlformats.org/officeDocument/2006/relationships/slideLayout" Target="../slideLayouts/slideLayout809.xml"/><Relationship Id="rId1" Type="http://schemas.openxmlformats.org/officeDocument/2006/relationships/slideLayout" Target="../slideLayouts/slideLayout800.xml"/></Relationships>
</file>

<file path=ppt/slideMasters/_rels/slideMaster49.xml.rels><?xml version="1.0" encoding="UTF-8" standalone="yes"?>
<Relationships xmlns="http://schemas.openxmlformats.org/package/2006/relationships"><Relationship Id="rId9" Type="http://schemas.openxmlformats.org/officeDocument/2006/relationships/slideLayout" Target="../slideLayouts/slideLayout825.xml"/><Relationship Id="rId8" Type="http://schemas.openxmlformats.org/officeDocument/2006/relationships/slideLayout" Target="../slideLayouts/slideLayout824.xml"/><Relationship Id="rId7" Type="http://schemas.openxmlformats.org/officeDocument/2006/relationships/slideLayout" Target="../slideLayouts/slideLayout823.xml"/><Relationship Id="rId6" Type="http://schemas.openxmlformats.org/officeDocument/2006/relationships/slideLayout" Target="../slideLayouts/slideLayout822.xml"/><Relationship Id="rId5" Type="http://schemas.openxmlformats.org/officeDocument/2006/relationships/slideLayout" Target="../slideLayouts/slideLayout821.xml"/><Relationship Id="rId4" Type="http://schemas.openxmlformats.org/officeDocument/2006/relationships/slideLayout" Target="../slideLayouts/slideLayout820.xml"/><Relationship Id="rId3" Type="http://schemas.openxmlformats.org/officeDocument/2006/relationships/slideLayout" Target="../slideLayouts/slideLayout819.xml"/><Relationship Id="rId20" Type="http://schemas.openxmlformats.org/officeDocument/2006/relationships/theme" Target="../theme/theme49.xml"/><Relationship Id="rId2" Type="http://schemas.openxmlformats.org/officeDocument/2006/relationships/slideLayout" Target="../slideLayouts/slideLayout818.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833.xml"/><Relationship Id="rId16" Type="http://schemas.openxmlformats.org/officeDocument/2006/relationships/slideLayout" Target="../slideLayouts/slideLayout832.xml"/><Relationship Id="rId15" Type="http://schemas.openxmlformats.org/officeDocument/2006/relationships/slideLayout" Target="../slideLayouts/slideLayout831.xml"/><Relationship Id="rId14" Type="http://schemas.openxmlformats.org/officeDocument/2006/relationships/slideLayout" Target="../slideLayouts/slideLayout830.xml"/><Relationship Id="rId13" Type="http://schemas.openxmlformats.org/officeDocument/2006/relationships/slideLayout" Target="../slideLayouts/slideLayout829.xml"/><Relationship Id="rId12" Type="http://schemas.openxmlformats.org/officeDocument/2006/relationships/slideLayout" Target="../slideLayouts/slideLayout828.xml"/><Relationship Id="rId11" Type="http://schemas.openxmlformats.org/officeDocument/2006/relationships/slideLayout" Target="../slideLayouts/slideLayout827.xml"/><Relationship Id="rId10" Type="http://schemas.openxmlformats.org/officeDocument/2006/relationships/slideLayout" Target="../slideLayouts/slideLayout826.xml"/><Relationship Id="rId1" Type="http://schemas.openxmlformats.org/officeDocument/2006/relationships/slideLayout" Target="../slideLayouts/slideLayout817.xml"/></Relationships>
</file>

<file path=ppt/slideMasters/_rels/slideMaster50.xml.rels><?xml version="1.0" encoding="UTF-8" standalone="yes"?>
<Relationships xmlns="http://schemas.openxmlformats.org/package/2006/relationships"><Relationship Id="rId9" Type="http://schemas.openxmlformats.org/officeDocument/2006/relationships/slideLayout" Target="../slideLayouts/slideLayout842.xml"/><Relationship Id="rId8" Type="http://schemas.openxmlformats.org/officeDocument/2006/relationships/slideLayout" Target="../slideLayouts/slideLayout841.xml"/><Relationship Id="rId7" Type="http://schemas.openxmlformats.org/officeDocument/2006/relationships/slideLayout" Target="../slideLayouts/slideLayout840.xml"/><Relationship Id="rId6" Type="http://schemas.openxmlformats.org/officeDocument/2006/relationships/slideLayout" Target="../slideLayouts/slideLayout839.xml"/><Relationship Id="rId5" Type="http://schemas.openxmlformats.org/officeDocument/2006/relationships/slideLayout" Target="../slideLayouts/slideLayout838.xml"/><Relationship Id="rId4" Type="http://schemas.openxmlformats.org/officeDocument/2006/relationships/slideLayout" Target="../slideLayouts/slideLayout837.xml"/><Relationship Id="rId3" Type="http://schemas.openxmlformats.org/officeDocument/2006/relationships/slideLayout" Target="../slideLayouts/slideLayout836.xml"/><Relationship Id="rId20" Type="http://schemas.openxmlformats.org/officeDocument/2006/relationships/theme" Target="../theme/theme50.xml"/><Relationship Id="rId2" Type="http://schemas.openxmlformats.org/officeDocument/2006/relationships/slideLayout" Target="../slideLayouts/slideLayout835.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850.xml"/><Relationship Id="rId16" Type="http://schemas.openxmlformats.org/officeDocument/2006/relationships/slideLayout" Target="../slideLayouts/slideLayout849.xml"/><Relationship Id="rId15" Type="http://schemas.openxmlformats.org/officeDocument/2006/relationships/slideLayout" Target="../slideLayouts/slideLayout848.xml"/><Relationship Id="rId14" Type="http://schemas.openxmlformats.org/officeDocument/2006/relationships/slideLayout" Target="../slideLayouts/slideLayout847.xml"/><Relationship Id="rId13" Type="http://schemas.openxmlformats.org/officeDocument/2006/relationships/slideLayout" Target="../slideLayouts/slideLayout846.xml"/><Relationship Id="rId12" Type="http://schemas.openxmlformats.org/officeDocument/2006/relationships/slideLayout" Target="../slideLayouts/slideLayout845.xml"/><Relationship Id="rId11" Type="http://schemas.openxmlformats.org/officeDocument/2006/relationships/slideLayout" Target="../slideLayouts/slideLayout844.xml"/><Relationship Id="rId10" Type="http://schemas.openxmlformats.org/officeDocument/2006/relationships/slideLayout" Target="../slideLayouts/slideLayout843.xml"/><Relationship Id="rId1" Type="http://schemas.openxmlformats.org/officeDocument/2006/relationships/slideLayout" Target="../slideLayouts/slideLayout834.xml"/></Relationships>
</file>

<file path=ppt/slideMasters/_rels/slideMaster51.xml.rels><?xml version="1.0" encoding="UTF-8" standalone="yes"?>
<Relationships xmlns="http://schemas.openxmlformats.org/package/2006/relationships"><Relationship Id="rId9" Type="http://schemas.openxmlformats.org/officeDocument/2006/relationships/slideLayout" Target="../slideLayouts/slideLayout859.xml"/><Relationship Id="rId8" Type="http://schemas.openxmlformats.org/officeDocument/2006/relationships/slideLayout" Target="../slideLayouts/slideLayout858.xml"/><Relationship Id="rId7" Type="http://schemas.openxmlformats.org/officeDocument/2006/relationships/slideLayout" Target="../slideLayouts/slideLayout857.xml"/><Relationship Id="rId6" Type="http://schemas.openxmlformats.org/officeDocument/2006/relationships/slideLayout" Target="../slideLayouts/slideLayout856.xml"/><Relationship Id="rId5" Type="http://schemas.openxmlformats.org/officeDocument/2006/relationships/slideLayout" Target="../slideLayouts/slideLayout855.xml"/><Relationship Id="rId4" Type="http://schemas.openxmlformats.org/officeDocument/2006/relationships/slideLayout" Target="../slideLayouts/slideLayout854.xml"/><Relationship Id="rId3" Type="http://schemas.openxmlformats.org/officeDocument/2006/relationships/slideLayout" Target="../slideLayouts/slideLayout853.xml"/><Relationship Id="rId20" Type="http://schemas.openxmlformats.org/officeDocument/2006/relationships/theme" Target="../theme/theme51.xml"/><Relationship Id="rId2" Type="http://schemas.openxmlformats.org/officeDocument/2006/relationships/slideLayout" Target="../slideLayouts/slideLayout852.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867.xml"/><Relationship Id="rId16" Type="http://schemas.openxmlformats.org/officeDocument/2006/relationships/slideLayout" Target="../slideLayouts/slideLayout866.xml"/><Relationship Id="rId15" Type="http://schemas.openxmlformats.org/officeDocument/2006/relationships/slideLayout" Target="../slideLayouts/slideLayout865.xml"/><Relationship Id="rId14" Type="http://schemas.openxmlformats.org/officeDocument/2006/relationships/slideLayout" Target="../slideLayouts/slideLayout864.xml"/><Relationship Id="rId13" Type="http://schemas.openxmlformats.org/officeDocument/2006/relationships/slideLayout" Target="../slideLayouts/slideLayout863.xml"/><Relationship Id="rId12" Type="http://schemas.openxmlformats.org/officeDocument/2006/relationships/slideLayout" Target="../slideLayouts/slideLayout862.xml"/><Relationship Id="rId11" Type="http://schemas.openxmlformats.org/officeDocument/2006/relationships/slideLayout" Target="../slideLayouts/slideLayout861.xml"/><Relationship Id="rId10" Type="http://schemas.openxmlformats.org/officeDocument/2006/relationships/slideLayout" Target="../slideLayouts/slideLayout860.xml"/><Relationship Id="rId1" Type="http://schemas.openxmlformats.org/officeDocument/2006/relationships/slideLayout" Target="../slideLayouts/slideLayout851.xml"/></Relationships>
</file>

<file path=ppt/slideMasters/_rels/slideMaster52.xml.rels><?xml version="1.0" encoding="UTF-8" standalone="yes"?>
<Relationships xmlns="http://schemas.openxmlformats.org/package/2006/relationships"><Relationship Id="rId9" Type="http://schemas.openxmlformats.org/officeDocument/2006/relationships/slideLayout" Target="../slideLayouts/slideLayout876.xml"/><Relationship Id="rId8" Type="http://schemas.openxmlformats.org/officeDocument/2006/relationships/slideLayout" Target="../slideLayouts/slideLayout875.xml"/><Relationship Id="rId7" Type="http://schemas.openxmlformats.org/officeDocument/2006/relationships/slideLayout" Target="../slideLayouts/slideLayout874.xml"/><Relationship Id="rId6" Type="http://schemas.openxmlformats.org/officeDocument/2006/relationships/slideLayout" Target="../slideLayouts/slideLayout873.xml"/><Relationship Id="rId5" Type="http://schemas.openxmlformats.org/officeDocument/2006/relationships/slideLayout" Target="../slideLayouts/slideLayout872.xml"/><Relationship Id="rId4" Type="http://schemas.openxmlformats.org/officeDocument/2006/relationships/slideLayout" Target="../slideLayouts/slideLayout871.xml"/><Relationship Id="rId3" Type="http://schemas.openxmlformats.org/officeDocument/2006/relationships/slideLayout" Target="../slideLayouts/slideLayout870.xml"/><Relationship Id="rId20" Type="http://schemas.openxmlformats.org/officeDocument/2006/relationships/theme" Target="../theme/theme52.xml"/><Relationship Id="rId2" Type="http://schemas.openxmlformats.org/officeDocument/2006/relationships/slideLayout" Target="../slideLayouts/slideLayout869.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884.xml"/><Relationship Id="rId16" Type="http://schemas.openxmlformats.org/officeDocument/2006/relationships/slideLayout" Target="../slideLayouts/slideLayout883.xml"/><Relationship Id="rId15" Type="http://schemas.openxmlformats.org/officeDocument/2006/relationships/slideLayout" Target="../slideLayouts/slideLayout882.xml"/><Relationship Id="rId14" Type="http://schemas.openxmlformats.org/officeDocument/2006/relationships/slideLayout" Target="../slideLayouts/slideLayout881.xml"/><Relationship Id="rId13" Type="http://schemas.openxmlformats.org/officeDocument/2006/relationships/slideLayout" Target="../slideLayouts/slideLayout880.xml"/><Relationship Id="rId12" Type="http://schemas.openxmlformats.org/officeDocument/2006/relationships/slideLayout" Target="../slideLayouts/slideLayout879.xml"/><Relationship Id="rId11" Type="http://schemas.openxmlformats.org/officeDocument/2006/relationships/slideLayout" Target="../slideLayouts/slideLayout878.xml"/><Relationship Id="rId10" Type="http://schemas.openxmlformats.org/officeDocument/2006/relationships/slideLayout" Target="../slideLayouts/slideLayout877.xml"/><Relationship Id="rId1" Type="http://schemas.openxmlformats.org/officeDocument/2006/relationships/slideLayout" Target="../slideLayouts/slideLayout868.xml"/></Relationships>
</file>

<file path=ppt/slideMasters/_rels/slideMaster53.xml.rels><?xml version="1.0" encoding="UTF-8" standalone="yes"?>
<Relationships xmlns="http://schemas.openxmlformats.org/package/2006/relationships"><Relationship Id="rId9" Type="http://schemas.openxmlformats.org/officeDocument/2006/relationships/slideLayout" Target="../slideLayouts/slideLayout893.xml"/><Relationship Id="rId8" Type="http://schemas.openxmlformats.org/officeDocument/2006/relationships/slideLayout" Target="../slideLayouts/slideLayout892.xml"/><Relationship Id="rId7" Type="http://schemas.openxmlformats.org/officeDocument/2006/relationships/slideLayout" Target="../slideLayouts/slideLayout891.xml"/><Relationship Id="rId6" Type="http://schemas.openxmlformats.org/officeDocument/2006/relationships/slideLayout" Target="../slideLayouts/slideLayout890.xml"/><Relationship Id="rId5" Type="http://schemas.openxmlformats.org/officeDocument/2006/relationships/slideLayout" Target="../slideLayouts/slideLayout889.xml"/><Relationship Id="rId4" Type="http://schemas.openxmlformats.org/officeDocument/2006/relationships/slideLayout" Target="../slideLayouts/slideLayout888.xml"/><Relationship Id="rId3" Type="http://schemas.openxmlformats.org/officeDocument/2006/relationships/slideLayout" Target="../slideLayouts/slideLayout887.xml"/><Relationship Id="rId20" Type="http://schemas.openxmlformats.org/officeDocument/2006/relationships/theme" Target="../theme/theme53.xml"/><Relationship Id="rId2" Type="http://schemas.openxmlformats.org/officeDocument/2006/relationships/slideLayout" Target="../slideLayouts/slideLayout886.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901.xml"/><Relationship Id="rId16" Type="http://schemas.openxmlformats.org/officeDocument/2006/relationships/slideLayout" Target="../slideLayouts/slideLayout900.xml"/><Relationship Id="rId15" Type="http://schemas.openxmlformats.org/officeDocument/2006/relationships/slideLayout" Target="../slideLayouts/slideLayout899.xml"/><Relationship Id="rId14" Type="http://schemas.openxmlformats.org/officeDocument/2006/relationships/slideLayout" Target="../slideLayouts/slideLayout898.xml"/><Relationship Id="rId13" Type="http://schemas.openxmlformats.org/officeDocument/2006/relationships/slideLayout" Target="../slideLayouts/slideLayout897.xml"/><Relationship Id="rId12" Type="http://schemas.openxmlformats.org/officeDocument/2006/relationships/slideLayout" Target="../slideLayouts/slideLayout896.xml"/><Relationship Id="rId11" Type="http://schemas.openxmlformats.org/officeDocument/2006/relationships/slideLayout" Target="../slideLayouts/slideLayout895.xml"/><Relationship Id="rId10" Type="http://schemas.openxmlformats.org/officeDocument/2006/relationships/slideLayout" Target="../slideLayouts/slideLayout894.xml"/><Relationship Id="rId1" Type="http://schemas.openxmlformats.org/officeDocument/2006/relationships/slideLayout" Target="../slideLayouts/slideLayout885.xml"/></Relationships>
</file>

<file path=ppt/slideMasters/_rels/slideMaster54.xml.rels><?xml version="1.0" encoding="UTF-8" standalone="yes"?>
<Relationships xmlns="http://schemas.openxmlformats.org/package/2006/relationships"><Relationship Id="rId9" Type="http://schemas.openxmlformats.org/officeDocument/2006/relationships/slideLayout" Target="../slideLayouts/slideLayout910.xml"/><Relationship Id="rId8" Type="http://schemas.openxmlformats.org/officeDocument/2006/relationships/slideLayout" Target="../slideLayouts/slideLayout909.xml"/><Relationship Id="rId7" Type="http://schemas.openxmlformats.org/officeDocument/2006/relationships/slideLayout" Target="../slideLayouts/slideLayout908.xml"/><Relationship Id="rId6" Type="http://schemas.openxmlformats.org/officeDocument/2006/relationships/slideLayout" Target="../slideLayouts/slideLayout907.xml"/><Relationship Id="rId5" Type="http://schemas.openxmlformats.org/officeDocument/2006/relationships/slideLayout" Target="../slideLayouts/slideLayout906.xml"/><Relationship Id="rId4" Type="http://schemas.openxmlformats.org/officeDocument/2006/relationships/slideLayout" Target="../slideLayouts/slideLayout905.xml"/><Relationship Id="rId3" Type="http://schemas.openxmlformats.org/officeDocument/2006/relationships/slideLayout" Target="../slideLayouts/slideLayout904.xml"/><Relationship Id="rId20" Type="http://schemas.openxmlformats.org/officeDocument/2006/relationships/theme" Target="../theme/theme54.xml"/><Relationship Id="rId2" Type="http://schemas.openxmlformats.org/officeDocument/2006/relationships/slideLayout" Target="../slideLayouts/slideLayout903.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918.xml"/><Relationship Id="rId16" Type="http://schemas.openxmlformats.org/officeDocument/2006/relationships/slideLayout" Target="../slideLayouts/slideLayout917.xml"/><Relationship Id="rId15" Type="http://schemas.openxmlformats.org/officeDocument/2006/relationships/slideLayout" Target="../slideLayouts/slideLayout916.xml"/><Relationship Id="rId14" Type="http://schemas.openxmlformats.org/officeDocument/2006/relationships/slideLayout" Target="../slideLayouts/slideLayout915.xml"/><Relationship Id="rId13" Type="http://schemas.openxmlformats.org/officeDocument/2006/relationships/slideLayout" Target="../slideLayouts/slideLayout914.xml"/><Relationship Id="rId12" Type="http://schemas.openxmlformats.org/officeDocument/2006/relationships/slideLayout" Target="../slideLayouts/slideLayout913.xml"/><Relationship Id="rId11" Type="http://schemas.openxmlformats.org/officeDocument/2006/relationships/slideLayout" Target="../slideLayouts/slideLayout912.xml"/><Relationship Id="rId10" Type="http://schemas.openxmlformats.org/officeDocument/2006/relationships/slideLayout" Target="../slideLayouts/slideLayout911.xml"/><Relationship Id="rId1" Type="http://schemas.openxmlformats.org/officeDocument/2006/relationships/slideLayout" Target="../slideLayouts/slideLayout902.xml"/></Relationships>
</file>

<file path=ppt/slideMasters/_rels/slideMaster55.xml.rels><?xml version="1.0" encoding="UTF-8" standalone="yes"?>
<Relationships xmlns="http://schemas.openxmlformats.org/package/2006/relationships"><Relationship Id="rId9" Type="http://schemas.openxmlformats.org/officeDocument/2006/relationships/slideLayout" Target="../slideLayouts/slideLayout927.xml"/><Relationship Id="rId8" Type="http://schemas.openxmlformats.org/officeDocument/2006/relationships/slideLayout" Target="../slideLayouts/slideLayout926.xml"/><Relationship Id="rId7" Type="http://schemas.openxmlformats.org/officeDocument/2006/relationships/slideLayout" Target="../slideLayouts/slideLayout925.xml"/><Relationship Id="rId6" Type="http://schemas.openxmlformats.org/officeDocument/2006/relationships/slideLayout" Target="../slideLayouts/slideLayout924.xml"/><Relationship Id="rId5" Type="http://schemas.openxmlformats.org/officeDocument/2006/relationships/slideLayout" Target="../slideLayouts/slideLayout923.xml"/><Relationship Id="rId4" Type="http://schemas.openxmlformats.org/officeDocument/2006/relationships/slideLayout" Target="../slideLayouts/slideLayout922.xml"/><Relationship Id="rId3" Type="http://schemas.openxmlformats.org/officeDocument/2006/relationships/slideLayout" Target="../slideLayouts/slideLayout921.xml"/><Relationship Id="rId20" Type="http://schemas.openxmlformats.org/officeDocument/2006/relationships/theme" Target="../theme/theme55.xml"/><Relationship Id="rId2" Type="http://schemas.openxmlformats.org/officeDocument/2006/relationships/slideLayout" Target="../slideLayouts/slideLayout920.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935.xml"/><Relationship Id="rId16" Type="http://schemas.openxmlformats.org/officeDocument/2006/relationships/slideLayout" Target="../slideLayouts/slideLayout934.xml"/><Relationship Id="rId15" Type="http://schemas.openxmlformats.org/officeDocument/2006/relationships/slideLayout" Target="../slideLayouts/slideLayout933.xml"/><Relationship Id="rId14" Type="http://schemas.openxmlformats.org/officeDocument/2006/relationships/slideLayout" Target="../slideLayouts/slideLayout932.xml"/><Relationship Id="rId13" Type="http://schemas.openxmlformats.org/officeDocument/2006/relationships/slideLayout" Target="../slideLayouts/slideLayout931.xml"/><Relationship Id="rId12" Type="http://schemas.openxmlformats.org/officeDocument/2006/relationships/slideLayout" Target="../slideLayouts/slideLayout930.xml"/><Relationship Id="rId11" Type="http://schemas.openxmlformats.org/officeDocument/2006/relationships/slideLayout" Target="../slideLayouts/slideLayout929.xml"/><Relationship Id="rId10" Type="http://schemas.openxmlformats.org/officeDocument/2006/relationships/slideLayout" Target="../slideLayouts/slideLayout928.xml"/><Relationship Id="rId1" Type="http://schemas.openxmlformats.org/officeDocument/2006/relationships/slideLayout" Target="../slideLayouts/slideLayout919.xml"/></Relationships>
</file>

<file path=ppt/slideMasters/_rels/slideMaster56.xml.rels><?xml version="1.0" encoding="UTF-8" standalone="yes"?>
<Relationships xmlns="http://schemas.openxmlformats.org/package/2006/relationships"><Relationship Id="rId9" Type="http://schemas.openxmlformats.org/officeDocument/2006/relationships/slideLayout" Target="../slideLayouts/slideLayout944.xml"/><Relationship Id="rId8" Type="http://schemas.openxmlformats.org/officeDocument/2006/relationships/slideLayout" Target="../slideLayouts/slideLayout943.xml"/><Relationship Id="rId7" Type="http://schemas.openxmlformats.org/officeDocument/2006/relationships/slideLayout" Target="../slideLayouts/slideLayout942.xml"/><Relationship Id="rId6" Type="http://schemas.openxmlformats.org/officeDocument/2006/relationships/slideLayout" Target="../slideLayouts/slideLayout941.xml"/><Relationship Id="rId5" Type="http://schemas.openxmlformats.org/officeDocument/2006/relationships/slideLayout" Target="../slideLayouts/slideLayout940.xml"/><Relationship Id="rId4" Type="http://schemas.openxmlformats.org/officeDocument/2006/relationships/slideLayout" Target="../slideLayouts/slideLayout939.xml"/><Relationship Id="rId3" Type="http://schemas.openxmlformats.org/officeDocument/2006/relationships/slideLayout" Target="../slideLayouts/slideLayout938.xml"/><Relationship Id="rId20" Type="http://schemas.openxmlformats.org/officeDocument/2006/relationships/theme" Target="../theme/theme56.xml"/><Relationship Id="rId2" Type="http://schemas.openxmlformats.org/officeDocument/2006/relationships/slideLayout" Target="../slideLayouts/slideLayout937.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952.xml"/><Relationship Id="rId16" Type="http://schemas.openxmlformats.org/officeDocument/2006/relationships/slideLayout" Target="../slideLayouts/slideLayout951.xml"/><Relationship Id="rId15" Type="http://schemas.openxmlformats.org/officeDocument/2006/relationships/slideLayout" Target="../slideLayouts/slideLayout950.xml"/><Relationship Id="rId14" Type="http://schemas.openxmlformats.org/officeDocument/2006/relationships/slideLayout" Target="../slideLayouts/slideLayout949.xml"/><Relationship Id="rId13" Type="http://schemas.openxmlformats.org/officeDocument/2006/relationships/slideLayout" Target="../slideLayouts/slideLayout948.xml"/><Relationship Id="rId12" Type="http://schemas.openxmlformats.org/officeDocument/2006/relationships/slideLayout" Target="../slideLayouts/slideLayout947.xml"/><Relationship Id="rId11" Type="http://schemas.openxmlformats.org/officeDocument/2006/relationships/slideLayout" Target="../slideLayouts/slideLayout946.xml"/><Relationship Id="rId10" Type="http://schemas.openxmlformats.org/officeDocument/2006/relationships/slideLayout" Target="../slideLayouts/slideLayout945.xml"/><Relationship Id="rId1" Type="http://schemas.openxmlformats.org/officeDocument/2006/relationships/slideLayout" Target="../slideLayouts/slideLayout936.xml"/></Relationships>
</file>

<file path=ppt/slideMasters/_rels/slideMaster57.xml.rels><?xml version="1.0" encoding="UTF-8" standalone="yes"?>
<Relationships xmlns="http://schemas.openxmlformats.org/package/2006/relationships"><Relationship Id="rId9" Type="http://schemas.openxmlformats.org/officeDocument/2006/relationships/slideLayout" Target="../slideLayouts/slideLayout961.xml"/><Relationship Id="rId8" Type="http://schemas.openxmlformats.org/officeDocument/2006/relationships/slideLayout" Target="../slideLayouts/slideLayout960.xml"/><Relationship Id="rId7" Type="http://schemas.openxmlformats.org/officeDocument/2006/relationships/slideLayout" Target="../slideLayouts/slideLayout959.xml"/><Relationship Id="rId6" Type="http://schemas.openxmlformats.org/officeDocument/2006/relationships/slideLayout" Target="../slideLayouts/slideLayout958.xml"/><Relationship Id="rId5" Type="http://schemas.openxmlformats.org/officeDocument/2006/relationships/slideLayout" Target="../slideLayouts/slideLayout957.xml"/><Relationship Id="rId4" Type="http://schemas.openxmlformats.org/officeDocument/2006/relationships/slideLayout" Target="../slideLayouts/slideLayout956.xml"/><Relationship Id="rId3" Type="http://schemas.openxmlformats.org/officeDocument/2006/relationships/slideLayout" Target="../slideLayouts/slideLayout955.xml"/><Relationship Id="rId20" Type="http://schemas.openxmlformats.org/officeDocument/2006/relationships/theme" Target="../theme/theme57.xml"/><Relationship Id="rId2" Type="http://schemas.openxmlformats.org/officeDocument/2006/relationships/slideLayout" Target="../slideLayouts/slideLayout954.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969.xml"/><Relationship Id="rId16" Type="http://schemas.openxmlformats.org/officeDocument/2006/relationships/slideLayout" Target="../slideLayouts/slideLayout968.xml"/><Relationship Id="rId15" Type="http://schemas.openxmlformats.org/officeDocument/2006/relationships/slideLayout" Target="../slideLayouts/slideLayout967.xml"/><Relationship Id="rId14" Type="http://schemas.openxmlformats.org/officeDocument/2006/relationships/slideLayout" Target="../slideLayouts/slideLayout966.xml"/><Relationship Id="rId13" Type="http://schemas.openxmlformats.org/officeDocument/2006/relationships/slideLayout" Target="../slideLayouts/slideLayout965.xml"/><Relationship Id="rId12" Type="http://schemas.openxmlformats.org/officeDocument/2006/relationships/slideLayout" Target="../slideLayouts/slideLayout964.xml"/><Relationship Id="rId11" Type="http://schemas.openxmlformats.org/officeDocument/2006/relationships/slideLayout" Target="../slideLayouts/slideLayout963.xml"/><Relationship Id="rId10" Type="http://schemas.openxmlformats.org/officeDocument/2006/relationships/slideLayout" Target="../slideLayouts/slideLayout962.xml"/><Relationship Id="rId1" Type="http://schemas.openxmlformats.org/officeDocument/2006/relationships/slideLayout" Target="../slideLayouts/slideLayout953.xml"/></Relationships>
</file>

<file path=ppt/slideMasters/_rels/slideMaster58.xml.rels><?xml version="1.0" encoding="UTF-8" standalone="yes"?>
<Relationships xmlns="http://schemas.openxmlformats.org/package/2006/relationships"><Relationship Id="rId9" Type="http://schemas.openxmlformats.org/officeDocument/2006/relationships/slideLayout" Target="../slideLayouts/slideLayout978.xml"/><Relationship Id="rId8" Type="http://schemas.openxmlformats.org/officeDocument/2006/relationships/slideLayout" Target="../slideLayouts/slideLayout977.xml"/><Relationship Id="rId7" Type="http://schemas.openxmlformats.org/officeDocument/2006/relationships/slideLayout" Target="../slideLayouts/slideLayout976.xml"/><Relationship Id="rId6" Type="http://schemas.openxmlformats.org/officeDocument/2006/relationships/slideLayout" Target="../slideLayouts/slideLayout975.xml"/><Relationship Id="rId5" Type="http://schemas.openxmlformats.org/officeDocument/2006/relationships/slideLayout" Target="../slideLayouts/slideLayout974.xml"/><Relationship Id="rId4" Type="http://schemas.openxmlformats.org/officeDocument/2006/relationships/slideLayout" Target="../slideLayouts/slideLayout973.xml"/><Relationship Id="rId3" Type="http://schemas.openxmlformats.org/officeDocument/2006/relationships/slideLayout" Target="../slideLayouts/slideLayout972.xml"/><Relationship Id="rId20" Type="http://schemas.openxmlformats.org/officeDocument/2006/relationships/theme" Target="../theme/theme58.xml"/><Relationship Id="rId2" Type="http://schemas.openxmlformats.org/officeDocument/2006/relationships/slideLayout" Target="../slideLayouts/slideLayout971.xml"/><Relationship Id="rId19" Type="http://schemas.openxmlformats.org/officeDocument/2006/relationships/image" Target="../media/image2.png"/><Relationship Id="rId18" Type="http://schemas.openxmlformats.org/officeDocument/2006/relationships/image" Target="../media/image1.jpeg"/><Relationship Id="rId17" Type="http://schemas.openxmlformats.org/officeDocument/2006/relationships/slideLayout" Target="../slideLayouts/slideLayout986.xml"/><Relationship Id="rId16" Type="http://schemas.openxmlformats.org/officeDocument/2006/relationships/slideLayout" Target="../slideLayouts/slideLayout985.xml"/><Relationship Id="rId15" Type="http://schemas.openxmlformats.org/officeDocument/2006/relationships/slideLayout" Target="../slideLayouts/slideLayout984.xml"/><Relationship Id="rId14" Type="http://schemas.openxmlformats.org/officeDocument/2006/relationships/slideLayout" Target="../slideLayouts/slideLayout983.xml"/><Relationship Id="rId13" Type="http://schemas.openxmlformats.org/officeDocument/2006/relationships/slideLayout" Target="../slideLayouts/slideLayout982.xml"/><Relationship Id="rId12" Type="http://schemas.openxmlformats.org/officeDocument/2006/relationships/slideLayout" Target="../slideLayouts/slideLayout981.xml"/><Relationship Id="rId11" Type="http://schemas.openxmlformats.org/officeDocument/2006/relationships/slideLayout" Target="../slideLayouts/slideLayout980.xml"/><Relationship Id="rId10" Type="http://schemas.openxmlformats.org/officeDocument/2006/relationships/slideLayout" Target="../slideLayouts/slideLayout979.xml"/><Relationship Id="rId1" Type="http://schemas.openxmlformats.org/officeDocument/2006/relationships/slideLayout" Target="../slideLayouts/slideLayout97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 id="2147483841" r:id="rId13"/>
    <p:sldLayoutId id="2147483842" r:id="rId14"/>
    <p:sldLayoutId id="2147483843" r:id="rId15"/>
    <p:sldLayoutId id="2147483844" r:id="rId16"/>
    <p:sldLayoutId id="2147483845"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 id="2147483876" r:id="rId12"/>
    <p:sldLayoutId id="2147483877" r:id="rId13"/>
    <p:sldLayoutId id="2147483878" r:id="rId14"/>
    <p:sldLayoutId id="2147483879" r:id="rId15"/>
    <p:sldLayoutId id="2147483880" r:id="rId16"/>
    <p:sldLayoutId id="2147483881"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 id="2147483912" r:id="rId12"/>
    <p:sldLayoutId id="2147483913" r:id="rId13"/>
    <p:sldLayoutId id="2147483914" r:id="rId14"/>
    <p:sldLayoutId id="2147483915" r:id="rId15"/>
    <p:sldLayoutId id="2147483916" r:id="rId16"/>
    <p:sldLayoutId id="2147483917"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919"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 id="2147483928" r:id="rId10"/>
    <p:sldLayoutId id="2147483929" r:id="rId11"/>
    <p:sldLayoutId id="2147483930" r:id="rId12"/>
    <p:sldLayoutId id="2147483931" r:id="rId13"/>
    <p:sldLayoutId id="2147483932" r:id="rId14"/>
    <p:sldLayoutId id="2147483933" r:id="rId15"/>
    <p:sldLayoutId id="2147483934" r:id="rId16"/>
    <p:sldLayoutId id="2147483935"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 id="2147483948" r:id="rId12"/>
    <p:sldLayoutId id="2147483949" r:id="rId13"/>
    <p:sldLayoutId id="2147483950" r:id="rId14"/>
    <p:sldLayoutId id="2147483951" r:id="rId15"/>
    <p:sldLayoutId id="2147483952" r:id="rId16"/>
    <p:sldLayoutId id="2147483953"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 id="2147483966" r:id="rId12"/>
    <p:sldLayoutId id="2147483967" r:id="rId13"/>
    <p:sldLayoutId id="2147483968" r:id="rId14"/>
    <p:sldLayoutId id="2147483969" r:id="rId15"/>
    <p:sldLayoutId id="2147483970" r:id="rId16"/>
    <p:sldLayoutId id="2147483971"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 id="2147483988" r:id="rId16"/>
    <p:sldLayoutId id="2147483989"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3991" r:id="rId1"/>
    <p:sldLayoutId id="2147483992" r:id="rId2"/>
    <p:sldLayoutId id="2147483993" r:id="rId3"/>
    <p:sldLayoutId id="2147483994" r:id="rId4"/>
    <p:sldLayoutId id="2147483995" r:id="rId5"/>
    <p:sldLayoutId id="2147483996" r:id="rId6"/>
    <p:sldLayoutId id="2147483997" r:id="rId7"/>
    <p:sldLayoutId id="2147483998" r:id="rId8"/>
    <p:sldLayoutId id="2147483999" r:id="rId9"/>
    <p:sldLayoutId id="2147484000" r:id="rId10"/>
    <p:sldLayoutId id="2147484001" r:id="rId11"/>
    <p:sldLayoutId id="2147484002" r:id="rId12"/>
    <p:sldLayoutId id="2147484003" r:id="rId13"/>
    <p:sldLayoutId id="2147484004" r:id="rId14"/>
    <p:sldLayoutId id="2147484005" r:id="rId15"/>
    <p:sldLayoutId id="2147484006" r:id="rId16"/>
    <p:sldLayoutId id="2147484007"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 id="2147484020" r:id="rId12"/>
    <p:sldLayoutId id="2147484021" r:id="rId13"/>
    <p:sldLayoutId id="2147484022" r:id="rId14"/>
    <p:sldLayoutId id="2147484023" r:id="rId15"/>
    <p:sldLayoutId id="2147484024" r:id="rId16"/>
    <p:sldLayoutId id="2147484025"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027" r:id="rId1"/>
    <p:sldLayoutId id="2147484028" r:id="rId2"/>
    <p:sldLayoutId id="2147484029" r:id="rId3"/>
    <p:sldLayoutId id="2147484030" r:id="rId4"/>
    <p:sldLayoutId id="2147484031" r:id="rId5"/>
    <p:sldLayoutId id="2147484032" r:id="rId6"/>
    <p:sldLayoutId id="2147484033" r:id="rId7"/>
    <p:sldLayoutId id="2147484034" r:id="rId8"/>
    <p:sldLayoutId id="2147484035" r:id="rId9"/>
    <p:sldLayoutId id="2147484036" r:id="rId10"/>
    <p:sldLayoutId id="2147484037" r:id="rId11"/>
    <p:sldLayoutId id="2147484038" r:id="rId12"/>
    <p:sldLayoutId id="2147484039" r:id="rId13"/>
    <p:sldLayoutId id="2147484040" r:id="rId14"/>
    <p:sldLayoutId id="2147484041" r:id="rId15"/>
    <p:sldLayoutId id="2147484042" r:id="rId16"/>
    <p:sldLayoutId id="2147484043"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063" r:id="rId1"/>
    <p:sldLayoutId id="2147484064" r:id="rId2"/>
    <p:sldLayoutId id="2147484065" r:id="rId3"/>
    <p:sldLayoutId id="2147484066" r:id="rId4"/>
    <p:sldLayoutId id="2147484067" r:id="rId5"/>
    <p:sldLayoutId id="2147484068" r:id="rId6"/>
    <p:sldLayoutId id="2147484069" r:id="rId7"/>
    <p:sldLayoutId id="2147484070" r:id="rId8"/>
    <p:sldLayoutId id="2147484071" r:id="rId9"/>
    <p:sldLayoutId id="2147484072" r:id="rId10"/>
    <p:sldLayoutId id="2147484073" r:id="rId11"/>
    <p:sldLayoutId id="2147484074" r:id="rId12"/>
    <p:sldLayoutId id="2147484075" r:id="rId13"/>
    <p:sldLayoutId id="2147484076" r:id="rId14"/>
    <p:sldLayoutId id="2147484077" r:id="rId15"/>
    <p:sldLayoutId id="2147484078" r:id="rId16"/>
    <p:sldLayoutId id="2147484079"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 id="2147484092" r:id="rId12"/>
    <p:sldLayoutId id="2147484093" r:id="rId13"/>
    <p:sldLayoutId id="2147484094" r:id="rId14"/>
    <p:sldLayoutId id="2147484095" r:id="rId15"/>
    <p:sldLayoutId id="2147484096" r:id="rId16"/>
    <p:sldLayoutId id="2147484097"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 id="2147484110" r:id="rId12"/>
    <p:sldLayoutId id="2147484111" r:id="rId13"/>
    <p:sldLayoutId id="2147484112" r:id="rId14"/>
    <p:sldLayoutId id="2147484113" r:id="rId15"/>
    <p:sldLayoutId id="2147484114" r:id="rId16"/>
    <p:sldLayoutId id="2147484115"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 id="2147484128" r:id="rId12"/>
    <p:sldLayoutId id="2147484129" r:id="rId13"/>
    <p:sldLayoutId id="2147484130" r:id="rId14"/>
    <p:sldLayoutId id="2147484131" r:id="rId15"/>
    <p:sldLayoutId id="2147484132" r:id="rId16"/>
    <p:sldLayoutId id="2147484133"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135" r:id="rId1"/>
    <p:sldLayoutId id="2147484136" r:id="rId2"/>
    <p:sldLayoutId id="2147484137" r:id="rId3"/>
    <p:sldLayoutId id="2147484138" r:id="rId4"/>
    <p:sldLayoutId id="2147484139" r:id="rId5"/>
    <p:sldLayoutId id="2147484140" r:id="rId6"/>
    <p:sldLayoutId id="2147484141" r:id="rId7"/>
    <p:sldLayoutId id="2147484142" r:id="rId8"/>
    <p:sldLayoutId id="2147484143" r:id="rId9"/>
    <p:sldLayoutId id="2147484144" r:id="rId10"/>
    <p:sldLayoutId id="2147484145" r:id="rId11"/>
    <p:sldLayoutId id="2147484146" r:id="rId12"/>
    <p:sldLayoutId id="2147484147" r:id="rId13"/>
    <p:sldLayoutId id="2147484148" r:id="rId14"/>
    <p:sldLayoutId id="2147484149" r:id="rId15"/>
    <p:sldLayoutId id="2147484150" r:id="rId16"/>
    <p:sldLayoutId id="2147484151"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 id="2147484164" r:id="rId12"/>
    <p:sldLayoutId id="2147484165" r:id="rId13"/>
    <p:sldLayoutId id="2147484166" r:id="rId14"/>
    <p:sldLayoutId id="2147484167" r:id="rId15"/>
    <p:sldLayoutId id="2147484168" r:id="rId16"/>
    <p:sldLayoutId id="2147484169"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 id="2147484200" r:id="rId12"/>
    <p:sldLayoutId id="2147484201" r:id="rId13"/>
    <p:sldLayoutId id="2147484202" r:id="rId14"/>
    <p:sldLayoutId id="2147484203" r:id="rId15"/>
    <p:sldLayoutId id="2147484204" r:id="rId16"/>
    <p:sldLayoutId id="2147484205"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 id="2147484218" r:id="rId12"/>
    <p:sldLayoutId id="2147484219" r:id="rId13"/>
    <p:sldLayoutId id="2147484220" r:id="rId14"/>
    <p:sldLayoutId id="2147484221" r:id="rId15"/>
    <p:sldLayoutId id="2147484222" r:id="rId16"/>
    <p:sldLayoutId id="2147484223"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 id="2147484228" r:id="rId4"/>
    <p:sldLayoutId id="2147484229" r:id="rId5"/>
    <p:sldLayoutId id="2147484230" r:id="rId6"/>
    <p:sldLayoutId id="2147484231" r:id="rId7"/>
    <p:sldLayoutId id="2147484232" r:id="rId8"/>
    <p:sldLayoutId id="2147484233" r:id="rId9"/>
    <p:sldLayoutId id="2147484234" r:id="rId10"/>
    <p:sldLayoutId id="2147484235" r:id="rId11"/>
    <p:sldLayoutId id="2147484236" r:id="rId12"/>
    <p:sldLayoutId id="2147484237" r:id="rId13"/>
    <p:sldLayoutId id="2147484238" r:id="rId14"/>
    <p:sldLayoutId id="2147484239" r:id="rId15"/>
    <p:sldLayoutId id="2147484240" r:id="rId16"/>
    <p:sldLayoutId id="2147484241"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243" r:id="rId1"/>
    <p:sldLayoutId id="2147484244" r:id="rId2"/>
    <p:sldLayoutId id="2147484245" r:id="rId3"/>
    <p:sldLayoutId id="2147484246" r:id="rId4"/>
    <p:sldLayoutId id="2147484247" r:id="rId5"/>
    <p:sldLayoutId id="2147484248" r:id="rId6"/>
    <p:sldLayoutId id="2147484249" r:id="rId7"/>
    <p:sldLayoutId id="2147484250" r:id="rId8"/>
    <p:sldLayoutId id="2147484251" r:id="rId9"/>
    <p:sldLayoutId id="2147484252" r:id="rId10"/>
    <p:sldLayoutId id="2147484253" r:id="rId11"/>
    <p:sldLayoutId id="2147484254" r:id="rId12"/>
    <p:sldLayoutId id="2147484255" r:id="rId13"/>
    <p:sldLayoutId id="2147484256" r:id="rId14"/>
    <p:sldLayoutId id="2147484257" r:id="rId15"/>
    <p:sldLayoutId id="2147484258" r:id="rId16"/>
    <p:sldLayoutId id="2147484259"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261" r:id="rId1"/>
    <p:sldLayoutId id="2147484262" r:id="rId2"/>
    <p:sldLayoutId id="2147484263" r:id="rId3"/>
    <p:sldLayoutId id="2147484264" r:id="rId4"/>
    <p:sldLayoutId id="2147484265" r:id="rId5"/>
    <p:sldLayoutId id="2147484266" r:id="rId6"/>
    <p:sldLayoutId id="2147484267" r:id="rId7"/>
    <p:sldLayoutId id="2147484268" r:id="rId8"/>
    <p:sldLayoutId id="2147484269" r:id="rId9"/>
    <p:sldLayoutId id="2147484270" r:id="rId10"/>
    <p:sldLayoutId id="2147484271" r:id="rId11"/>
    <p:sldLayoutId id="2147484272" r:id="rId12"/>
    <p:sldLayoutId id="2147484273" r:id="rId13"/>
    <p:sldLayoutId id="2147484274" r:id="rId14"/>
    <p:sldLayoutId id="2147484275" r:id="rId15"/>
    <p:sldLayoutId id="2147484276" r:id="rId16"/>
    <p:sldLayoutId id="2147484277"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279" r:id="rId1"/>
    <p:sldLayoutId id="2147484280" r:id="rId2"/>
    <p:sldLayoutId id="2147484281" r:id="rId3"/>
    <p:sldLayoutId id="2147484282" r:id="rId4"/>
    <p:sldLayoutId id="2147484283" r:id="rId5"/>
    <p:sldLayoutId id="2147484284" r:id="rId6"/>
    <p:sldLayoutId id="2147484285" r:id="rId7"/>
    <p:sldLayoutId id="2147484286" r:id="rId8"/>
    <p:sldLayoutId id="2147484287" r:id="rId9"/>
    <p:sldLayoutId id="2147484288" r:id="rId10"/>
    <p:sldLayoutId id="2147484289" r:id="rId11"/>
    <p:sldLayoutId id="2147484290" r:id="rId12"/>
    <p:sldLayoutId id="2147484291" r:id="rId13"/>
    <p:sldLayoutId id="2147484292" r:id="rId14"/>
    <p:sldLayoutId id="2147484293" r:id="rId15"/>
    <p:sldLayoutId id="2147484294" r:id="rId16"/>
    <p:sldLayoutId id="2147484295"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297" r:id="rId1"/>
    <p:sldLayoutId id="2147484298" r:id="rId2"/>
    <p:sldLayoutId id="2147484299" r:id="rId3"/>
    <p:sldLayoutId id="2147484300" r:id="rId4"/>
    <p:sldLayoutId id="2147484301" r:id="rId5"/>
    <p:sldLayoutId id="2147484302" r:id="rId6"/>
    <p:sldLayoutId id="2147484303" r:id="rId7"/>
    <p:sldLayoutId id="2147484304" r:id="rId8"/>
    <p:sldLayoutId id="2147484305" r:id="rId9"/>
    <p:sldLayoutId id="2147484306" r:id="rId10"/>
    <p:sldLayoutId id="2147484307" r:id="rId11"/>
    <p:sldLayoutId id="2147484308" r:id="rId12"/>
    <p:sldLayoutId id="2147484309" r:id="rId13"/>
    <p:sldLayoutId id="2147484310" r:id="rId14"/>
    <p:sldLayoutId id="2147484311" r:id="rId15"/>
    <p:sldLayoutId id="2147484312" r:id="rId16"/>
    <p:sldLayoutId id="2147484313"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19" r:id="rId5"/>
    <p:sldLayoutId id="2147484320" r:id="rId6"/>
    <p:sldLayoutId id="2147484321" r:id="rId7"/>
    <p:sldLayoutId id="2147484322" r:id="rId8"/>
    <p:sldLayoutId id="2147484323" r:id="rId9"/>
    <p:sldLayoutId id="2147484324" r:id="rId10"/>
    <p:sldLayoutId id="2147484325" r:id="rId11"/>
    <p:sldLayoutId id="2147484326" r:id="rId12"/>
    <p:sldLayoutId id="2147484327" r:id="rId13"/>
    <p:sldLayoutId id="2147484328" r:id="rId14"/>
    <p:sldLayoutId id="2147484329" r:id="rId15"/>
    <p:sldLayoutId id="2147484330" r:id="rId16"/>
    <p:sldLayoutId id="2147484331"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333" r:id="rId1"/>
    <p:sldLayoutId id="2147484334" r:id="rId2"/>
    <p:sldLayoutId id="2147484335" r:id="rId3"/>
    <p:sldLayoutId id="2147484336" r:id="rId4"/>
    <p:sldLayoutId id="2147484337" r:id="rId5"/>
    <p:sldLayoutId id="2147484338" r:id="rId6"/>
    <p:sldLayoutId id="2147484339" r:id="rId7"/>
    <p:sldLayoutId id="2147484340" r:id="rId8"/>
    <p:sldLayoutId id="2147484341" r:id="rId9"/>
    <p:sldLayoutId id="2147484342" r:id="rId10"/>
    <p:sldLayoutId id="2147484343" r:id="rId11"/>
    <p:sldLayoutId id="2147484344" r:id="rId12"/>
    <p:sldLayoutId id="2147484345" r:id="rId13"/>
    <p:sldLayoutId id="2147484346" r:id="rId14"/>
    <p:sldLayoutId id="2147484347" r:id="rId15"/>
    <p:sldLayoutId id="2147484348" r:id="rId16"/>
    <p:sldLayoutId id="2147484349"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351" r:id="rId1"/>
    <p:sldLayoutId id="2147484352" r:id="rId2"/>
    <p:sldLayoutId id="2147484353" r:id="rId3"/>
    <p:sldLayoutId id="2147484354" r:id="rId4"/>
    <p:sldLayoutId id="2147484355" r:id="rId5"/>
    <p:sldLayoutId id="2147484356" r:id="rId6"/>
    <p:sldLayoutId id="2147484357" r:id="rId7"/>
    <p:sldLayoutId id="2147484358" r:id="rId8"/>
    <p:sldLayoutId id="2147484359" r:id="rId9"/>
    <p:sldLayoutId id="2147484360" r:id="rId10"/>
    <p:sldLayoutId id="2147484361" r:id="rId11"/>
    <p:sldLayoutId id="2147484362" r:id="rId12"/>
    <p:sldLayoutId id="2147484363" r:id="rId13"/>
    <p:sldLayoutId id="2147484364" r:id="rId14"/>
    <p:sldLayoutId id="2147484365" r:id="rId15"/>
    <p:sldLayoutId id="2147484366" r:id="rId16"/>
    <p:sldLayoutId id="2147484367"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369" r:id="rId1"/>
    <p:sldLayoutId id="2147484370" r:id="rId2"/>
    <p:sldLayoutId id="2147484371" r:id="rId3"/>
    <p:sldLayoutId id="2147484372" r:id="rId4"/>
    <p:sldLayoutId id="2147484373" r:id="rId5"/>
    <p:sldLayoutId id="2147484374" r:id="rId6"/>
    <p:sldLayoutId id="2147484375" r:id="rId7"/>
    <p:sldLayoutId id="2147484376" r:id="rId8"/>
    <p:sldLayoutId id="2147484377" r:id="rId9"/>
    <p:sldLayoutId id="2147484378" r:id="rId10"/>
    <p:sldLayoutId id="2147484379" r:id="rId11"/>
    <p:sldLayoutId id="2147484380" r:id="rId12"/>
    <p:sldLayoutId id="2147484381" r:id="rId13"/>
    <p:sldLayoutId id="2147484382" r:id="rId14"/>
    <p:sldLayoutId id="2147484383" r:id="rId15"/>
    <p:sldLayoutId id="2147484384" r:id="rId16"/>
    <p:sldLayoutId id="2147484385"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387" r:id="rId1"/>
    <p:sldLayoutId id="2147484388" r:id="rId2"/>
    <p:sldLayoutId id="2147484389" r:id="rId3"/>
    <p:sldLayoutId id="2147484390" r:id="rId4"/>
    <p:sldLayoutId id="2147484391" r:id="rId5"/>
    <p:sldLayoutId id="2147484392" r:id="rId6"/>
    <p:sldLayoutId id="2147484393" r:id="rId7"/>
    <p:sldLayoutId id="2147484394" r:id="rId8"/>
    <p:sldLayoutId id="2147484395" r:id="rId9"/>
    <p:sldLayoutId id="2147484396" r:id="rId10"/>
    <p:sldLayoutId id="2147484397" r:id="rId11"/>
    <p:sldLayoutId id="2147484398" r:id="rId12"/>
    <p:sldLayoutId id="2147484399" r:id="rId13"/>
    <p:sldLayoutId id="2147484400" r:id="rId14"/>
    <p:sldLayoutId id="2147484401" r:id="rId15"/>
    <p:sldLayoutId id="2147484402" r:id="rId16"/>
    <p:sldLayoutId id="2147484403"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405" r:id="rId1"/>
    <p:sldLayoutId id="2147484406" r:id="rId2"/>
    <p:sldLayoutId id="2147484407" r:id="rId3"/>
    <p:sldLayoutId id="2147484408" r:id="rId4"/>
    <p:sldLayoutId id="2147484409" r:id="rId5"/>
    <p:sldLayoutId id="2147484410" r:id="rId6"/>
    <p:sldLayoutId id="2147484411" r:id="rId7"/>
    <p:sldLayoutId id="2147484412" r:id="rId8"/>
    <p:sldLayoutId id="2147484413" r:id="rId9"/>
    <p:sldLayoutId id="2147484414" r:id="rId10"/>
    <p:sldLayoutId id="2147484415" r:id="rId11"/>
    <p:sldLayoutId id="2147484416" r:id="rId12"/>
    <p:sldLayoutId id="2147484417" r:id="rId13"/>
    <p:sldLayoutId id="2147484418" r:id="rId14"/>
    <p:sldLayoutId id="2147484419" r:id="rId15"/>
    <p:sldLayoutId id="2147484420" r:id="rId16"/>
    <p:sldLayoutId id="2147484421"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423" r:id="rId1"/>
    <p:sldLayoutId id="2147484424" r:id="rId2"/>
    <p:sldLayoutId id="2147484425" r:id="rId3"/>
    <p:sldLayoutId id="2147484426" r:id="rId4"/>
    <p:sldLayoutId id="2147484427" r:id="rId5"/>
    <p:sldLayoutId id="2147484428" r:id="rId6"/>
    <p:sldLayoutId id="2147484429" r:id="rId7"/>
    <p:sldLayoutId id="2147484430" r:id="rId8"/>
    <p:sldLayoutId id="2147484431" r:id="rId9"/>
    <p:sldLayoutId id="2147484432" r:id="rId10"/>
    <p:sldLayoutId id="2147484433" r:id="rId11"/>
    <p:sldLayoutId id="2147484434" r:id="rId12"/>
    <p:sldLayoutId id="2147484435" r:id="rId13"/>
    <p:sldLayoutId id="2147484436" r:id="rId14"/>
    <p:sldLayoutId id="2147484437" r:id="rId15"/>
    <p:sldLayoutId id="2147484438" r:id="rId16"/>
    <p:sldLayoutId id="2147484439"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 id="2147484452" r:id="rId12"/>
    <p:sldLayoutId id="2147484453" r:id="rId13"/>
    <p:sldLayoutId id="2147484454" r:id="rId14"/>
    <p:sldLayoutId id="2147484455" r:id="rId15"/>
    <p:sldLayoutId id="2147484456" r:id="rId16"/>
    <p:sldLayoutId id="2147484457"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459" r:id="rId1"/>
    <p:sldLayoutId id="2147484460" r:id="rId2"/>
    <p:sldLayoutId id="2147484461" r:id="rId3"/>
    <p:sldLayoutId id="2147484462" r:id="rId4"/>
    <p:sldLayoutId id="2147484463" r:id="rId5"/>
    <p:sldLayoutId id="2147484464" r:id="rId6"/>
    <p:sldLayoutId id="2147484465" r:id="rId7"/>
    <p:sldLayoutId id="2147484466" r:id="rId8"/>
    <p:sldLayoutId id="2147484467" r:id="rId9"/>
    <p:sldLayoutId id="2147484468" r:id="rId10"/>
    <p:sldLayoutId id="2147484469" r:id="rId11"/>
    <p:sldLayoutId id="2147484470" r:id="rId12"/>
    <p:sldLayoutId id="2147484471" r:id="rId13"/>
    <p:sldLayoutId id="2147484472" r:id="rId14"/>
    <p:sldLayoutId id="2147484473" r:id="rId15"/>
    <p:sldLayoutId id="2147484474" r:id="rId16"/>
    <p:sldLayoutId id="2147484475"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477" r:id="rId1"/>
    <p:sldLayoutId id="2147484478" r:id="rId2"/>
    <p:sldLayoutId id="2147484479" r:id="rId3"/>
    <p:sldLayoutId id="2147484480" r:id="rId4"/>
    <p:sldLayoutId id="2147484481" r:id="rId5"/>
    <p:sldLayoutId id="2147484482" r:id="rId6"/>
    <p:sldLayoutId id="2147484483" r:id="rId7"/>
    <p:sldLayoutId id="2147484484" r:id="rId8"/>
    <p:sldLayoutId id="2147484485" r:id="rId9"/>
    <p:sldLayoutId id="2147484486" r:id="rId10"/>
    <p:sldLayoutId id="2147484487" r:id="rId11"/>
    <p:sldLayoutId id="2147484488" r:id="rId12"/>
    <p:sldLayoutId id="2147484489" r:id="rId13"/>
    <p:sldLayoutId id="2147484490" r:id="rId14"/>
    <p:sldLayoutId id="2147484491" r:id="rId15"/>
    <p:sldLayoutId id="2147484492" r:id="rId16"/>
    <p:sldLayoutId id="2147484493"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495" r:id="rId1"/>
    <p:sldLayoutId id="2147484496" r:id="rId2"/>
    <p:sldLayoutId id="2147484497" r:id="rId3"/>
    <p:sldLayoutId id="2147484498" r:id="rId4"/>
    <p:sldLayoutId id="2147484499" r:id="rId5"/>
    <p:sldLayoutId id="2147484500" r:id="rId6"/>
    <p:sldLayoutId id="2147484501" r:id="rId7"/>
    <p:sldLayoutId id="2147484502" r:id="rId8"/>
    <p:sldLayoutId id="2147484503" r:id="rId9"/>
    <p:sldLayoutId id="2147484504" r:id="rId10"/>
    <p:sldLayoutId id="2147484505" r:id="rId11"/>
    <p:sldLayoutId id="2147484506" r:id="rId12"/>
    <p:sldLayoutId id="2147484507" r:id="rId13"/>
    <p:sldLayoutId id="2147484508" r:id="rId14"/>
    <p:sldLayoutId id="2147484509" r:id="rId15"/>
    <p:sldLayoutId id="2147484510" r:id="rId16"/>
    <p:sldLayoutId id="2147484511"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513" r:id="rId1"/>
    <p:sldLayoutId id="2147484514" r:id="rId2"/>
    <p:sldLayoutId id="2147484515" r:id="rId3"/>
    <p:sldLayoutId id="2147484516" r:id="rId4"/>
    <p:sldLayoutId id="2147484517" r:id="rId5"/>
    <p:sldLayoutId id="2147484518" r:id="rId6"/>
    <p:sldLayoutId id="2147484519" r:id="rId7"/>
    <p:sldLayoutId id="2147484520" r:id="rId8"/>
    <p:sldLayoutId id="2147484521" r:id="rId9"/>
    <p:sldLayoutId id="2147484522" r:id="rId10"/>
    <p:sldLayoutId id="2147484523" r:id="rId11"/>
    <p:sldLayoutId id="2147484524" r:id="rId12"/>
    <p:sldLayoutId id="2147484525" r:id="rId13"/>
    <p:sldLayoutId id="2147484526" r:id="rId14"/>
    <p:sldLayoutId id="2147484527" r:id="rId15"/>
    <p:sldLayoutId id="2147484528" r:id="rId16"/>
    <p:sldLayoutId id="2147484529"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 id="2147484543" r:id="rId13"/>
    <p:sldLayoutId id="2147484544" r:id="rId14"/>
    <p:sldLayoutId id="2147484545" r:id="rId15"/>
    <p:sldLayoutId id="2147484546" r:id="rId16"/>
    <p:sldLayoutId id="2147484547"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549" r:id="rId1"/>
    <p:sldLayoutId id="2147484550" r:id="rId2"/>
    <p:sldLayoutId id="2147484551" r:id="rId3"/>
    <p:sldLayoutId id="2147484552" r:id="rId4"/>
    <p:sldLayoutId id="2147484553" r:id="rId5"/>
    <p:sldLayoutId id="2147484554" r:id="rId6"/>
    <p:sldLayoutId id="2147484555" r:id="rId7"/>
    <p:sldLayoutId id="2147484556" r:id="rId8"/>
    <p:sldLayoutId id="2147484557" r:id="rId9"/>
    <p:sldLayoutId id="2147484558" r:id="rId10"/>
    <p:sldLayoutId id="2147484559" r:id="rId11"/>
    <p:sldLayoutId id="2147484560" r:id="rId12"/>
    <p:sldLayoutId id="2147484561" r:id="rId13"/>
    <p:sldLayoutId id="2147484562" r:id="rId14"/>
    <p:sldLayoutId id="2147484563" r:id="rId15"/>
    <p:sldLayoutId id="2147484564" r:id="rId16"/>
    <p:sldLayoutId id="2147484565"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567" r:id="rId1"/>
    <p:sldLayoutId id="2147484568" r:id="rId2"/>
    <p:sldLayoutId id="2147484569" r:id="rId3"/>
    <p:sldLayoutId id="2147484570" r:id="rId4"/>
    <p:sldLayoutId id="2147484571" r:id="rId5"/>
    <p:sldLayoutId id="2147484572" r:id="rId6"/>
    <p:sldLayoutId id="2147484573" r:id="rId7"/>
    <p:sldLayoutId id="2147484574" r:id="rId8"/>
    <p:sldLayoutId id="2147484575" r:id="rId9"/>
    <p:sldLayoutId id="2147484576" r:id="rId10"/>
    <p:sldLayoutId id="2147484577" r:id="rId11"/>
    <p:sldLayoutId id="2147484578" r:id="rId12"/>
    <p:sldLayoutId id="2147484579" r:id="rId13"/>
    <p:sldLayoutId id="2147484580" r:id="rId14"/>
    <p:sldLayoutId id="2147484581" r:id="rId15"/>
    <p:sldLayoutId id="2147484582" r:id="rId16"/>
    <p:sldLayoutId id="2147484583"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585" r:id="rId1"/>
    <p:sldLayoutId id="2147484586" r:id="rId2"/>
    <p:sldLayoutId id="2147484587" r:id="rId3"/>
    <p:sldLayoutId id="2147484588" r:id="rId4"/>
    <p:sldLayoutId id="2147484589" r:id="rId5"/>
    <p:sldLayoutId id="2147484590" r:id="rId6"/>
    <p:sldLayoutId id="2147484591" r:id="rId7"/>
    <p:sldLayoutId id="2147484592" r:id="rId8"/>
    <p:sldLayoutId id="2147484593" r:id="rId9"/>
    <p:sldLayoutId id="2147484594" r:id="rId10"/>
    <p:sldLayoutId id="2147484595" r:id="rId11"/>
    <p:sldLayoutId id="2147484596" r:id="rId12"/>
    <p:sldLayoutId id="2147484597" r:id="rId13"/>
    <p:sldLayoutId id="2147484598" r:id="rId14"/>
    <p:sldLayoutId id="2147484599" r:id="rId15"/>
    <p:sldLayoutId id="2147484600" r:id="rId16"/>
    <p:sldLayoutId id="2147484601"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621" r:id="rId1"/>
    <p:sldLayoutId id="2147484622" r:id="rId2"/>
    <p:sldLayoutId id="2147484623" r:id="rId3"/>
    <p:sldLayoutId id="2147484624" r:id="rId4"/>
    <p:sldLayoutId id="2147484625" r:id="rId5"/>
    <p:sldLayoutId id="2147484626" r:id="rId6"/>
    <p:sldLayoutId id="2147484627" r:id="rId7"/>
    <p:sldLayoutId id="2147484628" r:id="rId8"/>
    <p:sldLayoutId id="2147484629" r:id="rId9"/>
    <p:sldLayoutId id="2147484630" r:id="rId10"/>
    <p:sldLayoutId id="2147484631" r:id="rId11"/>
    <p:sldLayoutId id="2147484632" r:id="rId12"/>
    <p:sldLayoutId id="2147484633" r:id="rId13"/>
    <p:sldLayoutId id="2147484634" r:id="rId14"/>
    <p:sldLayoutId id="2147484635" r:id="rId15"/>
    <p:sldLayoutId id="2147484636" r:id="rId16"/>
    <p:sldLayoutId id="2147484637"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 id="2147484650" r:id="rId12"/>
    <p:sldLayoutId id="2147484651" r:id="rId13"/>
    <p:sldLayoutId id="2147484652" r:id="rId14"/>
    <p:sldLayoutId id="2147484653" r:id="rId15"/>
    <p:sldLayoutId id="2147484654" r:id="rId16"/>
    <p:sldLayoutId id="2147484655"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657" r:id="rId1"/>
    <p:sldLayoutId id="2147484658" r:id="rId2"/>
    <p:sldLayoutId id="2147484659" r:id="rId3"/>
    <p:sldLayoutId id="2147484660" r:id="rId4"/>
    <p:sldLayoutId id="2147484661" r:id="rId5"/>
    <p:sldLayoutId id="2147484662" r:id="rId6"/>
    <p:sldLayoutId id="2147484663" r:id="rId7"/>
    <p:sldLayoutId id="2147484664" r:id="rId8"/>
    <p:sldLayoutId id="2147484665" r:id="rId9"/>
    <p:sldLayoutId id="2147484666" r:id="rId10"/>
    <p:sldLayoutId id="2147484667" r:id="rId11"/>
    <p:sldLayoutId id="2147484668" r:id="rId12"/>
    <p:sldLayoutId id="2147484669" r:id="rId13"/>
    <p:sldLayoutId id="2147484670" r:id="rId14"/>
    <p:sldLayoutId id="2147484671" r:id="rId15"/>
    <p:sldLayoutId id="2147484672" r:id="rId16"/>
    <p:sldLayoutId id="2147484673"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p:sp>
        <p:nvSpPr>
          <p:cNvPr id="14" name="双波形 13"/>
          <p:cNvSpPr/>
          <p:nvPr userDrawn="1"/>
        </p:nvSpPr>
        <p:spPr>
          <a:xfrm>
            <a:off x="59267" y="725805"/>
            <a:ext cx="11082020" cy="120015"/>
          </a:xfrm>
          <a:prstGeom prst="doubleWave">
            <a:avLst>
              <a:gd name="adj1" fmla="val 6250"/>
              <a:gd name="adj2" fmla="val 0"/>
            </a:avLst>
          </a:prstGeom>
          <a:gradFill>
            <a:gsLst>
              <a:gs pos="0">
                <a:srgbClr val="FE4444"/>
              </a:gs>
              <a:gs pos="100000">
                <a:srgbClr val="832B2B"/>
              </a:gs>
            </a:gsLst>
            <a:lin ang="0" scaled="0"/>
          </a:gra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2400" strike="noStrike" noProof="1">
              <a:solidFill>
                <a:schemeClr val="lt1"/>
              </a:solidFill>
            </a:endParaRPr>
          </a:p>
        </p:txBody>
      </p:sp>
      <p:sp>
        <p:nvSpPr>
          <p:cNvPr id="1026" name="Rectangle 2"/>
          <p:cNvSpPr>
            <a:spLocks noGrp="1"/>
          </p:cNvSpPr>
          <p:nvPr>
            <p:ph type="title"/>
          </p:nvPr>
        </p:nvSpPr>
        <p:spPr>
          <a:xfrm>
            <a:off x="609600" y="457200"/>
            <a:ext cx="109728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p:nvPr>
        </p:nvSpPr>
        <p:spPr>
          <a:xfrm>
            <a:off x="609600" y="1600200"/>
            <a:ext cx="10972800" cy="4525963"/>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defRPr sz="105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05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05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AC53CD-A2F0-4746-AFA2-88787E7692E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bwMode="auto">
          <a:xfrm>
            <a:off x="0" y="6553199"/>
            <a:ext cx="12192000" cy="292101"/>
          </a:xfrm>
          <a:prstGeom prst="rect">
            <a:avLst/>
          </a:prstGeom>
          <a:gradFill>
            <a:gsLst>
              <a:gs pos="100000">
                <a:srgbClr val="B3CED5"/>
              </a:gs>
              <a:gs pos="0">
                <a:srgbClr val="DDE3D8"/>
              </a:gs>
            </a:gsLst>
            <a:lin scaled="1"/>
          </a:gradFill>
          <a:ln w="9525" cap="flat" cmpd="sng" algn="ctr">
            <a:noFill/>
            <a:prstDash val="solid"/>
            <a:round/>
            <a:headEnd type="none" w="med" len="med"/>
            <a:tailEnd type="none" w="med" len="med"/>
          </a:ln>
          <a:effectLst>
            <a:innerShdw blurRad="63500" dist="50800" dir="13500000">
              <a:prstClr val="black">
                <a:alpha val="50000"/>
              </a:prstClr>
            </a:innerShdw>
          </a:effectLst>
        </p:spPr>
        <p:txBody>
          <a:bodyPr>
            <a:scene3d>
              <a:camera prst="orthographicFront"/>
              <a:lightRig rig="threePt" dir="t"/>
            </a:scene3d>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p:txBody>
      </p:sp>
      <p:sp>
        <p:nvSpPr>
          <p:cNvPr id="9" name="Rectangle 5"/>
          <p:cNvSpPr txBox="1">
            <a:spLocks noChangeArrowheads="1"/>
          </p:cNvSpPr>
          <p:nvPr userDrawn="1"/>
        </p:nvSpPr>
        <p:spPr bwMode="auto">
          <a:xfrm>
            <a:off x="8331200" y="6561138"/>
            <a:ext cx="3860800" cy="304800"/>
          </a:xfrm>
          <a:prstGeom prst="rect">
            <a:avLst/>
          </a:prstGeom>
          <a:noFill/>
          <a:ln>
            <a:noFill/>
          </a:ln>
          <a:effectLst/>
        </p:spPr>
        <p:txBody>
          <a:bodyPr/>
          <a:lstStyle>
            <a:defPPr>
              <a:defRPr lang="zh-CN"/>
            </a:defPPr>
            <a:lvl1pPr algn="ctr" rtl="0" eaLnBrk="1" fontAlgn="base" hangingPunct="1">
              <a:spcBef>
                <a:spcPct val="0"/>
              </a:spcBef>
              <a:spcAft>
                <a:spcPct val="0"/>
              </a:spcAft>
              <a:defRPr sz="1400" b="0" kern="1200">
                <a:solidFill>
                  <a:schemeClr val="accent1">
                    <a:lumMod val="50000"/>
                  </a:schemeClr>
                </a:solidFill>
                <a:latin typeface="隶书" panose="02010509060101010101" pitchFamily="49" charset="-122"/>
                <a:ea typeface="隶书" panose="02010509060101010101" pitchFamily="49" charset="-122"/>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厦门大学 高春仙</a:t>
            </a:r>
            <a:r>
              <a:rPr kumimoji="1" lang="en-US" altLang="zh-CN"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 </a:t>
            </a:r>
            <a:r>
              <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rPr>
              <a:t>苏为</a:t>
            </a:r>
            <a:endParaRPr kumimoji="1" lang="zh-CN" altLang="en-US" sz="1050" b="0" i="0" u="none" strike="noStrike" kern="1200" cap="none" spc="0" normalizeH="0" baseline="0" noProof="0" dirty="0" smtClean="0">
              <a:ln>
                <a:noFill/>
              </a:ln>
              <a:solidFill>
                <a:schemeClr val="tx1"/>
              </a:solidFill>
              <a:effectLst/>
              <a:uLnTx/>
              <a:uFillTx/>
              <a:latin typeface="隶书" panose="02010509060101010101" pitchFamily="49" charset="-122"/>
              <a:ea typeface="隶书" panose="02010509060101010101" pitchFamily="49" charset="-122"/>
              <a:cs typeface="+mn-cs"/>
            </a:endParaRPr>
          </a:p>
        </p:txBody>
      </p:sp>
      <p:sp>
        <p:nvSpPr>
          <p:cNvPr id="1034" name="Rectangle 6"/>
          <p:cNvSpPr>
            <a:spLocks noGrp="1"/>
          </p:cNvSpPr>
          <p:nvPr userDrawn="1"/>
        </p:nvSpPr>
        <p:spPr>
          <a:xfrm>
            <a:off x="3860800" y="6553200"/>
            <a:ext cx="4775200" cy="304800"/>
          </a:xfrm>
          <a:prstGeom prst="rect">
            <a:avLst/>
          </a:prstGeom>
          <a:noFill/>
          <a:ln w="9525">
            <a:noFill/>
          </a:ln>
        </p:spPr>
        <p:txBody>
          <a:bodyPr wrap="square" lIns="68580" tIns="34290" rIns="68580" bIns="34290" anchor="t"/>
          <a:p>
            <a:pPr lvl="0" algn="ctr"/>
            <a:fld id="{9A0DB2DC-4C9A-4742-B13C-FB6460FD3503}" type="slidenum">
              <a:rPr lang="en-US" altLang="zh-CN" sz="1050" dirty="0">
                <a:solidFill>
                  <a:schemeClr val="tx1"/>
                </a:solidFill>
                <a:latin typeface="Arial" panose="020B0604020202020204" pitchFamily="34" charset="0"/>
                <a:ea typeface="宋体" panose="02010600030101010101" pitchFamily="2" charset="-122"/>
              </a:rPr>
            </a:fld>
            <a:endParaRPr lang="en-US" altLang="zh-CN" sz="1050" dirty="0">
              <a:solidFill>
                <a:schemeClr val="tx1"/>
              </a:solidFill>
              <a:latin typeface="Arial" panose="020B0604020202020204" pitchFamily="34" charset="0"/>
              <a:ea typeface="宋体" panose="02010600030101010101" pitchFamily="2" charset="-122"/>
            </a:endParaRPr>
          </a:p>
        </p:txBody>
      </p:sp>
      <p:pic>
        <p:nvPicPr>
          <p:cNvPr id="8" name="图片 7" descr="&amp;pky8089305357&amp;"/>
          <p:cNvPicPr>
            <a:picLocks noChangeAspect="1"/>
          </p:cNvPicPr>
          <p:nvPr userDrawn="1"/>
        </p:nvPicPr>
        <p:blipFill>
          <a:blip r:embed="rId18"/>
          <a:stretch>
            <a:fillRect/>
          </a:stretch>
        </p:blipFill>
        <p:spPr>
          <a:xfrm>
            <a:off x="0" y="0"/>
            <a:ext cx="1491827" cy="745490"/>
          </a:xfrm>
          <a:prstGeom prst="rect">
            <a:avLst/>
          </a:prstGeom>
          <a:effectLst>
            <a:softEdge rad="63500"/>
          </a:effectLst>
        </p:spPr>
      </p:pic>
    </p:spTree>
  </p:cSld>
  <p:clrMap bg1="lt1" tx1="dk1" bg2="lt2" tx2="dk2" accent1="accent1" accent2="accent2" accent3="accent3" accent4="accent4" accent5="accent5" accent6="accent6" hlink="hlink" folHlink="folHlink"/>
  <p:sldLayoutIdLst>
    <p:sldLayoutId id="2147484675" r:id="rId1"/>
    <p:sldLayoutId id="2147484676" r:id="rId2"/>
    <p:sldLayoutId id="2147484677" r:id="rId3"/>
    <p:sldLayoutId id="2147484678" r:id="rId4"/>
    <p:sldLayoutId id="2147484679" r:id="rId5"/>
    <p:sldLayoutId id="2147484680" r:id="rId6"/>
    <p:sldLayoutId id="2147484681" r:id="rId7"/>
    <p:sldLayoutId id="2147484682" r:id="rId8"/>
    <p:sldLayoutId id="2147484683" r:id="rId9"/>
    <p:sldLayoutId id="2147484684" r:id="rId10"/>
    <p:sldLayoutId id="2147484685" r:id="rId11"/>
    <p:sldLayoutId id="2147484686" r:id="rId12"/>
    <p:sldLayoutId id="2147484687" r:id="rId13"/>
    <p:sldLayoutId id="2147484688" r:id="rId14"/>
    <p:sldLayoutId id="2147484689" r:id="rId15"/>
    <p:sldLayoutId id="2147484690" r:id="rId16"/>
    <p:sldLayoutId id="2147484691" r:id="rId17"/>
  </p:sldLayoutIdLst>
  <p:transition/>
  <p:hf sldNum="0" hdr="0" ftr="0" dt="0"/>
  <p:txStyles>
    <p:titleStyle>
      <a:lvl1pPr algn="ctr" rtl="0" eaLnBrk="0" fontAlgn="base" hangingPunct="0">
        <a:spcBef>
          <a:spcPct val="0"/>
        </a:spcBef>
        <a:spcAft>
          <a:spcPct val="0"/>
        </a:spcAft>
        <a:defRPr sz="3300" b="1">
          <a:solidFill>
            <a:schemeClr val="tx1"/>
          </a:solidFill>
          <a:latin typeface="隶书" panose="02010509060101010101" pitchFamily="49" charset="-122"/>
          <a:ea typeface="隶书" panose="02010509060101010101" pitchFamily="49" charset="-122"/>
          <a:cs typeface="+mj-cs"/>
        </a:defRPr>
      </a:lvl1pPr>
      <a:lvl2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b="1">
          <a:solidFill>
            <a:srgbClr val="FFFF00"/>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b="1">
          <a:solidFill>
            <a:srgbClr val="FFFF00"/>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15000"/>
        </a:spcBef>
        <a:spcAft>
          <a:spcPct val="0"/>
        </a:spcAft>
        <a:buClr>
          <a:srgbClr val="00FF00"/>
        </a:buClr>
        <a:buFont typeface="Wingdings" panose="05000000000000000000" pitchFamily="2" charset="2"/>
        <a:buChar char="Ø"/>
        <a:defRPr sz="2400" b="1">
          <a:solidFill>
            <a:schemeClr val="tx1"/>
          </a:solidFill>
          <a:latin typeface="+mn-lt"/>
          <a:ea typeface="+mn-ea"/>
          <a:cs typeface="+mn-cs"/>
        </a:defRPr>
      </a:lvl1pPr>
      <a:lvl2pPr marL="557530" indent="-213995" algn="l" rtl="0" eaLnBrk="0" fontAlgn="base" hangingPunct="0">
        <a:spcBef>
          <a:spcPct val="15000"/>
        </a:spcBef>
        <a:spcAft>
          <a:spcPct val="0"/>
        </a:spcAft>
        <a:buBlip>
          <a:blip r:embed="rId19"/>
        </a:buBlip>
        <a:defRPr sz="2100" b="1">
          <a:solidFill>
            <a:schemeClr val="tx1"/>
          </a:solidFill>
          <a:latin typeface="+mn-lt"/>
          <a:ea typeface="+mn-ea"/>
        </a:defRPr>
      </a:lvl2pPr>
      <a:lvl3pPr marL="857250" indent="-171450" algn="l" rtl="0" eaLnBrk="0" fontAlgn="base" hangingPunct="0">
        <a:spcBef>
          <a:spcPct val="15000"/>
        </a:spcBef>
        <a:spcAft>
          <a:spcPct val="0"/>
        </a:spcAft>
        <a:buBlip>
          <a:blip r:embed="rId19"/>
        </a:buBlip>
        <a:defRPr sz="1800" b="1">
          <a:solidFill>
            <a:schemeClr val="tx1"/>
          </a:solidFill>
          <a:latin typeface="+mn-lt"/>
          <a:ea typeface="+mn-ea"/>
        </a:defRPr>
      </a:lvl3pPr>
      <a:lvl4pPr marL="1200150" indent="-171450" algn="l" rtl="0" eaLnBrk="0" fontAlgn="base" hangingPunct="0">
        <a:spcBef>
          <a:spcPct val="15000"/>
        </a:spcBef>
        <a:spcAft>
          <a:spcPct val="0"/>
        </a:spcAft>
        <a:buBlip>
          <a:blip r:embed="rId19"/>
        </a:buBlip>
        <a:defRPr sz="1500" b="1">
          <a:solidFill>
            <a:schemeClr val="tx1"/>
          </a:solidFill>
          <a:latin typeface="+mn-lt"/>
          <a:ea typeface="+mn-ea"/>
        </a:defRPr>
      </a:lvl4pPr>
      <a:lvl5pPr marL="1543050" indent="-171450" algn="l" rtl="0" eaLnBrk="0" fontAlgn="base" hangingPunct="0">
        <a:spcBef>
          <a:spcPct val="15000"/>
        </a:spcBef>
        <a:spcAft>
          <a:spcPct val="0"/>
        </a:spcAft>
        <a:buBlip>
          <a:blip r:embed="rId19"/>
        </a:buBlip>
        <a:defRPr sz="1500" b="1">
          <a:solidFill>
            <a:schemeClr val="tx1"/>
          </a:solidFill>
          <a:latin typeface="+mn-lt"/>
          <a:ea typeface="+mn-ea"/>
        </a:defRPr>
      </a:lvl5pPr>
      <a:lvl6pPr marL="1885950" indent="-171450" algn="l" rtl="0" fontAlgn="base">
        <a:spcBef>
          <a:spcPct val="15000"/>
        </a:spcBef>
        <a:spcAft>
          <a:spcPct val="0"/>
        </a:spcAft>
        <a:buBlip>
          <a:blip r:embed="rId19"/>
        </a:buBlip>
        <a:defRPr sz="1500" b="1">
          <a:solidFill>
            <a:srgbClr val="FFFF00"/>
          </a:solidFill>
          <a:latin typeface="+mn-lt"/>
          <a:ea typeface="+mn-ea"/>
        </a:defRPr>
      </a:lvl6pPr>
      <a:lvl7pPr marL="2228850" indent="-171450" algn="l" rtl="0" fontAlgn="base">
        <a:spcBef>
          <a:spcPct val="15000"/>
        </a:spcBef>
        <a:spcAft>
          <a:spcPct val="0"/>
        </a:spcAft>
        <a:buBlip>
          <a:blip r:embed="rId19"/>
        </a:buBlip>
        <a:defRPr sz="1500" b="1">
          <a:solidFill>
            <a:srgbClr val="FFFF00"/>
          </a:solidFill>
          <a:latin typeface="+mn-lt"/>
          <a:ea typeface="+mn-ea"/>
        </a:defRPr>
      </a:lvl7pPr>
      <a:lvl8pPr marL="2571750" indent="-171450" algn="l" rtl="0" fontAlgn="base">
        <a:spcBef>
          <a:spcPct val="15000"/>
        </a:spcBef>
        <a:spcAft>
          <a:spcPct val="0"/>
        </a:spcAft>
        <a:buBlip>
          <a:blip r:embed="rId19"/>
        </a:buBlip>
        <a:defRPr sz="1500" b="1">
          <a:solidFill>
            <a:srgbClr val="FFFF00"/>
          </a:solidFill>
          <a:latin typeface="+mn-lt"/>
          <a:ea typeface="+mn-ea"/>
        </a:defRPr>
      </a:lvl8pPr>
      <a:lvl9pPr marL="2914650" indent="-171450" algn="l" rtl="0" fontAlgn="base">
        <a:spcBef>
          <a:spcPct val="15000"/>
        </a:spcBef>
        <a:spcAft>
          <a:spcPct val="0"/>
        </a:spcAft>
        <a:buBlip>
          <a:blip r:embed="rId19"/>
        </a:buBlip>
        <a:defRPr sz="1500" b="1">
          <a:solidFill>
            <a:srgbClr val="FFFF00"/>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tags" Target="../tags/tag3.xml"/><Relationship Id="rId3" Type="http://schemas.openxmlformats.org/officeDocument/2006/relationships/image" Target="../media/image3.png"/><Relationship Id="rId2" Type="http://schemas.openxmlformats.org/officeDocument/2006/relationships/tags" Target="../tags/tag2.xml"/><Relationship Id="rId15" Type="http://schemas.openxmlformats.org/officeDocument/2006/relationships/slideLayout" Target="../slideLayouts/slideLayout4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58.xml"/><Relationship Id="rId4" Type="http://schemas.openxmlformats.org/officeDocument/2006/relationships/tags" Target="../tags/tag1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5.xml"/><Relationship Id="rId1" Type="http://schemas.openxmlformats.org/officeDocument/2006/relationships/tags" Target="../tags/tag12.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891.xml"/><Relationship Id="rId5" Type="http://schemas.openxmlformats.org/officeDocument/2006/relationships/image" Target="../media/image6.jpe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tags" Target="../tags/tag13.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908.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925.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image" Target="../media/image5.png"/><Relationship Id="rId3" Type="http://schemas.openxmlformats.org/officeDocument/2006/relationships/image" Target="../media/image4.png"/><Relationship Id="rId22" Type="http://schemas.openxmlformats.org/officeDocument/2006/relationships/slideLayout" Target="../slideLayouts/slideLayout92.xml"/><Relationship Id="rId21" Type="http://schemas.openxmlformats.org/officeDocument/2006/relationships/image" Target="../media/image10.png"/><Relationship Id="rId20" Type="http://schemas.openxmlformats.org/officeDocument/2006/relationships/tags" Target="../tags/tag29.xml"/><Relationship Id="rId2" Type="http://schemas.openxmlformats.org/officeDocument/2006/relationships/image" Target="../media/image2.png"/><Relationship Id="rId19" Type="http://schemas.openxmlformats.org/officeDocument/2006/relationships/image" Target="../media/image9.jpeg"/><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image" Target="../media/image11.emf"/><Relationship Id="rId6" Type="http://schemas.openxmlformats.org/officeDocument/2006/relationships/oleObject" Target="../embeddings/oleObject1.bin"/><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image" Target="../media/image5.png"/><Relationship Id="rId2" Type="http://schemas.openxmlformats.org/officeDocument/2006/relationships/image" Target="../media/image4.png"/><Relationship Id="rId17" Type="http://schemas.openxmlformats.org/officeDocument/2006/relationships/vmlDrawing" Target="../drawings/vmlDrawing1.vml"/><Relationship Id="rId16" Type="http://schemas.openxmlformats.org/officeDocument/2006/relationships/slideLayout" Target="../slideLayouts/slideLayout109.xml"/><Relationship Id="rId15" Type="http://schemas.openxmlformats.org/officeDocument/2006/relationships/tags" Target="../tags/tag38.xml"/><Relationship Id="rId14" Type="http://schemas.openxmlformats.org/officeDocument/2006/relationships/image" Target="../media/image12.jpeg"/><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image" Target="../media/image13.emf"/><Relationship Id="rId4" Type="http://schemas.openxmlformats.org/officeDocument/2006/relationships/oleObject" Target="../embeddings/oleObject2.bin"/><Relationship Id="rId3" Type="http://schemas.openxmlformats.org/officeDocument/2006/relationships/image" Target="../media/image5.png"/><Relationship Id="rId2" Type="http://schemas.openxmlformats.org/officeDocument/2006/relationships/image" Target="../media/image4.png"/><Relationship Id="rId17" Type="http://schemas.openxmlformats.org/officeDocument/2006/relationships/vmlDrawing" Target="../drawings/vmlDrawing2.vml"/><Relationship Id="rId16" Type="http://schemas.openxmlformats.org/officeDocument/2006/relationships/slideLayout" Target="../slideLayouts/slideLayout126.xml"/><Relationship Id="rId15" Type="http://schemas.openxmlformats.org/officeDocument/2006/relationships/image" Target="../media/image12.jpeg"/><Relationship Id="rId14" Type="http://schemas.openxmlformats.org/officeDocument/2006/relationships/image" Target="../media/image14.emf"/><Relationship Id="rId13" Type="http://schemas.openxmlformats.org/officeDocument/2006/relationships/oleObject" Target="../embeddings/oleObject3.bin"/><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9" Type="http://schemas.openxmlformats.org/officeDocument/2006/relationships/slideLayout" Target="../slideLayouts/slideLayout143.xml"/><Relationship Id="rId18" Type="http://schemas.openxmlformats.org/officeDocument/2006/relationships/tags" Target="../tags/tag60.xml"/><Relationship Id="rId17" Type="http://schemas.openxmlformats.org/officeDocument/2006/relationships/tags" Target="../tags/tag59.xml"/><Relationship Id="rId16" Type="http://schemas.openxmlformats.org/officeDocument/2006/relationships/tags" Target="../tags/tag58.xml"/><Relationship Id="rId15" Type="http://schemas.openxmlformats.org/officeDocument/2006/relationships/tags" Target="../tags/tag57.xml"/><Relationship Id="rId14" Type="http://schemas.openxmlformats.org/officeDocument/2006/relationships/tags" Target="../tags/tag56.xml"/><Relationship Id="rId13" Type="http://schemas.openxmlformats.org/officeDocument/2006/relationships/tags" Target="../tags/tag55.xml"/><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tags" Target="../tags/tag46.xml"/></Relationships>
</file>

<file path=ppt/slides/_rels/slide12.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2.png"/><Relationship Id="rId21" Type="http://schemas.openxmlformats.org/officeDocument/2006/relationships/vmlDrawing" Target="../drawings/vmlDrawing3.vml"/><Relationship Id="rId20" Type="http://schemas.openxmlformats.org/officeDocument/2006/relationships/slideLayout" Target="../slideLayouts/slideLayout160.xml"/><Relationship Id="rId2" Type="http://schemas.openxmlformats.org/officeDocument/2006/relationships/image" Target="../media/image15.emf"/><Relationship Id="rId19" Type="http://schemas.openxmlformats.org/officeDocument/2006/relationships/tags" Target="../tags/tag74.xml"/><Relationship Id="rId18" Type="http://schemas.openxmlformats.org/officeDocument/2006/relationships/tags" Target="../tags/tag73.xml"/><Relationship Id="rId17" Type="http://schemas.openxmlformats.org/officeDocument/2006/relationships/tags" Target="../tags/tag72.xml"/><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2.png"/><Relationship Id="rId21" Type="http://schemas.openxmlformats.org/officeDocument/2006/relationships/vmlDrawing" Target="../drawings/vmlDrawing4.vml"/><Relationship Id="rId20" Type="http://schemas.openxmlformats.org/officeDocument/2006/relationships/slideLayout" Target="../slideLayouts/slideLayout177.xml"/><Relationship Id="rId2" Type="http://schemas.openxmlformats.org/officeDocument/2006/relationships/image" Target="../media/image16.emf"/><Relationship Id="rId19" Type="http://schemas.openxmlformats.org/officeDocument/2006/relationships/tags" Target="../tags/tag87.xml"/><Relationship Id="rId18" Type="http://schemas.openxmlformats.org/officeDocument/2006/relationships/tags" Target="../tags/tag86.xml"/><Relationship Id="rId17" Type="http://schemas.openxmlformats.org/officeDocument/2006/relationships/tags" Target="../tags/tag85.xml"/><Relationship Id="rId16" Type="http://schemas.openxmlformats.org/officeDocument/2006/relationships/tags" Target="../tags/tag84.xml"/><Relationship Id="rId15" Type="http://schemas.openxmlformats.org/officeDocument/2006/relationships/tags" Target="../tags/tag83.xml"/><Relationship Id="rId14" Type="http://schemas.openxmlformats.org/officeDocument/2006/relationships/tags" Target="../tags/tag82.xml"/><Relationship Id="rId13" Type="http://schemas.openxmlformats.org/officeDocument/2006/relationships/tags" Target="../tags/tag81.xml"/><Relationship Id="rId12" Type="http://schemas.openxmlformats.org/officeDocument/2006/relationships/tags" Target="../tags/tag80.xml"/><Relationship Id="rId11" Type="http://schemas.openxmlformats.org/officeDocument/2006/relationships/tags" Target="../tags/tag79.xml"/><Relationship Id="rId10" Type="http://schemas.openxmlformats.org/officeDocument/2006/relationships/tags" Target="../tags/tag78.xml"/><Relationship Id="rId1"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image" Target="../media/image5.png"/><Relationship Id="rId2" Type="http://schemas.openxmlformats.org/officeDocument/2006/relationships/image" Target="../media/image4.png"/><Relationship Id="rId19" Type="http://schemas.openxmlformats.org/officeDocument/2006/relationships/vmlDrawing" Target="../drawings/vmlDrawing5.vml"/><Relationship Id="rId18" Type="http://schemas.openxmlformats.org/officeDocument/2006/relationships/slideLayout" Target="../slideLayouts/slideLayout194.xml"/><Relationship Id="rId17" Type="http://schemas.openxmlformats.org/officeDocument/2006/relationships/image" Target="../media/image20.wmf"/><Relationship Id="rId16" Type="http://schemas.openxmlformats.org/officeDocument/2006/relationships/oleObject" Target="../embeddings/oleObject9.bin"/><Relationship Id="rId15" Type="http://schemas.openxmlformats.org/officeDocument/2006/relationships/image" Target="../media/image19.wmf"/><Relationship Id="rId14" Type="http://schemas.openxmlformats.org/officeDocument/2006/relationships/oleObject" Target="../embeddings/oleObject8.bin"/><Relationship Id="rId13" Type="http://schemas.openxmlformats.org/officeDocument/2006/relationships/image" Target="../media/image18.wmf"/><Relationship Id="rId12" Type="http://schemas.openxmlformats.org/officeDocument/2006/relationships/oleObject" Target="../embeddings/oleObject7.bin"/><Relationship Id="rId11" Type="http://schemas.openxmlformats.org/officeDocument/2006/relationships/image" Target="../media/image17.wmf"/><Relationship Id="rId10" Type="http://schemas.openxmlformats.org/officeDocument/2006/relationships/oleObject" Target="../embeddings/oleObject6.bin"/><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857.xml"/><Relationship Id="rId7" Type="http://schemas.openxmlformats.org/officeDocument/2006/relationships/tags" Target="../tags/tag94.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2.png"/><Relationship Id="rId2" Type="http://schemas.openxmlformats.org/officeDocument/2006/relationships/image" Target="../media/image21.emf"/><Relationship Id="rId1" Type="http://schemas.openxmlformats.org/officeDocument/2006/relationships/oleObject" Target="../embeddings/oleObject10.bin"/></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211.xml"/><Relationship Id="rId8" Type="http://schemas.openxmlformats.org/officeDocument/2006/relationships/image" Target="../media/image23.emf"/><Relationship Id="rId7" Type="http://schemas.openxmlformats.org/officeDocument/2006/relationships/oleObject" Target="../embeddings/oleObject12.bin"/><Relationship Id="rId6" Type="http://schemas.openxmlformats.org/officeDocument/2006/relationships/image" Target="../media/image22.emf"/><Relationship Id="rId5" Type="http://schemas.openxmlformats.org/officeDocument/2006/relationships/oleObject" Target="../embeddings/oleObject11.bin"/><Relationship Id="rId4" Type="http://schemas.openxmlformats.org/officeDocument/2006/relationships/image" Target="../media/image10.png"/><Relationship Id="rId3" Type="http://schemas.openxmlformats.org/officeDocument/2006/relationships/image" Target="../media/image5.png"/><Relationship Id="rId2" Type="http://schemas.openxmlformats.org/officeDocument/2006/relationships/image" Target="../media/image4.png"/><Relationship Id="rId10" Type="http://schemas.openxmlformats.org/officeDocument/2006/relationships/vmlDrawing" Target="../drawings/vmlDrawing7.v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28.xml"/><Relationship Id="rId8" Type="http://schemas.openxmlformats.org/officeDocument/2006/relationships/image" Target="../media/image10.png"/><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image" Target="../media/image24.emf"/><Relationship Id="rId4" Type="http://schemas.openxmlformats.org/officeDocument/2006/relationships/oleObject" Target="../embeddings/oleObject13.bin"/><Relationship Id="rId3" Type="http://schemas.openxmlformats.org/officeDocument/2006/relationships/image" Target="../media/image5.png"/><Relationship Id="rId2" Type="http://schemas.openxmlformats.org/officeDocument/2006/relationships/image" Target="../media/image4.png"/><Relationship Id="rId10" Type="http://schemas.openxmlformats.org/officeDocument/2006/relationships/vmlDrawing" Target="../drawings/vmlDrawing8.v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oleObject" Target="../embeddings/oleObject16.bin"/><Relationship Id="rId7" Type="http://schemas.openxmlformats.org/officeDocument/2006/relationships/image" Target="../media/image26.wmf"/><Relationship Id="rId6" Type="http://schemas.openxmlformats.org/officeDocument/2006/relationships/oleObject" Target="../embeddings/oleObject15.bin"/><Relationship Id="rId5" Type="http://schemas.openxmlformats.org/officeDocument/2006/relationships/image" Target="../media/image25.emf"/><Relationship Id="rId4" Type="http://schemas.openxmlformats.org/officeDocument/2006/relationships/oleObject" Target="../embeddings/oleObject14.bin"/><Relationship Id="rId3" Type="http://schemas.openxmlformats.org/officeDocument/2006/relationships/image" Target="../media/image5.png"/><Relationship Id="rId2" Type="http://schemas.openxmlformats.org/officeDocument/2006/relationships/image" Target="../media/image4.png"/><Relationship Id="rId13" Type="http://schemas.openxmlformats.org/officeDocument/2006/relationships/vmlDrawing" Target="../drawings/vmlDrawing9.vml"/><Relationship Id="rId12" Type="http://schemas.openxmlformats.org/officeDocument/2006/relationships/slideLayout" Target="../slideLayouts/slideLayout245.xml"/><Relationship Id="rId11" Type="http://schemas.openxmlformats.org/officeDocument/2006/relationships/image" Target="../media/image28.wmf"/><Relationship Id="rId10" Type="http://schemas.openxmlformats.org/officeDocument/2006/relationships/oleObject" Target="../embeddings/oleObject17.bin"/><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262.xml"/><Relationship Id="rId6" Type="http://schemas.openxmlformats.org/officeDocument/2006/relationships/image" Target="../media/image29.wmf"/><Relationship Id="rId5" Type="http://schemas.openxmlformats.org/officeDocument/2006/relationships/oleObject" Target="../embeddings/oleObject18.bin"/><Relationship Id="rId4" Type="http://schemas.openxmlformats.org/officeDocument/2006/relationships/image" Target="../media/image10.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image" Target="../media/image5.png"/><Relationship Id="rId32" Type="http://schemas.openxmlformats.org/officeDocument/2006/relationships/vmlDrawing" Target="../drawings/vmlDrawing11.vml"/><Relationship Id="rId31" Type="http://schemas.openxmlformats.org/officeDocument/2006/relationships/slideLayout" Target="../slideLayouts/slideLayout279.xml"/><Relationship Id="rId30" Type="http://schemas.openxmlformats.org/officeDocument/2006/relationships/tags" Target="../tags/tag121.xml"/><Relationship Id="rId3" Type="http://schemas.openxmlformats.org/officeDocument/2006/relationships/image" Target="../media/image4.png"/><Relationship Id="rId29" Type="http://schemas.openxmlformats.org/officeDocument/2006/relationships/tags" Target="../tags/tag120.xml"/><Relationship Id="rId28" Type="http://schemas.openxmlformats.org/officeDocument/2006/relationships/tags" Target="../tags/tag119.xml"/><Relationship Id="rId27" Type="http://schemas.openxmlformats.org/officeDocument/2006/relationships/tags" Target="../tags/tag118.xml"/><Relationship Id="rId26" Type="http://schemas.openxmlformats.org/officeDocument/2006/relationships/tags" Target="../tags/tag117.xml"/><Relationship Id="rId25" Type="http://schemas.openxmlformats.org/officeDocument/2006/relationships/tags" Target="../tags/tag116.xml"/><Relationship Id="rId24" Type="http://schemas.openxmlformats.org/officeDocument/2006/relationships/tags" Target="../tags/tag115.xml"/><Relationship Id="rId23" Type="http://schemas.openxmlformats.org/officeDocument/2006/relationships/tags" Target="../tags/tag114.xml"/><Relationship Id="rId22" Type="http://schemas.openxmlformats.org/officeDocument/2006/relationships/tags" Target="../tags/tag113.xml"/><Relationship Id="rId21" Type="http://schemas.openxmlformats.org/officeDocument/2006/relationships/tags" Target="../tags/tag112.xml"/><Relationship Id="rId20" Type="http://schemas.openxmlformats.org/officeDocument/2006/relationships/tags" Target="../tags/tag111.xml"/><Relationship Id="rId2" Type="http://schemas.openxmlformats.org/officeDocument/2006/relationships/image" Target="../media/image2.png"/><Relationship Id="rId19" Type="http://schemas.openxmlformats.org/officeDocument/2006/relationships/tags" Target="../tags/tag110.xml"/><Relationship Id="rId18" Type="http://schemas.openxmlformats.org/officeDocument/2006/relationships/tags" Target="../tags/tag109.xml"/><Relationship Id="rId17" Type="http://schemas.openxmlformats.org/officeDocument/2006/relationships/tags" Target="../tags/tag108.xml"/><Relationship Id="rId16" Type="http://schemas.openxmlformats.org/officeDocument/2006/relationships/image" Target="../media/image30.emf"/><Relationship Id="rId15" Type="http://schemas.openxmlformats.org/officeDocument/2006/relationships/oleObject" Target="../embeddings/oleObject19.bin"/><Relationship Id="rId14" Type="http://schemas.openxmlformats.org/officeDocument/2006/relationships/tags" Target="../tags/tag107.xml"/><Relationship Id="rId13" Type="http://schemas.openxmlformats.org/officeDocument/2006/relationships/tags" Target="../tags/tag106.xml"/><Relationship Id="rId12" Type="http://schemas.openxmlformats.org/officeDocument/2006/relationships/tags" Target="../tags/tag105.xml"/><Relationship Id="rId11" Type="http://schemas.openxmlformats.org/officeDocument/2006/relationships/tags" Target="../tags/tag104.xml"/><Relationship Id="rId10" Type="http://schemas.openxmlformats.org/officeDocument/2006/relationships/tags" Target="../tags/tag103.xml"/><Relationship Id="rId1" Type="http://schemas.openxmlformats.org/officeDocument/2006/relationships/tags" Target="../tags/tag97.xml"/></Relationships>
</file>

<file path=ppt/slides/_rels/slide21.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4" Type="http://schemas.openxmlformats.org/officeDocument/2006/relationships/vmlDrawing" Target="../drawings/vmlDrawing12.vml"/><Relationship Id="rId33" Type="http://schemas.openxmlformats.org/officeDocument/2006/relationships/slideLayout" Target="../slideLayouts/slideLayout874.xml"/><Relationship Id="rId32" Type="http://schemas.openxmlformats.org/officeDocument/2006/relationships/image" Target="../media/image31.emf"/><Relationship Id="rId31" Type="http://schemas.openxmlformats.org/officeDocument/2006/relationships/oleObject" Target="../embeddings/oleObject21.bin"/><Relationship Id="rId30" Type="http://schemas.openxmlformats.org/officeDocument/2006/relationships/tags" Target="../tags/tag146.xml"/><Relationship Id="rId3" Type="http://schemas.openxmlformats.org/officeDocument/2006/relationships/tags" Target="../tags/tag124.xml"/><Relationship Id="rId29" Type="http://schemas.openxmlformats.org/officeDocument/2006/relationships/tags" Target="../tags/tag145.xml"/><Relationship Id="rId28" Type="http://schemas.openxmlformats.org/officeDocument/2006/relationships/tags" Target="../tags/tag144.xml"/><Relationship Id="rId27" Type="http://schemas.openxmlformats.org/officeDocument/2006/relationships/tags" Target="../tags/tag143.xml"/><Relationship Id="rId26" Type="http://schemas.openxmlformats.org/officeDocument/2006/relationships/tags" Target="../tags/tag142.xml"/><Relationship Id="rId25" Type="http://schemas.openxmlformats.org/officeDocument/2006/relationships/tags" Target="../tags/tag141.xml"/><Relationship Id="rId24" Type="http://schemas.openxmlformats.org/officeDocument/2006/relationships/tags" Target="../tags/tag140.xml"/><Relationship Id="rId23" Type="http://schemas.openxmlformats.org/officeDocument/2006/relationships/tags" Target="../tags/tag139.xml"/><Relationship Id="rId22" Type="http://schemas.openxmlformats.org/officeDocument/2006/relationships/tags" Target="../tags/tag138.xml"/><Relationship Id="rId21" Type="http://schemas.openxmlformats.org/officeDocument/2006/relationships/tags" Target="../tags/tag137.xml"/><Relationship Id="rId20" Type="http://schemas.openxmlformats.org/officeDocument/2006/relationships/tags" Target="../tags/tag136.xml"/><Relationship Id="rId2" Type="http://schemas.openxmlformats.org/officeDocument/2006/relationships/tags" Target="../tags/tag123.xml"/><Relationship Id="rId19" Type="http://schemas.openxmlformats.org/officeDocument/2006/relationships/tags" Target="../tags/tag135.xml"/><Relationship Id="rId18" Type="http://schemas.openxmlformats.org/officeDocument/2006/relationships/tags" Target="../tags/tag134.xml"/><Relationship Id="rId17" Type="http://schemas.openxmlformats.org/officeDocument/2006/relationships/tags" Target="../tags/tag133.xml"/><Relationship Id="rId16" Type="http://schemas.openxmlformats.org/officeDocument/2006/relationships/tags" Target="../tags/tag132.xml"/><Relationship Id="rId15" Type="http://schemas.openxmlformats.org/officeDocument/2006/relationships/image" Target="../media/image30.emf"/><Relationship Id="rId14" Type="http://schemas.openxmlformats.org/officeDocument/2006/relationships/oleObject" Target="../embeddings/oleObject20.bin"/><Relationship Id="rId13" Type="http://schemas.openxmlformats.org/officeDocument/2006/relationships/tags" Target="../tags/tag131.xml"/><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2.png"/><Relationship Id="rId1" Type="http://schemas.openxmlformats.org/officeDocument/2006/relationships/tags" Target="../tags/tag122.xml"/></Relationships>
</file>

<file path=ppt/slides/_rels/slide22.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3.emf"/><Relationship Id="rId3" Type="http://schemas.openxmlformats.org/officeDocument/2006/relationships/oleObject" Target="../embeddings/oleObject23.bin"/><Relationship Id="rId2" Type="http://schemas.openxmlformats.org/officeDocument/2006/relationships/image" Target="../media/image32.emf"/><Relationship Id="rId18" Type="http://schemas.openxmlformats.org/officeDocument/2006/relationships/vmlDrawing" Target="../drawings/vmlDrawing13.vml"/><Relationship Id="rId17" Type="http://schemas.openxmlformats.org/officeDocument/2006/relationships/slideLayout" Target="../slideLayouts/slideLayout296.xml"/><Relationship Id="rId16" Type="http://schemas.openxmlformats.org/officeDocument/2006/relationships/tags" Target="../tags/tag155.xml"/><Relationship Id="rId15" Type="http://schemas.openxmlformats.org/officeDocument/2006/relationships/tags" Target="../tags/tag154.xml"/><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oleObject" Target="../embeddings/oleObject22.bin"/></Relationships>
</file>

<file path=ppt/slides/_rels/slide23.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image" Target="../media/image5.png"/><Relationship Id="rId7" Type="http://schemas.openxmlformats.org/officeDocument/2006/relationships/image" Target="../media/image4.png"/><Relationship Id="rId6" Type="http://schemas.openxmlformats.org/officeDocument/2006/relationships/image" Target="../media/image2.png"/><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1" Type="http://schemas.openxmlformats.org/officeDocument/2006/relationships/vmlDrawing" Target="../drawings/vmlDrawing14.vml"/><Relationship Id="rId20" Type="http://schemas.openxmlformats.org/officeDocument/2006/relationships/slideLayout" Target="../slideLayouts/slideLayout313.xml"/><Relationship Id="rId2" Type="http://schemas.openxmlformats.org/officeDocument/2006/relationships/image" Target="../media/image34.emf"/><Relationship Id="rId19" Type="http://schemas.openxmlformats.org/officeDocument/2006/relationships/tags" Target="../tags/tag168.xml"/><Relationship Id="rId18" Type="http://schemas.openxmlformats.org/officeDocument/2006/relationships/image" Target="../media/image35.jpeg"/><Relationship Id="rId17" Type="http://schemas.openxmlformats.org/officeDocument/2006/relationships/tags" Target="../tags/tag167.xml"/><Relationship Id="rId16" Type="http://schemas.openxmlformats.org/officeDocument/2006/relationships/tags" Target="../tags/tag166.xml"/><Relationship Id="rId15" Type="http://schemas.openxmlformats.org/officeDocument/2006/relationships/tags" Target="../tags/tag165.xml"/><Relationship Id="rId14" Type="http://schemas.openxmlformats.org/officeDocument/2006/relationships/tags" Target="../tags/tag164.xml"/><Relationship Id="rId13" Type="http://schemas.openxmlformats.org/officeDocument/2006/relationships/tags" Target="../tags/tag163.xml"/><Relationship Id="rId12" Type="http://schemas.openxmlformats.org/officeDocument/2006/relationships/tags" Target="../tags/tag162.xml"/><Relationship Id="rId11" Type="http://schemas.openxmlformats.org/officeDocument/2006/relationships/tags" Target="../tags/tag161.xml"/><Relationship Id="rId10" Type="http://schemas.openxmlformats.org/officeDocument/2006/relationships/tags" Target="../tags/tag160.xml"/><Relationship Id="rId1" Type="http://schemas.openxmlformats.org/officeDocument/2006/relationships/oleObject" Target="../embeddings/oleObject24.bin"/></Relationships>
</file>

<file path=ppt/slides/_rels/slide24.xml.rels><?xml version="1.0" encoding="UTF-8" standalone="yes"?>
<Relationships xmlns="http://schemas.openxmlformats.org/package/2006/relationships"><Relationship Id="rId9" Type="http://schemas.openxmlformats.org/officeDocument/2006/relationships/tags" Target="../tags/tag172.xml"/><Relationship Id="rId8" Type="http://schemas.openxmlformats.org/officeDocument/2006/relationships/image" Target="../media/image5.png"/><Relationship Id="rId7" Type="http://schemas.openxmlformats.org/officeDocument/2006/relationships/image" Target="../media/image4.png"/><Relationship Id="rId6" Type="http://schemas.openxmlformats.org/officeDocument/2006/relationships/image" Target="../media/image2.png"/><Relationship Id="rId5" Type="http://schemas.openxmlformats.org/officeDocument/2006/relationships/tags" Target="../tags/tag171.xml"/><Relationship Id="rId4" Type="http://schemas.openxmlformats.org/officeDocument/2006/relationships/tags" Target="../tags/tag170.xml"/><Relationship Id="rId3" Type="http://schemas.openxmlformats.org/officeDocument/2006/relationships/tags" Target="../tags/tag169.xml"/><Relationship Id="rId2" Type="http://schemas.openxmlformats.org/officeDocument/2006/relationships/image" Target="../media/image36.emf"/><Relationship Id="rId18" Type="http://schemas.openxmlformats.org/officeDocument/2006/relationships/vmlDrawing" Target="../drawings/vmlDrawing15.vml"/><Relationship Id="rId17" Type="http://schemas.openxmlformats.org/officeDocument/2006/relationships/slideLayout" Target="../slideLayouts/slideLayout330.xml"/><Relationship Id="rId16" Type="http://schemas.openxmlformats.org/officeDocument/2006/relationships/tags" Target="../tags/tag179.xml"/><Relationship Id="rId15" Type="http://schemas.openxmlformats.org/officeDocument/2006/relationships/tags" Target="../tags/tag178.xml"/><Relationship Id="rId14" Type="http://schemas.openxmlformats.org/officeDocument/2006/relationships/tags" Target="../tags/tag177.xml"/><Relationship Id="rId13" Type="http://schemas.openxmlformats.org/officeDocument/2006/relationships/tags" Target="../tags/tag176.xml"/><Relationship Id="rId12" Type="http://schemas.openxmlformats.org/officeDocument/2006/relationships/tags" Target="../tags/tag175.xml"/><Relationship Id="rId11" Type="http://schemas.openxmlformats.org/officeDocument/2006/relationships/tags" Target="../tags/tag174.xml"/><Relationship Id="rId10" Type="http://schemas.openxmlformats.org/officeDocument/2006/relationships/tags" Target="../tags/tag173.xml"/><Relationship Id="rId1" Type="http://schemas.openxmlformats.org/officeDocument/2006/relationships/oleObject" Target="../embeddings/oleObject25.bin"/></Relationships>
</file>

<file path=ppt/slides/_rels/slide25.xml.rels><?xml version="1.0" encoding="UTF-8" standalone="yes"?>
<Relationships xmlns="http://schemas.openxmlformats.org/package/2006/relationships"><Relationship Id="rId9" Type="http://schemas.openxmlformats.org/officeDocument/2006/relationships/tags" Target="../tags/tag183.xml"/><Relationship Id="rId8" Type="http://schemas.openxmlformats.org/officeDocument/2006/relationships/image" Target="../media/image5.png"/><Relationship Id="rId7" Type="http://schemas.openxmlformats.org/officeDocument/2006/relationships/image" Target="../media/image4.png"/><Relationship Id="rId6" Type="http://schemas.openxmlformats.org/officeDocument/2006/relationships/image" Target="../media/image2.png"/><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6" Type="http://schemas.openxmlformats.org/officeDocument/2006/relationships/vmlDrawing" Target="../drawings/vmlDrawing16.vml"/><Relationship Id="rId25" Type="http://schemas.openxmlformats.org/officeDocument/2006/relationships/slideLayout" Target="../slideLayouts/slideLayout347.xml"/><Relationship Id="rId24" Type="http://schemas.openxmlformats.org/officeDocument/2006/relationships/tags" Target="../tags/tag188.xml"/><Relationship Id="rId23" Type="http://schemas.openxmlformats.org/officeDocument/2006/relationships/image" Target="../media/image42.emf"/><Relationship Id="rId22" Type="http://schemas.openxmlformats.org/officeDocument/2006/relationships/oleObject" Target="../embeddings/oleObject31.bin"/><Relationship Id="rId21" Type="http://schemas.openxmlformats.org/officeDocument/2006/relationships/image" Target="../media/image41.emf"/><Relationship Id="rId20" Type="http://schemas.openxmlformats.org/officeDocument/2006/relationships/oleObject" Target="../embeddings/oleObject30.bin"/><Relationship Id="rId2" Type="http://schemas.openxmlformats.org/officeDocument/2006/relationships/image" Target="../media/image37.emf"/><Relationship Id="rId19" Type="http://schemas.openxmlformats.org/officeDocument/2006/relationships/image" Target="../media/image40.emf"/><Relationship Id="rId18" Type="http://schemas.openxmlformats.org/officeDocument/2006/relationships/oleObject" Target="../embeddings/oleObject29.bin"/><Relationship Id="rId17" Type="http://schemas.openxmlformats.org/officeDocument/2006/relationships/image" Target="../media/image39.emf"/><Relationship Id="rId16" Type="http://schemas.openxmlformats.org/officeDocument/2006/relationships/oleObject" Target="../embeddings/oleObject28.bin"/><Relationship Id="rId15" Type="http://schemas.openxmlformats.org/officeDocument/2006/relationships/image" Target="../media/image38.emf"/><Relationship Id="rId14" Type="http://schemas.openxmlformats.org/officeDocument/2006/relationships/oleObject" Target="../embeddings/oleObject27.bin"/><Relationship Id="rId13" Type="http://schemas.openxmlformats.org/officeDocument/2006/relationships/tags" Target="../tags/tag187.xml"/><Relationship Id="rId12" Type="http://schemas.openxmlformats.org/officeDocument/2006/relationships/tags" Target="../tags/tag186.xml"/><Relationship Id="rId11" Type="http://schemas.openxmlformats.org/officeDocument/2006/relationships/tags" Target="../tags/tag185.xml"/><Relationship Id="rId10" Type="http://schemas.openxmlformats.org/officeDocument/2006/relationships/tags" Target="../tags/tag184.xml"/><Relationship Id="rId1" Type="http://schemas.openxmlformats.org/officeDocument/2006/relationships/oleObject" Target="../embeddings/oleObject26.bin"/></Relationships>
</file>

<file path=ppt/slides/_rels/slide26.xml.rels><?xml version="1.0" encoding="UTF-8" standalone="yes"?>
<Relationships xmlns="http://schemas.openxmlformats.org/package/2006/relationships"><Relationship Id="rId9" Type="http://schemas.openxmlformats.org/officeDocument/2006/relationships/tags" Target="../tags/tag194.xml"/><Relationship Id="rId8" Type="http://schemas.openxmlformats.org/officeDocument/2006/relationships/tags" Target="../tags/tag193.xml"/><Relationship Id="rId7" Type="http://schemas.openxmlformats.org/officeDocument/2006/relationships/tags" Target="../tags/tag192.xml"/><Relationship Id="rId66" Type="http://schemas.openxmlformats.org/officeDocument/2006/relationships/vmlDrawing" Target="../drawings/vmlDrawing17.vml"/><Relationship Id="rId65" Type="http://schemas.openxmlformats.org/officeDocument/2006/relationships/slideLayout" Target="../slideLayouts/slideLayout364.xml"/><Relationship Id="rId64" Type="http://schemas.openxmlformats.org/officeDocument/2006/relationships/tags" Target="../tags/tag246.xml"/><Relationship Id="rId63" Type="http://schemas.openxmlformats.org/officeDocument/2006/relationships/tags" Target="../tags/tag245.xml"/><Relationship Id="rId62" Type="http://schemas.openxmlformats.org/officeDocument/2006/relationships/tags" Target="../tags/tag244.xml"/><Relationship Id="rId61" Type="http://schemas.openxmlformats.org/officeDocument/2006/relationships/tags" Target="../tags/tag243.xml"/><Relationship Id="rId60" Type="http://schemas.openxmlformats.org/officeDocument/2006/relationships/tags" Target="../tags/tag242.xml"/><Relationship Id="rId6" Type="http://schemas.openxmlformats.org/officeDocument/2006/relationships/tags" Target="../tags/tag191.xml"/><Relationship Id="rId59" Type="http://schemas.openxmlformats.org/officeDocument/2006/relationships/tags" Target="../tags/tag241.xml"/><Relationship Id="rId58" Type="http://schemas.openxmlformats.org/officeDocument/2006/relationships/tags" Target="../tags/tag240.xml"/><Relationship Id="rId57" Type="http://schemas.openxmlformats.org/officeDocument/2006/relationships/tags" Target="../tags/tag239.xml"/><Relationship Id="rId56" Type="http://schemas.openxmlformats.org/officeDocument/2006/relationships/tags" Target="../tags/tag238.xml"/><Relationship Id="rId55" Type="http://schemas.openxmlformats.org/officeDocument/2006/relationships/tags" Target="../tags/tag237.xml"/><Relationship Id="rId54" Type="http://schemas.openxmlformats.org/officeDocument/2006/relationships/tags" Target="../tags/tag236.xml"/><Relationship Id="rId53" Type="http://schemas.openxmlformats.org/officeDocument/2006/relationships/tags" Target="../tags/tag235.xml"/><Relationship Id="rId52" Type="http://schemas.openxmlformats.org/officeDocument/2006/relationships/tags" Target="../tags/tag234.xml"/><Relationship Id="rId51" Type="http://schemas.openxmlformats.org/officeDocument/2006/relationships/image" Target="../media/image43.emf"/><Relationship Id="rId50" Type="http://schemas.openxmlformats.org/officeDocument/2006/relationships/oleObject" Target="../embeddings/oleObject32.bin"/><Relationship Id="rId5" Type="http://schemas.openxmlformats.org/officeDocument/2006/relationships/tags" Target="../tags/tag190.xml"/><Relationship Id="rId49" Type="http://schemas.openxmlformats.org/officeDocument/2006/relationships/tags" Target="../tags/tag233.xml"/><Relationship Id="rId48" Type="http://schemas.openxmlformats.org/officeDocument/2006/relationships/tags" Target="../tags/tag232.xml"/><Relationship Id="rId47" Type="http://schemas.openxmlformats.org/officeDocument/2006/relationships/tags" Target="../tags/tag231.xml"/><Relationship Id="rId46" Type="http://schemas.openxmlformats.org/officeDocument/2006/relationships/tags" Target="../tags/tag230.xml"/><Relationship Id="rId45" Type="http://schemas.openxmlformats.org/officeDocument/2006/relationships/tags" Target="../tags/tag229.xml"/><Relationship Id="rId44" Type="http://schemas.openxmlformats.org/officeDocument/2006/relationships/tags" Target="../tags/tag228.xml"/><Relationship Id="rId43" Type="http://schemas.openxmlformats.org/officeDocument/2006/relationships/tags" Target="../tags/tag227.xml"/><Relationship Id="rId42" Type="http://schemas.openxmlformats.org/officeDocument/2006/relationships/tags" Target="../tags/tag226.xml"/><Relationship Id="rId41" Type="http://schemas.openxmlformats.org/officeDocument/2006/relationships/tags" Target="../tags/tag225.xml"/><Relationship Id="rId40" Type="http://schemas.openxmlformats.org/officeDocument/2006/relationships/tags" Target="../tags/tag224.xml"/><Relationship Id="rId4" Type="http://schemas.openxmlformats.org/officeDocument/2006/relationships/tags" Target="../tags/tag189.xml"/><Relationship Id="rId39" Type="http://schemas.openxmlformats.org/officeDocument/2006/relationships/tags" Target="../tags/tag223.xml"/><Relationship Id="rId38" Type="http://schemas.openxmlformats.org/officeDocument/2006/relationships/tags" Target="../tags/tag222.xml"/><Relationship Id="rId37" Type="http://schemas.openxmlformats.org/officeDocument/2006/relationships/tags" Target="../tags/tag221.xml"/><Relationship Id="rId36" Type="http://schemas.openxmlformats.org/officeDocument/2006/relationships/tags" Target="../tags/tag220.xml"/><Relationship Id="rId35" Type="http://schemas.openxmlformats.org/officeDocument/2006/relationships/tags" Target="../tags/tag219.xml"/><Relationship Id="rId34" Type="http://schemas.openxmlformats.org/officeDocument/2006/relationships/tags" Target="../tags/tag218.xml"/><Relationship Id="rId33" Type="http://schemas.openxmlformats.org/officeDocument/2006/relationships/tags" Target="../tags/tag217.xml"/><Relationship Id="rId32" Type="http://schemas.openxmlformats.org/officeDocument/2006/relationships/tags" Target="../tags/tag216.xml"/><Relationship Id="rId31" Type="http://schemas.openxmlformats.org/officeDocument/2006/relationships/tags" Target="../tags/tag215.xml"/><Relationship Id="rId30" Type="http://schemas.openxmlformats.org/officeDocument/2006/relationships/tags" Target="../tags/tag214.xml"/><Relationship Id="rId3" Type="http://schemas.openxmlformats.org/officeDocument/2006/relationships/image" Target="../media/image5.png"/><Relationship Id="rId29" Type="http://schemas.openxmlformats.org/officeDocument/2006/relationships/tags" Target="../tags/tag213.xml"/><Relationship Id="rId28" Type="http://schemas.openxmlformats.org/officeDocument/2006/relationships/tags" Target="../tags/tag212.xml"/><Relationship Id="rId27" Type="http://schemas.openxmlformats.org/officeDocument/2006/relationships/tags" Target="../tags/tag211.xml"/><Relationship Id="rId26" Type="http://schemas.openxmlformats.org/officeDocument/2006/relationships/tags" Target="../tags/tag210.xml"/><Relationship Id="rId25" Type="http://schemas.openxmlformats.org/officeDocument/2006/relationships/tags" Target="../tags/tag209.xml"/><Relationship Id="rId24" Type="http://schemas.openxmlformats.org/officeDocument/2006/relationships/tags" Target="../tags/tag208.xml"/><Relationship Id="rId23" Type="http://schemas.openxmlformats.org/officeDocument/2006/relationships/tags" Target="../tags/tag207.xml"/><Relationship Id="rId22" Type="http://schemas.openxmlformats.org/officeDocument/2006/relationships/tags" Target="../tags/tag206.xml"/><Relationship Id="rId21" Type="http://schemas.openxmlformats.org/officeDocument/2006/relationships/tags" Target="../tags/tag205.xml"/><Relationship Id="rId20" Type="http://schemas.openxmlformats.org/officeDocument/2006/relationships/tags" Target="../tags/tag204.xml"/><Relationship Id="rId2" Type="http://schemas.openxmlformats.org/officeDocument/2006/relationships/image" Target="../media/image4.png"/><Relationship Id="rId19" Type="http://schemas.openxmlformats.org/officeDocument/2006/relationships/tags" Target="../tags/tag203.xml"/><Relationship Id="rId18" Type="http://schemas.openxmlformats.org/officeDocument/2006/relationships/image" Target="../media/image9.jpeg"/><Relationship Id="rId17" Type="http://schemas.openxmlformats.org/officeDocument/2006/relationships/tags" Target="../tags/tag202.xml"/><Relationship Id="rId16" Type="http://schemas.openxmlformats.org/officeDocument/2006/relationships/tags" Target="../tags/tag201.xml"/><Relationship Id="rId15" Type="http://schemas.openxmlformats.org/officeDocument/2006/relationships/tags" Target="../tags/tag200.xml"/><Relationship Id="rId14" Type="http://schemas.openxmlformats.org/officeDocument/2006/relationships/tags" Target="../tags/tag199.xml"/><Relationship Id="rId13" Type="http://schemas.openxmlformats.org/officeDocument/2006/relationships/tags" Target="../tags/tag198.xml"/><Relationship Id="rId12" Type="http://schemas.openxmlformats.org/officeDocument/2006/relationships/tags" Target="../tags/tag197.xml"/><Relationship Id="rId11" Type="http://schemas.openxmlformats.org/officeDocument/2006/relationships/tags" Target="../tags/tag196.xml"/><Relationship Id="rId10" Type="http://schemas.openxmlformats.org/officeDocument/2006/relationships/tags" Target="../tags/tag195.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959.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tags" Target="../tags/tag24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81.xml"/><Relationship Id="rId1" Type="http://schemas.openxmlformats.org/officeDocument/2006/relationships/tags" Target="../tags/tag248.xml"/></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33.bin"/><Relationship Id="rId8" Type="http://schemas.openxmlformats.org/officeDocument/2006/relationships/tags" Target="../tags/tag253.xml"/><Relationship Id="rId7" Type="http://schemas.openxmlformats.org/officeDocument/2006/relationships/tags" Target="../tags/tag252.xml"/><Relationship Id="rId6" Type="http://schemas.openxmlformats.org/officeDocument/2006/relationships/tags" Target="../tags/tag251.xml"/><Relationship Id="rId5" Type="http://schemas.openxmlformats.org/officeDocument/2006/relationships/tags" Target="../tags/tag250.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7" Type="http://schemas.openxmlformats.org/officeDocument/2006/relationships/vmlDrawing" Target="../drawings/vmlDrawing18.vml"/><Relationship Id="rId16" Type="http://schemas.openxmlformats.org/officeDocument/2006/relationships/slideLayout" Target="../slideLayouts/slideLayout398.xml"/><Relationship Id="rId15" Type="http://schemas.openxmlformats.org/officeDocument/2006/relationships/tags" Target="../tags/tag258.xml"/><Relationship Id="rId14" Type="http://schemas.openxmlformats.org/officeDocument/2006/relationships/tags" Target="../tags/tag257.xml"/><Relationship Id="rId13" Type="http://schemas.openxmlformats.org/officeDocument/2006/relationships/tags" Target="../tags/tag256.xml"/><Relationship Id="rId12" Type="http://schemas.openxmlformats.org/officeDocument/2006/relationships/tags" Target="../tags/tag255.xml"/><Relationship Id="rId11" Type="http://schemas.openxmlformats.org/officeDocument/2006/relationships/tags" Target="../tags/tag254.xml"/><Relationship Id="rId10" Type="http://schemas.openxmlformats.org/officeDocument/2006/relationships/image" Target="../media/image44.emf"/><Relationship Id="rId1" Type="http://schemas.openxmlformats.org/officeDocument/2006/relationships/tags" Target="../tags/tag249.xml"/></Relationships>
</file>

<file path=ppt/slides/_rels/slide30.xml.rels><?xml version="1.0" encoding="UTF-8" standalone="yes"?>
<Relationships xmlns="http://schemas.openxmlformats.org/package/2006/relationships"><Relationship Id="rId9" Type="http://schemas.openxmlformats.org/officeDocument/2006/relationships/tags" Target="../tags/tag262.xml"/><Relationship Id="rId8" Type="http://schemas.openxmlformats.org/officeDocument/2006/relationships/tags" Target="../tags/tag261.xml"/><Relationship Id="rId7" Type="http://schemas.openxmlformats.org/officeDocument/2006/relationships/tags" Target="../tags/tag260.xml"/><Relationship Id="rId6" Type="http://schemas.openxmlformats.org/officeDocument/2006/relationships/image" Target="../media/image45.emf"/><Relationship Id="rId5" Type="http://schemas.openxmlformats.org/officeDocument/2006/relationships/oleObject" Target="../embeddings/oleObject34.bin"/><Relationship Id="rId4" Type="http://schemas.openxmlformats.org/officeDocument/2006/relationships/tags" Target="../tags/tag259.xml"/><Relationship Id="rId3" Type="http://schemas.openxmlformats.org/officeDocument/2006/relationships/image" Target="../media/image5.png"/><Relationship Id="rId2" Type="http://schemas.openxmlformats.org/officeDocument/2006/relationships/image" Target="../media/image4.png"/><Relationship Id="rId16" Type="http://schemas.openxmlformats.org/officeDocument/2006/relationships/vmlDrawing" Target="../drawings/vmlDrawing19.vml"/><Relationship Id="rId15" Type="http://schemas.openxmlformats.org/officeDocument/2006/relationships/slideLayout" Target="../slideLayouts/slideLayout415.xml"/><Relationship Id="rId14" Type="http://schemas.openxmlformats.org/officeDocument/2006/relationships/tags" Target="../tags/tag266.xml"/><Relationship Id="rId13" Type="http://schemas.openxmlformats.org/officeDocument/2006/relationships/image" Target="../media/image12.jpeg"/><Relationship Id="rId12" Type="http://schemas.openxmlformats.org/officeDocument/2006/relationships/tags" Target="../tags/tag265.xml"/><Relationship Id="rId11" Type="http://schemas.openxmlformats.org/officeDocument/2006/relationships/tags" Target="../tags/tag264.xml"/><Relationship Id="rId10" Type="http://schemas.openxmlformats.org/officeDocument/2006/relationships/tags" Target="../tags/tag263.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9" Type="http://schemas.openxmlformats.org/officeDocument/2006/relationships/tags" Target="../tags/tag270.xml"/><Relationship Id="rId8" Type="http://schemas.openxmlformats.org/officeDocument/2006/relationships/tags" Target="../tags/tag269.xml"/><Relationship Id="rId7" Type="http://schemas.openxmlformats.org/officeDocument/2006/relationships/tags" Target="../tags/tag268.xml"/><Relationship Id="rId6" Type="http://schemas.openxmlformats.org/officeDocument/2006/relationships/tags" Target="../tags/tag267.xml"/><Relationship Id="rId5" Type="http://schemas.openxmlformats.org/officeDocument/2006/relationships/image" Target="../media/image46.emf"/><Relationship Id="rId4" Type="http://schemas.openxmlformats.org/officeDocument/2006/relationships/oleObject" Target="../embeddings/oleObject35.bin"/><Relationship Id="rId3" Type="http://schemas.openxmlformats.org/officeDocument/2006/relationships/image" Target="../media/image5.png"/><Relationship Id="rId2" Type="http://schemas.openxmlformats.org/officeDocument/2006/relationships/image" Target="../media/image4.png"/><Relationship Id="rId16" Type="http://schemas.openxmlformats.org/officeDocument/2006/relationships/vmlDrawing" Target="../drawings/vmlDrawing20.vml"/><Relationship Id="rId15" Type="http://schemas.openxmlformats.org/officeDocument/2006/relationships/slideLayout" Target="../slideLayouts/slideLayout432.xml"/><Relationship Id="rId14" Type="http://schemas.openxmlformats.org/officeDocument/2006/relationships/image" Target="../media/image47.emf"/><Relationship Id="rId13" Type="http://schemas.openxmlformats.org/officeDocument/2006/relationships/oleObject" Target="../embeddings/oleObject36.bin"/><Relationship Id="rId12" Type="http://schemas.openxmlformats.org/officeDocument/2006/relationships/tags" Target="../tags/tag273.xml"/><Relationship Id="rId11" Type="http://schemas.openxmlformats.org/officeDocument/2006/relationships/tags" Target="../tags/tag272.xml"/><Relationship Id="rId10" Type="http://schemas.openxmlformats.org/officeDocument/2006/relationships/tags" Target="../tags/tag271.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9" Type="http://schemas.openxmlformats.org/officeDocument/2006/relationships/tags" Target="../tags/tag277.xml"/><Relationship Id="rId8" Type="http://schemas.openxmlformats.org/officeDocument/2006/relationships/tags" Target="../tags/tag276.xml"/><Relationship Id="rId7" Type="http://schemas.openxmlformats.org/officeDocument/2006/relationships/tags" Target="../tags/tag275.xml"/><Relationship Id="rId6" Type="http://schemas.openxmlformats.org/officeDocument/2006/relationships/image" Target="../media/image43.emf"/><Relationship Id="rId5" Type="http://schemas.openxmlformats.org/officeDocument/2006/relationships/oleObject" Target="../embeddings/oleObject37.bin"/><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7" Type="http://schemas.openxmlformats.org/officeDocument/2006/relationships/vmlDrawing" Target="../drawings/vmlDrawing21.vml"/><Relationship Id="rId16" Type="http://schemas.openxmlformats.org/officeDocument/2006/relationships/slideLayout" Target="../slideLayouts/slideLayout449.xml"/><Relationship Id="rId15" Type="http://schemas.openxmlformats.org/officeDocument/2006/relationships/tags" Target="../tags/tag282.xml"/><Relationship Id="rId14" Type="http://schemas.openxmlformats.org/officeDocument/2006/relationships/image" Target="../media/image12.jpeg"/><Relationship Id="rId13" Type="http://schemas.openxmlformats.org/officeDocument/2006/relationships/tags" Target="../tags/tag281.xml"/><Relationship Id="rId12" Type="http://schemas.openxmlformats.org/officeDocument/2006/relationships/tags" Target="../tags/tag280.xml"/><Relationship Id="rId11" Type="http://schemas.openxmlformats.org/officeDocument/2006/relationships/tags" Target="../tags/tag279.xml"/><Relationship Id="rId10" Type="http://schemas.openxmlformats.org/officeDocument/2006/relationships/tags" Target="../tags/tag278.xml"/><Relationship Id="rId1" Type="http://schemas.openxmlformats.org/officeDocument/2006/relationships/tags" Target="../tags/tag274.xml"/></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39.bin"/><Relationship Id="rId8" Type="http://schemas.openxmlformats.org/officeDocument/2006/relationships/image" Target="../media/image12.jpeg"/><Relationship Id="rId7" Type="http://schemas.openxmlformats.org/officeDocument/2006/relationships/tags" Target="../tags/tag28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 Id="rId3" Type="http://schemas.openxmlformats.org/officeDocument/2006/relationships/tags" Target="../tags/tag283.xml"/><Relationship Id="rId2" Type="http://schemas.openxmlformats.org/officeDocument/2006/relationships/image" Target="../media/image48.emf"/><Relationship Id="rId18" Type="http://schemas.openxmlformats.org/officeDocument/2006/relationships/vmlDrawing" Target="../drawings/vmlDrawing22.vml"/><Relationship Id="rId17" Type="http://schemas.openxmlformats.org/officeDocument/2006/relationships/slideLayout" Target="../slideLayouts/slideLayout466.xml"/><Relationship Id="rId16" Type="http://schemas.openxmlformats.org/officeDocument/2006/relationships/tags" Target="../tags/tag290.xml"/><Relationship Id="rId15" Type="http://schemas.openxmlformats.org/officeDocument/2006/relationships/tags" Target="../tags/tag289.xml"/><Relationship Id="rId14" Type="http://schemas.openxmlformats.org/officeDocument/2006/relationships/tags" Target="../tags/tag288.xml"/><Relationship Id="rId13" Type="http://schemas.openxmlformats.org/officeDocument/2006/relationships/tags" Target="../tags/tag287.xml"/><Relationship Id="rId12" Type="http://schemas.openxmlformats.org/officeDocument/2006/relationships/tags" Target="../tags/tag286.xml"/><Relationship Id="rId11" Type="http://schemas.openxmlformats.org/officeDocument/2006/relationships/tags" Target="../tags/tag285.xml"/><Relationship Id="rId10" Type="http://schemas.openxmlformats.org/officeDocument/2006/relationships/image" Target="../media/image43.emf"/><Relationship Id="rId1" Type="http://schemas.openxmlformats.org/officeDocument/2006/relationships/oleObject" Target="../embeddings/oleObject38.bin"/></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483.xml"/><Relationship Id="rId4" Type="http://schemas.openxmlformats.org/officeDocument/2006/relationships/image" Target="../media/image10.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41.bin"/><Relationship Id="rId8" Type="http://schemas.openxmlformats.org/officeDocument/2006/relationships/tags" Target="../tags/tag293.xml"/><Relationship Id="rId7" Type="http://schemas.openxmlformats.org/officeDocument/2006/relationships/image" Target="../media/image49.wmf"/><Relationship Id="rId6" Type="http://schemas.openxmlformats.org/officeDocument/2006/relationships/oleObject" Target="../embeddings/oleObject40.bin"/><Relationship Id="rId5" Type="http://schemas.openxmlformats.org/officeDocument/2006/relationships/tags" Target="../tags/tag29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2" Type="http://schemas.openxmlformats.org/officeDocument/2006/relationships/vmlDrawing" Target="../drawings/vmlDrawing23.vml"/><Relationship Id="rId11" Type="http://schemas.openxmlformats.org/officeDocument/2006/relationships/slideLayout" Target="../slideLayouts/slideLayout942.xml"/><Relationship Id="rId10" Type="http://schemas.openxmlformats.org/officeDocument/2006/relationships/image" Target="../media/image50.wmf"/><Relationship Id="rId1" Type="http://schemas.openxmlformats.org/officeDocument/2006/relationships/tags" Target="../tags/tag291.xml"/></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500.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10.png"/></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517.xml"/><Relationship Id="rId8" Type="http://schemas.openxmlformats.org/officeDocument/2006/relationships/image" Target="../media/image52.emf"/><Relationship Id="rId7" Type="http://schemas.openxmlformats.org/officeDocument/2006/relationships/oleObject" Target="../embeddings/oleObject43.bin"/><Relationship Id="rId6" Type="http://schemas.openxmlformats.org/officeDocument/2006/relationships/image" Target="../media/image51.emf"/><Relationship Id="rId5" Type="http://schemas.openxmlformats.org/officeDocument/2006/relationships/oleObject" Target="../embeddings/oleObject42.bin"/><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0" Type="http://schemas.openxmlformats.org/officeDocument/2006/relationships/vmlDrawing" Target="../drawings/vmlDrawing24.vml"/><Relationship Id="rId1" Type="http://schemas.openxmlformats.org/officeDocument/2006/relationships/image" Target="../media/image10.png"/></Relationships>
</file>

<file path=ppt/slides/_rels/slide38.xml.rels><?xml version="1.0" encoding="UTF-8" standalone="yes"?>
<Relationships xmlns="http://schemas.openxmlformats.org/package/2006/relationships"><Relationship Id="rId9" Type="http://schemas.openxmlformats.org/officeDocument/2006/relationships/vmlDrawing" Target="../drawings/vmlDrawing25.vml"/><Relationship Id="rId8" Type="http://schemas.openxmlformats.org/officeDocument/2006/relationships/slideLayout" Target="../slideLayouts/slideLayout534.xml"/><Relationship Id="rId7" Type="http://schemas.openxmlformats.org/officeDocument/2006/relationships/image" Target="../media/image10.png"/><Relationship Id="rId6" Type="http://schemas.openxmlformats.org/officeDocument/2006/relationships/tags" Target="../tags/tag294.xml"/><Relationship Id="rId5" Type="http://schemas.openxmlformats.org/officeDocument/2006/relationships/image" Target="../media/image53.emf"/><Relationship Id="rId4" Type="http://schemas.openxmlformats.org/officeDocument/2006/relationships/oleObject" Target="../embeddings/oleObject44.bin"/><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9" Type="http://schemas.openxmlformats.org/officeDocument/2006/relationships/image" Target="../media/image55.wmf"/><Relationship Id="rId8" Type="http://schemas.openxmlformats.org/officeDocument/2006/relationships/oleObject" Target="../embeddings/oleObject46.bin"/><Relationship Id="rId7" Type="http://schemas.openxmlformats.org/officeDocument/2006/relationships/tags" Target="../tags/tag296.xml"/><Relationship Id="rId6" Type="http://schemas.openxmlformats.org/officeDocument/2006/relationships/image" Target="../media/image54.wmf"/><Relationship Id="rId5" Type="http://schemas.openxmlformats.org/officeDocument/2006/relationships/oleObject" Target="../embeddings/oleObject45.bin"/><Relationship Id="rId4" Type="http://schemas.openxmlformats.org/officeDocument/2006/relationships/tags" Target="../tags/tag295.xml"/><Relationship Id="rId3" Type="http://schemas.openxmlformats.org/officeDocument/2006/relationships/image" Target="../media/image5.png"/><Relationship Id="rId2" Type="http://schemas.openxmlformats.org/officeDocument/2006/relationships/image" Target="../media/image4.png"/><Relationship Id="rId11" Type="http://schemas.openxmlformats.org/officeDocument/2006/relationships/vmlDrawing" Target="../drawings/vmlDrawing26.vml"/><Relationship Id="rId10" Type="http://schemas.openxmlformats.org/officeDocument/2006/relationships/slideLayout" Target="../slideLayouts/slideLayout551.xml"/><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8" Type="http://schemas.openxmlformats.org/officeDocument/2006/relationships/vmlDrawing" Target="../drawings/vmlDrawing27.vml"/><Relationship Id="rId7" Type="http://schemas.openxmlformats.org/officeDocument/2006/relationships/slideLayout" Target="../slideLayouts/slideLayout568.xml"/><Relationship Id="rId6" Type="http://schemas.openxmlformats.org/officeDocument/2006/relationships/image" Target="../media/image10.png"/><Relationship Id="rId5" Type="http://schemas.openxmlformats.org/officeDocument/2006/relationships/image" Target="../media/image56.emf"/><Relationship Id="rId4" Type="http://schemas.openxmlformats.org/officeDocument/2006/relationships/oleObject" Target="../embeddings/oleObject47.bin"/><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9" Type="http://schemas.openxmlformats.org/officeDocument/2006/relationships/tags" Target="../tags/tag302.xml"/><Relationship Id="rId8" Type="http://schemas.openxmlformats.org/officeDocument/2006/relationships/tags" Target="../tags/tag301.xml"/><Relationship Id="rId7" Type="http://schemas.openxmlformats.org/officeDocument/2006/relationships/tags" Target="../tags/tag300.xml"/><Relationship Id="rId6" Type="http://schemas.openxmlformats.org/officeDocument/2006/relationships/tags" Target="../tags/tag299.xml"/><Relationship Id="rId5" Type="http://schemas.openxmlformats.org/officeDocument/2006/relationships/tags" Target="../tags/tag298.xml"/><Relationship Id="rId4" Type="http://schemas.openxmlformats.org/officeDocument/2006/relationships/tags" Target="../tags/tag297.xml"/><Relationship Id="rId33" Type="http://schemas.openxmlformats.org/officeDocument/2006/relationships/vmlDrawing" Target="../drawings/vmlDrawing28.vml"/><Relationship Id="rId32" Type="http://schemas.openxmlformats.org/officeDocument/2006/relationships/slideLayout" Target="../slideLayouts/slideLayout585.xml"/><Relationship Id="rId31" Type="http://schemas.openxmlformats.org/officeDocument/2006/relationships/tags" Target="../tags/tag319.xml"/><Relationship Id="rId30" Type="http://schemas.openxmlformats.org/officeDocument/2006/relationships/tags" Target="../tags/tag318.xml"/><Relationship Id="rId3" Type="http://schemas.openxmlformats.org/officeDocument/2006/relationships/image" Target="../media/image5.png"/><Relationship Id="rId29" Type="http://schemas.openxmlformats.org/officeDocument/2006/relationships/tags" Target="../tags/tag317.xml"/><Relationship Id="rId28" Type="http://schemas.openxmlformats.org/officeDocument/2006/relationships/tags" Target="../tags/tag316.xml"/><Relationship Id="rId27" Type="http://schemas.openxmlformats.org/officeDocument/2006/relationships/tags" Target="../tags/tag315.xml"/><Relationship Id="rId26" Type="http://schemas.openxmlformats.org/officeDocument/2006/relationships/image" Target="../media/image57.emf"/><Relationship Id="rId25" Type="http://schemas.openxmlformats.org/officeDocument/2006/relationships/oleObject" Target="../embeddings/oleObject50.bin"/><Relationship Id="rId24" Type="http://schemas.openxmlformats.org/officeDocument/2006/relationships/tags" Target="../tags/tag314.xml"/><Relationship Id="rId23" Type="http://schemas.openxmlformats.org/officeDocument/2006/relationships/tags" Target="../tags/tag313.xml"/><Relationship Id="rId22" Type="http://schemas.openxmlformats.org/officeDocument/2006/relationships/tags" Target="../tags/tag312.xml"/><Relationship Id="rId21" Type="http://schemas.openxmlformats.org/officeDocument/2006/relationships/tags" Target="../tags/tag311.xml"/><Relationship Id="rId20" Type="http://schemas.openxmlformats.org/officeDocument/2006/relationships/tags" Target="../tags/tag310.xml"/><Relationship Id="rId2" Type="http://schemas.openxmlformats.org/officeDocument/2006/relationships/image" Target="../media/image4.png"/><Relationship Id="rId19" Type="http://schemas.openxmlformats.org/officeDocument/2006/relationships/tags" Target="../tags/tag309.xml"/><Relationship Id="rId18" Type="http://schemas.openxmlformats.org/officeDocument/2006/relationships/tags" Target="../tags/tag308.xml"/><Relationship Id="rId17" Type="http://schemas.openxmlformats.org/officeDocument/2006/relationships/tags" Target="../tags/tag307.xml"/><Relationship Id="rId16" Type="http://schemas.openxmlformats.org/officeDocument/2006/relationships/oleObject" Target="../embeddings/oleObject49.bin"/><Relationship Id="rId15" Type="http://schemas.openxmlformats.org/officeDocument/2006/relationships/image" Target="../media/image43.emf"/><Relationship Id="rId14" Type="http://schemas.openxmlformats.org/officeDocument/2006/relationships/oleObject" Target="../embeddings/oleObject48.bin"/><Relationship Id="rId13" Type="http://schemas.openxmlformats.org/officeDocument/2006/relationships/tags" Target="../tags/tag306.xml"/><Relationship Id="rId12" Type="http://schemas.openxmlformats.org/officeDocument/2006/relationships/tags" Target="../tags/tag305.xml"/><Relationship Id="rId11" Type="http://schemas.openxmlformats.org/officeDocument/2006/relationships/tags" Target="../tags/tag304.xml"/><Relationship Id="rId10" Type="http://schemas.openxmlformats.org/officeDocument/2006/relationships/tags" Target="../tags/tag303.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602.xml"/><Relationship Id="rId5" Type="http://schemas.openxmlformats.org/officeDocument/2006/relationships/tags" Target="../tags/tag320.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58.jpeg"/></Relationships>
</file>

<file path=ppt/slides/_rels/slide43.xml.rels><?xml version="1.0" encoding="UTF-8" standalone="yes"?>
<Relationships xmlns="http://schemas.openxmlformats.org/package/2006/relationships"><Relationship Id="rId9" Type="http://schemas.openxmlformats.org/officeDocument/2006/relationships/slideLayout" Target="../slideLayouts/slideLayout619.xml"/><Relationship Id="rId8" Type="http://schemas.openxmlformats.org/officeDocument/2006/relationships/tags" Target="../tags/tag324.xml"/><Relationship Id="rId7" Type="http://schemas.openxmlformats.org/officeDocument/2006/relationships/tags" Target="../tags/tag323.xml"/><Relationship Id="rId6" Type="http://schemas.openxmlformats.org/officeDocument/2006/relationships/tags" Target="../tags/tag322.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2.png"/><Relationship Id="rId2" Type="http://schemas.openxmlformats.org/officeDocument/2006/relationships/tags" Target="../tags/tag321.xml"/><Relationship Id="rId1" Type="http://schemas.openxmlformats.org/officeDocument/2006/relationships/image" Target="../media/image58.jpeg"/></Relationships>
</file>

<file path=ppt/slides/_rels/slide44.xml.rels><?xml version="1.0" encoding="UTF-8" standalone="yes"?>
<Relationships xmlns="http://schemas.openxmlformats.org/package/2006/relationships"><Relationship Id="rId9" Type="http://schemas.openxmlformats.org/officeDocument/2006/relationships/slideLayout" Target="../slideLayouts/slideLayout636.xml"/><Relationship Id="rId8" Type="http://schemas.openxmlformats.org/officeDocument/2006/relationships/image" Target="../media/image5.png"/><Relationship Id="rId7" Type="http://schemas.openxmlformats.org/officeDocument/2006/relationships/image" Target="../media/image4.png"/><Relationship Id="rId6" Type="http://schemas.openxmlformats.org/officeDocument/2006/relationships/image" Target="../media/image2.png"/><Relationship Id="rId5" Type="http://schemas.openxmlformats.org/officeDocument/2006/relationships/tags" Target="../tags/tag325.xml"/><Relationship Id="rId4" Type="http://schemas.openxmlformats.org/officeDocument/2006/relationships/image" Target="../media/image60.jpeg"/><Relationship Id="rId3" Type="http://schemas.openxmlformats.org/officeDocument/2006/relationships/hyperlink" Target="http://image.baidu.com/i?ct=503316480&amp;z=50632201&amp;tn=baiduimagedetail&amp;word=&#30005;&#25239;&#22120;&amp;in=14" TargetMode="External"/><Relationship Id="rId2" Type="http://schemas.openxmlformats.org/officeDocument/2006/relationships/image" Target="../media/image59.jpeg"/><Relationship Id="rId1" Type="http://schemas.openxmlformats.org/officeDocument/2006/relationships/hyperlink" Target="http://www.cxon.com/offer/offer3.asp?type=&#20379;&#24212;&amp;id=20&amp;Pagno=35" TargetMode="External"/></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976.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tags" Target="../tags/tag326.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653.xml"/><Relationship Id="rId1" Type="http://schemas.openxmlformats.org/officeDocument/2006/relationships/tags" Target="../tags/tag327.xml"/></Relationships>
</file>

<file path=ppt/slides/_rels/slide47.xml.rels><?xml version="1.0" encoding="UTF-8" standalone="yes"?>
<Relationships xmlns="http://schemas.openxmlformats.org/package/2006/relationships"><Relationship Id="rId9" Type="http://schemas.openxmlformats.org/officeDocument/2006/relationships/tags" Target="../tags/tag333.xml"/><Relationship Id="rId8" Type="http://schemas.openxmlformats.org/officeDocument/2006/relationships/tags" Target="../tags/tag332.xml"/><Relationship Id="rId7" Type="http://schemas.openxmlformats.org/officeDocument/2006/relationships/tags" Target="../tags/tag331.xml"/><Relationship Id="rId6" Type="http://schemas.openxmlformats.org/officeDocument/2006/relationships/tags" Target="../tags/tag330.xml"/><Relationship Id="rId5" Type="http://schemas.openxmlformats.org/officeDocument/2006/relationships/tags" Target="../tags/tag329.xml"/><Relationship Id="rId4" Type="http://schemas.openxmlformats.org/officeDocument/2006/relationships/tags" Target="../tags/tag328.xml"/><Relationship Id="rId37" Type="http://schemas.openxmlformats.org/officeDocument/2006/relationships/vmlDrawing" Target="../drawings/vmlDrawing29.vml"/><Relationship Id="rId36" Type="http://schemas.openxmlformats.org/officeDocument/2006/relationships/slideLayout" Target="../slideLayouts/slideLayout670.xml"/><Relationship Id="rId35" Type="http://schemas.openxmlformats.org/officeDocument/2006/relationships/tags" Target="../tags/tag351.xml"/><Relationship Id="rId34" Type="http://schemas.openxmlformats.org/officeDocument/2006/relationships/image" Target="../media/image64.emf"/><Relationship Id="rId33" Type="http://schemas.openxmlformats.org/officeDocument/2006/relationships/oleObject" Target="../embeddings/oleObject54.bin"/><Relationship Id="rId32" Type="http://schemas.openxmlformats.org/officeDocument/2006/relationships/image" Target="../media/image63.emf"/><Relationship Id="rId31" Type="http://schemas.openxmlformats.org/officeDocument/2006/relationships/oleObject" Target="../embeddings/oleObject53.bin"/><Relationship Id="rId30" Type="http://schemas.openxmlformats.org/officeDocument/2006/relationships/image" Target="../media/image62.emf"/><Relationship Id="rId3" Type="http://schemas.openxmlformats.org/officeDocument/2006/relationships/image" Target="../media/image5.png"/><Relationship Id="rId29" Type="http://schemas.openxmlformats.org/officeDocument/2006/relationships/oleObject" Target="../embeddings/oleObject52.bin"/><Relationship Id="rId28" Type="http://schemas.openxmlformats.org/officeDocument/2006/relationships/image" Target="../media/image61.emf"/><Relationship Id="rId27" Type="http://schemas.openxmlformats.org/officeDocument/2006/relationships/oleObject" Target="../embeddings/oleObject51.bin"/><Relationship Id="rId26" Type="http://schemas.openxmlformats.org/officeDocument/2006/relationships/tags" Target="../tags/tag350.xml"/><Relationship Id="rId25" Type="http://schemas.openxmlformats.org/officeDocument/2006/relationships/tags" Target="../tags/tag349.xml"/><Relationship Id="rId24" Type="http://schemas.openxmlformats.org/officeDocument/2006/relationships/tags" Target="../tags/tag348.xml"/><Relationship Id="rId23" Type="http://schemas.openxmlformats.org/officeDocument/2006/relationships/tags" Target="../tags/tag347.xml"/><Relationship Id="rId22" Type="http://schemas.openxmlformats.org/officeDocument/2006/relationships/tags" Target="../tags/tag346.xml"/><Relationship Id="rId21" Type="http://schemas.openxmlformats.org/officeDocument/2006/relationships/tags" Target="../tags/tag345.xml"/><Relationship Id="rId20" Type="http://schemas.openxmlformats.org/officeDocument/2006/relationships/tags" Target="../tags/tag344.xml"/><Relationship Id="rId2" Type="http://schemas.openxmlformats.org/officeDocument/2006/relationships/image" Target="../media/image4.png"/><Relationship Id="rId19" Type="http://schemas.openxmlformats.org/officeDocument/2006/relationships/tags" Target="../tags/tag343.xml"/><Relationship Id="rId18" Type="http://schemas.openxmlformats.org/officeDocument/2006/relationships/tags" Target="../tags/tag342.xml"/><Relationship Id="rId17" Type="http://schemas.openxmlformats.org/officeDocument/2006/relationships/tags" Target="../tags/tag341.xml"/><Relationship Id="rId16" Type="http://schemas.openxmlformats.org/officeDocument/2006/relationships/tags" Target="../tags/tag340.xml"/><Relationship Id="rId15" Type="http://schemas.openxmlformats.org/officeDocument/2006/relationships/tags" Target="../tags/tag339.xml"/><Relationship Id="rId14" Type="http://schemas.openxmlformats.org/officeDocument/2006/relationships/tags" Target="../tags/tag338.xml"/><Relationship Id="rId13" Type="http://schemas.openxmlformats.org/officeDocument/2006/relationships/tags" Target="../tags/tag337.xml"/><Relationship Id="rId12" Type="http://schemas.openxmlformats.org/officeDocument/2006/relationships/tags" Target="../tags/tag336.xml"/><Relationship Id="rId11" Type="http://schemas.openxmlformats.org/officeDocument/2006/relationships/tags" Target="../tags/tag335.xml"/><Relationship Id="rId10" Type="http://schemas.openxmlformats.org/officeDocument/2006/relationships/tags" Target="../tags/tag334.xml"/><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9" Type="http://schemas.openxmlformats.org/officeDocument/2006/relationships/tags" Target="../tags/tag358.xml"/><Relationship Id="rId8" Type="http://schemas.openxmlformats.org/officeDocument/2006/relationships/tags" Target="../tags/tag357.xml"/><Relationship Id="rId7" Type="http://schemas.openxmlformats.org/officeDocument/2006/relationships/tags" Target="../tags/tag356.xml"/><Relationship Id="rId6" Type="http://schemas.openxmlformats.org/officeDocument/2006/relationships/tags" Target="../tags/tag355.xml"/><Relationship Id="rId5" Type="http://schemas.openxmlformats.org/officeDocument/2006/relationships/tags" Target="../tags/tag354.xml"/><Relationship Id="rId43" Type="http://schemas.openxmlformats.org/officeDocument/2006/relationships/vmlDrawing" Target="../drawings/vmlDrawing30.vml"/><Relationship Id="rId42" Type="http://schemas.openxmlformats.org/officeDocument/2006/relationships/slideLayout" Target="../slideLayouts/slideLayout687.xml"/><Relationship Id="rId41" Type="http://schemas.openxmlformats.org/officeDocument/2006/relationships/tags" Target="../tags/tag387.xml"/><Relationship Id="rId40" Type="http://schemas.openxmlformats.org/officeDocument/2006/relationships/tags" Target="../tags/tag386.xml"/><Relationship Id="rId4" Type="http://schemas.openxmlformats.org/officeDocument/2006/relationships/tags" Target="../tags/tag353.xml"/><Relationship Id="rId39" Type="http://schemas.openxmlformats.org/officeDocument/2006/relationships/tags" Target="../tags/tag385.xml"/><Relationship Id="rId38" Type="http://schemas.openxmlformats.org/officeDocument/2006/relationships/tags" Target="../tags/tag384.xml"/><Relationship Id="rId37" Type="http://schemas.openxmlformats.org/officeDocument/2006/relationships/tags" Target="../tags/tag383.xml"/><Relationship Id="rId36" Type="http://schemas.openxmlformats.org/officeDocument/2006/relationships/tags" Target="../tags/tag382.xml"/><Relationship Id="rId35" Type="http://schemas.openxmlformats.org/officeDocument/2006/relationships/tags" Target="../tags/tag381.xml"/><Relationship Id="rId34" Type="http://schemas.openxmlformats.org/officeDocument/2006/relationships/tags" Target="../tags/tag380.xml"/><Relationship Id="rId33" Type="http://schemas.openxmlformats.org/officeDocument/2006/relationships/tags" Target="../tags/tag379.xml"/><Relationship Id="rId32" Type="http://schemas.openxmlformats.org/officeDocument/2006/relationships/tags" Target="../tags/tag378.xml"/><Relationship Id="rId31" Type="http://schemas.openxmlformats.org/officeDocument/2006/relationships/tags" Target="../tags/tag377.xml"/><Relationship Id="rId30" Type="http://schemas.openxmlformats.org/officeDocument/2006/relationships/tags" Target="../tags/tag376.xml"/><Relationship Id="rId3" Type="http://schemas.openxmlformats.org/officeDocument/2006/relationships/tags" Target="../tags/tag352.xml"/><Relationship Id="rId29" Type="http://schemas.openxmlformats.org/officeDocument/2006/relationships/tags" Target="../tags/tag375.xml"/><Relationship Id="rId28" Type="http://schemas.openxmlformats.org/officeDocument/2006/relationships/tags" Target="../tags/tag374.xml"/><Relationship Id="rId27" Type="http://schemas.openxmlformats.org/officeDocument/2006/relationships/tags" Target="../tags/tag373.xml"/><Relationship Id="rId26" Type="http://schemas.openxmlformats.org/officeDocument/2006/relationships/tags" Target="../tags/tag372.xml"/><Relationship Id="rId25" Type="http://schemas.openxmlformats.org/officeDocument/2006/relationships/tags" Target="../tags/tag371.xml"/><Relationship Id="rId24" Type="http://schemas.openxmlformats.org/officeDocument/2006/relationships/tags" Target="../tags/tag370.xml"/><Relationship Id="rId23" Type="http://schemas.openxmlformats.org/officeDocument/2006/relationships/tags" Target="../tags/tag369.xml"/><Relationship Id="rId22" Type="http://schemas.openxmlformats.org/officeDocument/2006/relationships/tags" Target="../tags/tag368.xml"/><Relationship Id="rId21" Type="http://schemas.openxmlformats.org/officeDocument/2006/relationships/tags" Target="../tags/tag367.xml"/><Relationship Id="rId20" Type="http://schemas.openxmlformats.org/officeDocument/2006/relationships/tags" Target="../tags/tag366.xml"/><Relationship Id="rId2" Type="http://schemas.openxmlformats.org/officeDocument/2006/relationships/image" Target="../media/image65.emf"/><Relationship Id="rId19" Type="http://schemas.openxmlformats.org/officeDocument/2006/relationships/tags" Target="../tags/tag365.xml"/><Relationship Id="rId18" Type="http://schemas.openxmlformats.org/officeDocument/2006/relationships/tags" Target="../tags/tag364.xml"/><Relationship Id="rId17" Type="http://schemas.openxmlformats.org/officeDocument/2006/relationships/tags" Target="../tags/tag363.xml"/><Relationship Id="rId16" Type="http://schemas.openxmlformats.org/officeDocument/2006/relationships/tags" Target="../tags/tag362.xml"/><Relationship Id="rId15" Type="http://schemas.openxmlformats.org/officeDocument/2006/relationships/tags" Target="../tags/tag361.xml"/><Relationship Id="rId14" Type="http://schemas.openxmlformats.org/officeDocument/2006/relationships/tags" Target="../tags/tag360.xml"/><Relationship Id="rId13" Type="http://schemas.openxmlformats.org/officeDocument/2006/relationships/tags" Target="../tags/tag359.xml"/><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2.png"/><Relationship Id="rId1" Type="http://schemas.openxmlformats.org/officeDocument/2006/relationships/oleObject" Target="../embeddings/oleObject55.bin"/></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60.bin"/><Relationship Id="rId8" Type="http://schemas.openxmlformats.org/officeDocument/2006/relationships/image" Target="../media/image69.emf"/><Relationship Id="rId7" Type="http://schemas.openxmlformats.org/officeDocument/2006/relationships/oleObject" Target="../embeddings/oleObject59.bin"/><Relationship Id="rId6" Type="http://schemas.openxmlformats.org/officeDocument/2006/relationships/image" Target="../media/image68.emf"/><Relationship Id="rId51" Type="http://schemas.openxmlformats.org/officeDocument/2006/relationships/vmlDrawing" Target="../drawings/vmlDrawing31.vml"/><Relationship Id="rId50" Type="http://schemas.openxmlformats.org/officeDocument/2006/relationships/slideLayout" Target="../slideLayouts/slideLayout704.xml"/><Relationship Id="rId5" Type="http://schemas.openxmlformats.org/officeDocument/2006/relationships/oleObject" Target="../embeddings/oleObject58.bin"/><Relationship Id="rId49" Type="http://schemas.openxmlformats.org/officeDocument/2006/relationships/tags" Target="../tags/tag423.xml"/><Relationship Id="rId48" Type="http://schemas.openxmlformats.org/officeDocument/2006/relationships/tags" Target="../tags/tag422.xml"/><Relationship Id="rId47" Type="http://schemas.openxmlformats.org/officeDocument/2006/relationships/tags" Target="../tags/tag421.xml"/><Relationship Id="rId46" Type="http://schemas.openxmlformats.org/officeDocument/2006/relationships/tags" Target="../tags/tag420.xml"/><Relationship Id="rId45" Type="http://schemas.openxmlformats.org/officeDocument/2006/relationships/tags" Target="../tags/tag419.xml"/><Relationship Id="rId44" Type="http://schemas.openxmlformats.org/officeDocument/2006/relationships/tags" Target="../tags/tag418.xml"/><Relationship Id="rId43" Type="http://schemas.openxmlformats.org/officeDocument/2006/relationships/tags" Target="../tags/tag417.xml"/><Relationship Id="rId42" Type="http://schemas.openxmlformats.org/officeDocument/2006/relationships/tags" Target="../tags/tag416.xml"/><Relationship Id="rId41" Type="http://schemas.openxmlformats.org/officeDocument/2006/relationships/tags" Target="../tags/tag415.xml"/><Relationship Id="rId40" Type="http://schemas.openxmlformats.org/officeDocument/2006/relationships/tags" Target="../tags/tag414.xml"/><Relationship Id="rId4" Type="http://schemas.openxmlformats.org/officeDocument/2006/relationships/image" Target="../media/image67.emf"/><Relationship Id="rId39" Type="http://schemas.openxmlformats.org/officeDocument/2006/relationships/tags" Target="../tags/tag413.xml"/><Relationship Id="rId38" Type="http://schemas.openxmlformats.org/officeDocument/2006/relationships/tags" Target="../tags/tag412.xml"/><Relationship Id="rId37" Type="http://schemas.openxmlformats.org/officeDocument/2006/relationships/tags" Target="../tags/tag411.xml"/><Relationship Id="rId36" Type="http://schemas.openxmlformats.org/officeDocument/2006/relationships/tags" Target="../tags/tag410.xml"/><Relationship Id="rId35" Type="http://schemas.openxmlformats.org/officeDocument/2006/relationships/tags" Target="../tags/tag409.xml"/><Relationship Id="rId34" Type="http://schemas.openxmlformats.org/officeDocument/2006/relationships/tags" Target="../tags/tag408.xml"/><Relationship Id="rId33" Type="http://schemas.openxmlformats.org/officeDocument/2006/relationships/tags" Target="../tags/tag407.xml"/><Relationship Id="rId32" Type="http://schemas.openxmlformats.org/officeDocument/2006/relationships/tags" Target="../tags/tag406.xml"/><Relationship Id="rId31" Type="http://schemas.openxmlformats.org/officeDocument/2006/relationships/tags" Target="../tags/tag405.xml"/><Relationship Id="rId30" Type="http://schemas.openxmlformats.org/officeDocument/2006/relationships/tags" Target="../tags/tag404.xml"/><Relationship Id="rId3" Type="http://schemas.openxmlformats.org/officeDocument/2006/relationships/oleObject" Target="../embeddings/oleObject57.bin"/><Relationship Id="rId29" Type="http://schemas.openxmlformats.org/officeDocument/2006/relationships/tags" Target="../tags/tag403.xml"/><Relationship Id="rId28" Type="http://schemas.openxmlformats.org/officeDocument/2006/relationships/tags" Target="../tags/tag402.xml"/><Relationship Id="rId27" Type="http://schemas.openxmlformats.org/officeDocument/2006/relationships/tags" Target="../tags/tag401.xml"/><Relationship Id="rId26" Type="http://schemas.openxmlformats.org/officeDocument/2006/relationships/tags" Target="../tags/tag400.xml"/><Relationship Id="rId25" Type="http://schemas.openxmlformats.org/officeDocument/2006/relationships/tags" Target="../tags/tag399.xml"/><Relationship Id="rId24" Type="http://schemas.openxmlformats.org/officeDocument/2006/relationships/tags" Target="../tags/tag398.xml"/><Relationship Id="rId23" Type="http://schemas.openxmlformats.org/officeDocument/2006/relationships/tags" Target="../tags/tag397.xml"/><Relationship Id="rId22" Type="http://schemas.openxmlformats.org/officeDocument/2006/relationships/tags" Target="../tags/tag396.xml"/><Relationship Id="rId21" Type="http://schemas.openxmlformats.org/officeDocument/2006/relationships/tags" Target="../tags/tag395.xml"/><Relationship Id="rId20" Type="http://schemas.openxmlformats.org/officeDocument/2006/relationships/image" Target="../media/image5.png"/><Relationship Id="rId2" Type="http://schemas.openxmlformats.org/officeDocument/2006/relationships/image" Target="../media/image66.emf"/><Relationship Id="rId19" Type="http://schemas.openxmlformats.org/officeDocument/2006/relationships/image" Target="../media/image4.png"/><Relationship Id="rId18" Type="http://schemas.openxmlformats.org/officeDocument/2006/relationships/image" Target="../media/image2.png"/><Relationship Id="rId17" Type="http://schemas.openxmlformats.org/officeDocument/2006/relationships/tags" Target="../tags/tag394.xml"/><Relationship Id="rId16" Type="http://schemas.openxmlformats.org/officeDocument/2006/relationships/tags" Target="../tags/tag393.xml"/><Relationship Id="rId15" Type="http://schemas.openxmlformats.org/officeDocument/2006/relationships/tags" Target="../tags/tag392.xml"/><Relationship Id="rId14" Type="http://schemas.openxmlformats.org/officeDocument/2006/relationships/tags" Target="../tags/tag391.xml"/><Relationship Id="rId13" Type="http://schemas.openxmlformats.org/officeDocument/2006/relationships/tags" Target="../tags/tag390.xml"/><Relationship Id="rId12" Type="http://schemas.openxmlformats.org/officeDocument/2006/relationships/tags" Target="../tags/tag389.xml"/><Relationship Id="rId11" Type="http://schemas.openxmlformats.org/officeDocument/2006/relationships/tags" Target="../tags/tag388.xml"/><Relationship Id="rId10" Type="http://schemas.openxmlformats.org/officeDocument/2006/relationships/image" Target="../media/image70.emf"/><Relationship Id="rId1" Type="http://schemas.openxmlformats.org/officeDocument/2006/relationships/oleObject" Target="../embeddings/oleObject56.bin"/></Relationships>
</file>

<file path=ppt/slides/_rels/slide50.xml.rels><?xml version="1.0" encoding="UTF-8" standalone="yes"?>
<Relationships xmlns="http://schemas.openxmlformats.org/package/2006/relationships"><Relationship Id="rId9" Type="http://schemas.openxmlformats.org/officeDocument/2006/relationships/tags" Target="../tags/tag432.xml"/><Relationship Id="rId8" Type="http://schemas.openxmlformats.org/officeDocument/2006/relationships/tags" Target="../tags/tag431.xml"/><Relationship Id="rId7" Type="http://schemas.openxmlformats.org/officeDocument/2006/relationships/tags" Target="../tags/tag430.xml"/><Relationship Id="rId6" Type="http://schemas.openxmlformats.org/officeDocument/2006/relationships/tags" Target="../tags/tag429.xml"/><Relationship Id="rId51" Type="http://schemas.openxmlformats.org/officeDocument/2006/relationships/notesSlide" Target="../notesSlides/notesSlide1.xml"/><Relationship Id="rId50" Type="http://schemas.openxmlformats.org/officeDocument/2006/relationships/vmlDrawing" Target="../drawings/vmlDrawing32.vml"/><Relationship Id="rId5" Type="http://schemas.openxmlformats.org/officeDocument/2006/relationships/tags" Target="../tags/tag428.xml"/><Relationship Id="rId49" Type="http://schemas.openxmlformats.org/officeDocument/2006/relationships/slideLayout" Target="../slideLayouts/slideLayout721.xml"/><Relationship Id="rId48" Type="http://schemas.openxmlformats.org/officeDocument/2006/relationships/tags" Target="../tags/tag458.xml"/><Relationship Id="rId47" Type="http://schemas.openxmlformats.org/officeDocument/2006/relationships/tags" Target="../tags/tag457.xml"/><Relationship Id="rId46" Type="http://schemas.openxmlformats.org/officeDocument/2006/relationships/tags" Target="../tags/tag456.xml"/><Relationship Id="rId45" Type="http://schemas.openxmlformats.org/officeDocument/2006/relationships/tags" Target="../tags/tag455.xml"/><Relationship Id="rId44" Type="http://schemas.openxmlformats.org/officeDocument/2006/relationships/tags" Target="../tags/tag454.xml"/><Relationship Id="rId43" Type="http://schemas.openxmlformats.org/officeDocument/2006/relationships/tags" Target="../tags/tag453.xml"/><Relationship Id="rId42" Type="http://schemas.openxmlformats.org/officeDocument/2006/relationships/tags" Target="../tags/tag452.xml"/><Relationship Id="rId41" Type="http://schemas.openxmlformats.org/officeDocument/2006/relationships/tags" Target="../tags/tag451.xml"/><Relationship Id="rId40" Type="http://schemas.openxmlformats.org/officeDocument/2006/relationships/tags" Target="../tags/tag450.xml"/><Relationship Id="rId4" Type="http://schemas.openxmlformats.org/officeDocument/2006/relationships/tags" Target="../tags/tag427.xml"/><Relationship Id="rId39" Type="http://schemas.openxmlformats.org/officeDocument/2006/relationships/tags" Target="../tags/tag449.xml"/><Relationship Id="rId38" Type="http://schemas.openxmlformats.org/officeDocument/2006/relationships/tags" Target="../tags/tag448.xml"/><Relationship Id="rId37" Type="http://schemas.openxmlformats.org/officeDocument/2006/relationships/tags" Target="../tags/tag447.xml"/><Relationship Id="rId36" Type="http://schemas.openxmlformats.org/officeDocument/2006/relationships/tags" Target="../tags/tag446.xml"/><Relationship Id="rId35" Type="http://schemas.openxmlformats.org/officeDocument/2006/relationships/tags" Target="../tags/tag445.xml"/><Relationship Id="rId34" Type="http://schemas.openxmlformats.org/officeDocument/2006/relationships/tags" Target="../tags/tag444.xml"/><Relationship Id="rId33" Type="http://schemas.openxmlformats.org/officeDocument/2006/relationships/image" Target="../media/image75.emf"/><Relationship Id="rId32" Type="http://schemas.openxmlformats.org/officeDocument/2006/relationships/oleObject" Target="../embeddings/oleObject65.bin"/><Relationship Id="rId31" Type="http://schemas.openxmlformats.org/officeDocument/2006/relationships/image" Target="../media/image74.emf"/><Relationship Id="rId30" Type="http://schemas.openxmlformats.org/officeDocument/2006/relationships/oleObject" Target="../embeddings/oleObject64.bin"/><Relationship Id="rId3" Type="http://schemas.openxmlformats.org/officeDocument/2006/relationships/tags" Target="../tags/tag426.xml"/><Relationship Id="rId29" Type="http://schemas.openxmlformats.org/officeDocument/2006/relationships/image" Target="../media/image73.emf"/><Relationship Id="rId28" Type="http://schemas.openxmlformats.org/officeDocument/2006/relationships/oleObject" Target="../embeddings/oleObject63.bin"/><Relationship Id="rId27" Type="http://schemas.openxmlformats.org/officeDocument/2006/relationships/image" Target="../media/image72.emf"/><Relationship Id="rId26" Type="http://schemas.openxmlformats.org/officeDocument/2006/relationships/oleObject" Target="../embeddings/oleObject62.bin"/><Relationship Id="rId25" Type="http://schemas.openxmlformats.org/officeDocument/2006/relationships/image" Target="../media/image71.emf"/><Relationship Id="rId24" Type="http://schemas.openxmlformats.org/officeDocument/2006/relationships/oleObject" Target="../embeddings/oleObject61.bin"/><Relationship Id="rId23" Type="http://schemas.openxmlformats.org/officeDocument/2006/relationships/tags" Target="../tags/tag443.xml"/><Relationship Id="rId22" Type="http://schemas.openxmlformats.org/officeDocument/2006/relationships/tags" Target="../tags/tag442.xml"/><Relationship Id="rId21" Type="http://schemas.openxmlformats.org/officeDocument/2006/relationships/tags" Target="../tags/tag441.xml"/><Relationship Id="rId20" Type="http://schemas.openxmlformats.org/officeDocument/2006/relationships/tags" Target="../tags/tag440.xml"/><Relationship Id="rId2" Type="http://schemas.openxmlformats.org/officeDocument/2006/relationships/tags" Target="../tags/tag425.xml"/><Relationship Id="rId19" Type="http://schemas.openxmlformats.org/officeDocument/2006/relationships/tags" Target="../tags/tag439.xml"/><Relationship Id="rId18" Type="http://schemas.openxmlformats.org/officeDocument/2006/relationships/tags" Target="../tags/tag438.xml"/><Relationship Id="rId17" Type="http://schemas.openxmlformats.org/officeDocument/2006/relationships/tags" Target="../tags/tag437.xml"/><Relationship Id="rId16" Type="http://schemas.openxmlformats.org/officeDocument/2006/relationships/tags" Target="../tags/tag436.xml"/><Relationship Id="rId15" Type="http://schemas.openxmlformats.org/officeDocument/2006/relationships/tags" Target="../tags/tag435.xml"/><Relationship Id="rId14" Type="http://schemas.openxmlformats.org/officeDocument/2006/relationships/tags" Target="../tags/tag434.xml"/><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2.png"/><Relationship Id="rId10" Type="http://schemas.openxmlformats.org/officeDocument/2006/relationships/tags" Target="../tags/tag433.xml"/><Relationship Id="rId1" Type="http://schemas.openxmlformats.org/officeDocument/2006/relationships/tags" Target="../tags/tag424.xml"/></Relationships>
</file>

<file path=ppt/slides/_rels/slide51.xml.rels><?xml version="1.0" encoding="UTF-8" standalone="yes"?>
<Relationships xmlns="http://schemas.openxmlformats.org/package/2006/relationships"><Relationship Id="rId9" Type="http://schemas.openxmlformats.org/officeDocument/2006/relationships/tags" Target="../tags/tag467.xml"/><Relationship Id="rId8" Type="http://schemas.openxmlformats.org/officeDocument/2006/relationships/tags" Target="../tags/tag466.xml"/><Relationship Id="rId7" Type="http://schemas.openxmlformats.org/officeDocument/2006/relationships/tags" Target="../tags/tag465.xml"/><Relationship Id="rId6" Type="http://schemas.openxmlformats.org/officeDocument/2006/relationships/tags" Target="../tags/tag464.xml"/><Relationship Id="rId5" Type="http://schemas.openxmlformats.org/officeDocument/2006/relationships/tags" Target="../tags/tag463.xml"/><Relationship Id="rId49" Type="http://schemas.openxmlformats.org/officeDocument/2006/relationships/vmlDrawing" Target="../drawings/vmlDrawing33.vml"/><Relationship Id="rId48" Type="http://schemas.openxmlformats.org/officeDocument/2006/relationships/slideLayout" Target="../slideLayouts/slideLayout738.xml"/><Relationship Id="rId47" Type="http://schemas.openxmlformats.org/officeDocument/2006/relationships/tags" Target="../tags/tag492.xml"/><Relationship Id="rId46" Type="http://schemas.openxmlformats.org/officeDocument/2006/relationships/tags" Target="../tags/tag491.xml"/><Relationship Id="rId45" Type="http://schemas.openxmlformats.org/officeDocument/2006/relationships/tags" Target="../tags/tag490.xml"/><Relationship Id="rId44" Type="http://schemas.openxmlformats.org/officeDocument/2006/relationships/tags" Target="../tags/tag489.xml"/><Relationship Id="rId43" Type="http://schemas.openxmlformats.org/officeDocument/2006/relationships/tags" Target="../tags/tag488.xml"/><Relationship Id="rId42" Type="http://schemas.openxmlformats.org/officeDocument/2006/relationships/tags" Target="../tags/tag487.xml"/><Relationship Id="rId41" Type="http://schemas.openxmlformats.org/officeDocument/2006/relationships/tags" Target="../tags/tag486.xml"/><Relationship Id="rId40" Type="http://schemas.openxmlformats.org/officeDocument/2006/relationships/tags" Target="../tags/tag485.xml"/><Relationship Id="rId4" Type="http://schemas.openxmlformats.org/officeDocument/2006/relationships/tags" Target="../tags/tag462.xml"/><Relationship Id="rId39" Type="http://schemas.openxmlformats.org/officeDocument/2006/relationships/tags" Target="../tags/tag484.xml"/><Relationship Id="rId38" Type="http://schemas.openxmlformats.org/officeDocument/2006/relationships/tags" Target="../tags/tag483.xml"/><Relationship Id="rId37" Type="http://schemas.openxmlformats.org/officeDocument/2006/relationships/tags" Target="../tags/tag482.xml"/><Relationship Id="rId36" Type="http://schemas.openxmlformats.org/officeDocument/2006/relationships/tags" Target="../tags/tag481.xml"/><Relationship Id="rId35" Type="http://schemas.openxmlformats.org/officeDocument/2006/relationships/tags" Target="../tags/tag480.xml"/><Relationship Id="rId34" Type="http://schemas.openxmlformats.org/officeDocument/2006/relationships/tags" Target="../tags/tag479.xml"/><Relationship Id="rId33" Type="http://schemas.openxmlformats.org/officeDocument/2006/relationships/image" Target="../media/image80.emf"/><Relationship Id="rId32" Type="http://schemas.openxmlformats.org/officeDocument/2006/relationships/oleObject" Target="../embeddings/oleObject70.bin"/><Relationship Id="rId31" Type="http://schemas.openxmlformats.org/officeDocument/2006/relationships/image" Target="../media/image79.emf"/><Relationship Id="rId30" Type="http://schemas.openxmlformats.org/officeDocument/2006/relationships/oleObject" Target="../embeddings/oleObject69.bin"/><Relationship Id="rId3" Type="http://schemas.openxmlformats.org/officeDocument/2006/relationships/tags" Target="../tags/tag461.xml"/><Relationship Id="rId29" Type="http://schemas.openxmlformats.org/officeDocument/2006/relationships/image" Target="../media/image78.emf"/><Relationship Id="rId28" Type="http://schemas.openxmlformats.org/officeDocument/2006/relationships/oleObject" Target="../embeddings/oleObject68.bin"/><Relationship Id="rId27" Type="http://schemas.openxmlformats.org/officeDocument/2006/relationships/image" Target="../media/image77.emf"/><Relationship Id="rId26" Type="http://schemas.openxmlformats.org/officeDocument/2006/relationships/oleObject" Target="../embeddings/oleObject67.bin"/><Relationship Id="rId25" Type="http://schemas.openxmlformats.org/officeDocument/2006/relationships/image" Target="../media/image76.emf"/><Relationship Id="rId24" Type="http://schemas.openxmlformats.org/officeDocument/2006/relationships/oleObject" Target="../embeddings/oleObject66.bin"/><Relationship Id="rId23" Type="http://schemas.openxmlformats.org/officeDocument/2006/relationships/tags" Target="../tags/tag478.xml"/><Relationship Id="rId22" Type="http://schemas.openxmlformats.org/officeDocument/2006/relationships/tags" Target="../tags/tag477.xml"/><Relationship Id="rId21" Type="http://schemas.openxmlformats.org/officeDocument/2006/relationships/tags" Target="../tags/tag476.xml"/><Relationship Id="rId20" Type="http://schemas.openxmlformats.org/officeDocument/2006/relationships/tags" Target="../tags/tag475.xml"/><Relationship Id="rId2" Type="http://schemas.openxmlformats.org/officeDocument/2006/relationships/tags" Target="../tags/tag460.xml"/><Relationship Id="rId19" Type="http://schemas.openxmlformats.org/officeDocument/2006/relationships/tags" Target="../tags/tag474.xml"/><Relationship Id="rId18" Type="http://schemas.openxmlformats.org/officeDocument/2006/relationships/tags" Target="../tags/tag473.xml"/><Relationship Id="rId17" Type="http://schemas.openxmlformats.org/officeDocument/2006/relationships/tags" Target="../tags/tag472.xml"/><Relationship Id="rId16" Type="http://schemas.openxmlformats.org/officeDocument/2006/relationships/tags" Target="../tags/tag471.xml"/><Relationship Id="rId15" Type="http://schemas.openxmlformats.org/officeDocument/2006/relationships/tags" Target="../tags/tag470.xml"/><Relationship Id="rId14" Type="http://schemas.openxmlformats.org/officeDocument/2006/relationships/tags" Target="../tags/tag469.xml"/><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2.png"/><Relationship Id="rId10" Type="http://schemas.openxmlformats.org/officeDocument/2006/relationships/tags" Target="../tags/tag468.xml"/><Relationship Id="rId1" Type="http://schemas.openxmlformats.org/officeDocument/2006/relationships/tags" Target="../tags/tag459.xml"/></Relationships>
</file>

<file path=ppt/slides/_rels/slide52.xml.rels><?xml version="1.0" encoding="UTF-8" standalone="yes"?>
<Relationships xmlns="http://schemas.openxmlformats.org/package/2006/relationships"><Relationship Id="rId9" Type="http://schemas.openxmlformats.org/officeDocument/2006/relationships/image" Target="../media/image83.emf"/><Relationship Id="rId8" Type="http://schemas.openxmlformats.org/officeDocument/2006/relationships/oleObject" Target="../embeddings/oleObject73.bin"/><Relationship Id="rId7" Type="http://schemas.openxmlformats.org/officeDocument/2006/relationships/image" Target="../media/image82.emf"/><Relationship Id="rId6" Type="http://schemas.openxmlformats.org/officeDocument/2006/relationships/oleObject" Target="../embeddings/oleObject72.bin"/><Relationship Id="rId53" Type="http://schemas.openxmlformats.org/officeDocument/2006/relationships/vmlDrawing" Target="../drawings/vmlDrawing34.vml"/><Relationship Id="rId52" Type="http://schemas.openxmlformats.org/officeDocument/2006/relationships/slideLayout" Target="../slideLayouts/slideLayout755.xml"/><Relationship Id="rId51" Type="http://schemas.openxmlformats.org/officeDocument/2006/relationships/tags" Target="../tags/tag532.xml"/><Relationship Id="rId50" Type="http://schemas.openxmlformats.org/officeDocument/2006/relationships/tags" Target="../tags/tag531.xml"/><Relationship Id="rId5" Type="http://schemas.openxmlformats.org/officeDocument/2006/relationships/image" Target="../media/image81.emf"/><Relationship Id="rId49" Type="http://schemas.openxmlformats.org/officeDocument/2006/relationships/image" Target="../media/image84.emf"/><Relationship Id="rId48" Type="http://schemas.openxmlformats.org/officeDocument/2006/relationships/oleObject" Target="../embeddings/oleObject74.bin"/><Relationship Id="rId47" Type="http://schemas.openxmlformats.org/officeDocument/2006/relationships/tags" Target="../tags/tag530.xml"/><Relationship Id="rId46" Type="http://schemas.openxmlformats.org/officeDocument/2006/relationships/tags" Target="../tags/tag529.xml"/><Relationship Id="rId45" Type="http://schemas.openxmlformats.org/officeDocument/2006/relationships/tags" Target="../tags/tag528.xml"/><Relationship Id="rId44" Type="http://schemas.openxmlformats.org/officeDocument/2006/relationships/tags" Target="../tags/tag527.xml"/><Relationship Id="rId43" Type="http://schemas.openxmlformats.org/officeDocument/2006/relationships/tags" Target="../tags/tag526.xml"/><Relationship Id="rId42" Type="http://schemas.openxmlformats.org/officeDocument/2006/relationships/tags" Target="../tags/tag525.xml"/><Relationship Id="rId41" Type="http://schemas.openxmlformats.org/officeDocument/2006/relationships/tags" Target="../tags/tag524.xml"/><Relationship Id="rId40" Type="http://schemas.openxmlformats.org/officeDocument/2006/relationships/tags" Target="../tags/tag523.xml"/><Relationship Id="rId4" Type="http://schemas.openxmlformats.org/officeDocument/2006/relationships/oleObject" Target="../embeddings/oleObject71.bin"/><Relationship Id="rId39" Type="http://schemas.openxmlformats.org/officeDocument/2006/relationships/tags" Target="../tags/tag522.xml"/><Relationship Id="rId38" Type="http://schemas.openxmlformats.org/officeDocument/2006/relationships/tags" Target="../tags/tag521.xml"/><Relationship Id="rId37" Type="http://schemas.openxmlformats.org/officeDocument/2006/relationships/tags" Target="../tags/tag520.xml"/><Relationship Id="rId36" Type="http://schemas.openxmlformats.org/officeDocument/2006/relationships/tags" Target="../tags/tag519.xml"/><Relationship Id="rId35" Type="http://schemas.openxmlformats.org/officeDocument/2006/relationships/tags" Target="../tags/tag518.xml"/><Relationship Id="rId34" Type="http://schemas.openxmlformats.org/officeDocument/2006/relationships/tags" Target="../tags/tag517.xml"/><Relationship Id="rId33" Type="http://schemas.openxmlformats.org/officeDocument/2006/relationships/tags" Target="../tags/tag516.xml"/><Relationship Id="rId32" Type="http://schemas.openxmlformats.org/officeDocument/2006/relationships/tags" Target="../tags/tag515.xml"/><Relationship Id="rId31" Type="http://schemas.openxmlformats.org/officeDocument/2006/relationships/tags" Target="../tags/tag514.xml"/><Relationship Id="rId30" Type="http://schemas.openxmlformats.org/officeDocument/2006/relationships/tags" Target="../tags/tag513.xml"/><Relationship Id="rId3" Type="http://schemas.openxmlformats.org/officeDocument/2006/relationships/image" Target="../media/image5.png"/><Relationship Id="rId29" Type="http://schemas.openxmlformats.org/officeDocument/2006/relationships/tags" Target="../tags/tag512.xml"/><Relationship Id="rId28" Type="http://schemas.openxmlformats.org/officeDocument/2006/relationships/tags" Target="../tags/tag511.xml"/><Relationship Id="rId27" Type="http://schemas.openxmlformats.org/officeDocument/2006/relationships/tags" Target="../tags/tag510.xml"/><Relationship Id="rId26" Type="http://schemas.openxmlformats.org/officeDocument/2006/relationships/tags" Target="../tags/tag509.xml"/><Relationship Id="rId25" Type="http://schemas.openxmlformats.org/officeDocument/2006/relationships/tags" Target="../tags/tag508.xml"/><Relationship Id="rId24" Type="http://schemas.openxmlformats.org/officeDocument/2006/relationships/tags" Target="../tags/tag507.xml"/><Relationship Id="rId23" Type="http://schemas.openxmlformats.org/officeDocument/2006/relationships/tags" Target="../tags/tag506.xml"/><Relationship Id="rId22" Type="http://schemas.openxmlformats.org/officeDocument/2006/relationships/tags" Target="../tags/tag505.xml"/><Relationship Id="rId21" Type="http://schemas.openxmlformats.org/officeDocument/2006/relationships/tags" Target="../tags/tag504.xml"/><Relationship Id="rId20" Type="http://schemas.openxmlformats.org/officeDocument/2006/relationships/tags" Target="../tags/tag503.xml"/><Relationship Id="rId2" Type="http://schemas.openxmlformats.org/officeDocument/2006/relationships/image" Target="../media/image4.png"/><Relationship Id="rId19" Type="http://schemas.openxmlformats.org/officeDocument/2006/relationships/tags" Target="../tags/tag502.xml"/><Relationship Id="rId18" Type="http://schemas.openxmlformats.org/officeDocument/2006/relationships/tags" Target="../tags/tag501.xml"/><Relationship Id="rId17" Type="http://schemas.openxmlformats.org/officeDocument/2006/relationships/tags" Target="../tags/tag500.xml"/><Relationship Id="rId16" Type="http://schemas.openxmlformats.org/officeDocument/2006/relationships/tags" Target="../tags/tag499.xml"/><Relationship Id="rId15" Type="http://schemas.openxmlformats.org/officeDocument/2006/relationships/tags" Target="../tags/tag498.xml"/><Relationship Id="rId14" Type="http://schemas.openxmlformats.org/officeDocument/2006/relationships/tags" Target="../tags/tag497.xml"/><Relationship Id="rId13" Type="http://schemas.openxmlformats.org/officeDocument/2006/relationships/tags" Target="../tags/tag496.xml"/><Relationship Id="rId12" Type="http://schemas.openxmlformats.org/officeDocument/2006/relationships/tags" Target="../tags/tag495.xml"/><Relationship Id="rId11" Type="http://schemas.openxmlformats.org/officeDocument/2006/relationships/tags" Target="../tags/tag494.xml"/><Relationship Id="rId10" Type="http://schemas.openxmlformats.org/officeDocument/2006/relationships/tags" Target="../tags/tag493.xml"/><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9" Type="http://schemas.openxmlformats.org/officeDocument/2006/relationships/tags" Target="../tags/tag537.xml"/><Relationship Id="rId8" Type="http://schemas.openxmlformats.org/officeDocument/2006/relationships/tags" Target="../tags/tag536.xml"/><Relationship Id="rId7" Type="http://schemas.openxmlformats.org/officeDocument/2006/relationships/tags" Target="../tags/tag535.xml"/><Relationship Id="rId6" Type="http://schemas.openxmlformats.org/officeDocument/2006/relationships/tags" Target="../tags/tag534.xml"/><Relationship Id="rId5" Type="http://schemas.openxmlformats.org/officeDocument/2006/relationships/tags" Target="../tags/tag533.xml"/><Relationship Id="rId49" Type="http://schemas.openxmlformats.org/officeDocument/2006/relationships/vmlDrawing" Target="../drawings/vmlDrawing35.vml"/><Relationship Id="rId48" Type="http://schemas.openxmlformats.org/officeDocument/2006/relationships/slideLayout" Target="../slideLayouts/slideLayout772.xml"/><Relationship Id="rId47" Type="http://schemas.openxmlformats.org/officeDocument/2006/relationships/tags" Target="../tags/tag572.xml"/><Relationship Id="rId46" Type="http://schemas.openxmlformats.org/officeDocument/2006/relationships/tags" Target="../tags/tag571.xml"/><Relationship Id="rId45" Type="http://schemas.openxmlformats.org/officeDocument/2006/relationships/tags" Target="../tags/tag570.xml"/><Relationship Id="rId44" Type="http://schemas.openxmlformats.org/officeDocument/2006/relationships/tags" Target="../tags/tag569.xml"/><Relationship Id="rId43" Type="http://schemas.openxmlformats.org/officeDocument/2006/relationships/tags" Target="../tags/tag568.xml"/><Relationship Id="rId42" Type="http://schemas.openxmlformats.org/officeDocument/2006/relationships/tags" Target="../tags/tag567.xml"/><Relationship Id="rId41" Type="http://schemas.openxmlformats.org/officeDocument/2006/relationships/tags" Target="../tags/tag566.xml"/><Relationship Id="rId40" Type="http://schemas.openxmlformats.org/officeDocument/2006/relationships/tags" Target="../tags/tag565.xml"/><Relationship Id="rId4" Type="http://schemas.openxmlformats.org/officeDocument/2006/relationships/image" Target="../media/image86.emf"/><Relationship Id="rId39" Type="http://schemas.openxmlformats.org/officeDocument/2006/relationships/tags" Target="../tags/tag564.xml"/><Relationship Id="rId38" Type="http://schemas.openxmlformats.org/officeDocument/2006/relationships/tags" Target="../tags/tag563.xml"/><Relationship Id="rId37" Type="http://schemas.openxmlformats.org/officeDocument/2006/relationships/tags" Target="../tags/tag562.xml"/><Relationship Id="rId36" Type="http://schemas.openxmlformats.org/officeDocument/2006/relationships/tags" Target="../tags/tag561.xml"/><Relationship Id="rId35" Type="http://schemas.openxmlformats.org/officeDocument/2006/relationships/tags" Target="../tags/tag560.xml"/><Relationship Id="rId34" Type="http://schemas.openxmlformats.org/officeDocument/2006/relationships/tags" Target="../tags/tag559.xml"/><Relationship Id="rId33" Type="http://schemas.openxmlformats.org/officeDocument/2006/relationships/tags" Target="../tags/tag558.xml"/><Relationship Id="rId32" Type="http://schemas.openxmlformats.org/officeDocument/2006/relationships/tags" Target="../tags/tag557.xml"/><Relationship Id="rId31" Type="http://schemas.openxmlformats.org/officeDocument/2006/relationships/tags" Target="../tags/tag556.xml"/><Relationship Id="rId30" Type="http://schemas.openxmlformats.org/officeDocument/2006/relationships/tags" Target="../tags/tag555.xml"/><Relationship Id="rId3" Type="http://schemas.openxmlformats.org/officeDocument/2006/relationships/oleObject" Target="../embeddings/oleObject76.bin"/><Relationship Id="rId29" Type="http://schemas.openxmlformats.org/officeDocument/2006/relationships/tags" Target="../tags/tag554.xml"/><Relationship Id="rId28" Type="http://schemas.openxmlformats.org/officeDocument/2006/relationships/tags" Target="../tags/tag553.xml"/><Relationship Id="rId27" Type="http://schemas.openxmlformats.org/officeDocument/2006/relationships/tags" Target="../tags/tag552.xml"/><Relationship Id="rId26" Type="http://schemas.openxmlformats.org/officeDocument/2006/relationships/tags" Target="../tags/tag551.xml"/><Relationship Id="rId25" Type="http://schemas.openxmlformats.org/officeDocument/2006/relationships/tags" Target="../tags/tag550.xml"/><Relationship Id="rId24" Type="http://schemas.openxmlformats.org/officeDocument/2006/relationships/tags" Target="../tags/tag549.xml"/><Relationship Id="rId23" Type="http://schemas.openxmlformats.org/officeDocument/2006/relationships/tags" Target="../tags/tag548.xml"/><Relationship Id="rId22" Type="http://schemas.openxmlformats.org/officeDocument/2006/relationships/tags" Target="../tags/tag547.xml"/><Relationship Id="rId21" Type="http://schemas.openxmlformats.org/officeDocument/2006/relationships/tags" Target="../tags/tag546.xml"/><Relationship Id="rId20" Type="http://schemas.openxmlformats.org/officeDocument/2006/relationships/tags" Target="../tags/tag545.xml"/><Relationship Id="rId2" Type="http://schemas.openxmlformats.org/officeDocument/2006/relationships/image" Target="../media/image85.emf"/><Relationship Id="rId19" Type="http://schemas.openxmlformats.org/officeDocument/2006/relationships/tags" Target="../tags/tag544.xml"/><Relationship Id="rId18" Type="http://schemas.openxmlformats.org/officeDocument/2006/relationships/tags" Target="../tags/tag543.xml"/><Relationship Id="rId17" Type="http://schemas.openxmlformats.org/officeDocument/2006/relationships/tags" Target="../tags/tag542.xml"/><Relationship Id="rId16" Type="http://schemas.openxmlformats.org/officeDocument/2006/relationships/tags" Target="../tags/tag541.xml"/><Relationship Id="rId15" Type="http://schemas.openxmlformats.org/officeDocument/2006/relationships/tags" Target="../tags/tag540.xml"/><Relationship Id="rId14" Type="http://schemas.openxmlformats.org/officeDocument/2006/relationships/tags" Target="../tags/tag539.xml"/><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2.png"/><Relationship Id="rId10" Type="http://schemas.openxmlformats.org/officeDocument/2006/relationships/tags" Target="../tags/tag538.xml"/><Relationship Id="rId1" Type="http://schemas.openxmlformats.org/officeDocument/2006/relationships/oleObject" Target="../embeddings/oleObject75.bin"/></Relationships>
</file>

<file path=ppt/slides/_rels/slide54.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2.png"/><Relationship Id="rId7" Type="http://schemas.openxmlformats.org/officeDocument/2006/relationships/tags" Target="../tags/tag577.xml"/><Relationship Id="rId6" Type="http://schemas.openxmlformats.org/officeDocument/2006/relationships/tags" Target="../tags/tag576.xml"/><Relationship Id="rId52" Type="http://schemas.openxmlformats.org/officeDocument/2006/relationships/vmlDrawing" Target="../drawings/vmlDrawing36.vml"/><Relationship Id="rId51" Type="http://schemas.openxmlformats.org/officeDocument/2006/relationships/slideLayout" Target="../slideLayouts/slideLayout789.xml"/><Relationship Id="rId50" Type="http://schemas.openxmlformats.org/officeDocument/2006/relationships/tags" Target="../tags/tag609.xml"/><Relationship Id="rId5" Type="http://schemas.openxmlformats.org/officeDocument/2006/relationships/tags" Target="../tags/tag575.xml"/><Relationship Id="rId49" Type="http://schemas.openxmlformats.org/officeDocument/2006/relationships/image" Target="../media/image91.emf"/><Relationship Id="rId48" Type="http://schemas.openxmlformats.org/officeDocument/2006/relationships/oleObject" Target="../embeddings/oleObject81.bin"/><Relationship Id="rId47" Type="http://schemas.openxmlformats.org/officeDocument/2006/relationships/image" Target="../media/image90.emf"/><Relationship Id="rId46" Type="http://schemas.openxmlformats.org/officeDocument/2006/relationships/oleObject" Target="../embeddings/oleObject80.bin"/><Relationship Id="rId45" Type="http://schemas.openxmlformats.org/officeDocument/2006/relationships/image" Target="../media/image89.emf"/><Relationship Id="rId44" Type="http://schemas.openxmlformats.org/officeDocument/2006/relationships/oleObject" Target="../embeddings/oleObject79.bin"/><Relationship Id="rId43" Type="http://schemas.openxmlformats.org/officeDocument/2006/relationships/image" Target="../media/image88.emf"/><Relationship Id="rId42" Type="http://schemas.openxmlformats.org/officeDocument/2006/relationships/oleObject" Target="../embeddings/oleObject78.bin"/><Relationship Id="rId41" Type="http://schemas.openxmlformats.org/officeDocument/2006/relationships/tags" Target="../tags/tag608.xml"/><Relationship Id="rId40" Type="http://schemas.openxmlformats.org/officeDocument/2006/relationships/tags" Target="../tags/tag607.xml"/><Relationship Id="rId4" Type="http://schemas.openxmlformats.org/officeDocument/2006/relationships/tags" Target="../tags/tag574.xml"/><Relationship Id="rId39" Type="http://schemas.openxmlformats.org/officeDocument/2006/relationships/tags" Target="../tags/tag606.xml"/><Relationship Id="rId38" Type="http://schemas.openxmlformats.org/officeDocument/2006/relationships/tags" Target="../tags/tag605.xml"/><Relationship Id="rId37" Type="http://schemas.openxmlformats.org/officeDocument/2006/relationships/tags" Target="../tags/tag604.xml"/><Relationship Id="rId36" Type="http://schemas.openxmlformats.org/officeDocument/2006/relationships/tags" Target="../tags/tag603.xml"/><Relationship Id="rId35" Type="http://schemas.openxmlformats.org/officeDocument/2006/relationships/tags" Target="../tags/tag602.xml"/><Relationship Id="rId34" Type="http://schemas.openxmlformats.org/officeDocument/2006/relationships/tags" Target="../tags/tag601.xml"/><Relationship Id="rId33" Type="http://schemas.openxmlformats.org/officeDocument/2006/relationships/tags" Target="../tags/tag600.xml"/><Relationship Id="rId32" Type="http://schemas.openxmlformats.org/officeDocument/2006/relationships/tags" Target="../tags/tag599.xml"/><Relationship Id="rId31" Type="http://schemas.openxmlformats.org/officeDocument/2006/relationships/tags" Target="../tags/tag598.xml"/><Relationship Id="rId30" Type="http://schemas.openxmlformats.org/officeDocument/2006/relationships/tags" Target="../tags/tag597.xml"/><Relationship Id="rId3" Type="http://schemas.openxmlformats.org/officeDocument/2006/relationships/tags" Target="../tags/tag573.xml"/><Relationship Id="rId29" Type="http://schemas.openxmlformats.org/officeDocument/2006/relationships/tags" Target="../tags/tag596.xml"/><Relationship Id="rId28" Type="http://schemas.openxmlformats.org/officeDocument/2006/relationships/tags" Target="../tags/tag595.xml"/><Relationship Id="rId27" Type="http://schemas.openxmlformats.org/officeDocument/2006/relationships/tags" Target="../tags/tag594.xml"/><Relationship Id="rId26" Type="http://schemas.openxmlformats.org/officeDocument/2006/relationships/tags" Target="../tags/tag593.xml"/><Relationship Id="rId25" Type="http://schemas.openxmlformats.org/officeDocument/2006/relationships/tags" Target="../tags/tag592.xml"/><Relationship Id="rId24" Type="http://schemas.openxmlformats.org/officeDocument/2006/relationships/tags" Target="../tags/tag591.xml"/><Relationship Id="rId23" Type="http://schemas.openxmlformats.org/officeDocument/2006/relationships/tags" Target="../tags/tag590.xml"/><Relationship Id="rId22" Type="http://schemas.openxmlformats.org/officeDocument/2006/relationships/tags" Target="../tags/tag589.xml"/><Relationship Id="rId21" Type="http://schemas.openxmlformats.org/officeDocument/2006/relationships/tags" Target="../tags/tag588.xml"/><Relationship Id="rId20" Type="http://schemas.openxmlformats.org/officeDocument/2006/relationships/tags" Target="../tags/tag587.xml"/><Relationship Id="rId2" Type="http://schemas.openxmlformats.org/officeDocument/2006/relationships/image" Target="../media/image87.emf"/><Relationship Id="rId19" Type="http://schemas.openxmlformats.org/officeDocument/2006/relationships/tags" Target="../tags/tag586.xml"/><Relationship Id="rId18" Type="http://schemas.openxmlformats.org/officeDocument/2006/relationships/tags" Target="../tags/tag585.xml"/><Relationship Id="rId17" Type="http://schemas.openxmlformats.org/officeDocument/2006/relationships/tags" Target="../tags/tag584.xml"/><Relationship Id="rId16" Type="http://schemas.openxmlformats.org/officeDocument/2006/relationships/tags" Target="../tags/tag583.xml"/><Relationship Id="rId15" Type="http://schemas.openxmlformats.org/officeDocument/2006/relationships/tags" Target="../tags/tag582.xml"/><Relationship Id="rId14" Type="http://schemas.openxmlformats.org/officeDocument/2006/relationships/tags" Target="../tags/tag581.xml"/><Relationship Id="rId13" Type="http://schemas.openxmlformats.org/officeDocument/2006/relationships/tags" Target="../tags/tag580.xml"/><Relationship Id="rId12" Type="http://schemas.openxmlformats.org/officeDocument/2006/relationships/tags" Target="../tags/tag579.xml"/><Relationship Id="rId11" Type="http://schemas.openxmlformats.org/officeDocument/2006/relationships/tags" Target="../tags/tag578.xml"/><Relationship Id="rId10" Type="http://schemas.openxmlformats.org/officeDocument/2006/relationships/image" Target="../media/image5.png"/><Relationship Id="rId1" Type="http://schemas.openxmlformats.org/officeDocument/2006/relationships/oleObject" Target="../embeddings/oleObject77.bin"/></Relationships>
</file>

<file path=ppt/slides/_rels/slide55.xml.rels><?xml version="1.0" encoding="UTF-8" standalone="yes"?>
<Relationships xmlns="http://schemas.openxmlformats.org/package/2006/relationships"><Relationship Id="rId9" Type="http://schemas.openxmlformats.org/officeDocument/2006/relationships/tags" Target="../tags/tag612.xml"/><Relationship Id="rId8" Type="http://schemas.openxmlformats.org/officeDocument/2006/relationships/tags" Target="../tags/tag611.xml"/><Relationship Id="rId7" Type="http://schemas.openxmlformats.org/officeDocument/2006/relationships/tags" Target="../tags/tag610.xml"/><Relationship Id="rId6" Type="http://schemas.openxmlformats.org/officeDocument/2006/relationships/image" Target="../media/image94.emf"/><Relationship Id="rId5" Type="http://schemas.openxmlformats.org/officeDocument/2006/relationships/oleObject" Target="../embeddings/oleObject84.bin"/><Relationship Id="rId48" Type="http://schemas.openxmlformats.org/officeDocument/2006/relationships/vmlDrawing" Target="../drawings/vmlDrawing37.vml"/><Relationship Id="rId47" Type="http://schemas.openxmlformats.org/officeDocument/2006/relationships/slideLayout" Target="../slideLayouts/slideLayout806.xml"/><Relationship Id="rId46" Type="http://schemas.openxmlformats.org/officeDocument/2006/relationships/tags" Target="../tags/tag646.xml"/><Relationship Id="rId45" Type="http://schemas.openxmlformats.org/officeDocument/2006/relationships/tags" Target="../tags/tag645.xml"/><Relationship Id="rId44" Type="http://schemas.openxmlformats.org/officeDocument/2006/relationships/tags" Target="../tags/tag644.xml"/><Relationship Id="rId43" Type="http://schemas.openxmlformats.org/officeDocument/2006/relationships/tags" Target="../tags/tag643.xml"/><Relationship Id="rId42" Type="http://schemas.openxmlformats.org/officeDocument/2006/relationships/tags" Target="../tags/tag642.xml"/><Relationship Id="rId41" Type="http://schemas.openxmlformats.org/officeDocument/2006/relationships/tags" Target="../tags/tag641.xml"/><Relationship Id="rId40" Type="http://schemas.openxmlformats.org/officeDocument/2006/relationships/tags" Target="../tags/tag640.xml"/><Relationship Id="rId4" Type="http://schemas.openxmlformats.org/officeDocument/2006/relationships/image" Target="../media/image93.emf"/><Relationship Id="rId39" Type="http://schemas.openxmlformats.org/officeDocument/2006/relationships/tags" Target="../tags/tag639.xml"/><Relationship Id="rId38" Type="http://schemas.openxmlformats.org/officeDocument/2006/relationships/tags" Target="../tags/tag638.xml"/><Relationship Id="rId37" Type="http://schemas.openxmlformats.org/officeDocument/2006/relationships/tags" Target="../tags/tag637.xml"/><Relationship Id="rId36" Type="http://schemas.openxmlformats.org/officeDocument/2006/relationships/tags" Target="../tags/tag636.xml"/><Relationship Id="rId35" Type="http://schemas.openxmlformats.org/officeDocument/2006/relationships/tags" Target="../tags/tag635.xml"/><Relationship Id="rId34" Type="http://schemas.openxmlformats.org/officeDocument/2006/relationships/tags" Target="../tags/tag634.xml"/><Relationship Id="rId33" Type="http://schemas.openxmlformats.org/officeDocument/2006/relationships/tags" Target="../tags/tag633.xml"/><Relationship Id="rId32" Type="http://schemas.openxmlformats.org/officeDocument/2006/relationships/tags" Target="../tags/tag632.xml"/><Relationship Id="rId31" Type="http://schemas.openxmlformats.org/officeDocument/2006/relationships/tags" Target="../tags/tag631.xml"/><Relationship Id="rId30" Type="http://schemas.openxmlformats.org/officeDocument/2006/relationships/tags" Target="../tags/tag630.xml"/><Relationship Id="rId3" Type="http://schemas.openxmlformats.org/officeDocument/2006/relationships/oleObject" Target="../embeddings/oleObject83.bin"/><Relationship Id="rId29" Type="http://schemas.openxmlformats.org/officeDocument/2006/relationships/tags" Target="../tags/tag629.xml"/><Relationship Id="rId28" Type="http://schemas.openxmlformats.org/officeDocument/2006/relationships/tags" Target="../tags/tag628.xml"/><Relationship Id="rId27" Type="http://schemas.openxmlformats.org/officeDocument/2006/relationships/tags" Target="../tags/tag627.xml"/><Relationship Id="rId26" Type="http://schemas.openxmlformats.org/officeDocument/2006/relationships/tags" Target="../tags/tag626.xml"/><Relationship Id="rId25" Type="http://schemas.openxmlformats.org/officeDocument/2006/relationships/tags" Target="../tags/tag625.xml"/><Relationship Id="rId24" Type="http://schemas.openxmlformats.org/officeDocument/2006/relationships/tags" Target="../tags/tag624.xml"/><Relationship Id="rId23" Type="http://schemas.openxmlformats.org/officeDocument/2006/relationships/tags" Target="../tags/tag623.xml"/><Relationship Id="rId22" Type="http://schemas.openxmlformats.org/officeDocument/2006/relationships/tags" Target="../tags/tag622.xml"/><Relationship Id="rId21" Type="http://schemas.openxmlformats.org/officeDocument/2006/relationships/tags" Target="../tags/tag621.xml"/><Relationship Id="rId20" Type="http://schemas.openxmlformats.org/officeDocument/2006/relationships/tags" Target="../tags/tag620.xml"/><Relationship Id="rId2" Type="http://schemas.openxmlformats.org/officeDocument/2006/relationships/image" Target="../media/image92.emf"/><Relationship Id="rId19" Type="http://schemas.openxmlformats.org/officeDocument/2006/relationships/tags" Target="../tags/tag619.xml"/><Relationship Id="rId18" Type="http://schemas.openxmlformats.org/officeDocument/2006/relationships/tags" Target="../tags/tag618.xml"/><Relationship Id="rId17" Type="http://schemas.openxmlformats.org/officeDocument/2006/relationships/tags" Target="../tags/tag617.xml"/><Relationship Id="rId16" Type="http://schemas.openxmlformats.org/officeDocument/2006/relationships/tags" Target="../tags/tag616.xml"/><Relationship Id="rId15" Type="http://schemas.openxmlformats.org/officeDocument/2006/relationships/tags" Target="../tags/tag615.xml"/><Relationship Id="rId14" Type="http://schemas.openxmlformats.org/officeDocument/2006/relationships/image" Target="../media/image5.png"/><Relationship Id="rId13" Type="http://schemas.openxmlformats.org/officeDocument/2006/relationships/image" Target="../media/image4.png"/><Relationship Id="rId12" Type="http://schemas.openxmlformats.org/officeDocument/2006/relationships/image" Target="../media/image2.png"/><Relationship Id="rId11" Type="http://schemas.openxmlformats.org/officeDocument/2006/relationships/tags" Target="../tags/tag614.xml"/><Relationship Id="rId10" Type="http://schemas.openxmlformats.org/officeDocument/2006/relationships/tags" Target="../tags/tag613.xml"/><Relationship Id="rId1" Type="http://schemas.openxmlformats.org/officeDocument/2006/relationships/oleObject" Target="../embeddings/oleObject82.bin"/></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823.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10.png"/></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840.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tags" Target="../tags/tag6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descr="蓝色砂纸"/>
          <p:cNvSpPr txBox="1"/>
          <p:nvPr/>
        </p:nvSpPr>
        <p:spPr>
          <a:xfrm>
            <a:off x="2207578" y="1557020"/>
            <a:ext cx="7507287" cy="2306955"/>
          </a:xfrm>
          <a:prstGeom prst="rect">
            <a:avLst/>
          </a:prstGeom>
          <a:noFill/>
          <a:ln w="9525">
            <a:noFill/>
          </a:ln>
          <a:effectLst>
            <a:prstShdw prst="shdw17" dist="17961" dir="2699999">
              <a:srgbClr val="7A8E99"/>
            </a:prstShdw>
          </a:effectLst>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lgn="ctr" eaLnBrk="1" hangingPunct="1">
              <a:spcBef>
                <a:spcPct val="0"/>
              </a:spcBef>
              <a:buNone/>
            </a:pPr>
            <a:r>
              <a:rPr lang="zh-CN" altLang="en-US" sz="4800" b="1" dirty="0">
                <a:solidFill>
                  <a:schemeClr val="accent1"/>
                </a:solidFill>
                <a:latin typeface="Times New Roman" panose="02020603050405020304" pitchFamily="18" charset="0"/>
                <a:ea typeface="黑体" panose="02010609060101010101" pitchFamily="49" charset="-122"/>
              </a:rPr>
              <a:t>第</a:t>
            </a:r>
            <a:r>
              <a:rPr lang="en-US" altLang="zh-CN" sz="4800" b="1" dirty="0">
                <a:solidFill>
                  <a:schemeClr val="accent1"/>
                </a:solidFill>
                <a:latin typeface="Times New Roman" panose="02020603050405020304" pitchFamily="18" charset="0"/>
                <a:ea typeface="黑体" panose="02010609060101010101" pitchFamily="49" charset="-122"/>
              </a:rPr>
              <a:t>6</a:t>
            </a:r>
            <a:r>
              <a:rPr lang="zh-CN" altLang="en-US" sz="4800" b="1" dirty="0">
                <a:solidFill>
                  <a:schemeClr val="accent1"/>
                </a:solidFill>
                <a:latin typeface="Times New Roman" panose="02020603050405020304" pitchFamily="18" charset="0"/>
                <a:ea typeface="黑体" panose="02010609060101010101" pitchFamily="49" charset="-122"/>
              </a:rPr>
              <a:t>章</a:t>
            </a:r>
            <a:r>
              <a:rPr lang="zh-CN" altLang="en-US" sz="4800" b="1" i="1" dirty="0">
                <a:solidFill>
                  <a:schemeClr val="accent1"/>
                </a:solidFill>
                <a:latin typeface="Times New Roman" panose="02020603050405020304" pitchFamily="18" charset="0"/>
                <a:ea typeface="黑体" panose="02010609060101010101" pitchFamily="49" charset="-122"/>
              </a:rPr>
              <a:t> </a:t>
            </a:r>
            <a:r>
              <a:rPr lang="zh-CN" altLang="en-US" sz="4800" b="1" dirty="0">
                <a:solidFill>
                  <a:schemeClr val="accent1"/>
                </a:solidFill>
                <a:latin typeface="Times New Roman" panose="02020603050405020304" pitchFamily="18" charset="0"/>
                <a:ea typeface="黑体" panose="02010609060101010101" pitchFamily="49" charset="-122"/>
              </a:rPr>
              <a:t>储能元件</a:t>
            </a:r>
            <a:endParaRPr lang="zh-CN" altLang="en-US" sz="4800" b="1" dirty="0">
              <a:solidFill>
                <a:schemeClr val="accent1"/>
              </a:solidFill>
              <a:latin typeface="Times New Roman" panose="02020603050405020304" pitchFamily="18" charset="0"/>
              <a:ea typeface="黑体" panose="02010609060101010101" pitchFamily="49" charset="-122"/>
            </a:endParaRPr>
          </a:p>
          <a:p>
            <a:pPr marL="0" lvl="0" indent="0" algn="ctr" eaLnBrk="1" hangingPunct="1">
              <a:spcBef>
                <a:spcPct val="0"/>
              </a:spcBef>
              <a:buNone/>
            </a:pPr>
            <a:r>
              <a:rPr lang="zh-CN" altLang="en-US" sz="4800" b="1" dirty="0">
                <a:solidFill>
                  <a:schemeClr val="accent1"/>
                </a:solidFill>
                <a:latin typeface="Times New Roman" panose="02020603050405020304" pitchFamily="18" charset="0"/>
                <a:ea typeface="黑体" panose="02010609060101010101" pitchFamily="49" charset="-122"/>
              </a:rPr>
              <a:t> </a:t>
            </a:r>
            <a:r>
              <a:rPr lang="zh-CN" altLang="en-US" sz="4800" b="1" i="1" dirty="0">
                <a:solidFill>
                  <a:schemeClr val="accent1"/>
                </a:solidFill>
                <a:latin typeface="Times New Roman" panose="02020603050405020304" pitchFamily="18" charset="0"/>
                <a:ea typeface="黑体" panose="02010609060101010101" pitchFamily="49" charset="-122"/>
              </a:rPr>
              <a:t> </a:t>
            </a:r>
            <a:endParaRPr lang="en-US" altLang="zh-CN" sz="4800" b="1" dirty="0">
              <a:solidFill>
                <a:schemeClr val="accent1"/>
              </a:solidFill>
              <a:latin typeface="Times New Roman" panose="02020603050405020304" pitchFamily="18" charset="0"/>
              <a:ea typeface="黑体" panose="02010609060101010101" pitchFamily="49" charset="-122"/>
            </a:endParaRPr>
          </a:p>
          <a:p>
            <a:pPr marL="0" lvl="0" indent="0" algn="ctr" eaLnBrk="1" hangingPunct="1">
              <a:spcBef>
                <a:spcPct val="0"/>
              </a:spcBef>
              <a:buNone/>
            </a:pPr>
            <a:r>
              <a:rPr lang="en-US" altLang="zh-CN" sz="4800" b="1" i="1" dirty="0">
                <a:solidFill>
                  <a:schemeClr val="accent1"/>
                </a:solidFill>
                <a:latin typeface="Times New Roman" panose="02020603050405020304" pitchFamily="18" charset="0"/>
                <a:ea typeface="黑体" panose="02010609060101010101" pitchFamily="49" charset="-122"/>
              </a:rPr>
              <a:t>P126</a:t>
            </a:r>
            <a:endParaRPr lang="en-US" altLang="zh-CN" sz="4800" b="1" i="1" dirty="0">
              <a:solidFill>
                <a:schemeClr val="accent1"/>
              </a:solidFill>
              <a:latin typeface="Times New Roman" panose="02020603050405020304" pitchFamily="18" charset="0"/>
              <a:ea typeface="黑体" panose="02010609060101010101" pitchFamily="49" charset="-122"/>
            </a:endParaRPr>
          </a:p>
        </p:txBody>
      </p:sp>
      <p:sp>
        <p:nvSpPr>
          <p:cNvPr id="2" name="文本框 1"/>
          <p:cNvSpPr txBox="1"/>
          <p:nvPr>
            <p:custDataLst>
              <p:tags r:id="rId1"/>
            </p:custDataLst>
          </p:nvPr>
        </p:nvSpPr>
        <p:spPr>
          <a:xfrm>
            <a:off x="2207895" y="4149090"/>
            <a:ext cx="7365365" cy="1383665"/>
          </a:xfrm>
          <a:prstGeom prst="rect">
            <a:avLst/>
          </a:prstGeom>
          <a:noFill/>
        </p:spPr>
        <p:txBody>
          <a:bodyPr wrap="square" rtlCol="0" anchor="t">
            <a:spAutoFit/>
          </a:bodyPr>
          <a:p>
            <a:pPr marL="0" lvl="0" indent="0" algn="ctr">
              <a:spcBef>
                <a:spcPct val="0"/>
              </a:spcBef>
              <a:buClrTx/>
              <a:buSzTx/>
              <a:buFontTx/>
              <a:buNone/>
            </a:pPr>
            <a:r>
              <a:rPr lang="zh-CN" altLang="en-US" dirty="0">
                <a:solidFill>
                  <a:srgbClr val="FF0000"/>
                </a:solidFill>
                <a:latin typeface="Times New Roman" panose="02020603050405020304" pitchFamily="18" charset="0"/>
                <a:ea typeface="黑体" panose="02010609060101010101" pitchFamily="49" charset="-122"/>
                <a:sym typeface="Symbol" panose="05050102010706020507" pitchFamily="18" charset="2"/>
              </a:rPr>
              <a:t>库伏</a:t>
            </a:r>
            <a:r>
              <a:rPr lang="en-US" altLang="zh-CN"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r>
              <a:rPr lang="zh-CN" altLang="en-US" dirty="0">
                <a:solidFill>
                  <a:srgbClr val="FF0000"/>
                </a:solidFill>
                <a:latin typeface="Times New Roman" panose="02020603050405020304" pitchFamily="18" charset="0"/>
                <a:ea typeface="黑体" panose="02010609060101010101" pitchFamily="49" charset="-122"/>
                <a:sym typeface="Symbol" panose="05050102010706020507" pitchFamily="18" charset="2"/>
              </a:rPr>
              <a:t>电荷，电压</a:t>
            </a:r>
            <a:r>
              <a:rPr lang="en-US" altLang="zh-CN"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r>
              <a:rPr lang="zh-CN" altLang="en-US" dirty="0">
                <a:solidFill>
                  <a:srgbClr val="FF0000"/>
                </a:solidFill>
                <a:latin typeface="Times New Roman" panose="02020603050405020304" pitchFamily="18" charset="0"/>
                <a:ea typeface="黑体" panose="02010609060101010101" pitchFamily="49" charset="-122"/>
                <a:sym typeface="Symbol" panose="05050102010706020507" pitchFamily="18" charset="2"/>
              </a:rPr>
              <a:t>特性</a:t>
            </a:r>
            <a:endParaRPr lang="zh-CN" altLang="en-US" b="1" dirty="0">
              <a:solidFill>
                <a:srgbClr val="FF0000"/>
              </a:solidFill>
              <a:latin typeface="Times New Roman" panose="02020603050405020304" pitchFamily="18" charset="0"/>
              <a:ea typeface="黑体" panose="02010609060101010101" pitchFamily="49" charset="-122"/>
              <a:sym typeface="Symbol" panose="05050102010706020507" pitchFamily="18" charset="2"/>
            </a:endParaRPr>
          </a:p>
          <a:p>
            <a:pPr marL="0" lvl="0" indent="0" algn="ctr">
              <a:spcBef>
                <a:spcPct val="0"/>
              </a:spcBef>
              <a:buClrTx/>
              <a:buSzTx/>
              <a:buFontTx/>
              <a:buNone/>
            </a:pPr>
            <a:endParaRPr lang="zh-CN" altLang="en-US" dirty="0">
              <a:solidFill>
                <a:srgbClr val="FF0000"/>
              </a:solidFill>
              <a:latin typeface="Times New Roman" panose="02020603050405020304" pitchFamily="18" charset="0"/>
              <a:ea typeface="黑体" panose="02010609060101010101" pitchFamily="49" charset="-122"/>
              <a:sym typeface="Symbol" panose="05050102010706020507" pitchFamily="18" charset="2"/>
            </a:endParaRPr>
          </a:p>
          <a:p>
            <a:pPr marL="0" lvl="0" indent="0" algn="ctr">
              <a:spcBef>
                <a:spcPct val="0"/>
              </a:spcBef>
              <a:buClrTx/>
              <a:buSzTx/>
              <a:buFontTx/>
              <a:buNone/>
            </a:pPr>
            <a:r>
              <a:rPr lang="zh-CN" altLang="en-US" dirty="0">
                <a:solidFill>
                  <a:srgbClr val="FF0000"/>
                </a:solidFill>
                <a:latin typeface="Times New Roman" panose="02020603050405020304" pitchFamily="18" charset="0"/>
                <a:ea typeface="黑体" panose="02010609060101010101" pitchFamily="49" charset="-122"/>
                <a:sym typeface="Symbol" panose="05050102010706020507" pitchFamily="18" charset="2"/>
              </a:rPr>
              <a:t>韦安</a:t>
            </a:r>
            <a:r>
              <a:rPr lang="en-IE" altLang="zh-CN"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r>
              <a:rPr lang="zh-CN" altLang="en-US" dirty="0">
                <a:solidFill>
                  <a:srgbClr val="FF0000"/>
                </a:solidFill>
                <a:latin typeface="Times New Roman" panose="02020603050405020304" pitchFamily="18" charset="0"/>
                <a:ea typeface="黑体" panose="02010609060101010101" pitchFamily="49" charset="-122"/>
                <a:sym typeface="Symbol" panose="05050102010706020507" pitchFamily="18" charset="2"/>
              </a:rPr>
              <a:t>磁通，电流</a:t>
            </a:r>
            <a:r>
              <a:rPr lang="en-IE" altLang="zh-CN"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r>
              <a:rPr lang="zh-CN" altLang="en-US" dirty="0">
                <a:solidFill>
                  <a:srgbClr val="FF0000"/>
                </a:solidFill>
                <a:latin typeface="Times New Roman" panose="02020603050405020304" pitchFamily="18" charset="0"/>
                <a:ea typeface="黑体" panose="02010609060101010101" pitchFamily="49" charset="-122"/>
                <a:sym typeface="Symbol" panose="05050102010706020507" pitchFamily="18" charset="2"/>
              </a:rPr>
              <a:t>特性</a:t>
            </a:r>
            <a:endParaRPr lang="zh-CN" altLang="en-US" dirty="0">
              <a:solidFill>
                <a:srgbClr val="FF0000"/>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timing>
    <p:tnLst>
      <p:par>
        <p:cTn id="1" dur="indefinite" restart="never" nodeType="tmRoot"/>
      </p:par>
    </p:tnLst>
    <p:bldLst>
      <p:bldP spid="2052"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7132" name="Group 12"/>
          <p:cNvGrpSpPr/>
          <p:nvPr/>
        </p:nvGrpSpPr>
        <p:grpSpPr>
          <a:xfrm>
            <a:off x="2023498" y="1802765"/>
            <a:ext cx="8064747" cy="1127837"/>
            <a:chOff x="794" y="1752"/>
            <a:chExt cx="3946" cy="364"/>
          </a:xfrm>
          <a:solidFill>
            <a:schemeClr val="bg1"/>
          </a:solidFill>
        </p:grpSpPr>
        <p:pic>
          <p:nvPicPr>
            <p:cNvPr id="4112" name="Picture 13" descr="GEL Rounded Rectangle aquamarine">
              <a:hlinkClick r:id="rId1" action="ppaction://hlinksldjump"/>
            </p:cNvPr>
            <p:cNvPicPr/>
            <p:nvPr>
              <p:custDataLst>
                <p:tags r:id="rId2"/>
              </p:custDataLst>
            </p:nvPr>
          </p:nvPicPr>
          <p:blipFill>
            <a:blip r:embed="rId3"/>
            <a:stretch>
              <a:fillRect/>
            </a:stretch>
          </p:blipFill>
          <p:spPr>
            <a:xfrm>
              <a:off x="1338" y="1762"/>
              <a:ext cx="3402" cy="354"/>
            </a:xfrm>
            <a:prstGeom prst="rect">
              <a:avLst/>
            </a:prstGeom>
            <a:solidFill>
              <a:schemeClr val="lt1"/>
            </a:solidFill>
            <a:ln w="9525">
              <a:noFill/>
            </a:ln>
          </p:spPr>
        </p:pic>
        <p:sp>
          <p:nvSpPr>
            <p:cNvPr id="4113" name="Text Box 14">
              <a:hlinkClick r:id="rId1" action="ppaction://hlinksldjump"/>
            </p:cNvPr>
            <p:cNvSpPr txBox="1"/>
            <p:nvPr>
              <p:custDataLst>
                <p:tags r:id="rId4"/>
              </p:custDataLst>
            </p:nvPr>
          </p:nvSpPr>
          <p:spPr>
            <a:xfrm>
              <a:off x="1520" y="1752"/>
              <a:ext cx="3129" cy="208"/>
            </a:xfrm>
            <a:prstGeom prst="rect">
              <a:avLst/>
            </a:prstGeom>
            <a:solidFill>
              <a:schemeClr val="lt1"/>
            </a:solid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eaLnBrk="1" hangingPunct="1">
                <a:spcBef>
                  <a:spcPct val="50000"/>
                </a:spcBef>
                <a:buClrTx/>
                <a:buSzTx/>
                <a:buFontTx/>
                <a:buNone/>
              </a:pPr>
              <a:r>
                <a:rPr lang="zh-CN" altLang="en-US" sz="3600" b="1" dirty="0">
                  <a:solidFill>
                    <a:srgbClr val="000000"/>
                  </a:solidFill>
                  <a:latin typeface="Times New Roman" panose="02020603050405020304" pitchFamily="18" charset="0"/>
                  <a:ea typeface="黑体" panose="02010609060101010101" pitchFamily="49" charset="-122"/>
                </a:rPr>
                <a:t>电容元件</a:t>
              </a:r>
              <a:endParaRPr lang="zh-CN" altLang="en-US" sz="3600" b="1" dirty="0">
                <a:solidFill>
                  <a:srgbClr val="000000"/>
                </a:solidFill>
                <a:latin typeface="Times New Roman" panose="02020603050405020304" pitchFamily="18" charset="0"/>
                <a:ea typeface="黑体" panose="02010609060101010101" pitchFamily="49" charset="-122"/>
              </a:endParaRPr>
            </a:p>
          </p:txBody>
        </p:sp>
        <p:sp>
          <p:nvSpPr>
            <p:cNvPr id="4115" name="Text Box 16">
              <a:hlinkClick r:id="rId1" action="ppaction://hlinksldjump"/>
            </p:cNvPr>
            <p:cNvSpPr txBox="1"/>
            <p:nvPr>
              <p:custDataLst>
                <p:tags r:id="rId8"/>
              </p:custDataLst>
            </p:nvPr>
          </p:nvSpPr>
          <p:spPr>
            <a:xfrm>
              <a:off x="794" y="1788"/>
              <a:ext cx="627" cy="208"/>
            </a:xfrm>
            <a:prstGeom prst="rect">
              <a:avLst/>
            </a:prstGeom>
            <a:solidFill>
              <a:schemeClr val="lt1"/>
            </a:solid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eaLnBrk="1" hangingPunct="1">
                <a:spcBef>
                  <a:spcPct val="50000"/>
                </a:spcBef>
                <a:buClrTx/>
                <a:buSzTx/>
                <a:buFontTx/>
                <a:buNone/>
              </a:pPr>
              <a:r>
                <a:rPr lang="en-US" altLang="zh-CN" sz="3600" b="1" dirty="0">
                  <a:solidFill>
                    <a:srgbClr val="000000"/>
                  </a:solidFill>
                  <a:latin typeface="Times New Roman" panose="02020603050405020304" pitchFamily="18" charset="0"/>
                  <a:ea typeface="黑体" panose="02010609060101010101" pitchFamily="49" charset="-122"/>
                </a:rPr>
                <a:t>6.1</a:t>
              </a:r>
              <a:endParaRPr lang="en-US" altLang="zh-CN" sz="3600" b="1" dirty="0">
                <a:solidFill>
                  <a:srgbClr val="000000"/>
                </a:solidFill>
                <a:latin typeface="Times New Roman" panose="02020603050405020304" pitchFamily="18" charset="0"/>
                <a:ea typeface="黑体" panose="02010609060101010101" pitchFamily="49" charset="-122"/>
              </a:endParaRPr>
            </a:p>
          </p:txBody>
        </p:sp>
      </p:grpSp>
      <p:grpSp>
        <p:nvGrpSpPr>
          <p:cNvPr id="517137" name="Group 17"/>
          <p:cNvGrpSpPr/>
          <p:nvPr/>
        </p:nvGrpSpPr>
        <p:grpSpPr>
          <a:xfrm>
            <a:off x="2023498" y="3021330"/>
            <a:ext cx="8064747" cy="1127837"/>
            <a:chOff x="794" y="1752"/>
            <a:chExt cx="3946" cy="364"/>
          </a:xfrm>
          <a:solidFill>
            <a:schemeClr val="bg1"/>
          </a:solidFill>
        </p:grpSpPr>
        <p:pic>
          <p:nvPicPr>
            <p:cNvPr id="4108" name="Picture 18" descr="GEL Rounded Rectangle aquamarine">
              <a:hlinkClick r:id="rId1" action="ppaction://hlinksldjump"/>
            </p:cNvPr>
            <p:cNvPicPr/>
            <p:nvPr>
              <p:custDataLst>
                <p:tags r:id="rId9"/>
              </p:custDataLst>
            </p:nvPr>
          </p:nvPicPr>
          <p:blipFill>
            <a:blip r:embed="rId3"/>
            <a:stretch>
              <a:fillRect/>
            </a:stretch>
          </p:blipFill>
          <p:spPr>
            <a:xfrm>
              <a:off x="1338" y="1762"/>
              <a:ext cx="3402" cy="354"/>
            </a:xfrm>
            <a:prstGeom prst="rect">
              <a:avLst/>
            </a:prstGeom>
            <a:solidFill>
              <a:schemeClr val="lt1"/>
            </a:solidFill>
            <a:ln w="9525">
              <a:noFill/>
            </a:ln>
          </p:spPr>
        </p:pic>
        <p:sp>
          <p:nvSpPr>
            <p:cNvPr id="4109" name="Text Box 19">
              <a:hlinkClick r:id="rId1" action="ppaction://hlinksldjump"/>
            </p:cNvPr>
            <p:cNvSpPr txBox="1"/>
            <p:nvPr>
              <p:custDataLst>
                <p:tags r:id="rId10"/>
              </p:custDataLst>
            </p:nvPr>
          </p:nvSpPr>
          <p:spPr>
            <a:xfrm>
              <a:off x="1520" y="1752"/>
              <a:ext cx="3129" cy="208"/>
            </a:xfrm>
            <a:prstGeom prst="rect">
              <a:avLst/>
            </a:prstGeom>
            <a:solidFill>
              <a:schemeClr val="lt1"/>
            </a:solid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eaLnBrk="1" hangingPunct="1">
                <a:spcBef>
                  <a:spcPct val="50000"/>
                </a:spcBef>
                <a:buClrTx/>
                <a:buSzTx/>
                <a:buFontTx/>
                <a:buNone/>
              </a:pPr>
              <a:r>
                <a:rPr lang="zh-CN" altLang="en-US" sz="3600" b="1" dirty="0">
                  <a:solidFill>
                    <a:srgbClr val="000000"/>
                  </a:solidFill>
                  <a:latin typeface="Times New Roman" panose="02020603050405020304" pitchFamily="18" charset="0"/>
                  <a:ea typeface="黑体" panose="02010609060101010101" pitchFamily="49" charset="-122"/>
                </a:rPr>
                <a:t>电感元件</a:t>
              </a:r>
              <a:endParaRPr lang="zh-CN" altLang="en-US" sz="3600" b="1" dirty="0">
                <a:solidFill>
                  <a:srgbClr val="000000"/>
                </a:solidFill>
                <a:latin typeface="Times New Roman" panose="02020603050405020304" pitchFamily="18" charset="0"/>
                <a:ea typeface="黑体" panose="02010609060101010101" pitchFamily="49" charset="-122"/>
              </a:endParaRPr>
            </a:p>
          </p:txBody>
        </p:sp>
        <p:sp>
          <p:nvSpPr>
            <p:cNvPr id="4111" name="Text Box 21">
              <a:hlinkClick r:id="rId1" action="ppaction://hlinksldjump"/>
            </p:cNvPr>
            <p:cNvSpPr txBox="1"/>
            <p:nvPr>
              <p:custDataLst>
                <p:tags r:id="rId11"/>
              </p:custDataLst>
            </p:nvPr>
          </p:nvSpPr>
          <p:spPr>
            <a:xfrm>
              <a:off x="794" y="1788"/>
              <a:ext cx="627" cy="208"/>
            </a:xfrm>
            <a:prstGeom prst="rect">
              <a:avLst/>
            </a:prstGeom>
            <a:solidFill>
              <a:schemeClr val="lt1"/>
            </a:solid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eaLnBrk="1" hangingPunct="1">
                <a:spcBef>
                  <a:spcPct val="50000"/>
                </a:spcBef>
                <a:buClrTx/>
                <a:buSzTx/>
                <a:buFontTx/>
                <a:buNone/>
              </a:pPr>
              <a:r>
                <a:rPr lang="en-US" altLang="zh-CN" sz="3600" b="1" dirty="0">
                  <a:solidFill>
                    <a:srgbClr val="000000"/>
                  </a:solidFill>
                  <a:latin typeface="Times New Roman" panose="02020603050405020304" pitchFamily="18" charset="0"/>
                  <a:ea typeface="黑体" panose="02010609060101010101" pitchFamily="49" charset="-122"/>
                </a:rPr>
                <a:t>6.2</a:t>
              </a:r>
              <a:endParaRPr lang="en-US" altLang="zh-CN" sz="3600" b="1" dirty="0">
                <a:solidFill>
                  <a:srgbClr val="000000"/>
                </a:solidFill>
                <a:latin typeface="Times New Roman" panose="02020603050405020304" pitchFamily="18" charset="0"/>
                <a:ea typeface="黑体" panose="02010609060101010101" pitchFamily="49" charset="-122"/>
              </a:endParaRPr>
            </a:p>
          </p:txBody>
        </p:sp>
      </p:grpSp>
      <p:grpSp>
        <p:nvGrpSpPr>
          <p:cNvPr id="517142" name="Group 22"/>
          <p:cNvGrpSpPr/>
          <p:nvPr/>
        </p:nvGrpSpPr>
        <p:grpSpPr>
          <a:xfrm>
            <a:off x="2023498" y="4316095"/>
            <a:ext cx="8064747" cy="1127837"/>
            <a:chOff x="794" y="1752"/>
            <a:chExt cx="3946" cy="364"/>
          </a:xfrm>
          <a:solidFill>
            <a:schemeClr val="bg1"/>
          </a:solidFill>
        </p:grpSpPr>
        <p:pic>
          <p:nvPicPr>
            <p:cNvPr id="4104" name="Picture 23" descr="GEL Rounded Rectangle aquamarine">
              <a:hlinkClick r:id="rId1" action="ppaction://hlinksldjump"/>
            </p:cNvPr>
            <p:cNvPicPr/>
            <p:nvPr>
              <p:custDataLst>
                <p:tags r:id="rId12"/>
              </p:custDataLst>
            </p:nvPr>
          </p:nvPicPr>
          <p:blipFill>
            <a:blip r:embed="rId3"/>
            <a:stretch>
              <a:fillRect/>
            </a:stretch>
          </p:blipFill>
          <p:spPr>
            <a:xfrm>
              <a:off x="1338" y="1762"/>
              <a:ext cx="3402" cy="354"/>
            </a:xfrm>
            <a:prstGeom prst="rect">
              <a:avLst/>
            </a:prstGeom>
            <a:solidFill>
              <a:schemeClr val="lt1"/>
            </a:solidFill>
            <a:ln w="9525">
              <a:noFill/>
            </a:ln>
          </p:spPr>
        </p:pic>
        <p:sp>
          <p:nvSpPr>
            <p:cNvPr id="4105" name="Text Box 24">
              <a:hlinkClick r:id="rId1" action="ppaction://hlinksldjump"/>
            </p:cNvPr>
            <p:cNvSpPr txBox="1"/>
            <p:nvPr>
              <p:custDataLst>
                <p:tags r:id="rId13"/>
              </p:custDataLst>
            </p:nvPr>
          </p:nvSpPr>
          <p:spPr>
            <a:xfrm>
              <a:off x="1520" y="1752"/>
              <a:ext cx="3129" cy="208"/>
            </a:xfrm>
            <a:prstGeom prst="rect">
              <a:avLst/>
            </a:prstGeom>
            <a:solidFill>
              <a:schemeClr val="lt1"/>
            </a:solid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eaLnBrk="1" hangingPunct="1">
                <a:spcBef>
                  <a:spcPct val="50000"/>
                </a:spcBef>
                <a:buClrTx/>
                <a:buSzTx/>
                <a:buFontTx/>
                <a:buNone/>
              </a:pPr>
              <a:r>
                <a:rPr lang="zh-CN" altLang="en-US" sz="3600" b="1" dirty="0">
                  <a:solidFill>
                    <a:srgbClr val="000000"/>
                  </a:solidFill>
                  <a:latin typeface="Times New Roman" panose="02020603050405020304" pitchFamily="18" charset="0"/>
                  <a:ea typeface="黑体" panose="02010609060101010101" pitchFamily="49" charset="-122"/>
                </a:rPr>
                <a:t>电容、电感元件的串联与并联</a:t>
              </a:r>
              <a:endParaRPr lang="zh-CN" altLang="en-US" sz="3600" b="1" dirty="0">
                <a:solidFill>
                  <a:srgbClr val="000000"/>
                </a:solidFill>
                <a:latin typeface="Times New Roman" panose="02020603050405020304" pitchFamily="18" charset="0"/>
                <a:ea typeface="黑体" panose="02010609060101010101" pitchFamily="49" charset="-122"/>
              </a:endParaRPr>
            </a:p>
          </p:txBody>
        </p:sp>
        <p:sp>
          <p:nvSpPr>
            <p:cNvPr id="4107" name="Text Box 26">
              <a:hlinkClick r:id="rId1" action="ppaction://hlinksldjump"/>
            </p:cNvPr>
            <p:cNvSpPr txBox="1"/>
            <p:nvPr>
              <p:custDataLst>
                <p:tags r:id="rId14"/>
              </p:custDataLst>
            </p:nvPr>
          </p:nvSpPr>
          <p:spPr>
            <a:xfrm>
              <a:off x="794" y="1788"/>
              <a:ext cx="627" cy="208"/>
            </a:xfrm>
            <a:prstGeom prst="rect">
              <a:avLst/>
            </a:prstGeom>
            <a:solidFill>
              <a:schemeClr val="lt1"/>
            </a:solid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eaLnBrk="1" hangingPunct="1">
                <a:spcBef>
                  <a:spcPct val="50000"/>
                </a:spcBef>
                <a:buClrTx/>
                <a:buSzTx/>
                <a:buFontTx/>
                <a:buNone/>
              </a:pPr>
              <a:r>
                <a:rPr lang="en-US" altLang="zh-CN" sz="3600" b="1" dirty="0">
                  <a:solidFill>
                    <a:srgbClr val="000000"/>
                  </a:solidFill>
                  <a:latin typeface="Times New Roman" panose="02020603050405020304" pitchFamily="18" charset="0"/>
                  <a:ea typeface="黑体" panose="02010609060101010101" pitchFamily="49" charset="-122"/>
                </a:rPr>
                <a:t>6.3</a:t>
              </a:r>
              <a:endParaRPr lang="en-US" altLang="zh-CN" sz="3600" b="1" dirty="0">
                <a:solidFill>
                  <a:srgbClr val="000000"/>
                </a:solidFill>
                <a:latin typeface="Times New Roman" panose="02020603050405020304" pitchFamily="18" charset="0"/>
                <a:ea typeface="黑体" panose="02010609060101010101" pitchFamily="49" charset="-122"/>
              </a:endParaRPr>
            </a:p>
          </p:txBody>
        </p:sp>
      </p:grpSp>
      <p:sp>
        <p:nvSpPr>
          <p:cNvPr id="2" name="文本框 1"/>
          <p:cNvSpPr txBox="1"/>
          <p:nvPr/>
        </p:nvSpPr>
        <p:spPr>
          <a:xfrm>
            <a:off x="3216910" y="1124585"/>
            <a:ext cx="6096000" cy="521970"/>
          </a:xfrm>
          <a:prstGeom prst="rect">
            <a:avLst/>
          </a:prstGeom>
          <a:noFill/>
        </p:spPr>
        <p:txBody>
          <a:bodyPr wrap="square" rtlCol="0" anchor="t">
            <a:spAutoFit/>
          </a:bodyPr>
          <a:p>
            <a:pPr marL="0" lvl="0" indent="0" algn="ctr" eaLnBrk="1" hangingPunct="1">
              <a:spcBef>
                <a:spcPct val="50000"/>
              </a:spcBef>
              <a:buClrTx/>
              <a:buSzTx/>
              <a:buFontTx/>
              <a:buNone/>
            </a:pPr>
            <a:r>
              <a:rPr lang="zh-CN" altLang="en-US" sz="2800" dirty="0">
                <a:solidFill>
                  <a:srgbClr val="000000"/>
                </a:solidFill>
                <a:latin typeface="Times New Roman" panose="02020603050405020304" pitchFamily="18" charset="0"/>
                <a:ea typeface="黑体" panose="02010609060101010101" pitchFamily="49" charset="-122"/>
                <a:sym typeface="+mn-ea"/>
              </a:rPr>
              <a:t>本章重点</a:t>
            </a:r>
            <a:endParaRPr lang="zh-CN" altLang="en-US" sz="2800" dirty="0">
              <a:solidFill>
                <a:srgbClr val="000000"/>
              </a:solidFill>
              <a:latin typeface="Times New Roman" panose="02020603050405020304" pitchFamily="18" charset="0"/>
              <a:ea typeface="黑体" panose="02010609060101010101" pitchFamily="49" charset="-122"/>
              <a:sym typeface="+mn-ea"/>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5074" name="Text Box 2"/>
          <p:cNvSpPr txBox="1"/>
          <p:nvPr/>
        </p:nvSpPr>
        <p:spPr>
          <a:xfrm>
            <a:off x="2566988" y="2278063"/>
            <a:ext cx="6321425" cy="64516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0"/>
              </a:spcBef>
              <a:buClrTx/>
              <a:buSzTx/>
              <a:buFontTx/>
              <a:buNone/>
            </a:pPr>
            <a:r>
              <a:rPr lang="en-US" altLang="zh-CN" sz="3600" b="1" dirty="0">
                <a:solidFill>
                  <a:srgbClr val="000000"/>
                </a:solidFill>
                <a:latin typeface="Times New Roman" panose="02020603050405020304" pitchFamily="18" charset="0"/>
                <a:ea typeface="黑体" panose="02010609060101010101" pitchFamily="49" charset="-122"/>
              </a:rPr>
              <a:t>1. </a:t>
            </a:r>
            <a:r>
              <a:rPr lang="zh-CN" altLang="en-US" sz="3600" b="1" dirty="0">
                <a:solidFill>
                  <a:srgbClr val="000000"/>
                </a:solidFill>
                <a:latin typeface="Times New Roman" panose="02020603050405020304" pitchFamily="18" charset="0"/>
                <a:ea typeface="黑体" panose="02010609060101010101" pitchFamily="49" charset="-122"/>
              </a:rPr>
              <a:t>电容元件的特性</a:t>
            </a:r>
            <a:endParaRPr lang="zh-CN" altLang="en-US" sz="3600" b="1" dirty="0">
              <a:solidFill>
                <a:srgbClr val="000000"/>
              </a:solidFill>
              <a:latin typeface="Times New Roman" panose="02020603050405020304" pitchFamily="18" charset="0"/>
              <a:ea typeface="黑体" panose="02010609060101010101" pitchFamily="49" charset="-122"/>
            </a:endParaRPr>
          </a:p>
        </p:txBody>
      </p:sp>
      <p:sp>
        <p:nvSpPr>
          <p:cNvPr id="515075" name="Text Box 3"/>
          <p:cNvSpPr txBox="1"/>
          <p:nvPr/>
        </p:nvSpPr>
        <p:spPr>
          <a:xfrm>
            <a:off x="2566988" y="3789363"/>
            <a:ext cx="6769100" cy="64516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0"/>
              </a:spcBef>
              <a:buClrTx/>
              <a:buSzTx/>
              <a:buFontTx/>
              <a:buNone/>
            </a:pPr>
            <a:r>
              <a:rPr lang="en-US" altLang="zh-CN" sz="3600" b="1" dirty="0">
                <a:solidFill>
                  <a:srgbClr val="000000"/>
                </a:solidFill>
                <a:latin typeface="Times New Roman" panose="02020603050405020304" pitchFamily="18" charset="0"/>
                <a:ea typeface="黑体" panose="02010609060101010101" pitchFamily="49" charset="-122"/>
              </a:rPr>
              <a:t>3. </a:t>
            </a:r>
            <a:r>
              <a:rPr lang="zh-CN" altLang="en-US" sz="3600" b="1" dirty="0">
                <a:solidFill>
                  <a:srgbClr val="000000"/>
                </a:solidFill>
                <a:latin typeface="Times New Roman" panose="02020603050405020304" pitchFamily="18" charset="0"/>
                <a:ea typeface="黑体" panose="02010609060101010101" pitchFamily="49" charset="-122"/>
              </a:rPr>
              <a:t>电容、电感的串并联等效</a:t>
            </a:r>
            <a:endParaRPr lang="zh-CN" altLang="en-US" sz="3600" b="1" dirty="0">
              <a:solidFill>
                <a:srgbClr val="000000"/>
              </a:solidFill>
              <a:latin typeface="Times New Roman" panose="02020603050405020304" pitchFamily="18" charset="0"/>
              <a:ea typeface="黑体" panose="02010609060101010101" pitchFamily="49" charset="-122"/>
            </a:endParaRPr>
          </a:p>
        </p:txBody>
      </p:sp>
      <p:sp>
        <p:nvSpPr>
          <p:cNvPr id="515076" name="Rectangle 4"/>
          <p:cNvSpPr/>
          <p:nvPr>
            <p:custDataLst>
              <p:tags r:id="rId4"/>
            </p:custDataLst>
          </p:nvPr>
        </p:nvSpPr>
        <p:spPr>
          <a:xfrm>
            <a:off x="2379663" y="1052513"/>
            <a:ext cx="2016125" cy="645160"/>
          </a:xfrm>
          <a:prstGeom prst="rect">
            <a:avLst/>
          </a:prstGeom>
          <a:solidFill>
            <a:srgbClr val="FF3300"/>
          </a:solidFill>
          <a:ln w="12700">
            <a:noFill/>
          </a:ln>
          <a:effectLst>
            <a:outerShdw dist="107763" dir="18900000" algn="ctr" rotWithShape="0">
              <a:schemeClr val="lt2">
                <a:alpha val="50000"/>
              </a:schemeClr>
            </a:outerShdw>
          </a:effectLst>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0"/>
              </a:spcBef>
              <a:buClr>
                <a:schemeClr val="tx1"/>
              </a:buClr>
              <a:buSzTx/>
              <a:buFont typeface="Wingdings" panose="05000000000000000000" pitchFamily="2" charset="2"/>
              <a:buChar char="l"/>
            </a:pPr>
            <a:r>
              <a:rPr lang="en-US" altLang="zh-CN" sz="3600" b="1" dirty="0">
                <a:solidFill>
                  <a:srgbClr val="FFFFFF"/>
                </a:solidFill>
                <a:latin typeface="Times New Roman" panose="02020603050405020304" pitchFamily="18" charset="0"/>
                <a:ea typeface="黑体" panose="02010609060101010101" pitchFamily="49" charset="-122"/>
                <a:sym typeface="Monotype Sorts" pitchFamily="2" charset="2"/>
              </a:rPr>
              <a:t> </a:t>
            </a:r>
            <a:r>
              <a:rPr lang="zh-CN" altLang="en-US" sz="3600" b="1" dirty="0">
                <a:solidFill>
                  <a:srgbClr val="FFFFFF"/>
                </a:solidFill>
                <a:latin typeface="Times New Roman" panose="02020603050405020304" pitchFamily="18" charset="0"/>
                <a:ea typeface="黑体" panose="02010609060101010101" pitchFamily="49" charset="-122"/>
              </a:rPr>
              <a:t>重点：</a:t>
            </a:r>
            <a:endParaRPr lang="zh-CN" altLang="en-US" sz="3600" b="1" dirty="0">
              <a:solidFill>
                <a:srgbClr val="FFFFFF"/>
              </a:solidFill>
              <a:latin typeface="Times New Roman" panose="02020603050405020304" pitchFamily="18" charset="0"/>
              <a:ea typeface="黑体" panose="02010609060101010101" pitchFamily="49" charset="-122"/>
            </a:endParaRPr>
          </a:p>
        </p:txBody>
      </p:sp>
      <p:sp>
        <p:nvSpPr>
          <p:cNvPr id="515078" name="Text Box 6"/>
          <p:cNvSpPr txBox="1"/>
          <p:nvPr/>
        </p:nvSpPr>
        <p:spPr>
          <a:xfrm>
            <a:off x="2566988" y="3068638"/>
            <a:ext cx="4132262" cy="64516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0"/>
              </a:spcBef>
              <a:buClrTx/>
              <a:buSzTx/>
              <a:buFontTx/>
              <a:buNone/>
            </a:pPr>
            <a:r>
              <a:rPr lang="en-US" altLang="zh-CN" sz="3600" b="1" dirty="0">
                <a:solidFill>
                  <a:srgbClr val="000000"/>
                </a:solidFill>
                <a:latin typeface="Times New Roman" panose="02020603050405020304" pitchFamily="18" charset="0"/>
                <a:ea typeface="黑体" panose="02010609060101010101" pitchFamily="49" charset="-122"/>
              </a:rPr>
              <a:t>2. </a:t>
            </a:r>
            <a:r>
              <a:rPr lang="zh-CN" altLang="en-US" sz="3600" b="1" dirty="0">
                <a:solidFill>
                  <a:srgbClr val="000000"/>
                </a:solidFill>
                <a:latin typeface="Times New Roman" panose="02020603050405020304" pitchFamily="18" charset="0"/>
                <a:ea typeface="黑体" panose="02010609060101010101" pitchFamily="49" charset="-122"/>
              </a:rPr>
              <a:t>电感元件的特性</a:t>
            </a:r>
            <a:endParaRPr lang="zh-CN" altLang="en-US" sz="36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515074" grpId="0"/>
      <p:bldP spid="515075" grpId="0"/>
      <p:bldP spid="515076" grpId="0" bldLvl="0" animBg="1"/>
      <p:bldP spid="51507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descr="蓝色砂纸"/>
          <p:cNvSpPr txBox="1"/>
          <p:nvPr>
            <p:custDataLst>
              <p:tags r:id="rId1"/>
            </p:custDataLst>
          </p:nvPr>
        </p:nvSpPr>
        <p:spPr>
          <a:xfrm>
            <a:off x="2207578" y="1988820"/>
            <a:ext cx="7507287" cy="2306955"/>
          </a:xfrm>
          <a:prstGeom prst="rect">
            <a:avLst/>
          </a:prstGeom>
          <a:noFill/>
          <a:ln w="9525">
            <a:noFill/>
          </a:ln>
          <a:effectLst>
            <a:prstShdw prst="shdw17" dist="17961" dir="2699999">
              <a:srgbClr val="7A8E99"/>
            </a:prstShdw>
          </a:effectLst>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lgn="ctr" eaLnBrk="1" hangingPunct="1">
              <a:spcBef>
                <a:spcPct val="0"/>
              </a:spcBef>
              <a:buNone/>
            </a:pPr>
            <a:r>
              <a:rPr lang="en-US" sz="4800" b="1" dirty="0">
                <a:solidFill>
                  <a:schemeClr val="accent1"/>
                </a:solidFill>
                <a:latin typeface="Times New Roman" panose="02020603050405020304" pitchFamily="18" charset="0"/>
                <a:ea typeface="黑体" panose="02010609060101010101" pitchFamily="49" charset="-122"/>
              </a:rPr>
              <a:t>6-1</a:t>
            </a:r>
            <a:endParaRPr lang="en-US" sz="4800" b="1" dirty="0">
              <a:solidFill>
                <a:schemeClr val="accent1"/>
              </a:solidFill>
              <a:latin typeface="Times New Roman" panose="02020603050405020304" pitchFamily="18" charset="0"/>
              <a:ea typeface="黑体" panose="02010609060101010101" pitchFamily="49" charset="-122"/>
            </a:endParaRPr>
          </a:p>
          <a:p>
            <a:pPr marL="0" lvl="0" indent="0" algn="ctr" eaLnBrk="1" hangingPunct="1">
              <a:spcBef>
                <a:spcPct val="0"/>
              </a:spcBef>
              <a:buNone/>
            </a:pPr>
            <a:r>
              <a:rPr lang="zh-CN" altLang="en-US" sz="4800" b="1" dirty="0">
                <a:solidFill>
                  <a:schemeClr val="accent1"/>
                </a:solidFill>
                <a:latin typeface="Times New Roman" panose="02020603050405020304" pitchFamily="18" charset="0"/>
                <a:ea typeface="黑体" panose="02010609060101010101" pitchFamily="49" charset="-122"/>
              </a:rPr>
              <a:t> </a:t>
            </a:r>
            <a:r>
              <a:rPr lang="zh-CN" altLang="en-US" sz="4800" b="1" i="1" dirty="0">
                <a:solidFill>
                  <a:schemeClr val="accent1"/>
                </a:solidFill>
                <a:latin typeface="Times New Roman" panose="02020603050405020304" pitchFamily="18" charset="0"/>
                <a:ea typeface="黑体" panose="02010609060101010101" pitchFamily="49" charset="-122"/>
              </a:rPr>
              <a:t>  </a:t>
            </a:r>
            <a:r>
              <a:rPr lang="zh-CN" altLang="en-US" sz="4800" b="1" dirty="0">
                <a:solidFill>
                  <a:schemeClr val="accent1"/>
                </a:solidFill>
                <a:latin typeface="Times New Roman" panose="02020603050405020304" pitchFamily="18" charset="0"/>
                <a:ea typeface="黑体" panose="02010609060101010101" pitchFamily="49" charset="-122"/>
              </a:rPr>
              <a:t>电容元件</a:t>
            </a:r>
            <a:endParaRPr lang="en-US" altLang="zh-CN" sz="4800" b="1" dirty="0">
              <a:solidFill>
                <a:schemeClr val="accent1"/>
              </a:solidFill>
              <a:latin typeface="Times New Roman" panose="02020603050405020304" pitchFamily="18" charset="0"/>
              <a:ea typeface="黑体" panose="02010609060101010101" pitchFamily="49" charset="-122"/>
            </a:endParaRPr>
          </a:p>
          <a:p>
            <a:pPr marL="0" lvl="0" indent="0" algn="ctr" eaLnBrk="1" hangingPunct="1">
              <a:spcBef>
                <a:spcPct val="0"/>
              </a:spcBef>
              <a:buNone/>
            </a:pPr>
            <a:r>
              <a:rPr lang="en-US" altLang="zh-CN" sz="4800" b="1" i="1" dirty="0">
                <a:solidFill>
                  <a:schemeClr val="accent1"/>
                </a:solidFill>
                <a:latin typeface="Times New Roman" panose="02020603050405020304" pitchFamily="18" charset="0"/>
                <a:ea typeface="黑体" panose="02010609060101010101" pitchFamily="49" charset="-122"/>
              </a:rPr>
              <a:t>P127</a:t>
            </a:r>
            <a:endParaRPr lang="en-US" altLang="zh-CN" sz="4800" b="1" i="1" dirty="0">
              <a:solidFill>
                <a:schemeClr val="accent1"/>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2052"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80" name="Text Box 9"/>
          <p:cNvSpPr txBox="1"/>
          <p:nvPr>
            <p:custDataLst>
              <p:tags r:id="rId1"/>
            </p:custDataLst>
          </p:nvPr>
        </p:nvSpPr>
        <p:spPr>
          <a:xfrm>
            <a:off x="4727575" y="5445125"/>
            <a:ext cx="2232025"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spcBef>
                <a:spcPct val="50000"/>
              </a:spcBef>
              <a:buClrTx/>
              <a:buSzTx/>
              <a:buFontTx/>
              <a:buNone/>
            </a:pPr>
            <a:r>
              <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实际电容器</a:t>
            </a:r>
            <a:endPar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pic>
        <p:nvPicPr>
          <p:cNvPr id="24582" name="Picture 19" descr="图片2"/>
          <p:cNvPicPr>
            <a:picLocks noChangeAspect="1"/>
          </p:cNvPicPr>
          <p:nvPr/>
        </p:nvPicPr>
        <p:blipFill>
          <a:blip r:embed="rId5"/>
          <a:stretch>
            <a:fillRect/>
          </a:stretch>
        </p:blipFill>
        <p:spPr>
          <a:xfrm>
            <a:off x="2316163" y="836613"/>
            <a:ext cx="7559675" cy="4608512"/>
          </a:xfrm>
          <a:prstGeom prst="rect">
            <a:avLst/>
          </a:prstGeom>
          <a:noFill/>
          <a:ln w="9525">
            <a:noFill/>
          </a:ln>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4" name="Picture 83" descr="PIC00016a"/>
          <p:cNvPicPr>
            <a:picLocks noChangeAspect="1"/>
          </p:cNvPicPr>
          <p:nvPr/>
        </p:nvPicPr>
        <p:blipFill>
          <a:blip r:embed="rId1"/>
          <a:stretch>
            <a:fillRect/>
          </a:stretch>
        </p:blipFill>
        <p:spPr>
          <a:xfrm>
            <a:off x="2351088" y="549275"/>
            <a:ext cx="7561262" cy="5578475"/>
          </a:xfrm>
          <a:prstGeom prst="rect">
            <a:avLst/>
          </a:prstGeom>
          <a:noFill/>
          <a:ln w="9525">
            <a:noFill/>
          </a:ln>
        </p:spPr>
      </p:pic>
      <p:sp>
        <p:nvSpPr>
          <p:cNvPr id="25605" name="Text Box 84"/>
          <p:cNvSpPr txBox="1"/>
          <p:nvPr/>
        </p:nvSpPr>
        <p:spPr>
          <a:xfrm>
            <a:off x="5087938" y="6092825"/>
            <a:ext cx="140716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50000"/>
              </a:spcBef>
              <a:buClrTx/>
              <a:buSzTx/>
              <a:buFontTx/>
              <a:buNone/>
            </a:pPr>
            <a:r>
              <a:rPr lang="zh-CN" altLang="en-US" sz="2400" b="1" dirty="0">
                <a:solidFill>
                  <a:schemeClr val="accent1"/>
                </a:solidFill>
                <a:latin typeface="Times New Roman" panose="02020603050405020304" pitchFamily="18" charset="0"/>
                <a:ea typeface="黑体" panose="02010609060101010101" pitchFamily="49" charset="-122"/>
              </a:rPr>
              <a:t>电力电容</a:t>
            </a:r>
            <a:endParaRPr lang="zh-CN" altLang="en-US" sz="2400" b="1" dirty="0">
              <a:solidFill>
                <a:schemeClr val="accent1"/>
              </a:solidFill>
              <a:latin typeface="Times New Roman" panose="02020603050405020304" pitchFamily="18" charset="0"/>
              <a:ea typeface="黑体" panose="02010609060101010101" pitchFamily="49"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8" name="Picture 83" descr="PIC00015a"/>
          <p:cNvPicPr>
            <a:picLocks noChangeAspect="1"/>
          </p:cNvPicPr>
          <p:nvPr/>
        </p:nvPicPr>
        <p:blipFill>
          <a:blip r:embed="rId1"/>
          <a:stretch>
            <a:fillRect/>
          </a:stretch>
        </p:blipFill>
        <p:spPr>
          <a:xfrm>
            <a:off x="2424113" y="549275"/>
            <a:ext cx="7416800" cy="5562600"/>
          </a:xfrm>
          <a:prstGeom prst="rect">
            <a:avLst/>
          </a:prstGeom>
          <a:noFill/>
          <a:ln w="9525">
            <a:noFill/>
          </a:ln>
        </p:spPr>
      </p:pic>
      <p:sp>
        <p:nvSpPr>
          <p:cNvPr id="26629" name="Text Box 84"/>
          <p:cNvSpPr txBox="1"/>
          <p:nvPr/>
        </p:nvSpPr>
        <p:spPr>
          <a:xfrm>
            <a:off x="5303838" y="6165850"/>
            <a:ext cx="232537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50000"/>
              </a:spcBef>
              <a:buClrTx/>
              <a:buSzTx/>
              <a:buFontTx/>
              <a:buNone/>
            </a:pPr>
            <a:r>
              <a:rPr lang="zh-CN" altLang="en-US" sz="2400" b="1" dirty="0">
                <a:solidFill>
                  <a:schemeClr val="accent1"/>
                </a:solidFill>
                <a:latin typeface="Times New Roman" panose="02020603050405020304" pitchFamily="18" charset="0"/>
                <a:ea typeface="黑体" panose="02010609060101010101" pitchFamily="49" charset="-122"/>
              </a:rPr>
              <a:t>冲击电压发生器</a:t>
            </a:r>
            <a:endParaRPr lang="zh-CN" altLang="en-US" sz="2400" b="1" dirty="0">
              <a:solidFill>
                <a:schemeClr val="accent1"/>
              </a:solidFill>
              <a:latin typeface="Times New Roman" panose="02020603050405020304" pitchFamily="18" charset="0"/>
              <a:ea typeface="黑体" panose="02010609060101010101" pitchFamily="49"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5875" name="Text Box 3"/>
          <p:cNvSpPr txBox="1"/>
          <p:nvPr>
            <p:custDataLst>
              <p:tags r:id="rId1"/>
            </p:custDataLst>
          </p:nvPr>
        </p:nvSpPr>
        <p:spPr>
          <a:xfrm>
            <a:off x="623253" y="980917"/>
            <a:ext cx="1479550" cy="521970"/>
          </a:xfrm>
          <a:prstGeom prst="rect">
            <a:avLst/>
          </a:prstGeom>
          <a:noFill/>
          <a:ln w="38100" cap="flat" cmpd="sng">
            <a:solidFill>
              <a:schemeClr val="accent5"/>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chemeClr val="dk1"/>
                </a:solidFill>
                <a:latin typeface="Times New Roman" panose="02020603050405020304" pitchFamily="18" charset="0"/>
                <a:ea typeface="黑体" panose="02010609060101010101" pitchFamily="49" charset="-122"/>
              </a:rPr>
              <a:t>电容器</a:t>
            </a:r>
            <a:endParaRPr lang="zh-CN" altLang="en-US" sz="2800" b="1" dirty="0">
              <a:solidFill>
                <a:schemeClr val="dk1"/>
              </a:solidFill>
              <a:latin typeface="Times New Roman" panose="02020603050405020304" pitchFamily="18" charset="0"/>
              <a:ea typeface="黑体" panose="02010609060101010101" pitchFamily="49" charset="-122"/>
            </a:endParaRPr>
          </a:p>
        </p:txBody>
      </p:sp>
      <p:sp>
        <p:nvSpPr>
          <p:cNvPr id="335876" name="Text Box 4"/>
          <p:cNvSpPr txBox="1"/>
          <p:nvPr/>
        </p:nvSpPr>
        <p:spPr>
          <a:xfrm>
            <a:off x="2207895" y="905510"/>
            <a:ext cx="9269730" cy="185674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457200" lvl="0" indent="-457200">
              <a:lnSpc>
                <a:spcPct val="120000"/>
              </a:lnSpc>
              <a:spcBef>
                <a:spcPct val="50000"/>
              </a:spcBef>
              <a:buClrTx/>
              <a:buSzTx/>
              <a:buFont typeface="Wingdings" panose="05000000000000000000" charset="0"/>
              <a:buChar char="n"/>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在外电源作用下，正负电极上分别带上等量异号电荷</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a:p>
            <a:pPr marL="457200" lvl="0" indent="-457200">
              <a:lnSpc>
                <a:spcPct val="120000"/>
              </a:lnSpc>
              <a:spcBef>
                <a:spcPct val="50000"/>
              </a:spcBef>
              <a:buClrTx/>
              <a:buSzTx/>
              <a:buFont typeface="Wingdings" panose="05000000000000000000" charset="0"/>
              <a:buChar char="n"/>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撤去电源，电极上的电荷仍可长久地聚集下去，是一种储存电能的部件。</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35883" name="Group 11"/>
          <p:cNvGrpSpPr/>
          <p:nvPr/>
        </p:nvGrpSpPr>
        <p:grpSpPr>
          <a:xfrm>
            <a:off x="4584065" y="2853055"/>
            <a:ext cx="2858135" cy="2130607"/>
            <a:chOff x="1247" y="2341"/>
            <a:chExt cx="2105" cy="1803"/>
          </a:xfrm>
        </p:grpSpPr>
        <p:sp>
          <p:nvSpPr>
            <p:cNvPr id="6159" name="Line 12"/>
            <p:cNvSpPr/>
            <p:nvPr>
              <p:custDataLst>
                <p:tags r:id="rId5"/>
              </p:custDataLst>
            </p:nvPr>
          </p:nvSpPr>
          <p:spPr>
            <a:xfrm>
              <a:off x="1937" y="2496"/>
              <a:ext cx="0" cy="951"/>
            </a:xfrm>
            <a:prstGeom prst="line">
              <a:avLst/>
            </a:prstGeom>
            <a:ln w="57150" cap="flat" cmpd="sng">
              <a:solidFill>
                <a:schemeClr val="accent1"/>
              </a:solidFill>
              <a:prstDash val="solid"/>
              <a:headEnd type="none" w="med" len="med"/>
              <a:tailEnd type="none" w="med" len="med"/>
            </a:ln>
          </p:spPr>
        </p:sp>
        <p:sp>
          <p:nvSpPr>
            <p:cNvPr id="6160" name="Line 13"/>
            <p:cNvSpPr/>
            <p:nvPr>
              <p:custDataLst>
                <p:tags r:id="rId6"/>
              </p:custDataLst>
            </p:nvPr>
          </p:nvSpPr>
          <p:spPr>
            <a:xfrm>
              <a:off x="2763" y="2496"/>
              <a:ext cx="0" cy="951"/>
            </a:xfrm>
            <a:prstGeom prst="line">
              <a:avLst/>
            </a:prstGeom>
            <a:ln w="57150" cap="flat" cmpd="sng">
              <a:solidFill>
                <a:schemeClr val="accent1"/>
              </a:solidFill>
              <a:prstDash val="solid"/>
              <a:headEnd type="none" w="med" len="med"/>
              <a:tailEnd type="none" w="med" len="med"/>
            </a:ln>
          </p:spPr>
        </p:sp>
        <p:sp>
          <p:nvSpPr>
            <p:cNvPr id="6161" name="Line 14"/>
            <p:cNvSpPr/>
            <p:nvPr>
              <p:custDataLst>
                <p:tags r:id="rId7"/>
              </p:custDataLst>
            </p:nvPr>
          </p:nvSpPr>
          <p:spPr>
            <a:xfrm>
              <a:off x="1429" y="2999"/>
              <a:ext cx="508" cy="0"/>
            </a:xfrm>
            <a:prstGeom prst="line">
              <a:avLst/>
            </a:prstGeom>
            <a:ln w="38100" cap="flat" cmpd="sng">
              <a:solidFill>
                <a:schemeClr val="accent1"/>
              </a:solidFill>
              <a:prstDash val="solid"/>
              <a:headEnd type="none" w="med" len="med"/>
              <a:tailEnd type="none" w="med" len="med"/>
            </a:ln>
          </p:spPr>
        </p:sp>
        <p:sp>
          <p:nvSpPr>
            <p:cNvPr id="6162" name="Line 15"/>
            <p:cNvSpPr/>
            <p:nvPr>
              <p:custDataLst>
                <p:tags r:id="rId8"/>
              </p:custDataLst>
            </p:nvPr>
          </p:nvSpPr>
          <p:spPr>
            <a:xfrm>
              <a:off x="1429" y="2999"/>
              <a:ext cx="0" cy="671"/>
            </a:xfrm>
            <a:prstGeom prst="line">
              <a:avLst/>
            </a:prstGeom>
            <a:ln w="38100" cap="flat" cmpd="sng">
              <a:solidFill>
                <a:schemeClr val="accent1"/>
              </a:solidFill>
              <a:prstDash val="solid"/>
              <a:headEnd type="none" w="med" len="med"/>
              <a:tailEnd type="none" w="med" len="med"/>
            </a:ln>
          </p:spPr>
        </p:sp>
        <p:sp>
          <p:nvSpPr>
            <p:cNvPr id="6163" name="Line 16"/>
            <p:cNvSpPr/>
            <p:nvPr>
              <p:custDataLst>
                <p:tags r:id="rId9"/>
              </p:custDataLst>
            </p:nvPr>
          </p:nvSpPr>
          <p:spPr>
            <a:xfrm>
              <a:off x="1429" y="3670"/>
              <a:ext cx="889" cy="0"/>
            </a:xfrm>
            <a:prstGeom prst="line">
              <a:avLst/>
            </a:prstGeom>
            <a:ln w="38100" cap="flat" cmpd="sng">
              <a:solidFill>
                <a:schemeClr val="accent1"/>
              </a:solidFill>
              <a:prstDash val="solid"/>
              <a:headEnd type="none" w="med" len="med"/>
              <a:tailEnd type="none" w="med" len="med"/>
            </a:ln>
          </p:spPr>
        </p:sp>
        <p:sp>
          <p:nvSpPr>
            <p:cNvPr id="6164" name="Line 17"/>
            <p:cNvSpPr/>
            <p:nvPr>
              <p:custDataLst>
                <p:tags r:id="rId10"/>
              </p:custDataLst>
            </p:nvPr>
          </p:nvSpPr>
          <p:spPr>
            <a:xfrm>
              <a:off x="2318" y="3447"/>
              <a:ext cx="0" cy="392"/>
            </a:xfrm>
            <a:prstGeom prst="line">
              <a:avLst/>
            </a:prstGeom>
            <a:ln w="38100" cap="flat" cmpd="sng">
              <a:solidFill>
                <a:schemeClr val="accent1"/>
              </a:solidFill>
              <a:prstDash val="solid"/>
              <a:headEnd type="none" w="med" len="med"/>
              <a:tailEnd type="none" w="med" len="med"/>
            </a:ln>
          </p:spPr>
        </p:sp>
        <p:sp>
          <p:nvSpPr>
            <p:cNvPr id="6165" name="Line 18"/>
            <p:cNvSpPr/>
            <p:nvPr>
              <p:custDataLst>
                <p:tags r:id="rId11"/>
              </p:custDataLst>
            </p:nvPr>
          </p:nvSpPr>
          <p:spPr>
            <a:xfrm>
              <a:off x="2445" y="3559"/>
              <a:ext cx="0" cy="168"/>
            </a:xfrm>
            <a:prstGeom prst="line">
              <a:avLst/>
            </a:prstGeom>
            <a:ln w="38100" cap="flat" cmpd="sng">
              <a:solidFill>
                <a:schemeClr val="accent1"/>
              </a:solidFill>
              <a:prstDash val="solid"/>
              <a:headEnd type="none" w="med" len="med"/>
              <a:tailEnd type="none" w="med" len="med"/>
            </a:ln>
          </p:spPr>
        </p:sp>
        <p:sp>
          <p:nvSpPr>
            <p:cNvPr id="6166" name="Line 19"/>
            <p:cNvSpPr/>
            <p:nvPr>
              <p:custDataLst>
                <p:tags r:id="rId12"/>
              </p:custDataLst>
            </p:nvPr>
          </p:nvSpPr>
          <p:spPr>
            <a:xfrm>
              <a:off x="2763" y="2999"/>
              <a:ext cx="571" cy="0"/>
            </a:xfrm>
            <a:prstGeom prst="line">
              <a:avLst/>
            </a:prstGeom>
            <a:ln w="38100" cap="flat" cmpd="sng">
              <a:solidFill>
                <a:schemeClr val="accent1"/>
              </a:solidFill>
              <a:prstDash val="solid"/>
              <a:headEnd type="none" w="med" len="med"/>
              <a:tailEnd type="none" w="med" len="med"/>
            </a:ln>
          </p:spPr>
        </p:sp>
        <p:sp>
          <p:nvSpPr>
            <p:cNvPr id="6167" name="Line 20"/>
            <p:cNvSpPr/>
            <p:nvPr>
              <p:custDataLst>
                <p:tags r:id="rId13"/>
              </p:custDataLst>
            </p:nvPr>
          </p:nvSpPr>
          <p:spPr>
            <a:xfrm>
              <a:off x="3334" y="2999"/>
              <a:ext cx="0" cy="671"/>
            </a:xfrm>
            <a:prstGeom prst="line">
              <a:avLst/>
            </a:prstGeom>
            <a:ln w="38100" cap="flat" cmpd="sng">
              <a:solidFill>
                <a:schemeClr val="accent1"/>
              </a:solidFill>
              <a:prstDash val="solid"/>
              <a:headEnd type="none" w="med" len="med"/>
              <a:tailEnd type="none" w="med" len="med"/>
            </a:ln>
          </p:spPr>
        </p:sp>
        <p:sp>
          <p:nvSpPr>
            <p:cNvPr id="6168" name="Line 21"/>
            <p:cNvSpPr/>
            <p:nvPr>
              <p:custDataLst>
                <p:tags r:id="rId14"/>
              </p:custDataLst>
            </p:nvPr>
          </p:nvSpPr>
          <p:spPr>
            <a:xfrm>
              <a:off x="2445" y="3670"/>
              <a:ext cx="889" cy="0"/>
            </a:xfrm>
            <a:prstGeom prst="line">
              <a:avLst/>
            </a:prstGeom>
            <a:ln w="38100" cap="flat" cmpd="sng">
              <a:solidFill>
                <a:schemeClr val="accent1"/>
              </a:solidFill>
              <a:prstDash val="solid"/>
              <a:headEnd type="none" w="med" len="med"/>
              <a:tailEnd type="none" w="med" len="med"/>
            </a:ln>
          </p:spPr>
        </p:sp>
        <p:sp>
          <p:nvSpPr>
            <p:cNvPr id="6169" name="Text Box 22"/>
            <p:cNvSpPr txBox="1"/>
            <p:nvPr>
              <p:custDataLst>
                <p:tags r:id="rId15"/>
              </p:custDataLst>
            </p:nvPr>
          </p:nvSpPr>
          <p:spPr>
            <a:xfrm>
              <a:off x="2789" y="2341"/>
              <a:ext cx="381" cy="54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3600" dirty="0">
                  <a:solidFill>
                    <a:schemeClr val="dk1"/>
                  </a:solidFill>
                  <a:latin typeface="Times New Roman" panose="02020603050405020304" pitchFamily="18" charset="0"/>
                  <a:ea typeface="仿宋_GB2312" pitchFamily="49" charset="-122"/>
                  <a:sym typeface="Symbol" panose="05050102010706020507" pitchFamily="18" charset="2"/>
                </a:rPr>
                <a:t>_</a:t>
              </a:r>
              <a:endParaRPr lang="en-US" altLang="zh-CN" sz="36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6170" name="Text Box 23"/>
            <p:cNvSpPr txBox="1"/>
            <p:nvPr>
              <p:custDataLst>
                <p:tags r:id="rId16"/>
              </p:custDataLst>
            </p:nvPr>
          </p:nvSpPr>
          <p:spPr>
            <a:xfrm>
              <a:off x="1247" y="2478"/>
              <a:ext cx="763" cy="54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36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 q</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6171" name="Text Box 24"/>
            <p:cNvSpPr txBox="1"/>
            <p:nvPr>
              <p:custDataLst>
                <p:tags r:id="rId17"/>
              </p:custDataLst>
            </p:nvPr>
          </p:nvSpPr>
          <p:spPr>
            <a:xfrm>
              <a:off x="2971" y="2478"/>
              <a:ext cx="381"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q</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6172" name="Rectangle 25" descr="信纸"/>
            <p:cNvSpPr/>
            <p:nvPr>
              <p:custDataLst>
                <p:tags r:id="rId18"/>
              </p:custDataLst>
            </p:nvPr>
          </p:nvSpPr>
          <p:spPr>
            <a:xfrm>
              <a:off x="2000" y="2551"/>
              <a:ext cx="699" cy="840"/>
            </a:xfrm>
            <a:prstGeom prst="rect">
              <a:avLst/>
            </a:prstGeom>
            <a:blipFill rotWithShape="1">
              <a:blip r:embed="rId19"/>
            </a:blipFill>
            <a:ln w="9525" cap="flat" cmpd="sng">
              <a:solidFill>
                <a:schemeClr val="dk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0"/>
                </a:spcBef>
                <a:buClrTx/>
                <a:buSzTx/>
                <a:buFontTx/>
                <a:buNone/>
              </a:pPr>
              <a:r>
                <a:rPr lang="en-US" altLang="zh-CN" sz="36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3600"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6173" name="Text Box 26"/>
            <p:cNvSpPr txBox="1"/>
            <p:nvPr>
              <p:custDataLst>
                <p:tags r:id="rId20"/>
              </p:custDataLst>
            </p:nvPr>
          </p:nvSpPr>
          <p:spPr>
            <a:xfrm>
              <a:off x="2426" y="3702"/>
              <a:ext cx="381" cy="44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335899" name="Text Box 27"/>
          <p:cNvSpPr txBox="1"/>
          <p:nvPr/>
        </p:nvSpPr>
        <p:spPr>
          <a:xfrm>
            <a:off x="3503930" y="5085239"/>
            <a:ext cx="7075170" cy="953135"/>
          </a:xfrm>
          <a:prstGeom prst="rect">
            <a:avLst/>
          </a:prstGeom>
          <a:noFill/>
          <a:ln w="28575">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457200" lvl="0" indent="-457200" algn="l">
              <a:spcBef>
                <a:spcPct val="0"/>
              </a:spcBef>
              <a:buClrTx/>
              <a:buSzTx/>
              <a:buFont typeface="Arial" panose="020B0604020202020204" pitchFamily="34" charset="0"/>
              <a:buChar char="•"/>
            </a:pPr>
            <a:r>
              <a:rPr lang="zh-CN" altLang="en-US" sz="2800" b="1" dirty="0">
                <a:solidFill>
                  <a:srgbClr val="FF0000"/>
                </a:solidFill>
                <a:latin typeface="Times New Roman" panose="02020603050405020304" pitchFamily="18" charset="0"/>
                <a:ea typeface="黑体" panose="02010609060101010101" pitchFamily="49" charset="-122"/>
                <a:sym typeface="Monotype Sorts" pitchFamily="2" charset="2"/>
              </a:rPr>
              <a:t>随着电荷的累计，电容两端的电压将增大</a:t>
            </a:r>
            <a:endParaRPr lang="zh-CN" altLang="en-US" sz="2800" b="1" dirty="0">
              <a:solidFill>
                <a:srgbClr val="FF0000"/>
              </a:solidFill>
              <a:latin typeface="Times New Roman" panose="02020603050405020304" pitchFamily="18" charset="0"/>
              <a:ea typeface="黑体" panose="02010609060101010101" pitchFamily="49" charset="-122"/>
              <a:sym typeface="Monotype Sorts" pitchFamily="2" charset="2"/>
            </a:endParaRPr>
          </a:p>
          <a:p>
            <a:pPr marL="457200" lvl="0" indent="-457200" algn="l">
              <a:spcBef>
                <a:spcPct val="0"/>
              </a:spcBef>
              <a:buClrTx/>
              <a:buSzTx/>
              <a:buFont typeface="Arial" panose="020B0604020202020204" pitchFamily="34" charset="0"/>
              <a:buChar char="•"/>
            </a:pPr>
            <a:r>
              <a:rPr lang="zh-CN" altLang="en-US" sz="2800" b="1" dirty="0">
                <a:solidFill>
                  <a:srgbClr val="FF0000"/>
                </a:solidFill>
                <a:latin typeface="Times New Roman" panose="02020603050405020304" pitchFamily="18" charset="0"/>
                <a:ea typeface="黑体" panose="02010609060101010101" pitchFamily="49" charset="-122"/>
                <a:sym typeface="Monotype Sorts" pitchFamily="2" charset="2"/>
              </a:rPr>
              <a:t>在电压变化的情况下，将产生电流</a:t>
            </a:r>
            <a:endParaRPr lang="zh-CN" altLang="en-US" sz="2800" b="1" dirty="0">
              <a:solidFill>
                <a:srgbClr val="FF0000"/>
              </a:solidFill>
              <a:latin typeface="Times New Roman" panose="02020603050405020304" pitchFamily="18" charset="0"/>
              <a:ea typeface="黑体" panose="02010609060101010101" pitchFamily="49" charset="-122"/>
              <a:sym typeface="Monotype Sorts" pitchFamily="2" charset="2"/>
            </a:endParaRPr>
          </a:p>
        </p:txBody>
      </p:sp>
      <p:grpSp>
        <p:nvGrpSpPr>
          <p:cNvPr id="335900" name="Group 28"/>
          <p:cNvGrpSpPr/>
          <p:nvPr/>
        </p:nvGrpSpPr>
        <p:grpSpPr>
          <a:xfrm>
            <a:off x="1606868" y="5085080"/>
            <a:ext cx="1643063" cy="850900"/>
            <a:chOff x="385" y="3022"/>
            <a:chExt cx="1035" cy="536"/>
          </a:xfrm>
        </p:grpSpPr>
        <p:pic>
          <p:nvPicPr>
            <p:cNvPr id="6157" name="Picture 29" descr="123"/>
            <p:cNvPicPr>
              <a:picLocks noChangeAspect="1"/>
            </p:cNvPicPr>
            <p:nvPr/>
          </p:nvPicPr>
          <p:blipFill>
            <a:blip r:embed="rId21"/>
            <a:stretch>
              <a:fillRect/>
            </a:stretch>
          </p:blipFill>
          <p:spPr>
            <a:xfrm>
              <a:off x="385" y="3022"/>
              <a:ext cx="590" cy="536"/>
            </a:xfrm>
            <a:prstGeom prst="rect">
              <a:avLst/>
            </a:prstGeom>
            <a:noFill/>
            <a:ln w="9525">
              <a:noFill/>
            </a:ln>
          </p:spPr>
        </p:pic>
        <p:sp>
          <p:nvSpPr>
            <p:cNvPr id="6158" name="Text Box 30"/>
            <p:cNvSpPr txBox="1"/>
            <p:nvPr/>
          </p:nvSpPr>
          <p:spPr>
            <a:xfrm>
              <a:off x="793" y="3125"/>
              <a:ext cx="627"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dirty="0">
                  <a:solidFill>
                    <a:srgbClr val="000000"/>
                  </a:solidFill>
                  <a:latin typeface="Times New Roman" panose="02020603050405020304" pitchFamily="18" charset="0"/>
                  <a:ea typeface="黑体" panose="02010609060101010101" pitchFamily="49" charset="-122"/>
                </a:rPr>
                <a:t>注意</a:t>
              </a:r>
              <a:endParaRPr lang="zh-CN" altLang="en-US" dirty="0">
                <a:solidFill>
                  <a:srgbClr val="000000"/>
                </a:solidFill>
                <a:latin typeface="Times New Roman" panose="02020603050405020304" pitchFamily="18" charset="0"/>
                <a:ea typeface="黑体" panose="02010609060101010101" pitchFamily="49" charset="-122"/>
              </a:endParaRPr>
            </a:p>
          </p:txBody>
        </p:sp>
      </p:grpSp>
    </p:spTree>
  </p:cSld>
  <p:clrMapOvr>
    <a:masterClrMapping/>
  </p:clrMapOvr>
  <p:transition/>
  <p:timing>
    <p:tnLst>
      <p:par>
        <p:cTn id="1" dur="indefinite" restart="never" nodeType="tmRoot"/>
      </p:par>
    </p:tnLst>
    <p:bldLst>
      <p:bldP spid="335875" grpId="0" bldLvl="0" animBg="1"/>
      <p:bldP spid="335876" grpId="0"/>
      <p:bldP spid="33589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6898" name="Text Box 2"/>
          <p:cNvSpPr txBox="1"/>
          <p:nvPr/>
        </p:nvSpPr>
        <p:spPr>
          <a:xfrm>
            <a:off x="1879918" y="933133"/>
            <a:ext cx="1943100" cy="5835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Tx/>
              <a:buSzTx/>
              <a:buFontTx/>
              <a:buNone/>
            </a:pPr>
            <a:r>
              <a:rPr lang="en-US" altLang="zh-CN"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1. </a:t>
            </a:r>
            <a:r>
              <a:rPr lang="zh-CN" altLang="en-US"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定义</a:t>
            </a:r>
            <a:endParaRPr lang="zh-CN" altLang="en-US" b="1" dirty="0">
              <a:solidFill>
                <a:schemeClr val="accent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36899" name="Text Box 3"/>
          <p:cNvSpPr txBox="1"/>
          <p:nvPr>
            <p:custDataLst>
              <p:tags r:id="rId4"/>
            </p:custDataLst>
          </p:nvPr>
        </p:nvSpPr>
        <p:spPr>
          <a:xfrm>
            <a:off x="1951355" y="1796733"/>
            <a:ext cx="2087563" cy="521970"/>
          </a:xfrm>
          <a:prstGeom prst="rect">
            <a:avLst/>
          </a:prstGeom>
          <a:noFill/>
          <a:ln w="38100" cap="sq" cmpd="sng">
            <a:solidFill>
              <a:schemeClr val="accent5"/>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电容元件</a:t>
            </a:r>
            <a:endPar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36900" name="AutoShape 4"/>
          <p:cNvSpPr/>
          <p:nvPr>
            <p:custDataLst>
              <p:tags r:id="rId5"/>
            </p:custDataLst>
          </p:nvPr>
        </p:nvSpPr>
        <p:spPr>
          <a:xfrm>
            <a:off x="4183380" y="2012633"/>
            <a:ext cx="647700" cy="144462"/>
          </a:xfrm>
          <a:prstGeom prst="rightArrow">
            <a:avLst>
              <a:gd name="adj1" fmla="val 50000"/>
              <a:gd name="adj2" fmla="val 112088"/>
            </a:avLst>
          </a:prstGeom>
          <a:solidFill>
            <a:schemeClr val="accent5"/>
          </a:solidFill>
          <a:ln w="38100" cap="sq" cmpd="sng">
            <a:solidFill>
              <a:schemeClr val="accent5"/>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336901" name="Rectangle 5"/>
          <p:cNvSpPr/>
          <p:nvPr/>
        </p:nvSpPr>
        <p:spPr>
          <a:xfrm>
            <a:off x="4904105" y="925513"/>
            <a:ext cx="4967288" cy="215836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nSpc>
                <a:spcPct val="120000"/>
              </a:lnSpc>
              <a:spcBef>
                <a:spcPct val="50000"/>
              </a:spcBef>
              <a:buClrTx/>
              <a:buSzTx/>
              <a:buFontTx/>
              <a:buNone/>
            </a:pPr>
            <a:r>
              <a:rPr lang="zh-CN" altLang="en-US" sz="2800" b="1" dirty="0">
                <a:solidFill>
                  <a:srgbClr val="000000"/>
                </a:solidFill>
                <a:latin typeface="Times New Roman" panose="02020603050405020304" pitchFamily="18" charset="0"/>
                <a:ea typeface="黑体" panose="02010609060101010101" pitchFamily="49" charset="-122"/>
              </a:rPr>
              <a:t>储存电能的两端元件。任何时刻其储存的电荷 </a:t>
            </a:r>
            <a:r>
              <a:rPr lang="en-US" altLang="zh-CN" sz="2800" i="1" dirty="0">
                <a:solidFill>
                  <a:srgbClr val="000000"/>
                </a:solidFill>
                <a:latin typeface="Times New Roman" panose="02020603050405020304" pitchFamily="18" charset="0"/>
                <a:ea typeface="黑体" panose="02010609060101010101" pitchFamily="49" charset="-122"/>
              </a:rPr>
              <a:t>q</a:t>
            </a:r>
            <a:r>
              <a:rPr lang="en-US" altLang="zh-CN" sz="2800" b="1" i="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与其两端的电压 </a:t>
            </a:r>
            <a:r>
              <a:rPr lang="en-US" altLang="zh-CN" sz="2800" i="1" dirty="0">
                <a:solidFill>
                  <a:srgbClr val="000000"/>
                </a:solidFill>
                <a:latin typeface="Times New Roman" panose="02020603050405020304" pitchFamily="18" charset="0"/>
                <a:ea typeface="黑体" panose="02010609060101010101" pitchFamily="49" charset="-122"/>
              </a:rPr>
              <a:t>u</a:t>
            </a:r>
            <a:r>
              <a:rPr lang="zh-CN" altLang="en-US" sz="2800" b="1" dirty="0">
                <a:solidFill>
                  <a:srgbClr val="000000"/>
                </a:solidFill>
                <a:latin typeface="Times New Roman" panose="02020603050405020304" pitchFamily="18" charset="0"/>
                <a:ea typeface="黑体" panose="02010609060101010101" pitchFamily="49" charset="-122"/>
              </a:rPr>
              <a:t>能用</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q</a:t>
            </a:r>
            <a:r>
              <a:rPr lang="zh-CN" altLang="en-US" sz="2800" dirty="0">
                <a:solidFill>
                  <a:srgbClr val="000000"/>
                </a:solidFill>
                <a:latin typeface="Times New Roman" panose="02020603050405020304" pitchFamily="18" charset="0"/>
                <a:ea typeface="黑体" panose="02010609060101010101" pitchFamily="49" charset="-122"/>
              </a:rPr>
              <a:t>～</a:t>
            </a:r>
            <a:r>
              <a:rPr lang="en-US" altLang="zh-CN" sz="2800" i="1" dirty="0">
                <a:solidFill>
                  <a:srgbClr val="000000"/>
                </a:solidFill>
                <a:latin typeface="Times New Roman" panose="02020603050405020304" pitchFamily="18" charset="0"/>
                <a:ea typeface="黑体" panose="02010609060101010101" pitchFamily="49" charset="-122"/>
              </a:rPr>
              <a:t>u</a:t>
            </a:r>
            <a:r>
              <a:rPr lang="en-US" altLang="zh-CN" sz="2800" b="1" i="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平面上的一条曲线来描述。</a:t>
            </a:r>
            <a:endParaRPr lang="zh-CN" altLang="en-US" sz="2800" b="1" dirty="0">
              <a:solidFill>
                <a:srgbClr val="000000"/>
              </a:solidFill>
              <a:latin typeface="Times New Roman" panose="02020603050405020304" pitchFamily="18" charset="0"/>
              <a:ea typeface="黑体" panose="02010609060101010101" pitchFamily="49" charset="-122"/>
            </a:endParaRPr>
          </a:p>
        </p:txBody>
      </p:sp>
      <p:graphicFrame>
        <p:nvGraphicFramePr>
          <p:cNvPr id="336902" name="Object 6"/>
          <p:cNvGraphicFramePr>
            <a:graphicFrameLocks noChangeAspect="1"/>
          </p:cNvGraphicFramePr>
          <p:nvPr/>
        </p:nvGraphicFramePr>
        <p:xfrm>
          <a:off x="2454593" y="3165158"/>
          <a:ext cx="2305050" cy="658812"/>
        </p:xfrm>
        <a:graphic>
          <a:graphicData uri="http://schemas.openxmlformats.org/presentationml/2006/ole">
            <mc:AlternateContent xmlns:mc="http://schemas.openxmlformats.org/markup-compatibility/2006">
              <mc:Choice xmlns:v="urn:schemas-microsoft-com:vml" Requires="v">
                <p:oleObj spid="_x0000_s3077" name="" r:id="rId6" imgW="696595" imgH="173990" progId="Equation.3">
                  <p:embed/>
                </p:oleObj>
              </mc:Choice>
              <mc:Fallback>
                <p:oleObj name="" r:id="rId6" imgW="696595" imgH="173990" progId="Equation.3">
                  <p:embed/>
                  <p:pic>
                    <p:nvPicPr>
                      <p:cNvPr id="0" name="图片 3076"/>
                      <p:cNvPicPr/>
                      <p:nvPr/>
                    </p:nvPicPr>
                    <p:blipFill>
                      <a:blip r:embed="rId7">
                        <a:clrChange>
                          <a:clrFrom>
                            <a:srgbClr val="000000"/>
                          </a:clrFrom>
                          <a:clrTo>
                            <a:srgbClr val="000080"/>
                          </a:clrTo>
                        </a:clrChange>
                      </a:blip>
                      <a:stretch>
                        <a:fillRect/>
                      </a:stretch>
                    </p:blipFill>
                    <p:spPr>
                      <a:xfrm>
                        <a:off x="2454593" y="3165158"/>
                        <a:ext cx="2305050" cy="658812"/>
                      </a:xfrm>
                      <a:prstGeom prst="rect">
                        <a:avLst/>
                      </a:prstGeom>
                      <a:noFill/>
                      <a:ln w="38100">
                        <a:noFill/>
                        <a:miter/>
                      </a:ln>
                    </p:spPr>
                  </p:pic>
                </p:oleObj>
              </mc:Fallback>
            </mc:AlternateContent>
          </a:graphicData>
        </a:graphic>
      </p:graphicFrame>
      <p:grpSp>
        <p:nvGrpSpPr>
          <p:cNvPr id="336903" name="Group 7"/>
          <p:cNvGrpSpPr/>
          <p:nvPr/>
        </p:nvGrpSpPr>
        <p:grpSpPr>
          <a:xfrm>
            <a:off x="5839143" y="3165158"/>
            <a:ext cx="3168650" cy="3024187"/>
            <a:chOff x="3696" y="2296"/>
            <a:chExt cx="1542" cy="1542"/>
          </a:xfrm>
        </p:grpSpPr>
        <p:sp>
          <p:nvSpPr>
            <p:cNvPr id="7187" name="Text Box 8"/>
            <p:cNvSpPr txBox="1"/>
            <p:nvPr>
              <p:custDataLst>
                <p:tags r:id="rId8"/>
              </p:custDataLst>
            </p:nvPr>
          </p:nvSpPr>
          <p:spPr>
            <a:xfrm>
              <a:off x="4921" y="2886"/>
              <a:ext cx="317" cy="266"/>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7188" name="Line 9"/>
            <p:cNvSpPr/>
            <p:nvPr>
              <p:custDataLst>
                <p:tags r:id="rId9"/>
              </p:custDataLst>
            </p:nvPr>
          </p:nvSpPr>
          <p:spPr>
            <a:xfrm>
              <a:off x="3787" y="3067"/>
              <a:ext cx="1134" cy="0"/>
            </a:xfrm>
            <a:prstGeom prst="line">
              <a:avLst/>
            </a:prstGeom>
            <a:ln w="38100" cap="sq" cmpd="sng">
              <a:solidFill>
                <a:schemeClr val="dk1"/>
              </a:solidFill>
              <a:prstDash val="solid"/>
              <a:headEnd type="none" w="med" len="med"/>
              <a:tailEnd type="triangle" w="med" len="med"/>
            </a:ln>
          </p:spPr>
        </p:sp>
        <p:sp>
          <p:nvSpPr>
            <p:cNvPr id="7189" name="Line 10"/>
            <p:cNvSpPr/>
            <p:nvPr>
              <p:custDataLst>
                <p:tags r:id="rId10"/>
              </p:custDataLst>
            </p:nvPr>
          </p:nvSpPr>
          <p:spPr>
            <a:xfrm>
              <a:off x="4286" y="2432"/>
              <a:ext cx="46" cy="1406"/>
            </a:xfrm>
            <a:prstGeom prst="line">
              <a:avLst/>
            </a:prstGeom>
            <a:ln w="38100" cap="sq" cmpd="sng">
              <a:solidFill>
                <a:schemeClr val="dk1"/>
              </a:solidFill>
              <a:prstDash val="solid"/>
              <a:headEnd type="triangle" w="med" len="med"/>
              <a:tailEnd type="none" w="med" len="med"/>
            </a:ln>
          </p:spPr>
        </p:sp>
        <p:sp>
          <p:nvSpPr>
            <p:cNvPr id="7190" name="Text Box 11"/>
            <p:cNvSpPr txBox="1"/>
            <p:nvPr>
              <p:custDataLst>
                <p:tags r:id="rId11"/>
              </p:custDataLst>
            </p:nvPr>
          </p:nvSpPr>
          <p:spPr>
            <a:xfrm>
              <a:off x="4286" y="2296"/>
              <a:ext cx="317" cy="266"/>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q</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7191" name="Freeform 12"/>
            <p:cNvSpPr/>
            <p:nvPr>
              <p:custDataLst>
                <p:tags r:id="rId12"/>
              </p:custDataLst>
            </p:nvPr>
          </p:nvSpPr>
          <p:spPr>
            <a:xfrm>
              <a:off x="3696" y="2477"/>
              <a:ext cx="1179" cy="862"/>
            </a:xfrm>
            <a:custGeom>
              <a:avLst/>
              <a:gdLst/>
              <a:ahLst/>
              <a:cxnLst>
                <a:cxn ang="0">
                  <a:pos x="0" y="2034"/>
                </a:cxn>
                <a:cxn ang="0">
                  <a:pos x="948" y="1654"/>
                </a:cxn>
                <a:cxn ang="0">
                  <a:pos x="2177" y="0"/>
                </a:cxn>
              </a:cxnLst>
              <a:pathLst>
                <a:path w="1043" h="726">
                  <a:moveTo>
                    <a:pt x="0" y="726"/>
                  </a:moveTo>
                  <a:cubicBezTo>
                    <a:pt x="140" y="718"/>
                    <a:pt x="280" y="711"/>
                    <a:pt x="454" y="590"/>
                  </a:cubicBezTo>
                  <a:cubicBezTo>
                    <a:pt x="628" y="469"/>
                    <a:pt x="945" y="98"/>
                    <a:pt x="1043" y="0"/>
                  </a:cubicBezTo>
                </a:path>
              </a:pathLst>
            </a:custGeom>
            <a:noFill/>
            <a:ln w="38100" cap="sq" cmpd="sng">
              <a:solidFill>
                <a:srgbClr val="FF3300">
                  <a:alpha val="100000"/>
                </a:srgbClr>
              </a:solidFill>
              <a:prstDash val="solid"/>
              <a:round/>
              <a:headEnd type="none" w="med" len="med"/>
              <a:tailEnd type="none" w="med" len="med"/>
            </a:ln>
          </p:spPr>
          <p:txBody>
            <a:bodyPr/>
            <a:p>
              <a:endParaRPr lang="zh-CN" altLang="en-US" sz="2800">
                <a:solidFill>
                  <a:schemeClr val="dk1"/>
                </a:solidFill>
              </a:endParaRPr>
            </a:p>
          </p:txBody>
        </p:sp>
      </p:grpSp>
      <p:sp>
        <p:nvSpPr>
          <p:cNvPr id="336915" name="AutoShape 19" descr="羊皮纸"/>
          <p:cNvSpPr/>
          <p:nvPr>
            <p:custDataLst>
              <p:tags r:id="rId13"/>
            </p:custDataLst>
          </p:nvPr>
        </p:nvSpPr>
        <p:spPr>
          <a:xfrm rot="1635320">
            <a:off x="742950" y="3309620"/>
            <a:ext cx="5115560" cy="1445259"/>
          </a:xfrm>
          <a:prstGeom prst="curvedUpArrow">
            <a:avLst>
              <a:gd name="adj1" fmla="val 18226"/>
              <a:gd name="adj2" fmla="val 70113"/>
              <a:gd name="adj3" fmla="val 33333"/>
            </a:avLst>
          </a:prstGeom>
          <a:blipFill rotWithShape="1">
            <a:blip r:embed="rId14"/>
          </a:blipFill>
          <a:ln w="28575">
            <a:noFill/>
          </a:ln>
          <a:effectLst>
            <a:prstShdw prst="shdw17" dist="17961" dir="2699999">
              <a:schemeClr val="lt2"/>
            </a:prstShdw>
          </a:effectLst>
        </p:spPr>
        <p:txBody>
          <a:bodyPr wrap="squar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4400" b="1" dirty="0">
                <a:solidFill>
                  <a:srgbClr val="FF0000"/>
                </a:solidFill>
                <a:latin typeface="Times New Roman" panose="02020603050405020304" pitchFamily="18" charset="0"/>
                <a:ea typeface="黑体" panose="02010609060101010101" pitchFamily="49" charset="-122"/>
                <a:sym typeface="Symbol" panose="05050102010706020507" pitchFamily="18" charset="2"/>
              </a:rPr>
              <a:t>库伏</a:t>
            </a:r>
            <a:r>
              <a:rPr lang="en-US" altLang="zh-CN" sz="4400" b="1"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r>
              <a:rPr lang="zh-CN" altLang="en-US" sz="4400" b="1" dirty="0">
                <a:solidFill>
                  <a:srgbClr val="FF0000"/>
                </a:solidFill>
                <a:latin typeface="Times New Roman" panose="02020603050405020304" pitchFamily="18" charset="0"/>
                <a:ea typeface="黑体" panose="02010609060101010101" pitchFamily="49" charset="-122"/>
                <a:sym typeface="Symbol" panose="05050102010706020507" pitchFamily="18" charset="2"/>
              </a:rPr>
              <a:t>电荷，电压</a:t>
            </a:r>
            <a:r>
              <a:rPr lang="en-US" altLang="zh-CN" sz="4400" b="1"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4400" b="1" dirty="0">
              <a:solidFill>
                <a:srgbClr val="FF0000"/>
              </a:solidFill>
              <a:latin typeface="Times New Roman" panose="02020603050405020304" pitchFamily="18" charset="0"/>
              <a:ea typeface="黑体" panose="02010609060101010101" pitchFamily="49" charset="-122"/>
              <a:sym typeface="Symbol" panose="05050102010706020507" pitchFamily="18" charset="2"/>
            </a:endParaRPr>
          </a:p>
          <a:p>
            <a:pPr marL="0" lvl="0" indent="0" algn="ctr">
              <a:spcBef>
                <a:spcPct val="0"/>
              </a:spcBef>
              <a:buClrTx/>
              <a:buSzTx/>
              <a:buFontTx/>
              <a:buNone/>
            </a:pPr>
            <a:r>
              <a:rPr lang="zh-CN" altLang="en-US" sz="4400" b="1" dirty="0">
                <a:solidFill>
                  <a:srgbClr val="FF0000"/>
                </a:solidFill>
                <a:latin typeface="Times New Roman" panose="02020603050405020304" pitchFamily="18" charset="0"/>
                <a:ea typeface="黑体" panose="02010609060101010101" pitchFamily="49" charset="-122"/>
                <a:sym typeface="Symbol" panose="05050102010706020507" pitchFamily="18" charset="2"/>
              </a:rPr>
              <a:t>特性</a:t>
            </a:r>
            <a:endParaRPr lang="zh-CN" altLang="en-US" sz="4400" b="1" dirty="0">
              <a:solidFill>
                <a:srgbClr val="FF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36916" name="Text Box 20" descr="斜纹布"/>
          <p:cNvSpPr txBox="1"/>
          <p:nvPr>
            <p:custDataLst>
              <p:tags r:id="rId15"/>
            </p:custDataLst>
          </p:nvPr>
        </p:nvSpPr>
        <p:spPr>
          <a:xfrm>
            <a:off x="7063105" y="4678045"/>
            <a:ext cx="360363" cy="116840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5000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rPr>
              <a:t>o</a:t>
            </a:r>
            <a:endParaRPr lang="en-US" altLang="zh-CN" sz="2800" dirty="0">
              <a:solidFill>
                <a:schemeClr val="dk1"/>
              </a:solidFill>
              <a:latin typeface="Times New Roman" panose="02020603050405020304" pitchFamily="18" charset="0"/>
              <a:ea typeface="黑体" panose="02010609060101010101" pitchFamily="49" charset="-122"/>
            </a:endParaRPr>
          </a:p>
          <a:p>
            <a:pPr marL="0" lvl="0" indent="0" eaLnBrk="1" hangingPunct="1">
              <a:spcBef>
                <a:spcPct val="50000"/>
              </a:spcBef>
              <a:buClrTx/>
              <a:buSzTx/>
              <a:buFontTx/>
              <a:buNone/>
            </a:pPr>
            <a:endParaRPr lang="en-US" altLang="zh-CN" sz="2800" dirty="0">
              <a:solidFill>
                <a:schemeClr val="dk1"/>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336898" grpId="0"/>
      <p:bldP spid="336899" grpId="0" bldLvl="0" animBg="1"/>
      <p:bldP spid="336900" grpId="0" bldLvl="0" animBg="1"/>
      <p:bldP spid="336901" grpId="0"/>
      <p:bldP spid="336915" grpId="0" bldLvl="0" animBg="1"/>
      <p:bldP spid="336916"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22" name="Text Box 2"/>
          <p:cNvSpPr txBox="1"/>
          <p:nvPr/>
        </p:nvSpPr>
        <p:spPr>
          <a:xfrm>
            <a:off x="633730" y="1638935"/>
            <a:ext cx="10464800" cy="1210945"/>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457200" lvl="0" indent="-457200" algn="just">
              <a:lnSpc>
                <a:spcPct val="130000"/>
              </a:lnSpc>
              <a:spcBef>
                <a:spcPct val="0"/>
              </a:spcBef>
              <a:buClrTx/>
              <a:buSzTx/>
              <a:buFont typeface="Arial" panose="020B0604020202020204" pitchFamily="34" charset="0"/>
              <a:buChar char="•"/>
            </a:pP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任何时刻，电容元件极板上的电荷</a:t>
            </a:r>
            <a:r>
              <a:rPr lang="en-US" altLang="zh-CN" sz="2800" i="1" dirty="0">
                <a:solidFill>
                  <a:srgbClr val="000000"/>
                </a:solidFill>
                <a:latin typeface="Times New Roman" panose="02020603050405020304" pitchFamily="18" charset="0"/>
                <a:ea typeface="黑体" panose="02010609060101010101" pitchFamily="49" charset="-122"/>
              </a:rPr>
              <a:t>q</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与电压 </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u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成正比。</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a:p>
            <a:pPr marL="457200" lvl="0" indent="-457200" algn="just">
              <a:lnSpc>
                <a:spcPct val="130000"/>
              </a:lnSpc>
              <a:spcBef>
                <a:spcPct val="0"/>
              </a:spcBef>
              <a:buClrTx/>
              <a:buSzTx/>
              <a:buFont typeface="Arial" panose="020B0604020202020204" pitchFamily="34" charset="0"/>
              <a:buChar char="•"/>
            </a:pPr>
            <a:r>
              <a:rPr lang="en-US" altLang="zh-CN" sz="2800" i="1" dirty="0">
                <a:solidFill>
                  <a:srgbClr val="000000"/>
                </a:solidFill>
                <a:latin typeface="Times New Roman" panose="02020603050405020304" pitchFamily="18" charset="0"/>
                <a:ea typeface="黑体" panose="02010609060101010101" pitchFamily="49" charset="-122"/>
              </a:rPr>
              <a:t>q</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rgbClr val="000000"/>
                </a:solidFill>
                <a:latin typeface="Times New Roman" panose="02020603050405020304" pitchFamily="18" charset="0"/>
                <a:ea typeface="黑体" panose="02010609060101010101" pitchFamily="49" charset="-122"/>
              </a:rPr>
              <a:t>u</a:t>
            </a:r>
            <a:r>
              <a:rPr lang="en-US" altLang="zh-CN" sz="2800" b="1" i="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特性曲线是过原点的直线。</a:t>
            </a:r>
            <a:endParaRPr lang="zh-CN" altLang="en-US" sz="2800" b="1" dirty="0">
              <a:solidFill>
                <a:srgbClr val="000000"/>
              </a:solidFill>
              <a:latin typeface="Times New Roman" panose="02020603050405020304" pitchFamily="18" charset="0"/>
              <a:ea typeface="黑体" panose="02010609060101010101" pitchFamily="49" charset="-122"/>
            </a:endParaRPr>
          </a:p>
        </p:txBody>
      </p:sp>
      <p:graphicFrame>
        <p:nvGraphicFramePr>
          <p:cNvPr id="337923" name="Object 3"/>
          <p:cNvGraphicFramePr>
            <a:graphicFrameLocks noChangeAspect="1"/>
          </p:cNvGraphicFramePr>
          <p:nvPr/>
        </p:nvGraphicFramePr>
        <p:xfrm>
          <a:off x="3216275" y="2852738"/>
          <a:ext cx="1871663" cy="647700"/>
        </p:xfrm>
        <a:graphic>
          <a:graphicData uri="http://schemas.openxmlformats.org/presentationml/2006/ole">
            <mc:AlternateContent xmlns:mc="http://schemas.openxmlformats.org/markup-compatibility/2006">
              <mc:Choice xmlns:v="urn:schemas-microsoft-com:vml" Requires="v">
                <p:oleObj spid="_x0000_s3078" name="" r:id="rId4" imgW="565785" imgH="173990" progId="Equation.3">
                  <p:embed/>
                </p:oleObj>
              </mc:Choice>
              <mc:Fallback>
                <p:oleObj name="" r:id="rId4" imgW="565785" imgH="173990" progId="Equation.3">
                  <p:embed/>
                  <p:pic>
                    <p:nvPicPr>
                      <p:cNvPr id="0" name="图片 3077"/>
                      <p:cNvPicPr/>
                      <p:nvPr/>
                    </p:nvPicPr>
                    <p:blipFill>
                      <a:blip r:embed="rId5">
                        <a:clrChange>
                          <a:clrFrom>
                            <a:srgbClr val="000000"/>
                          </a:clrFrom>
                          <a:clrTo>
                            <a:srgbClr val="000080"/>
                          </a:clrTo>
                        </a:clrChange>
                      </a:blip>
                      <a:stretch>
                        <a:fillRect/>
                      </a:stretch>
                    </p:blipFill>
                    <p:spPr>
                      <a:xfrm>
                        <a:off x="3216275" y="2852738"/>
                        <a:ext cx="1871663" cy="647700"/>
                      </a:xfrm>
                      <a:prstGeom prst="rect">
                        <a:avLst/>
                      </a:prstGeom>
                      <a:noFill/>
                      <a:ln w="38100">
                        <a:noFill/>
                        <a:miter/>
                      </a:ln>
                    </p:spPr>
                  </p:pic>
                </p:oleObj>
              </mc:Fallback>
            </mc:AlternateContent>
          </a:graphicData>
        </a:graphic>
      </p:graphicFrame>
      <p:grpSp>
        <p:nvGrpSpPr>
          <p:cNvPr id="337924" name="Group 4"/>
          <p:cNvGrpSpPr/>
          <p:nvPr/>
        </p:nvGrpSpPr>
        <p:grpSpPr>
          <a:xfrm>
            <a:off x="7104063" y="3139902"/>
            <a:ext cx="2520950" cy="2710036"/>
            <a:chOff x="3795" y="1359"/>
            <a:chExt cx="1406" cy="1539"/>
          </a:xfrm>
        </p:grpSpPr>
        <p:grpSp>
          <p:nvGrpSpPr>
            <p:cNvPr id="8209" name="Group 5"/>
            <p:cNvGrpSpPr/>
            <p:nvPr/>
          </p:nvGrpSpPr>
          <p:grpSpPr>
            <a:xfrm>
              <a:off x="3795" y="1391"/>
              <a:ext cx="1406" cy="1507"/>
              <a:chOff x="336" y="1872"/>
              <a:chExt cx="1056" cy="1104"/>
            </a:xfrm>
          </p:grpSpPr>
          <p:sp>
            <p:nvSpPr>
              <p:cNvPr id="8216" name="Line 6"/>
              <p:cNvSpPr/>
              <p:nvPr>
                <p:custDataLst>
                  <p:tags r:id="rId6"/>
                </p:custDataLst>
              </p:nvPr>
            </p:nvSpPr>
            <p:spPr>
              <a:xfrm>
                <a:off x="336" y="2544"/>
                <a:ext cx="1056" cy="0"/>
              </a:xfrm>
              <a:prstGeom prst="line">
                <a:avLst/>
              </a:prstGeom>
              <a:ln w="28575" cap="flat" cmpd="sng">
                <a:solidFill>
                  <a:schemeClr val="dk1"/>
                </a:solidFill>
                <a:prstDash val="solid"/>
                <a:headEnd type="none" w="med" len="med"/>
                <a:tailEnd type="triangle" w="med" len="med"/>
              </a:ln>
            </p:spPr>
          </p:sp>
          <p:sp>
            <p:nvSpPr>
              <p:cNvPr id="8217" name="Line 7"/>
              <p:cNvSpPr/>
              <p:nvPr>
                <p:custDataLst>
                  <p:tags r:id="rId7"/>
                </p:custDataLst>
              </p:nvPr>
            </p:nvSpPr>
            <p:spPr>
              <a:xfrm flipV="1">
                <a:off x="720" y="1872"/>
                <a:ext cx="0" cy="1104"/>
              </a:xfrm>
              <a:prstGeom prst="line">
                <a:avLst/>
              </a:prstGeom>
              <a:ln w="28575" cap="flat" cmpd="sng">
                <a:solidFill>
                  <a:schemeClr val="dk1"/>
                </a:solidFill>
                <a:prstDash val="solid"/>
                <a:headEnd type="none" w="med" len="med"/>
                <a:tailEnd type="triangle" w="med" len="med"/>
              </a:ln>
            </p:spPr>
          </p:sp>
        </p:grpSp>
        <p:sp>
          <p:nvSpPr>
            <p:cNvPr id="8210" name="Text Box 8"/>
            <p:cNvSpPr txBox="1"/>
            <p:nvPr>
              <p:custDataLst>
                <p:tags r:id="rId8"/>
              </p:custDataLst>
            </p:nvPr>
          </p:nvSpPr>
          <p:spPr>
            <a:xfrm>
              <a:off x="4434" y="1359"/>
              <a:ext cx="201" cy="296"/>
            </a:xfrm>
            <a:prstGeom prst="rect">
              <a:avLst/>
            </a:prstGeom>
            <a:noFill/>
            <a:ln w="12700">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q</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8211" name="Text Box 9"/>
            <p:cNvSpPr txBox="1"/>
            <p:nvPr>
              <p:custDataLst>
                <p:tags r:id="rId9"/>
              </p:custDataLst>
            </p:nvPr>
          </p:nvSpPr>
          <p:spPr>
            <a:xfrm>
              <a:off x="4939" y="2323"/>
              <a:ext cx="201" cy="296"/>
            </a:xfrm>
            <a:prstGeom prst="rect">
              <a:avLst/>
            </a:prstGeom>
            <a:noFill/>
            <a:ln w="12700">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rPr>
                <a:t>u</a:t>
              </a:r>
              <a:endParaRPr lang="en-US" altLang="zh-CN" sz="2800" i="1" dirty="0">
                <a:solidFill>
                  <a:schemeClr val="dk1"/>
                </a:solidFill>
                <a:latin typeface="Times New Roman" panose="02020603050405020304" pitchFamily="18" charset="0"/>
                <a:ea typeface="黑体" panose="02010609060101010101" pitchFamily="49" charset="-122"/>
              </a:endParaRPr>
            </a:p>
          </p:txBody>
        </p:sp>
        <p:sp>
          <p:nvSpPr>
            <p:cNvPr id="8212" name="Text Box 10"/>
            <p:cNvSpPr txBox="1"/>
            <p:nvPr>
              <p:custDataLst>
                <p:tags r:id="rId10"/>
              </p:custDataLst>
            </p:nvPr>
          </p:nvSpPr>
          <p:spPr>
            <a:xfrm>
              <a:off x="4333" y="2324"/>
              <a:ext cx="201" cy="296"/>
            </a:xfrm>
            <a:prstGeom prst="rect">
              <a:avLst/>
            </a:prstGeom>
            <a:noFill/>
            <a:ln w="12700">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rPr>
                <a:t>o</a:t>
              </a:r>
              <a:endParaRPr lang="en-US" altLang="zh-CN" sz="2800" dirty="0">
                <a:solidFill>
                  <a:schemeClr val="dk1"/>
                </a:solidFill>
                <a:latin typeface="Times New Roman" panose="02020603050405020304" pitchFamily="18" charset="0"/>
                <a:ea typeface="黑体" panose="02010609060101010101" pitchFamily="49" charset="-122"/>
              </a:endParaRPr>
            </a:p>
          </p:txBody>
        </p:sp>
        <p:sp>
          <p:nvSpPr>
            <p:cNvPr id="8213" name="Freeform 11"/>
            <p:cNvSpPr/>
            <p:nvPr>
              <p:custDataLst>
                <p:tags r:id="rId11"/>
              </p:custDataLst>
            </p:nvPr>
          </p:nvSpPr>
          <p:spPr>
            <a:xfrm>
              <a:off x="4513" y="2160"/>
              <a:ext cx="55" cy="117"/>
            </a:xfrm>
            <a:custGeom>
              <a:avLst/>
              <a:gdLst/>
              <a:ahLst/>
              <a:cxnLst>
                <a:cxn ang="0">
                  <a:pos x="0" y="0"/>
                </a:cxn>
                <a:cxn ang="0">
                  <a:pos x="48" y="45"/>
                </a:cxn>
                <a:cxn ang="0">
                  <a:pos x="45" y="117"/>
                </a:cxn>
              </a:cxnLst>
              <a:pathLst>
                <a:path w="55" h="117">
                  <a:moveTo>
                    <a:pt x="0" y="0"/>
                  </a:moveTo>
                  <a:cubicBezTo>
                    <a:pt x="8" y="7"/>
                    <a:pt x="41" y="25"/>
                    <a:pt x="48" y="45"/>
                  </a:cubicBezTo>
                  <a:cubicBezTo>
                    <a:pt x="55" y="65"/>
                    <a:pt x="46" y="102"/>
                    <a:pt x="45" y="117"/>
                  </a:cubicBezTo>
                </a:path>
              </a:pathLst>
            </a:custGeom>
            <a:noFill/>
            <a:ln w="28575" cap="flat" cmpd="sng">
              <a:solidFill>
                <a:schemeClr val="accent5">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8214" name="Text Box 12"/>
            <p:cNvSpPr txBox="1"/>
            <p:nvPr>
              <p:custDataLst>
                <p:tags r:id="rId12"/>
              </p:custDataLst>
            </p:nvPr>
          </p:nvSpPr>
          <p:spPr>
            <a:xfrm>
              <a:off x="4558" y="1948"/>
              <a:ext cx="432" cy="296"/>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8215" name="Line 13"/>
            <p:cNvSpPr/>
            <p:nvPr/>
          </p:nvSpPr>
          <p:spPr>
            <a:xfrm flipV="1">
              <a:off x="3878" y="1797"/>
              <a:ext cx="998" cy="862"/>
            </a:xfrm>
            <a:prstGeom prst="line">
              <a:avLst/>
            </a:prstGeom>
            <a:ln w="38100" cap="flat" cmpd="sng">
              <a:solidFill>
                <a:srgbClr val="FF0000"/>
              </a:solidFill>
              <a:prstDash val="solid"/>
              <a:headEnd type="none" w="med" len="med"/>
              <a:tailEnd type="none" w="med" len="med"/>
            </a:ln>
          </p:spPr>
        </p:sp>
      </p:grpSp>
      <p:sp>
        <p:nvSpPr>
          <p:cNvPr id="337940" name="Text Box 20"/>
          <p:cNvSpPr txBox="1"/>
          <p:nvPr/>
        </p:nvSpPr>
        <p:spPr>
          <a:xfrm>
            <a:off x="550863" y="981075"/>
            <a:ext cx="5473700" cy="583565"/>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0"/>
              </a:spcBef>
              <a:buClrTx/>
              <a:buSzTx/>
              <a:buFontTx/>
              <a:buNone/>
            </a:pPr>
            <a:r>
              <a:rPr lang="en-US" altLang="zh-CN"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2.</a:t>
            </a:r>
            <a:r>
              <a:rPr lang="zh-CN" altLang="en-US"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线性时不变电容元件</a:t>
            </a:r>
            <a:endParaRPr lang="zh-CN" altLang="en-US" b="1" dirty="0">
              <a:solidFill>
                <a:schemeClr val="accent1"/>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337941" name="Object 21"/>
          <p:cNvGraphicFramePr>
            <a:graphicFrameLocks noChangeAspect="1"/>
          </p:cNvGraphicFramePr>
          <p:nvPr/>
        </p:nvGraphicFramePr>
        <p:xfrm>
          <a:off x="767715" y="3195955"/>
          <a:ext cx="3384550" cy="1335088"/>
        </p:xfrm>
        <a:graphic>
          <a:graphicData uri="http://schemas.openxmlformats.org/presentationml/2006/ole">
            <mc:AlternateContent xmlns:mc="http://schemas.openxmlformats.org/markup-compatibility/2006">
              <mc:Choice xmlns:v="urn:schemas-microsoft-com:vml" Requires="v">
                <p:oleObj spid="_x0000_s3079" name="" r:id="rId13" imgW="1019175" imgH="382905" progId="Equation.3">
                  <p:embed/>
                </p:oleObj>
              </mc:Choice>
              <mc:Fallback>
                <p:oleObj name="" r:id="rId13" imgW="1019175" imgH="382905" progId="Equation.3">
                  <p:embed/>
                  <p:pic>
                    <p:nvPicPr>
                      <p:cNvPr id="0" name="图片 3078"/>
                      <p:cNvPicPr/>
                      <p:nvPr/>
                    </p:nvPicPr>
                    <p:blipFill>
                      <a:blip r:embed="rId14">
                        <a:clrChange>
                          <a:clrFrom>
                            <a:srgbClr val="000000"/>
                          </a:clrFrom>
                          <a:clrTo>
                            <a:srgbClr val="990033"/>
                          </a:clrTo>
                        </a:clrChange>
                      </a:blip>
                      <a:stretch>
                        <a:fillRect/>
                      </a:stretch>
                    </p:blipFill>
                    <p:spPr>
                      <a:xfrm>
                        <a:off x="767715" y="3195955"/>
                        <a:ext cx="3384550" cy="1335088"/>
                      </a:xfrm>
                      <a:prstGeom prst="rect">
                        <a:avLst/>
                      </a:prstGeom>
                      <a:noFill/>
                      <a:ln w="38100">
                        <a:noFill/>
                        <a:miter/>
                      </a:ln>
                    </p:spPr>
                  </p:pic>
                </p:oleObj>
              </mc:Fallback>
            </mc:AlternateContent>
          </a:graphicData>
        </a:graphic>
      </p:graphicFrame>
      <p:sp>
        <p:nvSpPr>
          <p:cNvPr id="337942" name="AutoShape 22" descr="羊皮纸"/>
          <p:cNvSpPr/>
          <p:nvPr/>
        </p:nvSpPr>
        <p:spPr>
          <a:xfrm>
            <a:off x="6024563" y="2924175"/>
            <a:ext cx="1079500" cy="1439863"/>
          </a:xfrm>
          <a:prstGeom prst="wedgeRoundRectCallout">
            <a:avLst>
              <a:gd name="adj1" fmla="val -196324"/>
              <a:gd name="adj2" fmla="val -24421"/>
              <a:gd name="adj3" fmla="val 16667"/>
            </a:avLst>
          </a:prstGeom>
          <a:blipFill rotWithShape="1">
            <a:blip r:embed="rId15"/>
          </a:blipFill>
          <a:ln w="28575">
            <a:noFill/>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rgbClr val="000000"/>
                </a:solidFill>
                <a:latin typeface="Times New Roman" panose="02020603050405020304" pitchFamily="18" charset="0"/>
                <a:ea typeface="黑体" panose="02010609060101010101" pitchFamily="49" charset="-122"/>
              </a:rPr>
              <a:t>电容器的电容</a:t>
            </a:r>
            <a:endParaRPr lang="zh-CN" altLang="en-US" sz="28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337922" grpId="0"/>
      <p:bldP spid="337940" grpId="0"/>
      <p:bldP spid="337942"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8946" name="Text Box 2"/>
          <p:cNvSpPr txBox="1"/>
          <p:nvPr>
            <p:custDataLst>
              <p:tags r:id="rId1"/>
            </p:custDataLst>
          </p:nvPr>
        </p:nvSpPr>
        <p:spPr>
          <a:xfrm>
            <a:off x="2208213" y="1931194"/>
            <a:ext cx="2049462" cy="521970"/>
          </a:xfrm>
          <a:prstGeom prst="rect">
            <a:avLst/>
          </a:prstGeom>
          <a:noFill/>
          <a:ln w="28575" cap="flat" cmpd="sng">
            <a:solidFill>
              <a:schemeClr val="accent5"/>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电路符号</a:t>
            </a:r>
            <a:endParaRPr lang="zh-CN" altLang="en-US" sz="2800" b="1" dirty="0">
              <a:solidFill>
                <a:srgbClr val="000000"/>
              </a:solidFill>
              <a:latin typeface="Times New Roman" panose="02020603050405020304" pitchFamily="18" charset="0"/>
              <a:ea typeface="黑体" panose="02010609060101010101" pitchFamily="49" charset="-122"/>
            </a:endParaRPr>
          </a:p>
        </p:txBody>
      </p:sp>
      <p:grpSp>
        <p:nvGrpSpPr>
          <p:cNvPr id="338947" name="Group 3"/>
          <p:cNvGrpSpPr/>
          <p:nvPr/>
        </p:nvGrpSpPr>
        <p:grpSpPr>
          <a:xfrm>
            <a:off x="4583113" y="1480185"/>
            <a:ext cx="3190875" cy="1995488"/>
            <a:chOff x="2517" y="1051"/>
            <a:chExt cx="2010" cy="1257"/>
          </a:xfrm>
        </p:grpSpPr>
        <p:grpSp>
          <p:nvGrpSpPr>
            <p:cNvPr id="9232" name="Group 4"/>
            <p:cNvGrpSpPr/>
            <p:nvPr/>
          </p:nvGrpSpPr>
          <p:grpSpPr>
            <a:xfrm>
              <a:off x="2608" y="1051"/>
              <a:ext cx="1919" cy="906"/>
              <a:chOff x="2256" y="2716"/>
              <a:chExt cx="1919" cy="906"/>
            </a:xfrm>
          </p:grpSpPr>
          <p:sp>
            <p:nvSpPr>
              <p:cNvPr id="9238" name="Text Box 5"/>
              <p:cNvSpPr txBox="1"/>
              <p:nvPr>
                <p:custDataLst>
                  <p:tags r:id="rId5"/>
                </p:custDataLst>
              </p:nvPr>
            </p:nvSpPr>
            <p:spPr>
              <a:xfrm>
                <a:off x="3053" y="2716"/>
                <a:ext cx="293" cy="329"/>
              </a:xfrm>
              <a:prstGeom prst="rect">
                <a:avLst/>
              </a:prstGeom>
              <a:noFill/>
              <a:ln w="2857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rPr>
                  <a:t>C</a:t>
                </a:r>
                <a:endParaRPr lang="en-US" altLang="zh-CN" sz="2800" i="1" dirty="0">
                  <a:solidFill>
                    <a:schemeClr val="dk1"/>
                  </a:solidFill>
                  <a:latin typeface="Times New Roman" panose="02020603050405020304" pitchFamily="18" charset="0"/>
                  <a:ea typeface="黑体" panose="02010609060101010101" pitchFamily="49" charset="-122"/>
                </a:endParaRPr>
              </a:p>
            </p:txBody>
          </p:sp>
          <p:sp>
            <p:nvSpPr>
              <p:cNvPr id="9239" name="Line 6"/>
              <p:cNvSpPr/>
              <p:nvPr>
                <p:custDataLst>
                  <p:tags r:id="rId6"/>
                </p:custDataLst>
              </p:nvPr>
            </p:nvSpPr>
            <p:spPr>
              <a:xfrm flipH="1" flipV="1">
                <a:off x="2347" y="3360"/>
                <a:ext cx="773" cy="0"/>
              </a:xfrm>
              <a:prstGeom prst="line">
                <a:avLst/>
              </a:prstGeom>
              <a:ln w="44450" cap="sq" cmpd="sng">
                <a:solidFill>
                  <a:schemeClr val="accent3"/>
                </a:solidFill>
                <a:prstDash val="solid"/>
                <a:headEnd type="none" w="med" len="med"/>
                <a:tailEnd type="none" w="med" len="med"/>
              </a:ln>
            </p:spPr>
          </p:sp>
          <p:sp>
            <p:nvSpPr>
              <p:cNvPr id="9240" name="Line 7"/>
              <p:cNvSpPr/>
              <p:nvPr>
                <p:custDataLst>
                  <p:tags r:id="rId7"/>
                </p:custDataLst>
              </p:nvPr>
            </p:nvSpPr>
            <p:spPr>
              <a:xfrm>
                <a:off x="3264" y="3360"/>
                <a:ext cx="820" cy="0"/>
              </a:xfrm>
              <a:prstGeom prst="line">
                <a:avLst/>
              </a:prstGeom>
              <a:ln w="44450" cap="sq" cmpd="sng">
                <a:solidFill>
                  <a:schemeClr val="accent3"/>
                </a:solidFill>
                <a:prstDash val="solid"/>
                <a:headEnd type="none" w="med" len="med"/>
                <a:tailEnd type="none" w="med" len="med"/>
              </a:ln>
            </p:spPr>
          </p:sp>
          <p:sp>
            <p:nvSpPr>
              <p:cNvPr id="9241" name="Oval 8"/>
              <p:cNvSpPr/>
              <p:nvPr>
                <p:custDataLst>
                  <p:tags r:id="rId8"/>
                </p:custDataLst>
              </p:nvPr>
            </p:nvSpPr>
            <p:spPr>
              <a:xfrm>
                <a:off x="2256" y="3187"/>
                <a:ext cx="91" cy="355"/>
              </a:xfrm>
              <a:prstGeom prst="ellipse">
                <a:avLst/>
              </a:prstGeom>
              <a:solidFill>
                <a:schemeClr val="accent3"/>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9242" name="Oval 9"/>
              <p:cNvSpPr/>
              <p:nvPr>
                <p:custDataLst>
                  <p:tags r:id="rId9"/>
                </p:custDataLst>
              </p:nvPr>
            </p:nvSpPr>
            <p:spPr>
              <a:xfrm>
                <a:off x="4084" y="3187"/>
                <a:ext cx="91" cy="355"/>
              </a:xfrm>
              <a:prstGeom prst="ellipse">
                <a:avLst/>
              </a:prstGeom>
              <a:solidFill>
                <a:schemeClr val="accent3"/>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nvGrpSpPr>
              <p:cNvPr id="9243" name="Group 10"/>
              <p:cNvGrpSpPr/>
              <p:nvPr/>
            </p:nvGrpSpPr>
            <p:grpSpPr>
              <a:xfrm>
                <a:off x="3120" y="3083"/>
                <a:ext cx="144" cy="539"/>
                <a:chOff x="3053" y="3083"/>
                <a:chExt cx="211" cy="576"/>
              </a:xfrm>
            </p:grpSpPr>
            <p:sp>
              <p:nvSpPr>
                <p:cNvPr id="9244" name="Line 11"/>
                <p:cNvSpPr/>
                <p:nvPr>
                  <p:custDataLst>
                    <p:tags r:id="rId10"/>
                  </p:custDataLst>
                </p:nvPr>
              </p:nvSpPr>
              <p:spPr>
                <a:xfrm>
                  <a:off x="3053" y="3083"/>
                  <a:ext cx="0" cy="576"/>
                </a:xfrm>
                <a:prstGeom prst="line">
                  <a:avLst/>
                </a:prstGeom>
                <a:ln w="50800" cap="flat" cmpd="sng">
                  <a:solidFill>
                    <a:schemeClr val="accent1"/>
                  </a:solidFill>
                  <a:prstDash val="solid"/>
                  <a:headEnd type="none" w="med" len="med"/>
                  <a:tailEnd type="none" w="med" len="med"/>
                </a:ln>
              </p:spPr>
            </p:sp>
            <p:sp>
              <p:nvSpPr>
                <p:cNvPr id="9245" name="Line 12"/>
                <p:cNvSpPr/>
                <p:nvPr>
                  <p:custDataLst>
                    <p:tags r:id="rId11"/>
                  </p:custDataLst>
                </p:nvPr>
              </p:nvSpPr>
              <p:spPr>
                <a:xfrm>
                  <a:off x="3264" y="3083"/>
                  <a:ext cx="0" cy="576"/>
                </a:xfrm>
                <a:prstGeom prst="line">
                  <a:avLst/>
                </a:prstGeom>
                <a:ln w="50800" cap="flat" cmpd="sng">
                  <a:solidFill>
                    <a:schemeClr val="accent1"/>
                  </a:solidFill>
                  <a:prstDash val="solid"/>
                  <a:headEnd type="none" w="med" len="med"/>
                  <a:tailEnd type="none" w="med" len="med"/>
                </a:ln>
              </p:spPr>
            </p:sp>
          </p:grpSp>
        </p:grpSp>
        <p:sp>
          <p:nvSpPr>
            <p:cNvPr id="9233" name="Text Box 13"/>
            <p:cNvSpPr txBox="1"/>
            <p:nvPr>
              <p:custDataLst>
                <p:tags r:id="rId12"/>
              </p:custDataLst>
            </p:nvPr>
          </p:nvSpPr>
          <p:spPr>
            <a:xfrm>
              <a:off x="2517" y="1706"/>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9234" name="Text Box 14"/>
            <p:cNvSpPr txBox="1"/>
            <p:nvPr>
              <p:custDataLst>
                <p:tags r:id="rId13"/>
              </p:custDataLst>
            </p:nvPr>
          </p:nvSpPr>
          <p:spPr>
            <a:xfrm>
              <a:off x="4150" y="1706"/>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9235" name="Text Box 15"/>
            <p:cNvSpPr txBox="1"/>
            <p:nvPr>
              <p:custDataLst>
                <p:tags r:id="rId14"/>
              </p:custDataLst>
            </p:nvPr>
          </p:nvSpPr>
          <p:spPr>
            <a:xfrm>
              <a:off x="3379" y="1979"/>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9236" name="Text Box 16"/>
            <p:cNvSpPr txBox="1"/>
            <p:nvPr>
              <p:custDataLst>
                <p:tags r:id="rId15"/>
              </p:custDataLst>
            </p:nvPr>
          </p:nvSpPr>
          <p:spPr>
            <a:xfrm>
              <a:off x="2971" y="1298"/>
              <a:ext cx="454"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q</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9237" name="Text Box 17"/>
            <p:cNvSpPr txBox="1"/>
            <p:nvPr>
              <p:custDataLst>
                <p:tags r:id="rId16"/>
              </p:custDataLst>
            </p:nvPr>
          </p:nvSpPr>
          <p:spPr>
            <a:xfrm>
              <a:off x="3651" y="1298"/>
              <a:ext cx="454"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q</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338962" name="Text Box 18"/>
          <p:cNvSpPr txBox="1"/>
          <p:nvPr/>
        </p:nvSpPr>
        <p:spPr>
          <a:xfrm>
            <a:off x="4008438" y="3625057"/>
            <a:ext cx="5761037" cy="521970"/>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
                <a:srgbClr val="FFFF00"/>
              </a:buClr>
              <a:buSzTx/>
              <a:buNone/>
            </a:pPr>
            <a:r>
              <a:rPr lang="en-US" altLang="zh-CN" sz="2800" dirty="0">
                <a:solidFill>
                  <a:srgbClr val="000000"/>
                </a:solidFill>
                <a:latin typeface="Times New Roman" panose="02020603050405020304" pitchFamily="18" charset="0"/>
                <a:ea typeface="黑体" panose="02010609060101010101" pitchFamily="49" charset="-122"/>
              </a:rPr>
              <a:t>F (</a:t>
            </a:r>
            <a:r>
              <a:rPr lang="zh-CN" altLang="en-US" sz="2800" b="1" dirty="0">
                <a:solidFill>
                  <a:srgbClr val="000000"/>
                </a:solidFill>
                <a:latin typeface="Times New Roman" panose="02020603050405020304" pitchFamily="18" charset="0"/>
                <a:ea typeface="黑体" panose="02010609060101010101" pitchFamily="49" charset="-122"/>
              </a:rPr>
              <a:t>法拉</a:t>
            </a:r>
            <a:r>
              <a:rPr lang="en-US" altLang="zh-CN" sz="2800"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常用</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F</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pF</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等表示</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38963" name="Text Box 19"/>
          <p:cNvSpPr txBox="1"/>
          <p:nvPr>
            <p:custDataLst>
              <p:tags r:id="rId17"/>
            </p:custDataLst>
          </p:nvPr>
        </p:nvSpPr>
        <p:spPr>
          <a:xfrm>
            <a:off x="2206625" y="3497898"/>
            <a:ext cx="1512888" cy="521970"/>
          </a:xfrm>
          <a:prstGeom prst="rect">
            <a:avLst/>
          </a:prstGeom>
          <a:noFill/>
          <a:ln w="28575" cap="flat" cmpd="sng">
            <a:solidFill>
              <a:schemeClr val="accent5"/>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单位</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38970" name="Text Box 26"/>
          <p:cNvSpPr txBox="1"/>
          <p:nvPr>
            <p:custDataLst>
              <p:tags r:id="rId18"/>
            </p:custDataLst>
          </p:nvPr>
        </p:nvSpPr>
        <p:spPr>
          <a:xfrm>
            <a:off x="4224338" y="4505960"/>
            <a:ext cx="3384550" cy="1322070"/>
          </a:xfrm>
          <a:prstGeom prst="rect">
            <a:avLst/>
          </a:prstGeom>
          <a:solidFill>
            <a:schemeClr val="accent2"/>
          </a:solidFill>
          <a:ln w="12700">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b="1" dirty="0">
                <a:solidFill>
                  <a:srgbClr val="FFFFFF"/>
                </a:solidFill>
                <a:latin typeface="Times New Roman" panose="02020603050405020304" pitchFamily="18" charset="0"/>
                <a:ea typeface="黑体" panose="02010609060101010101" pitchFamily="49" charset="-122"/>
              </a:rPr>
              <a:t>1F=10</a:t>
            </a:r>
            <a:r>
              <a:rPr lang="en-US" altLang="zh-CN" b="1" baseline="30000" dirty="0">
                <a:solidFill>
                  <a:srgbClr val="FFFFFF"/>
                </a:solidFill>
                <a:latin typeface="Times New Roman" panose="02020603050405020304" pitchFamily="18" charset="0"/>
                <a:ea typeface="黑体" panose="02010609060101010101" pitchFamily="49" charset="-122"/>
              </a:rPr>
              <a:t>6</a:t>
            </a:r>
            <a:r>
              <a:rPr lang="en-US" altLang="zh-CN" b="1" dirty="0">
                <a:solidFill>
                  <a:srgbClr val="FFFFFF"/>
                </a:solidFill>
                <a:latin typeface="Times New Roman" panose="02020603050405020304" pitchFamily="18" charset="0"/>
                <a:ea typeface="黑体" panose="02010609060101010101" pitchFamily="49" charset="-122"/>
              </a:rPr>
              <a:t> </a:t>
            </a:r>
            <a:r>
              <a:rPr lang="en-US" altLang="zh-CN"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a:t>
            </a:r>
            <a:r>
              <a:rPr lang="en-US" altLang="zh-CN" b="1" dirty="0">
                <a:solidFill>
                  <a:srgbClr val="FFFFFF"/>
                </a:solidFill>
                <a:latin typeface="Times New Roman" panose="02020603050405020304" pitchFamily="18" charset="0"/>
                <a:ea typeface="黑体" panose="02010609060101010101" pitchFamily="49" charset="-122"/>
              </a:rPr>
              <a:t>F</a:t>
            </a:r>
            <a:endParaRPr lang="en-US" altLang="zh-CN" b="1" dirty="0">
              <a:solidFill>
                <a:srgbClr val="FFFFFF"/>
              </a:solidFill>
              <a:latin typeface="Times New Roman" panose="02020603050405020304" pitchFamily="18" charset="0"/>
              <a:ea typeface="黑体" panose="02010609060101010101" pitchFamily="49" charset="-122"/>
            </a:endParaRPr>
          </a:p>
          <a:p>
            <a:pPr marL="0" lvl="0" indent="0" algn="ctr">
              <a:spcBef>
                <a:spcPct val="50000"/>
              </a:spcBef>
              <a:buClrTx/>
              <a:buSzTx/>
              <a:buFontTx/>
              <a:buNone/>
            </a:pPr>
            <a:r>
              <a:rPr lang="en-US" altLang="zh-CN" b="1" dirty="0">
                <a:solidFill>
                  <a:srgbClr val="FFFFFF"/>
                </a:solidFill>
                <a:latin typeface="Times New Roman" panose="02020603050405020304" pitchFamily="18" charset="0"/>
                <a:ea typeface="黑体" panose="02010609060101010101" pitchFamily="49" charset="-122"/>
              </a:rPr>
              <a:t>1 </a:t>
            </a:r>
            <a:r>
              <a:rPr lang="en-US" altLang="zh-CN"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b="1" dirty="0">
                <a:solidFill>
                  <a:srgbClr val="FFFFFF"/>
                </a:solidFill>
                <a:latin typeface="Times New Roman" panose="02020603050405020304" pitchFamily="18" charset="0"/>
                <a:ea typeface="黑体" panose="02010609060101010101" pitchFamily="49" charset="-122"/>
              </a:rPr>
              <a:t>F</a:t>
            </a:r>
            <a:r>
              <a:rPr lang="en-US" altLang="zh-CN" sz="2400" b="1" dirty="0">
                <a:solidFill>
                  <a:srgbClr val="FFFFFF"/>
                </a:solidFill>
                <a:latin typeface="Times New Roman" panose="02020603050405020304" pitchFamily="18" charset="0"/>
                <a:ea typeface="黑体" panose="02010609060101010101" pitchFamily="49" charset="-122"/>
              </a:rPr>
              <a:t> </a:t>
            </a:r>
            <a:r>
              <a:rPr lang="en-US" altLang="zh-CN" b="1" dirty="0">
                <a:solidFill>
                  <a:srgbClr val="FFFFFF"/>
                </a:solidFill>
                <a:latin typeface="Times New Roman" panose="02020603050405020304" pitchFamily="18" charset="0"/>
                <a:ea typeface="黑体" panose="02010609060101010101" pitchFamily="49" charset="-122"/>
              </a:rPr>
              <a:t>=10</a:t>
            </a:r>
            <a:r>
              <a:rPr lang="en-US" altLang="zh-CN" b="1" baseline="30000" dirty="0">
                <a:solidFill>
                  <a:srgbClr val="FFFFFF"/>
                </a:solidFill>
                <a:latin typeface="Times New Roman" panose="02020603050405020304" pitchFamily="18" charset="0"/>
                <a:ea typeface="黑体" panose="02010609060101010101" pitchFamily="49" charset="-122"/>
              </a:rPr>
              <a:t>6</a:t>
            </a:r>
            <a:r>
              <a:rPr lang="en-US" altLang="zh-CN" b="1" dirty="0">
                <a:solidFill>
                  <a:srgbClr val="FFFFFF"/>
                </a:solidFill>
                <a:latin typeface="Times New Roman" panose="02020603050405020304" pitchFamily="18" charset="0"/>
                <a:ea typeface="黑体" panose="02010609060101010101" pitchFamily="49" charset="-122"/>
              </a:rPr>
              <a:t>pF</a:t>
            </a:r>
            <a:endParaRPr lang="en-US" altLang="zh-CN" b="1" dirty="0">
              <a:solidFill>
                <a:srgbClr val="FFFFFF"/>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338946" grpId="0" bldLvl="0" animBg="1"/>
      <p:bldP spid="338962" grpId="0"/>
      <p:bldP spid="338963" grpId="0" bldLvl="0" animBg="1"/>
      <p:bldP spid="338970"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39970" name="Object 2"/>
          <p:cNvGraphicFramePr>
            <a:graphicFrameLocks noChangeAspect="1"/>
          </p:cNvGraphicFramePr>
          <p:nvPr/>
        </p:nvGraphicFramePr>
        <p:xfrm>
          <a:off x="4511358" y="3984308"/>
          <a:ext cx="4308475" cy="1309687"/>
        </p:xfrm>
        <a:graphic>
          <a:graphicData uri="http://schemas.openxmlformats.org/presentationml/2006/ole">
            <mc:AlternateContent xmlns:mc="http://schemas.openxmlformats.org/markup-compatibility/2006">
              <mc:Choice xmlns:v="urn:schemas-microsoft-com:vml" Requires="v">
                <p:oleObj spid="_x0000_s3080" name="" r:id="rId1" imgW="1332230" imgH="382905" progId="Equation.3">
                  <p:embed/>
                </p:oleObj>
              </mc:Choice>
              <mc:Fallback>
                <p:oleObj name="" r:id="rId1" imgW="1332230" imgH="382905" progId="Equation.3">
                  <p:embed/>
                  <p:pic>
                    <p:nvPicPr>
                      <p:cNvPr id="0" name="图片 3079"/>
                      <p:cNvPicPr/>
                      <p:nvPr/>
                    </p:nvPicPr>
                    <p:blipFill>
                      <a:blip r:embed="rId2">
                        <a:clrChange>
                          <a:clrFrom>
                            <a:srgbClr val="000000"/>
                          </a:clrFrom>
                          <a:clrTo>
                            <a:srgbClr val="990033"/>
                          </a:clrTo>
                        </a:clrChange>
                      </a:blip>
                      <a:stretch>
                        <a:fillRect/>
                      </a:stretch>
                    </p:blipFill>
                    <p:spPr>
                      <a:xfrm>
                        <a:off x="4511358" y="3984308"/>
                        <a:ext cx="4308475" cy="1309687"/>
                      </a:xfrm>
                      <a:prstGeom prst="rect">
                        <a:avLst/>
                      </a:prstGeom>
                      <a:gradFill rotWithShape="1">
                        <a:gsLst>
                          <a:gs pos="0">
                            <a:srgbClr val="FFCC99"/>
                          </a:gs>
                          <a:gs pos="100000">
                            <a:srgbClr val="FFFFFF"/>
                          </a:gs>
                        </a:gsLst>
                        <a:lin ang="5400000" scaled="1"/>
                        <a:tileRect/>
                      </a:gradFill>
                      <a:ln w="38100">
                        <a:noFill/>
                        <a:miter/>
                      </a:ln>
                    </p:spPr>
                  </p:pic>
                </p:oleObj>
              </mc:Fallback>
            </mc:AlternateContent>
          </a:graphicData>
        </a:graphic>
      </p:graphicFrame>
      <p:sp>
        <p:nvSpPr>
          <p:cNvPr id="339971" name="Rectangle 3"/>
          <p:cNvSpPr/>
          <p:nvPr/>
        </p:nvSpPr>
        <p:spPr>
          <a:xfrm>
            <a:off x="1631633" y="1318895"/>
            <a:ext cx="4895850" cy="583565"/>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50000"/>
              </a:spcBef>
              <a:buClr>
                <a:srgbClr val="FFFF00"/>
              </a:buClr>
              <a:buSzTx/>
              <a:buNone/>
            </a:pPr>
            <a:r>
              <a:rPr lang="en-US" altLang="zh-CN" b="1" dirty="0">
                <a:solidFill>
                  <a:schemeClr val="accent1"/>
                </a:solidFill>
                <a:latin typeface="Times New Roman" panose="02020603050405020304" pitchFamily="18" charset="0"/>
                <a:ea typeface="黑体" panose="02010609060101010101" pitchFamily="49" charset="-122"/>
              </a:rPr>
              <a:t>3. </a:t>
            </a:r>
            <a:r>
              <a:rPr lang="zh-CN" altLang="en-US" b="1" dirty="0">
                <a:solidFill>
                  <a:schemeClr val="accent1"/>
                </a:solidFill>
                <a:latin typeface="Times New Roman" panose="02020603050405020304" pitchFamily="18" charset="0"/>
                <a:ea typeface="黑体" panose="02010609060101010101" pitchFamily="49" charset="-122"/>
              </a:rPr>
              <a:t>电容的电压</a:t>
            </a:r>
            <a:r>
              <a:rPr lang="zh-CN" altLang="en-US"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a:t>
            </a:r>
            <a:r>
              <a:rPr lang="zh-CN" altLang="en-US" b="1" dirty="0">
                <a:solidFill>
                  <a:schemeClr val="accent1"/>
                </a:solidFill>
                <a:latin typeface="Times New Roman" panose="02020603050405020304" pitchFamily="18" charset="0"/>
                <a:ea typeface="黑体" panose="02010609060101010101" pitchFamily="49" charset="-122"/>
              </a:rPr>
              <a:t>电流关系</a:t>
            </a:r>
            <a:endParaRPr lang="zh-CN" altLang="en-US" b="1" dirty="0">
              <a:solidFill>
                <a:schemeClr val="accent1"/>
              </a:solidFill>
              <a:latin typeface="Times New Roman" panose="02020603050405020304" pitchFamily="18" charset="0"/>
              <a:ea typeface="黑体" panose="02010609060101010101" pitchFamily="49" charset="-122"/>
            </a:endParaRPr>
          </a:p>
        </p:txBody>
      </p:sp>
      <p:sp>
        <p:nvSpPr>
          <p:cNvPr id="339972" name="AutoShape 4"/>
          <p:cNvSpPr/>
          <p:nvPr>
            <p:custDataLst>
              <p:tags r:id="rId6"/>
            </p:custDataLst>
          </p:nvPr>
        </p:nvSpPr>
        <p:spPr>
          <a:xfrm>
            <a:off x="6311583" y="1895158"/>
            <a:ext cx="2736850" cy="1008062"/>
          </a:xfrm>
          <a:prstGeom prst="wedgeRoundRectCallout">
            <a:avLst>
              <a:gd name="adj1" fmla="val -48954"/>
              <a:gd name="adj2" fmla="val 153306"/>
              <a:gd name="adj3" fmla="val 16667"/>
            </a:avLst>
          </a:prstGeom>
          <a:solidFill>
            <a:schemeClr val="accent2"/>
          </a:solidFill>
          <a:ln w="9525">
            <a:noFill/>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电容元件</a:t>
            </a:r>
            <a:r>
              <a:rPr lang="en-US" altLang="zh-CN" sz="2800" dirty="0">
                <a:solidFill>
                  <a:srgbClr val="FFFFFF"/>
                </a:solidFill>
                <a:latin typeface="Times New Roman" panose="02020603050405020304" pitchFamily="18" charset="0"/>
                <a:ea typeface="黑体" panose="02010609060101010101" pitchFamily="49" charset="-122"/>
                <a:sym typeface="Symbol" panose="05050102010706020507" pitchFamily="18" charset="2"/>
              </a:rPr>
              <a:t>VCR</a:t>
            </a:r>
            <a:r>
              <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的微分形式</a:t>
            </a:r>
            <a:endPar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39979" name="AutoShape 11"/>
          <p:cNvSpPr/>
          <p:nvPr>
            <p:custDataLst>
              <p:tags r:id="rId7"/>
            </p:custDataLst>
          </p:nvPr>
        </p:nvSpPr>
        <p:spPr>
          <a:xfrm>
            <a:off x="1558608" y="3984308"/>
            <a:ext cx="2374900" cy="936625"/>
          </a:xfrm>
          <a:prstGeom prst="wedgeRoundRectCallout">
            <a:avLst>
              <a:gd name="adj1" fmla="val 7352"/>
              <a:gd name="adj2" fmla="val -159153"/>
              <a:gd name="adj3" fmla="val 16667"/>
            </a:avLst>
          </a:prstGeom>
          <a:solidFill>
            <a:schemeClr val="accent2"/>
          </a:solidFill>
          <a:ln w="9525">
            <a:noFill/>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u</a:t>
            </a:r>
            <a:r>
              <a:rPr lang="zh-CN" altLang="en-US" sz="2800"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1"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取关联参考方向</a:t>
            </a:r>
            <a:endPar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39980" name="Group 12"/>
          <p:cNvGrpSpPr/>
          <p:nvPr/>
        </p:nvGrpSpPr>
        <p:grpSpPr>
          <a:xfrm>
            <a:off x="1772920" y="1893570"/>
            <a:ext cx="3479800" cy="1762125"/>
            <a:chOff x="657" y="1006"/>
            <a:chExt cx="2009" cy="1110"/>
          </a:xfrm>
        </p:grpSpPr>
        <p:grpSp>
          <p:nvGrpSpPr>
            <p:cNvPr id="10252" name="Group 13"/>
            <p:cNvGrpSpPr/>
            <p:nvPr/>
          </p:nvGrpSpPr>
          <p:grpSpPr>
            <a:xfrm>
              <a:off x="747" y="1006"/>
              <a:ext cx="1919" cy="763"/>
              <a:chOff x="2256" y="2678"/>
              <a:chExt cx="1919" cy="944"/>
            </a:xfrm>
          </p:grpSpPr>
          <p:sp>
            <p:nvSpPr>
              <p:cNvPr id="10258" name="Text Box 14"/>
              <p:cNvSpPr txBox="1"/>
              <p:nvPr>
                <p:custDataLst>
                  <p:tags r:id="rId8"/>
                </p:custDataLst>
              </p:nvPr>
            </p:nvSpPr>
            <p:spPr>
              <a:xfrm>
                <a:off x="3053" y="2678"/>
                <a:ext cx="293" cy="407"/>
              </a:xfrm>
              <a:prstGeom prst="rect">
                <a:avLst/>
              </a:prstGeom>
              <a:noFill/>
              <a:ln w="2857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0259" name="Line 15"/>
              <p:cNvSpPr/>
              <p:nvPr>
                <p:custDataLst>
                  <p:tags r:id="rId9"/>
                </p:custDataLst>
              </p:nvPr>
            </p:nvSpPr>
            <p:spPr>
              <a:xfrm flipH="1" flipV="1">
                <a:off x="2347" y="3360"/>
                <a:ext cx="773" cy="0"/>
              </a:xfrm>
              <a:prstGeom prst="line">
                <a:avLst/>
              </a:prstGeom>
              <a:ln w="28575" cap="sq" cmpd="sng">
                <a:solidFill>
                  <a:schemeClr val="accent3"/>
                </a:solidFill>
                <a:prstDash val="solid"/>
                <a:headEnd type="none" w="med" len="med"/>
                <a:tailEnd type="none" w="med" len="med"/>
              </a:ln>
            </p:spPr>
          </p:sp>
          <p:sp>
            <p:nvSpPr>
              <p:cNvPr id="10260" name="Line 16"/>
              <p:cNvSpPr/>
              <p:nvPr>
                <p:custDataLst>
                  <p:tags r:id="rId10"/>
                </p:custDataLst>
              </p:nvPr>
            </p:nvSpPr>
            <p:spPr>
              <a:xfrm>
                <a:off x="3264" y="3360"/>
                <a:ext cx="820" cy="0"/>
              </a:xfrm>
              <a:prstGeom prst="line">
                <a:avLst/>
              </a:prstGeom>
              <a:ln w="28575" cap="sq" cmpd="sng">
                <a:solidFill>
                  <a:schemeClr val="accent3"/>
                </a:solidFill>
                <a:prstDash val="solid"/>
                <a:headEnd type="none" w="med" len="med"/>
                <a:tailEnd type="none" w="med" len="med"/>
              </a:ln>
            </p:spPr>
          </p:sp>
          <p:sp>
            <p:nvSpPr>
              <p:cNvPr id="10261" name="Oval 17"/>
              <p:cNvSpPr/>
              <p:nvPr>
                <p:custDataLst>
                  <p:tags r:id="rId11"/>
                </p:custDataLst>
              </p:nvPr>
            </p:nvSpPr>
            <p:spPr>
              <a:xfrm>
                <a:off x="2256" y="3148"/>
                <a:ext cx="91" cy="434"/>
              </a:xfrm>
              <a:prstGeom prst="ellipse">
                <a:avLst/>
              </a:prstGeom>
              <a:solidFill>
                <a:schemeClr val="accent3"/>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10262" name="Oval 18"/>
              <p:cNvSpPr/>
              <p:nvPr>
                <p:custDataLst>
                  <p:tags r:id="rId12"/>
                </p:custDataLst>
              </p:nvPr>
            </p:nvSpPr>
            <p:spPr>
              <a:xfrm>
                <a:off x="4084" y="3148"/>
                <a:ext cx="91" cy="434"/>
              </a:xfrm>
              <a:prstGeom prst="ellipse">
                <a:avLst/>
              </a:prstGeom>
              <a:solidFill>
                <a:schemeClr val="accent3"/>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nvGrpSpPr>
              <p:cNvPr id="10263" name="Group 19"/>
              <p:cNvGrpSpPr/>
              <p:nvPr/>
            </p:nvGrpSpPr>
            <p:grpSpPr>
              <a:xfrm>
                <a:off x="3120" y="3083"/>
                <a:ext cx="144" cy="539"/>
                <a:chOff x="3053" y="3083"/>
                <a:chExt cx="211" cy="576"/>
              </a:xfrm>
            </p:grpSpPr>
            <p:sp>
              <p:nvSpPr>
                <p:cNvPr id="10264" name="Line 20"/>
                <p:cNvSpPr/>
                <p:nvPr>
                  <p:custDataLst>
                    <p:tags r:id="rId13"/>
                  </p:custDataLst>
                </p:nvPr>
              </p:nvSpPr>
              <p:spPr>
                <a:xfrm>
                  <a:off x="3053" y="3083"/>
                  <a:ext cx="0" cy="576"/>
                </a:xfrm>
                <a:prstGeom prst="line">
                  <a:avLst/>
                </a:prstGeom>
                <a:ln w="50800" cap="flat" cmpd="sng">
                  <a:solidFill>
                    <a:schemeClr val="accent1"/>
                  </a:solidFill>
                  <a:prstDash val="solid"/>
                  <a:headEnd type="none" w="med" len="med"/>
                  <a:tailEnd type="none" w="med" len="med"/>
                </a:ln>
              </p:spPr>
            </p:sp>
            <p:sp>
              <p:nvSpPr>
                <p:cNvPr id="10265" name="Line 21"/>
                <p:cNvSpPr/>
                <p:nvPr>
                  <p:custDataLst>
                    <p:tags r:id="rId14"/>
                  </p:custDataLst>
                </p:nvPr>
              </p:nvSpPr>
              <p:spPr>
                <a:xfrm>
                  <a:off x="3264" y="3083"/>
                  <a:ext cx="0" cy="576"/>
                </a:xfrm>
                <a:prstGeom prst="line">
                  <a:avLst/>
                </a:prstGeom>
                <a:ln w="50800" cap="flat" cmpd="sng">
                  <a:solidFill>
                    <a:schemeClr val="accent1"/>
                  </a:solidFill>
                  <a:prstDash val="solid"/>
                  <a:headEnd type="none" w="med" len="med"/>
                  <a:tailEnd type="none" w="med" len="med"/>
                </a:ln>
              </p:spPr>
            </p:sp>
          </p:grpSp>
        </p:grpSp>
        <p:sp>
          <p:nvSpPr>
            <p:cNvPr id="10253" name="Text Box 22"/>
            <p:cNvSpPr txBox="1"/>
            <p:nvPr>
              <p:custDataLst>
                <p:tags r:id="rId15"/>
              </p:custDataLst>
            </p:nvPr>
          </p:nvSpPr>
          <p:spPr>
            <a:xfrm>
              <a:off x="657" y="1640"/>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0"/>
                </a:spcBef>
                <a:buClrTx/>
                <a:buSzTx/>
                <a:buFontTx/>
                <a:buNone/>
              </a:pPr>
              <a:r>
                <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0254" name="Text Box 23"/>
            <p:cNvSpPr txBox="1"/>
            <p:nvPr>
              <p:custDataLst>
                <p:tags r:id="rId16"/>
              </p:custDataLst>
            </p:nvPr>
          </p:nvSpPr>
          <p:spPr>
            <a:xfrm>
              <a:off x="2290" y="1640"/>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0"/>
                </a:spcBef>
                <a:buClrTx/>
                <a:buSzTx/>
                <a:buFontTx/>
                <a:buNone/>
              </a:pPr>
              <a:r>
                <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0255" name="Text Box 24"/>
            <p:cNvSpPr txBox="1"/>
            <p:nvPr>
              <p:custDataLst>
                <p:tags r:id="rId17"/>
              </p:custDataLst>
            </p:nvPr>
          </p:nvSpPr>
          <p:spPr>
            <a:xfrm>
              <a:off x="1473" y="1787"/>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0256" name="Text Box 25"/>
            <p:cNvSpPr txBox="1"/>
            <p:nvPr>
              <p:custDataLst>
                <p:tags r:id="rId18"/>
              </p:custDataLst>
            </p:nvPr>
          </p:nvSpPr>
          <p:spPr>
            <a:xfrm>
              <a:off x="1111" y="1207"/>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0257" name="Line 26"/>
            <p:cNvSpPr/>
            <p:nvPr>
              <p:custDataLst>
                <p:tags r:id="rId19"/>
              </p:custDataLst>
            </p:nvPr>
          </p:nvSpPr>
          <p:spPr>
            <a:xfrm>
              <a:off x="748" y="1434"/>
              <a:ext cx="408" cy="0"/>
            </a:xfrm>
            <a:prstGeom prst="line">
              <a:avLst/>
            </a:prstGeom>
            <a:ln w="38100" cap="sq" cmpd="sng">
              <a:solidFill>
                <a:schemeClr val="accent5"/>
              </a:solidFill>
              <a:prstDash val="solid"/>
              <a:headEnd type="none" w="med" len="med"/>
              <a:tailEnd type="triangle" w="med" len="med"/>
            </a:ln>
          </p:spPr>
        </p:sp>
      </p:grpSp>
    </p:spTree>
  </p:cSld>
  <p:clrMapOvr>
    <a:masterClrMapping/>
  </p:clrMapOvr>
  <p:transition/>
  <p:timing>
    <p:tnLst>
      <p:par>
        <p:cTn id="1" dur="indefinite" restart="never" nodeType="tmRoot"/>
      </p:par>
    </p:tnLst>
    <p:bldLst>
      <p:bldP spid="339971" grpId="0"/>
      <p:bldP spid="339972" grpId="0" bldLvl="0" animBg="1"/>
      <p:bldP spid="339979"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266" name="Object 2"/>
          <p:cNvGraphicFramePr>
            <a:graphicFrameLocks noChangeAspect="1"/>
          </p:cNvGraphicFramePr>
          <p:nvPr/>
        </p:nvGraphicFramePr>
        <p:xfrm>
          <a:off x="6240463" y="1200468"/>
          <a:ext cx="1727200" cy="1265237"/>
        </p:xfrm>
        <a:graphic>
          <a:graphicData uri="http://schemas.openxmlformats.org/presentationml/2006/ole">
            <mc:AlternateContent xmlns:mc="http://schemas.openxmlformats.org/markup-compatibility/2006">
              <mc:Choice xmlns:v="urn:schemas-microsoft-com:vml" Requires="v">
                <p:oleObj spid="_x0000_s3081" name="" r:id="rId1" imgW="531495" imgH="382905" progId="Equation.3">
                  <p:embed/>
                </p:oleObj>
              </mc:Choice>
              <mc:Fallback>
                <p:oleObj name="" r:id="rId1" imgW="531495" imgH="382905" progId="Equation.3">
                  <p:embed/>
                  <p:pic>
                    <p:nvPicPr>
                      <p:cNvPr id="0" name="图片 3080"/>
                      <p:cNvPicPr/>
                      <p:nvPr/>
                    </p:nvPicPr>
                    <p:blipFill>
                      <a:blip r:embed="rId2">
                        <a:clrChange>
                          <a:clrFrom>
                            <a:srgbClr val="000000"/>
                          </a:clrFrom>
                          <a:clrTo>
                            <a:srgbClr val="FFFFFF"/>
                          </a:clrTo>
                        </a:clrChange>
                      </a:blip>
                      <a:stretch>
                        <a:fillRect/>
                      </a:stretch>
                    </p:blipFill>
                    <p:spPr>
                      <a:xfrm>
                        <a:off x="6240463" y="1200468"/>
                        <a:ext cx="1727200" cy="1265237"/>
                      </a:xfrm>
                      <a:prstGeom prst="rect">
                        <a:avLst/>
                      </a:prstGeom>
                      <a:gradFill rotWithShape="1">
                        <a:gsLst>
                          <a:gs pos="0">
                            <a:srgbClr val="FFCC99"/>
                          </a:gs>
                          <a:gs pos="100000">
                            <a:srgbClr val="FFFFFF"/>
                          </a:gs>
                        </a:gsLst>
                        <a:lin ang="5400000" scaled="1"/>
                        <a:tileRect/>
                      </a:gradFill>
                      <a:ln w="38100">
                        <a:noFill/>
                        <a:miter/>
                      </a:ln>
                    </p:spPr>
                  </p:pic>
                </p:oleObj>
              </mc:Fallback>
            </mc:AlternateContent>
          </a:graphicData>
        </a:graphic>
      </p:graphicFrame>
      <p:sp>
        <p:nvSpPr>
          <p:cNvPr id="340996" name="Rectangle 4"/>
          <p:cNvSpPr/>
          <p:nvPr/>
        </p:nvSpPr>
        <p:spPr>
          <a:xfrm>
            <a:off x="2063750" y="4797108"/>
            <a:ext cx="8137525" cy="121094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342900" lvl="0" indent="-342900">
              <a:lnSpc>
                <a:spcPct val="130000"/>
              </a:lnSpc>
              <a:spcBef>
                <a:spcPct val="0"/>
              </a:spcBef>
              <a:buClrTx/>
              <a:buSzTx/>
              <a:buFontTx/>
              <a:buAutoNum type="circleNumDbPlain" startAt="2"/>
            </a:pPr>
            <a:r>
              <a:rPr lang="zh-CN" altLang="en-US" sz="2800" b="1" dirty="0">
                <a:solidFill>
                  <a:srgbClr val="000000"/>
                </a:solidFill>
                <a:latin typeface="Times New Roman" panose="02020603050405020304" pitchFamily="18" charset="0"/>
                <a:ea typeface="黑体" panose="02010609060101010101" pitchFamily="49" charset="-122"/>
              </a:rPr>
              <a:t>当 </a:t>
            </a:r>
            <a:r>
              <a:rPr lang="en-US" altLang="zh-CN" sz="2800" i="1" dirty="0">
                <a:solidFill>
                  <a:srgbClr val="000000"/>
                </a:solidFill>
                <a:latin typeface="Times New Roman" panose="02020603050405020304" pitchFamily="18" charset="0"/>
                <a:ea typeface="黑体" panose="02010609060101010101" pitchFamily="49" charset="-122"/>
              </a:rPr>
              <a:t>u</a:t>
            </a:r>
            <a:r>
              <a:rPr lang="en-US" altLang="zh-CN" sz="2800" b="1" i="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为常数</a:t>
            </a:r>
            <a:r>
              <a:rPr lang="en-US" altLang="zh-CN" sz="2800" b="1" dirty="0">
                <a:solidFill>
                  <a:srgbClr val="000000"/>
                </a:solidFill>
                <a:latin typeface="Times New Roman" panose="02020603050405020304" pitchFamily="18" charset="0"/>
                <a:ea typeface="黑体" panose="02010609060101010101" pitchFamily="49" charset="-122"/>
              </a:rPr>
              <a:t>(</a:t>
            </a:r>
            <a:r>
              <a:rPr lang="zh-CN" altLang="en-US" sz="2800" b="1" dirty="0">
                <a:solidFill>
                  <a:srgbClr val="000000"/>
                </a:solidFill>
                <a:latin typeface="Times New Roman" panose="02020603050405020304" pitchFamily="18" charset="0"/>
                <a:ea typeface="黑体" panose="02010609060101010101" pitchFamily="49" charset="-122"/>
              </a:rPr>
              <a:t>直流</a:t>
            </a:r>
            <a:r>
              <a:rPr lang="en-US" altLang="zh-CN" sz="2800" b="1" dirty="0">
                <a:solidFill>
                  <a:srgbClr val="000000"/>
                </a:solidFill>
                <a:latin typeface="Times New Roman" panose="02020603050405020304" pitchFamily="18" charset="0"/>
                <a:ea typeface="黑体" panose="02010609060101010101" pitchFamily="49" charset="-122"/>
              </a:rPr>
              <a:t>)</a:t>
            </a:r>
            <a:r>
              <a:rPr lang="zh-CN" altLang="en-US" sz="2800" b="1" dirty="0">
                <a:solidFill>
                  <a:srgbClr val="000000"/>
                </a:solidFill>
                <a:latin typeface="Times New Roman" panose="02020603050405020304" pitchFamily="18" charset="0"/>
                <a:ea typeface="黑体" panose="02010609060101010101" pitchFamily="49" charset="-122"/>
              </a:rPr>
              <a:t>时，</a:t>
            </a:r>
            <a:r>
              <a:rPr lang="en-US" altLang="zh-CN" sz="2800" i="1" dirty="0">
                <a:solidFill>
                  <a:srgbClr val="000000"/>
                </a:solidFill>
                <a:latin typeface="Times New Roman" panose="02020603050405020304" pitchFamily="18" charset="0"/>
                <a:ea typeface="黑体" panose="02010609060101010101" pitchFamily="49" charset="-122"/>
              </a:rPr>
              <a:t>i </a:t>
            </a:r>
            <a:r>
              <a:rPr lang="en-US" altLang="zh-CN" sz="2800" dirty="0">
                <a:solidFill>
                  <a:srgbClr val="000000"/>
                </a:solidFill>
                <a:latin typeface="Times New Roman" panose="02020603050405020304" pitchFamily="18" charset="0"/>
                <a:ea typeface="黑体" panose="02010609060101010101" pitchFamily="49" charset="-122"/>
              </a:rPr>
              <a:t>=0</a:t>
            </a:r>
            <a:r>
              <a:rPr lang="zh-CN" altLang="en-US" sz="2800" b="1" dirty="0">
                <a:solidFill>
                  <a:srgbClr val="000000"/>
                </a:solidFill>
                <a:latin typeface="Times New Roman" panose="02020603050405020304" pitchFamily="18" charset="0"/>
                <a:ea typeface="黑体" panose="02010609060101010101" pitchFamily="49" charset="-122"/>
              </a:rPr>
              <a:t>。电容相当于开路，电容有隔断直流作用；</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41003" name="Group 11"/>
          <p:cNvGrpSpPr/>
          <p:nvPr/>
        </p:nvGrpSpPr>
        <p:grpSpPr>
          <a:xfrm>
            <a:off x="2135188" y="2424430"/>
            <a:ext cx="1662067" cy="850900"/>
            <a:chOff x="385" y="3022"/>
            <a:chExt cx="1018" cy="536"/>
          </a:xfrm>
        </p:grpSpPr>
        <p:pic>
          <p:nvPicPr>
            <p:cNvPr id="11290" name="Picture 12" descr="123"/>
            <p:cNvPicPr>
              <a:picLocks noChangeAspect="1"/>
            </p:cNvPicPr>
            <p:nvPr/>
          </p:nvPicPr>
          <p:blipFill>
            <a:blip r:embed="rId6"/>
            <a:stretch>
              <a:fillRect/>
            </a:stretch>
          </p:blipFill>
          <p:spPr>
            <a:xfrm>
              <a:off x="385" y="3022"/>
              <a:ext cx="590" cy="536"/>
            </a:xfrm>
            <a:prstGeom prst="rect">
              <a:avLst/>
            </a:prstGeom>
            <a:noFill/>
            <a:ln w="9525">
              <a:noFill/>
            </a:ln>
          </p:spPr>
        </p:pic>
        <p:sp>
          <p:nvSpPr>
            <p:cNvPr id="11291" name="Text Box 13"/>
            <p:cNvSpPr txBox="1"/>
            <p:nvPr/>
          </p:nvSpPr>
          <p:spPr>
            <a:xfrm>
              <a:off x="793" y="3125"/>
              <a:ext cx="610"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dirty="0">
                  <a:solidFill>
                    <a:srgbClr val="000000"/>
                  </a:solidFill>
                  <a:latin typeface="Times New Roman" panose="02020603050405020304" pitchFamily="18" charset="0"/>
                  <a:ea typeface="黑体" panose="02010609060101010101" pitchFamily="49" charset="-122"/>
                </a:rPr>
                <a:t>表明</a:t>
              </a:r>
              <a:endParaRPr lang="zh-CN" altLang="en-US" dirty="0">
                <a:solidFill>
                  <a:srgbClr val="000000"/>
                </a:solidFill>
                <a:latin typeface="Times New Roman" panose="02020603050405020304" pitchFamily="18" charset="0"/>
                <a:ea typeface="黑体" panose="02010609060101010101" pitchFamily="49" charset="-122"/>
              </a:endParaRPr>
            </a:p>
          </p:txBody>
        </p:sp>
      </p:grpSp>
      <p:grpSp>
        <p:nvGrpSpPr>
          <p:cNvPr id="11271" name="Group 29"/>
          <p:cNvGrpSpPr/>
          <p:nvPr/>
        </p:nvGrpSpPr>
        <p:grpSpPr>
          <a:xfrm>
            <a:off x="2711450" y="911543"/>
            <a:ext cx="3190875" cy="1995488"/>
            <a:chOff x="2517" y="1051"/>
            <a:chExt cx="2010" cy="1257"/>
          </a:xfrm>
        </p:grpSpPr>
        <p:grpSp>
          <p:nvGrpSpPr>
            <p:cNvPr id="11276" name="Group 30"/>
            <p:cNvGrpSpPr/>
            <p:nvPr/>
          </p:nvGrpSpPr>
          <p:grpSpPr>
            <a:xfrm>
              <a:off x="2608" y="1051"/>
              <a:ext cx="1919" cy="906"/>
              <a:chOff x="2256" y="2716"/>
              <a:chExt cx="1919" cy="906"/>
            </a:xfrm>
          </p:grpSpPr>
          <p:sp>
            <p:nvSpPr>
              <p:cNvPr id="11282" name="Text Box 31"/>
              <p:cNvSpPr txBox="1"/>
              <p:nvPr>
                <p:custDataLst>
                  <p:tags r:id="rId7"/>
                </p:custDataLst>
              </p:nvPr>
            </p:nvSpPr>
            <p:spPr>
              <a:xfrm>
                <a:off x="3053" y="2716"/>
                <a:ext cx="293" cy="329"/>
              </a:xfrm>
              <a:prstGeom prst="rect">
                <a:avLst/>
              </a:prstGeom>
              <a:noFill/>
              <a:ln w="2857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rPr>
                  <a:t>C</a:t>
                </a:r>
                <a:endParaRPr lang="en-US" altLang="zh-CN" sz="2800" i="1" dirty="0">
                  <a:solidFill>
                    <a:schemeClr val="dk1"/>
                  </a:solidFill>
                  <a:latin typeface="Times New Roman" panose="02020603050405020304" pitchFamily="18" charset="0"/>
                  <a:ea typeface="黑体" panose="02010609060101010101" pitchFamily="49" charset="-122"/>
                </a:endParaRPr>
              </a:p>
            </p:txBody>
          </p:sp>
          <p:sp>
            <p:nvSpPr>
              <p:cNvPr id="11283" name="Line 32"/>
              <p:cNvSpPr/>
              <p:nvPr>
                <p:custDataLst>
                  <p:tags r:id="rId8"/>
                </p:custDataLst>
              </p:nvPr>
            </p:nvSpPr>
            <p:spPr>
              <a:xfrm flipH="1" flipV="1">
                <a:off x="2347" y="3360"/>
                <a:ext cx="773" cy="0"/>
              </a:xfrm>
              <a:prstGeom prst="line">
                <a:avLst/>
              </a:prstGeom>
              <a:ln w="44450" cap="sq" cmpd="sng">
                <a:solidFill>
                  <a:schemeClr val="accent3"/>
                </a:solidFill>
                <a:prstDash val="solid"/>
                <a:headEnd type="none" w="med" len="med"/>
                <a:tailEnd type="none" w="med" len="med"/>
              </a:ln>
            </p:spPr>
          </p:sp>
          <p:sp>
            <p:nvSpPr>
              <p:cNvPr id="11284" name="Line 33"/>
              <p:cNvSpPr/>
              <p:nvPr>
                <p:custDataLst>
                  <p:tags r:id="rId9"/>
                </p:custDataLst>
              </p:nvPr>
            </p:nvSpPr>
            <p:spPr>
              <a:xfrm>
                <a:off x="3264" y="3360"/>
                <a:ext cx="820" cy="0"/>
              </a:xfrm>
              <a:prstGeom prst="line">
                <a:avLst/>
              </a:prstGeom>
              <a:ln w="44450" cap="sq" cmpd="sng">
                <a:solidFill>
                  <a:schemeClr val="accent3"/>
                </a:solidFill>
                <a:prstDash val="solid"/>
                <a:headEnd type="none" w="med" len="med"/>
                <a:tailEnd type="none" w="med" len="med"/>
              </a:ln>
            </p:spPr>
          </p:sp>
          <p:sp>
            <p:nvSpPr>
              <p:cNvPr id="11285" name="Oval 34"/>
              <p:cNvSpPr/>
              <p:nvPr>
                <p:custDataLst>
                  <p:tags r:id="rId10"/>
                </p:custDataLst>
              </p:nvPr>
            </p:nvSpPr>
            <p:spPr>
              <a:xfrm>
                <a:off x="2256" y="3187"/>
                <a:ext cx="91" cy="355"/>
              </a:xfrm>
              <a:prstGeom prst="ellipse">
                <a:avLst/>
              </a:prstGeom>
              <a:solidFill>
                <a:schemeClr val="accent3"/>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11286" name="Oval 35"/>
              <p:cNvSpPr/>
              <p:nvPr>
                <p:custDataLst>
                  <p:tags r:id="rId11"/>
                </p:custDataLst>
              </p:nvPr>
            </p:nvSpPr>
            <p:spPr>
              <a:xfrm>
                <a:off x="4084" y="3187"/>
                <a:ext cx="91" cy="355"/>
              </a:xfrm>
              <a:prstGeom prst="ellipse">
                <a:avLst/>
              </a:prstGeom>
              <a:solidFill>
                <a:schemeClr val="accent3"/>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nvGrpSpPr>
              <p:cNvPr id="11287" name="Group 36"/>
              <p:cNvGrpSpPr/>
              <p:nvPr/>
            </p:nvGrpSpPr>
            <p:grpSpPr>
              <a:xfrm>
                <a:off x="3120" y="3083"/>
                <a:ext cx="144" cy="539"/>
                <a:chOff x="3053" y="3083"/>
                <a:chExt cx="211" cy="576"/>
              </a:xfrm>
            </p:grpSpPr>
            <p:sp>
              <p:nvSpPr>
                <p:cNvPr id="11288" name="Line 37"/>
                <p:cNvSpPr/>
                <p:nvPr>
                  <p:custDataLst>
                    <p:tags r:id="rId12"/>
                  </p:custDataLst>
                </p:nvPr>
              </p:nvSpPr>
              <p:spPr>
                <a:xfrm>
                  <a:off x="3053" y="3083"/>
                  <a:ext cx="0" cy="576"/>
                </a:xfrm>
                <a:prstGeom prst="line">
                  <a:avLst/>
                </a:prstGeom>
                <a:ln w="50800" cap="flat" cmpd="sng">
                  <a:solidFill>
                    <a:schemeClr val="accent1"/>
                  </a:solidFill>
                  <a:prstDash val="solid"/>
                  <a:headEnd type="none" w="med" len="med"/>
                  <a:tailEnd type="none" w="med" len="med"/>
                </a:ln>
              </p:spPr>
            </p:sp>
            <p:sp>
              <p:nvSpPr>
                <p:cNvPr id="11289" name="Line 38"/>
                <p:cNvSpPr/>
                <p:nvPr>
                  <p:custDataLst>
                    <p:tags r:id="rId13"/>
                  </p:custDataLst>
                </p:nvPr>
              </p:nvSpPr>
              <p:spPr>
                <a:xfrm>
                  <a:off x="3264" y="3083"/>
                  <a:ext cx="0" cy="576"/>
                </a:xfrm>
                <a:prstGeom prst="line">
                  <a:avLst/>
                </a:prstGeom>
                <a:ln w="50800" cap="flat" cmpd="sng">
                  <a:solidFill>
                    <a:schemeClr val="accent1"/>
                  </a:solidFill>
                  <a:prstDash val="solid"/>
                  <a:headEnd type="none" w="med" len="med"/>
                  <a:tailEnd type="none" w="med" len="med"/>
                </a:ln>
              </p:spPr>
            </p:sp>
          </p:grpSp>
        </p:grpSp>
        <p:sp>
          <p:nvSpPr>
            <p:cNvPr id="11277" name="Text Box 39"/>
            <p:cNvSpPr txBox="1"/>
            <p:nvPr>
              <p:custDataLst>
                <p:tags r:id="rId14"/>
              </p:custDataLst>
            </p:nvPr>
          </p:nvSpPr>
          <p:spPr>
            <a:xfrm>
              <a:off x="2517" y="1706"/>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1278" name="Text Box 40"/>
            <p:cNvSpPr txBox="1"/>
            <p:nvPr>
              <p:custDataLst>
                <p:tags r:id="rId15"/>
              </p:custDataLst>
            </p:nvPr>
          </p:nvSpPr>
          <p:spPr>
            <a:xfrm>
              <a:off x="4150" y="1706"/>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1279" name="Text Box 41"/>
            <p:cNvSpPr txBox="1"/>
            <p:nvPr>
              <p:custDataLst>
                <p:tags r:id="rId16"/>
              </p:custDataLst>
            </p:nvPr>
          </p:nvSpPr>
          <p:spPr>
            <a:xfrm>
              <a:off x="3379" y="1979"/>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1280" name="Text Box 42"/>
            <p:cNvSpPr txBox="1"/>
            <p:nvPr>
              <p:custDataLst>
                <p:tags r:id="rId17"/>
              </p:custDataLst>
            </p:nvPr>
          </p:nvSpPr>
          <p:spPr>
            <a:xfrm>
              <a:off x="2971" y="1298"/>
              <a:ext cx="454"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q</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1281" name="Text Box 43"/>
            <p:cNvSpPr txBox="1"/>
            <p:nvPr>
              <p:custDataLst>
                <p:tags r:id="rId18"/>
              </p:custDataLst>
            </p:nvPr>
          </p:nvSpPr>
          <p:spPr>
            <a:xfrm>
              <a:off x="3651" y="1298"/>
              <a:ext cx="454"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q</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341036" name="Rectangle 44" descr="斜纹布"/>
          <p:cNvSpPr/>
          <p:nvPr>
            <p:custDataLst>
              <p:tags r:id="rId19"/>
            </p:custDataLst>
          </p:nvPr>
        </p:nvSpPr>
        <p:spPr>
          <a:xfrm>
            <a:off x="2063750" y="3145155"/>
            <a:ext cx="7994650" cy="170688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342900" lvl="0" indent="-342900">
              <a:lnSpc>
                <a:spcPct val="125000"/>
              </a:lnSpc>
              <a:spcBef>
                <a:spcPct val="0"/>
              </a:spcBef>
              <a:buClrTx/>
              <a:buSzTx/>
              <a:buFontTx/>
              <a:buAutoNum type="circleNumDbPlain"/>
            </a:pPr>
            <a:r>
              <a:rPr lang="zh-CN" altLang="en-US" sz="2800" b="1" dirty="0">
                <a:solidFill>
                  <a:srgbClr val="000000"/>
                </a:solidFill>
                <a:latin typeface="Times New Roman" panose="02020603050405020304" pitchFamily="18" charset="0"/>
                <a:ea typeface="黑体" panose="02010609060101010101" pitchFamily="49" charset="-122"/>
              </a:rPr>
              <a:t>某一时刻电容电流 </a:t>
            </a:r>
            <a:r>
              <a:rPr lang="en-US" altLang="zh-CN" sz="2800" i="1" dirty="0">
                <a:solidFill>
                  <a:srgbClr val="000000"/>
                </a:solidFill>
                <a:latin typeface="Times New Roman" panose="02020603050405020304" pitchFamily="18" charset="0"/>
                <a:ea typeface="黑体" panose="02010609060101010101" pitchFamily="49" charset="-122"/>
              </a:rPr>
              <a:t>i </a:t>
            </a:r>
            <a:r>
              <a:rPr lang="zh-CN" altLang="en-US" sz="2800" b="1" dirty="0">
                <a:solidFill>
                  <a:srgbClr val="000000"/>
                </a:solidFill>
                <a:latin typeface="Times New Roman" panose="02020603050405020304" pitchFamily="18" charset="0"/>
                <a:ea typeface="黑体" panose="02010609060101010101" pitchFamily="49" charset="-122"/>
              </a:rPr>
              <a:t>的大小取决于电容电压</a:t>
            </a:r>
            <a:r>
              <a:rPr lang="zh-CN" altLang="en-US" sz="2800" dirty="0">
                <a:solidFill>
                  <a:srgbClr val="000000"/>
                </a:solidFill>
                <a:latin typeface="Times New Roman" panose="02020603050405020304" pitchFamily="18" charset="0"/>
                <a:ea typeface="黑体" panose="02010609060101010101" pitchFamily="49" charset="-122"/>
              </a:rPr>
              <a:t> </a:t>
            </a:r>
            <a:r>
              <a:rPr lang="en-US" altLang="zh-CN" sz="2800" i="1" dirty="0">
                <a:solidFill>
                  <a:srgbClr val="000000"/>
                </a:solidFill>
                <a:latin typeface="Times New Roman" panose="02020603050405020304" pitchFamily="18" charset="0"/>
                <a:ea typeface="黑体" panose="02010609060101010101" pitchFamily="49" charset="-122"/>
              </a:rPr>
              <a:t>u</a:t>
            </a:r>
            <a:r>
              <a:rPr lang="en-US" altLang="zh-CN" sz="2800"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的变化率</a:t>
            </a:r>
            <a:r>
              <a:rPr lang="en-US" altLang="zh-CN" sz="2800" b="1" dirty="0">
                <a:solidFill>
                  <a:srgbClr val="000000"/>
                </a:solidFill>
                <a:latin typeface="Times New Roman" panose="02020603050405020304" pitchFamily="18" charset="0"/>
                <a:ea typeface="黑体" panose="02010609060101010101" pitchFamily="49" charset="-122"/>
              </a:rPr>
              <a:t>,</a:t>
            </a:r>
            <a:r>
              <a:rPr lang="zh-CN" altLang="en-US" sz="2800" b="1" dirty="0">
                <a:solidFill>
                  <a:srgbClr val="000000"/>
                </a:solidFill>
                <a:latin typeface="Times New Roman" panose="02020603050405020304" pitchFamily="18" charset="0"/>
                <a:ea typeface="黑体" panose="02010609060101010101" pitchFamily="49" charset="-122"/>
              </a:rPr>
              <a:t>而与该时刻电压</a:t>
            </a:r>
            <a:r>
              <a:rPr lang="zh-CN" altLang="en-US" sz="2800" dirty="0">
                <a:solidFill>
                  <a:srgbClr val="000000"/>
                </a:solidFill>
                <a:latin typeface="Times New Roman" panose="02020603050405020304" pitchFamily="18" charset="0"/>
                <a:ea typeface="黑体" panose="02010609060101010101" pitchFamily="49" charset="-122"/>
              </a:rPr>
              <a:t> </a:t>
            </a:r>
            <a:r>
              <a:rPr lang="en-US" altLang="zh-CN" sz="2800" i="1" dirty="0">
                <a:solidFill>
                  <a:srgbClr val="000000"/>
                </a:solidFill>
                <a:latin typeface="Times New Roman" panose="02020603050405020304" pitchFamily="18" charset="0"/>
                <a:ea typeface="黑体" panose="02010609060101010101" pitchFamily="49" charset="-122"/>
              </a:rPr>
              <a:t>u</a:t>
            </a:r>
            <a:r>
              <a:rPr lang="en-US" altLang="zh-CN" sz="2800" b="1" i="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的大小无关。电容是动态元件；</a:t>
            </a:r>
            <a:endParaRPr lang="zh-CN" altLang="en-US" sz="28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340996" grpId="0"/>
      <p:bldP spid="341036"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2018" name="Text Box 2"/>
          <p:cNvSpPr txBox="1"/>
          <p:nvPr/>
        </p:nvSpPr>
        <p:spPr>
          <a:xfrm>
            <a:off x="1199515" y="981075"/>
            <a:ext cx="9606915" cy="112458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342900" lvl="0" indent="-342900">
              <a:lnSpc>
                <a:spcPct val="120000"/>
              </a:lnSpc>
              <a:spcBef>
                <a:spcPct val="50000"/>
              </a:spcBef>
              <a:buClrTx/>
              <a:buSzTx/>
              <a:buFontTx/>
              <a:buAutoNum type="circleNumDbPlain" startAt="3"/>
            </a:pPr>
            <a:r>
              <a:rPr lang="zh-CN" altLang="en-US" sz="2800" b="1" dirty="0">
                <a:solidFill>
                  <a:schemeClr val="tx1"/>
                </a:solidFill>
                <a:latin typeface="Times New Roman" panose="02020603050405020304" pitchFamily="18" charset="0"/>
                <a:ea typeface="黑体" panose="02010609060101010101" pitchFamily="49" charset="-122"/>
                <a:sym typeface="Symbol" panose="05050102010706020507" pitchFamily="18" charset="2"/>
              </a:rPr>
              <a:t>实际电路中通过电容的电流</a:t>
            </a:r>
            <a:r>
              <a:rPr lang="zh-CN" altLang="en-US" sz="2800" b="1" i="1" dirty="0">
                <a:solidFill>
                  <a:schemeClr val="tx1"/>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800" i="1" dirty="0">
                <a:solidFill>
                  <a:schemeClr val="tx1"/>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1" i="1" dirty="0">
                <a:solidFill>
                  <a:schemeClr val="tx1"/>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chemeClr val="tx1"/>
                </a:solidFill>
                <a:latin typeface="Times New Roman" panose="02020603050405020304" pitchFamily="18" charset="0"/>
                <a:ea typeface="黑体" panose="02010609060101010101" pitchFamily="49" charset="-122"/>
                <a:sym typeface="Symbol" panose="05050102010706020507" pitchFamily="18" charset="2"/>
              </a:rPr>
              <a:t>为有限值，则电容电压 </a:t>
            </a:r>
            <a:r>
              <a:rPr lang="en-US" altLang="zh-CN" sz="2800" i="1" dirty="0">
                <a:solidFill>
                  <a:schemeClr val="tx1"/>
                </a:solidFill>
                <a:latin typeface="Times New Roman" panose="02020603050405020304" pitchFamily="18" charset="0"/>
                <a:ea typeface="黑体" panose="02010609060101010101" pitchFamily="49" charset="-122"/>
                <a:sym typeface="Symbol" panose="05050102010706020507" pitchFamily="18" charset="2"/>
              </a:rPr>
              <a:t>u </a:t>
            </a:r>
            <a:r>
              <a:rPr lang="zh-CN" altLang="en-US" sz="2800" b="1" dirty="0">
                <a:solidFill>
                  <a:schemeClr val="tx1"/>
                </a:solidFill>
                <a:latin typeface="Times New Roman" panose="02020603050405020304" pitchFamily="18" charset="0"/>
                <a:ea typeface="黑体" panose="02010609060101010101" pitchFamily="49" charset="-122"/>
                <a:sym typeface="Symbol" panose="05050102010706020507" pitchFamily="18" charset="2"/>
              </a:rPr>
              <a:t>必定是时间的连续函数。</a:t>
            </a:r>
            <a:endParaRPr lang="zh-CN" altLang="en-US" sz="2800" b="1" dirty="0">
              <a:solidFill>
                <a:schemeClr val="tx1"/>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42038" name="Group 22"/>
          <p:cNvGrpSpPr/>
          <p:nvPr/>
        </p:nvGrpSpPr>
        <p:grpSpPr>
          <a:xfrm>
            <a:off x="2711133" y="2276158"/>
            <a:ext cx="2519362" cy="1817687"/>
            <a:chOff x="793" y="1071"/>
            <a:chExt cx="1587" cy="1145"/>
          </a:xfrm>
        </p:grpSpPr>
        <p:grpSp>
          <p:nvGrpSpPr>
            <p:cNvPr id="12301" name="Group 3"/>
            <p:cNvGrpSpPr/>
            <p:nvPr/>
          </p:nvGrpSpPr>
          <p:grpSpPr>
            <a:xfrm>
              <a:off x="884" y="1071"/>
              <a:ext cx="1496" cy="1145"/>
              <a:chOff x="839" y="845"/>
              <a:chExt cx="1496" cy="1145"/>
            </a:xfrm>
          </p:grpSpPr>
          <p:sp>
            <p:nvSpPr>
              <p:cNvPr id="12303" name="Line 4"/>
              <p:cNvSpPr/>
              <p:nvPr>
                <p:custDataLst>
                  <p:tags r:id="rId4"/>
                </p:custDataLst>
              </p:nvPr>
            </p:nvSpPr>
            <p:spPr>
              <a:xfrm>
                <a:off x="839" y="1661"/>
                <a:ext cx="1406" cy="0"/>
              </a:xfrm>
              <a:prstGeom prst="line">
                <a:avLst/>
              </a:prstGeom>
              <a:ln w="28575" cap="sq" cmpd="sng">
                <a:solidFill>
                  <a:schemeClr val="dk1"/>
                </a:solidFill>
                <a:prstDash val="solid"/>
                <a:headEnd type="none" w="med" len="med"/>
                <a:tailEnd type="triangle" w="med" len="med"/>
              </a:ln>
            </p:spPr>
          </p:sp>
          <p:sp>
            <p:nvSpPr>
              <p:cNvPr id="12304" name="Line 5"/>
              <p:cNvSpPr/>
              <p:nvPr>
                <p:custDataLst>
                  <p:tags r:id="rId5"/>
                </p:custDataLst>
              </p:nvPr>
            </p:nvSpPr>
            <p:spPr>
              <a:xfrm flipV="1">
                <a:off x="975" y="935"/>
                <a:ext cx="0" cy="953"/>
              </a:xfrm>
              <a:prstGeom prst="line">
                <a:avLst/>
              </a:prstGeom>
              <a:ln w="28575" cap="sq" cmpd="sng">
                <a:solidFill>
                  <a:schemeClr val="dk1"/>
                </a:solidFill>
                <a:prstDash val="solid"/>
                <a:headEnd type="none" w="med" len="med"/>
                <a:tailEnd type="triangle" w="med" len="med"/>
              </a:ln>
            </p:spPr>
          </p:sp>
          <p:sp>
            <p:nvSpPr>
              <p:cNvPr id="12305" name="Text Box 6" descr="斜纹布"/>
              <p:cNvSpPr txBox="1"/>
              <p:nvPr>
                <p:custDataLst>
                  <p:tags r:id="rId6"/>
                </p:custDataLst>
              </p:nvPr>
            </p:nvSpPr>
            <p:spPr>
              <a:xfrm>
                <a:off x="2018" y="1661"/>
                <a:ext cx="317" cy="329"/>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2306" name="Text Box 7" descr="斜纹布"/>
              <p:cNvSpPr txBox="1"/>
              <p:nvPr>
                <p:custDataLst>
                  <p:tags r:id="rId7"/>
                </p:custDataLst>
              </p:nvPr>
            </p:nvSpPr>
            <p:spPr>
              <a:xfrm>
                <a:off x="1020" y="845"/>
                <a:ext cx="317" cy="329"/>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2307" name="Line 8"/>
              <p:cNvSpPr/>
              <p:nvPr/>
            </p:nvSpPr>
            <p:spPr>
              <a:xfrm>
                <a:off x="975" y="1389"/>
                <a:ext cx="408" cy="0"/>
              </a:xfrm>
              <a:prstGeom prst="line">
                <a:avLst/>
              </a:prstGeom>
              <a:ln w="28575" cap="sq" cmpd="sng">
                <a:solidFill>
                  <a:srgbClr val="FF3300"/>
                </a:solidFill>
                <a:prstDash val="solid"/>
                <a:headEnd type="none" w="med" len="med"/>
                <a:tailEnd type="none" w="med" len="med"/>
              </a:ln>
            </p:spPr>
          </p:sp>
          <p:sp>
            <p:nvSpPr>
              <p:cNvPr id="12308" name="Line 9"/>
              <p:cNvSpPr/>
              <p:nvPr/>
            </p:nvSpPr>
            <p:spPr>
              <a:xfrm>
                <a:off x="1383" y="1071"/>
                <a:ext cx="681" cy="0"/>
              </a:xfrm>
              <a:prstGeom prst="line">
                <a:avLst/>
              </a:prstGeom>
              <a:ln w="28575" cap="sq" cmpd="sng">
                <a:solidFill>
                  <a:srgbClr val="FF3300"/>
                </a:solidFill>
                <a:prstDash val="solid"/>
                <a:headEnd type="none" w="med" len="med"/>
                <a:tailEnd type="none" w="med" len="med"/>
              </a:ln>
            </p:spPr>
          </p:sp>
          <p:sp>
            <p:nvSpPr>
              <p:cNvPr id="12309" name="Line 10"/>
              <p:cNvSpPr/>
              <p:nvPr>
                <p:custDataLst>
                  <p:tags r:id="rId8"/>
                </p:custDataLst>
              </p:nvPr>
            </p:nvSpPr>
            <p:spPr>
              <a:xfrm>
                <a:off x="1383" y="1071"/>
                <a:ext cx="0" cy="318"/>
              </a:xfrm>
              <a:prstGeom prst="line">
                <a:avLst/>
              </a:prstGeom>
              <a:ln w="19050" cap="flat" cmpd="sng">
                <a:solidFill>
                  <a:schemeClr val="dk1"/>
                </a:solidFill>
                <a:prstDash val="dash"/>
                <a:headEnd type="none" w="med" len="med"/>
                <a:tailEnd type="none" w="med" len="med"/>
              </a:ln>
            </p:spPr>
          </p:sp>
        </p:grpSp>
        <p:sp>
          <p:nvSpPr>
            <p:cNvPr id="12302" name="Text Box 21" descr="斜纹布"/>
            <p:cNvSpPr txBox="1"/>
            <p:nvPr>
              <p:custDataLst>
                <p:tags r:id="rId9"/>
              </p:custDataLst>
            </p:nvPr>
          </p:nvSpPr>
          <p:spPr>
            <a:xfrm>
              <a:off x="793" y="1842"/>
              <a:ext cx="272" cy="329"/>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5000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rPr>
                <a:t>0</a:t>
              </a:r>
              <a:endParaRPr lang="en-US" altLang="zh-CN" sz="2800" dirty="0">
                <a:solidFill>
                  <a:schemeClr val="dk1"/>
                </a:solidFill>
                <a:latin typeface="Times New Roman" panose="02020603050405020304" pitchFamily="18" charset="0"/>
                <a:ea typeface="黑体" panose="02010609060101010101" pitchFamily="49" charset="-122"/>
              </a:endParaRPr>
            </a:p>
          </p:txBody>
        </p:sp>
      </p:grpSp>
      <p:sp>
        <p:nvSpPr>
          <p:cNvPr id="2" name="文本框 1"/>
          <p:cNvSpPr txBox="1"/>
          <p:nvPr/>
        </p:nvSpPr>
        <p:spPr>
          <a:xfrm>
            <a:off x="9768840" y="4406265"/>
            <a:ext cx="1991360" cy="521970"/>
          </a:xfrm>
          <a:prstGeom prst="rect">
            <a:avLst/>
          </a:prstGeom>
          <a:noFill/>
        </p:spPr>
        <p:txBody>
          <a:bodyPr wrap="square" rtlCol="0" anchor="t">
            <a:spAutoFit/>
          </a:bodyPr>
          <a:p>
            <a:r>
              <a:rPr lang="en-US" altLang="zh-CN" dirty="0">
                <a:solidFill>
                  <a:schemeClr val="tx1"/>
                </a:solidFill>
                <a:latin typeface="Times New Roman" panose="02020603050405020304" pitchFamily="18" charset="0"/>
                <a:ea typeface="黑体" panose="02010609060101010101" pitchFamily="49" charset="-122"/>
                <a:sym typeface="Symbol" panose="05050102010706020507" pitchFamily="18" charset="2"/>
              </a:rPr>
              <a:t>6-4</a:t>
            </a:r>
            <a:endParaRPr lang="en-US" altLang="zh-CN" dirty="0">
              <a:solidFill>
                <a:schemeClr val="tx1"/>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6" name="对象 5"/>
          <p:cNvGraphicFramePr/>
          <p:nvPr/>
        </p:nvGraphicFramePr>
        <p:xfrm>
          <a:off x="432435" y="4345305"/>
          <a:ext cx="4368165" cy="974090"/>
        </p:xfrm>
        <a:graphic>
          <a:graphicData uri="http://schemas.openxmlformats.org/presentationml/2006/ole">
            <mc:AlternateContent xmlns:mc="http://schemas.openxmlformats.org/markup-compatibility/2006">
              <mc:Choice xmlns:v="urn:schemas-microsoft-com:vml" Requires="v">
                <p:oleObj spid="_x0000_s7" name="" r:id="rId10" imgW="3713480" imgH="899160" progId="Equation.KSEE3">
                  <p:embed/>
                </p:oleObj>
              </mc:Choice>
              <mc:Fallback>
                <p:oleObj name="" r:id="rId10" imgW="3713480" imgH="899160" progId="Equation.KSEE3">
                  <p:embed/>
                  <p:pic>
                    <p:nvPicPr>
                      <p:cNvPr id="0" name="图片 6"/>
                      <p:cNvPicPr/>
                      <p:nvPr/>
                    </p:nvPicPr>
                    <p:blipFill>
                      <a:blip r:embed="rId11"/>
                      <a:stretch>
                        <a:fillRect/>
                      </a:stretch>
                    </p:blipFill>
                    <p:spPr>
                      <a:xfrm>
                        <a:off x="432435" y="4345305"/>
                        <a:ext cx="4368165" cy="974090"/>
                      </a:xfrm>
                      <a:prstGeom prst="rect">
                        <a:avLst/>
                      </a:prstGeom>
                    </p:spPr>
                  </p:pic>
                </p:oleObj>
              </mc:Fallback>
            </mc:AlternateContent>
          </a:graphicData>
        </a:graphic>
      </p:graphicFrame>
      <p:graphicFrame>
        <p:nvGraphicFramePr>
          <p:cNvPr id="8" name="对象 7"/>
          <p:cNvGraphicFramePr/>
          <p:nvPr/>
        </p:nvGraphicFramePr>
        <p:xfrm>
          <a:off x="5884545" y="2270125"/>
          <a:ext cx="3400425" cy="968375"/>
        </p:xfrm>
        <a:graphic>
          <a:graphicData uri="http://schemas.openxmlformats.org/presentationml/2006/ole">
            <mc:AlternateContent xmlns:mc="http://schemas.openxmlformats.org/markup-compatibility/2006">
              <mc:Choice xmlns:v="urn:schemas-microsoft-com:vml" Requires="v">
                <p:oleObj spid="_x0000_s9" name="" r:id="rId12" imgW="1028700" imgH="393700" progId="Equation.KSEE3">
                  <p:embed/>
                </p:oleObj>
              </mc:Choice>
              <mc:Fallback>
                <p:oleObj name="" r:id="rId12" imgW="1028700" imgH="393700" progId="Equation.KSEE3">
                  <p:embed/>
                  <p:pic>
                    <p:nvPicPr>
                      <p:cNvPr id="0" name="图片 8"/>
                      <p:cNvPicPr/>
                      <p:nvPr/>
                    </p:nvPicPr>
                    <p:blipFill>
                      <a:blip r:embed="rId13"/>
                      <a:stretch>
                        <a:fillRect/>
                      </a:stretch>
                    </p:blipFill>
                    <p:spPr>
                      <a:xfrm>
                        <a:off x="5884545" y="2270125"/>
                        <a:ext cx="3400425" cy="968375"/>
                      </a:xfrm>
                      <a:prstGeom prst="rect">
                        <a:avLst/>
                      </a:prstGeom>
                    </p:spPr>
                  </p:pic>
                </p:oleObj>
              </mc:Fallback>
            </mc:AlternateContent>
          </a:graphicData>
        </a:graphic>
      </p:graphicFrame>
      <p:graphicFrame>
        <p:nvGraphicFramePr>
          <p:cNvPr id="10" name="对象 9"/>
          <p:cNvGraphicFramePr/>
          <p:nvPr/>
        </p:nvGraphicFramePr>
        <p:xfrm>
          <a:off x="4799330" y="4292600"/>
          <a:ext cx="4759325" cy="1077595"/>
        </p:xfrm>
        <a:graphic>
          <a:graphicData uri="http://schemas.openxmlformats.org/presentationml/2006/ole">
            <mc:AlternateContent xmlns:mc="http://schemas.openxmlformats.org/markup-compatibility/2006">
              <mc:Choice xmlns:v="urn:schemas-microsoft-com:vml" Requires="v">
                <p:oleObj spid="_x0000_s11" name="" r:id="rId14" imgW="3466465" imgH="918845" progId="Equation.KSEE3">
                  <p:embed/>
                </p:oleObj>
              </mc:Choice>
              <mc:Fallback>
                <p:oleObj name="" r:id="rId14" imgW="3466465" imgH="918845" progId="Equation.KSEE3">
                  <p:embed/>
                  <p:pic>
                    <p:nvPicPr>
                      <p:cNvPr id="0" name="图片 10"/>
                      <p:cNvPicPr/>
                      <p:nvPr/>
                    </p:nvPicPr>
                    <p:blipFill>
                      <a:blip r:embed="rId15"/>
                      <a:stretch>
                        <a:fillRect/>
                      </a:stretch>
                    </p:blipFill>
                    <p:spPr>
                      <a:xfrm>
                        <a:off x="4799330" y="4292600"/>
                        <a:ext cx="4759325" cy="1077595"/>
                      </a:xfrm>
                      <a:prstGeom prst="rect">
                        <a:avLst/>
                      </a:prstGeom>
                    </p:spPr>
                  </p:pic>
                </p:oleObj>
              </mc:Fallback>
            </mc:AlternateContent>
          </a:graphicData>
        </a:graphic>
      </p:graphicFrame>
      <p:graphicFrame>
        <p:nvGraphicFramePr>
          <p:cNvPr id="12" name="对象 11"/>
          <p:cNvGraphicFramePr/>
          <p:nvPr/>
        </p:nvGraphicFramePr>
        <p:xfrm>
          <a:off x="3839845" y="5444490"/>
          <a:ext cx="7920355" cy="1042035"/>
        </p:xfrm>
        <a:graphic>
          <a:graphicData uri="http://schemas.openxmlformats.org/presentationml/2006/ole">
            <mc:AlternateContent xmlns:mc="http://schemas.openxmlformats.org/markup-compatibility/2006">
              <mc:Choice xmlns:v="urn:schemas-microsoft-com:vml" Requires="v">
                <p:oleObj spid="_x0000_s13" name="" r:id="rId16" imgW="6882130" imgH="1049655" progId="Equation.KSEE3">
                  <p:embed/>
                </p:oleObj>
              </mc:Choice>
              <mc:Fallback>
                <p:oleObj name="" r:id="rId16" imgW="6882130" imgH="1049655" progId="Equation.KSEE3">
                  <p:embed/>
                  <p:pic>
                    <p:nvPicPr>
                      <p:cNvPr id="0" name="图片 12"/>
                      <p:cNvPicPr/>
                      <p:nvPr/>
                    </p:nvPicPr>
                    <p:blipFill>
                      <a:blip r:embed="rId17"/>
                      <a:stretch>
                        <a:fillRect/>
                      </a:stretch>
                    </p:blipFill>
                    <p:spPr>
                      <a:xfrm>
                        <a:off x="3839845" y="5444490"/>
                        <a:ext cx="7920355" cy="1042035"/>
                      </a:xfrm>
                      <a:prstGeom prst="rect">
                        <a:avLst/>
                      </a:prstGeom>
                    </p:spPr>
                  </p:pic>
                </p:oleObj>
              </mc:Fallback>
            </mc:AlternateContent>
          </a:graphicData>
        </a:graphic>
      </p:graphicFrame>
    </p:spTree>
  </p:cSld>
  <p:clrMapOvr>
    <a:masterClrMapping/>
  </p:clrMapOvr>
  <p:transition/>
  <p:timing>
    <p:tnLst>
      <p:par>
        <p:cTn id="1" dur="indefinite" restart="never" nodeType="tmRoot"/>
      </p:par>
    </p:tnLst>
    <p:bldLst>
      <p:bldP spid="3420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43042" name="Object 2"/>
          <p:cNvGraphicFramePr>
            <a:graphicFrameLocks noChangeAspect="1"/>
          </p:cNvGraphicFramePr>
          <p:nvPr/>
        </p:nvGraphicFramePr>
        <p:xfrm>
          <a:off x="2135505" y="1181735"/>
          <a:ext cx="4751388" cy="1262063"/>
        </p:xfrm>
        <a:graphic>
          <a:graphicData uri="http://schemas.openxmlformats.org/presentationml/2006/ole">
            <mc:AlternateContent xmlns:mc="http://schemas.openxmlformats.org/markup-compatibility/2006">
              <mc:Choice xmlns:v="urn:schemas-microsoft-com:vml" Requires="v">
                <p:oleObj spid="_x0000_s3084" name="" r:id="rId1" imgW="2447290" imgH="696595" progId="Equation.3">
                  <p:embed/>
                </p:oleObj>
              </mc:Choice>
              <mc:Fallback>
                <p:oleObj name="" r:id="rId1" imgW="2447290" imgH="696595" progId="Equation.3">
                  <p:embed/>
                  <p:pic>
                    <p:nvPicPr>
                      <p:cNvPr id="0" name="图片 3083"/>
                      <p:cNvPicPr/>
                      <p:nvPr/>
                    </p:nvPicPr>
                    <p:blipFill>
                      <a:blip r:embed="rId2">
                        <a:clrChange>
                          <a:clrFrom>
                            <a:srgbClr val="000000"/>
                          </a:clrFrom>
                          <a:clrTo>
                            <a:srgbClr val="990033"/>
                          </a:clrTo>
                        </a:clrChange>
                      </a:blip>
                      <a:stretch>
                        <a:fillRect/>
                      </a:stretch>
                    </p:blipFill>
                    <p:spPr>
                      <a:xfrm>
                        <a:off x="2135505" y="1181735"/>
                        <a:ext cx="4751388" cy="1262063"/>
                      </a:xfrm>
                      <a:prstGeom prst="rect">
                        <a:avLst/>
                      </a:prstGeom>
                      <a:solidFill>
                        <a:schemeClr val="accent4">
                          <a:lumMod val="20000"/>
                          <a:lumOff val="80000"/>
                        </a:schemeClr>
                      </a:solidFill>
                      <a:ln w="38100">
                        <a:noFill/>
                        <a:miter/>
                      </a:ln>
                    </p:spPr>
                  </p:pic>
                </p:oleObj>
              </mc:Fallback>
            </mc:AlternateContent>
          </a:graphicData>
        </a:graphic>
      </p:graphicFrame>
      <p:sp>
        <p:nvSpPr>
          <p:cNvPr id="343043" name="Text Box 3"/>
          <p:cNvSpPr txBox="1"/>
          <p:nvPr/>
        </p:nvSpPr>
        <p:spPr>
          <a:xfrm>
            <a:off x="532765" y="2996883"/>
            <a:ext cx="10872470" cy="1210945"/>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342900" lvl="0" indent="-342900">
              <a:lnSpc>
                <a:spcPct val="130000"/>
              </a:lnSpc>
              <a:spcBef>
                <a:spcPct val="0"/>
              </a:spcBef>
              <a:buClrTx/>
              <a:buSzTx/>
              <a:buFontTx/>
              <a:buAutoNum type="circleNumDbPlain"/>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某一时刻的电容电压值与</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到该时刻的所有电流值有关，即电容元件有记忆电流的作用，故称电容元件为记忆元件。</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43044" name="Group 4"/>
          <p:cNvGrpSpPr/>
          <p:nvPr/>
        </p:nvGrpSpPr>
        <p:grpSpPr>
          <a:xfrm>
            <a:off x="47308" y="2204403"/>
            <a:ext cx="1662067" cy="850900"/>
            <a:chOff x="385" y="3022"/>
            <a:chExt cx="1018" cy="536"/>
          </a:xfrm>
        </p:grpSpPr>
        <p:pic>
          <p:nvPicPr>
            <p:cNvPr id="13328" name="Picture 5" descr="123"/>
            <p:cNvPicPr>
              <a:picLocks noChangeAspect="1"/>
            </p:cNvPicPr>
            <p:nvPr/>
          </p:nvPicPr>
          <p:blipFill>
            <a:blip r:embed="rId6"/>
            <a:stretch>
              <a:fillRect/>
            </a:stretch>
          </p:blipFill>
          <p:spPr>
            <a:xfrm>
              <a:off x="385" y="3022"/>
              <a:ext cx="590" cy="536"/>
            </a:xfrm>
            <a:prstGeom prst="rect">
              <a:avLst/>
            </a:prstGeom>
            <a:noFill/>
            <a:ln w="9525">
              <a:noFill/>
            </a:ln>
          </p:spPr>
        </p:pic>
        <p:sp>
          <p:nvSpPr>
            <p:cNvPr id="13329" name="Text Box 6"/>
            <p:cNvSpPr txBox="1"/>
            <p:nvPr/>
          </p:nvSpPr>
          <p:spPr>
            <a:xfrm>
              <a:off x="793" y="3125"/>
              <a:ext cx="610"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dirty="0">
                  <a:solidFill>
                    <a:srgbClr val="000000"/>
                  </a:solidFill>
                  <a:latin typeface="Times New Roman" panose="02020603050405020304" pitchFamily="18" charset="0"/>
                  <a:ea typeface="黑体" panose="02010609060101010101" pitchFamily="49" charset="-122"/>
                </a:rPr>
                <a:t>表明</a:t>
              </a:r>
              <a:endParaRPr lang="zh-CN" altLang="en-US" dirty="0">
                <a:solidFill>
                  <a:srgbClr val="000000"/>
                </a:solidFill>
                <a:latin typeface="Times New Roman" panose="02020603050405020304" pitchFamily="18" charset="0"/>
                <a:ea typeface="黑体" panose="02010609060101010101" pitchFamily="49" charset="-122"/>
              </a:endParaRPr>
            </a:p>
          </p:txBody>
        </p:sp>
      </p:grpSp>
      <p:sp>
        <p:nvSpPr>
          <p:cNvPr id="343053" name="Text Box 13"/>
          <p:cNvSpPr txBox="1"/>
          <p:nvPr/>
        </p:nvSpPr>
        <p:spPr>
          <a:xfrm>
            <a:off x="563880" y="4761230"/>
            <a:ext cx="10742295" cy="1124585"/>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342900" lvl="0" indent="-342900">
              <a:lnSpc>
                <a:spcPct val="120000"/>
              </a:lnSpc>
              <a:spcBef>
                <a:spcPct val="0"/>
              </a:spcBef>
              <a:buClrTx/>
              <a:buSzTx/>
              <a:buFontTx/>
              <a:buAutoNum type="circleNumDbPlain" startAt="2"/>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研究某一初始时刻</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r>
              <a:rPr lang="en-US" altLang="zh-CN" sz="2800" b="1"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以后的电容电压，需要知道</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时刻开始作用的电流 </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1"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和</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时刻的电压 </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u</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43054" name="AutoShape 14"/>
          <p:cNvSpPr/>
          <p:nvPr>
            <p:custDataLst>
              <p:tags r:id="rId7"/>
            </p:custDataLst>
          </p:nvPr>
        </p:nvSpPr>
        <p:spPr>
          <a:xfrm>
            <a:off x="8184198" y="1052513"/>
            <a:ext cx="1979612" cy="1728787"/>
          </a:xfrm>
          <a:prstGeom prst="wedgeRoundRectCallout">
            <a:avLst>
              <a:gd name="adj1" fmla="val -103329"/>
              <a:gd name="adj2" fmla="val 13083"/>
              <a:gd name="adj3" fmla="val 16667"/>
            </a:avLst>
          </a:prstGeom>
          <a:solidFill>
            <a:schemeClr val="accent2"/>
          </a:solidFill>
          <a:ln w="9525">
            <a:noFill/>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电容元件</a:t>
            </a:r>
            <a:r>
              <a:rPr lang="en-US" altLang="zh-CN" sz="2800" dirty="0">
                <a:solidFill>
                  <a:srgbClr val="FFFFFF"/>
                </a:solidFill>
                <a:latin typeface="Times New Roman" panose="02020603050405020304" pitchFamily="18" charset="0"/>
                <a:ea typeface="黑体" panose="02010609060101010101" pitchFamily="49" charset="-122"/>
                <a:sym typeface="Symbol" panose="05050102010706020507" pitchFamily="18" charset="2"/>
              </a:rPr>
              <a:t>VCR</a:t>
            </a:r>
            <a:r>
              <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的积分形式</a:t>
            </a:r>
            <a:endPar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timing>
    <p:tnLst>
      <p:par>
        <p:cTn id="1" dur="indefinite" restart="never" nodeType="tmRoot"/>
      </p:par>
    </p:tnLst>
    <p:bldLst>
      <p:bldP spid="343043" grpId="0"/>
      <p:bldP spid="343053" grpId="0"/>
      <p:bldP spid="343054"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4066" name="Text Box 2"/>
          <p:cNvSpPr txBox="1"/>
          <p:nvPr/>
        </p:nvSpPr>
        <p:spPr>
          <a:xfrm>
            <a:off x="2495550" y="1193165"/>
            <a:ext cx="7162800" cy="121094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342900" lvl="0" indent="-342900" algn="just">
              <a:lnSpc>
                <a:spcPct val="130000"/>
              </a:lnSpc>
              <a:buClrTx/>
              <a:buSzTx/>
              <a:buFontTx/>
              <a:buAutoNum type="circleNumDbPlain"/>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当电容的 </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u</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1"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为非关联方向时，上述微分和积分表达式前要冠以负号 </a:t>
            </a: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44073" name="Group 9"/>
          <p:cNvGrpSpPr/>
          <p:nvPr/>
        </p:nvGrpSpPr>
        <p:grpSpPr>
          <a:xfrm>
            <a:off x="335598" y="1193165"/>
            <a:ext cx="1662069" cy="850900"/>
            <a:chOff x="385" y="3022"/>
            <a:chExt cx="1019" cy="536"/>
          </a:xfrm>
        </p:grpSpPr>
        <p:pic>
          <p:nvPicPr>
            <p:cNvPr id="14348" name="Picture 10" descr="123"/>
            <p:cNvPicPr>
              <a:picLocks noChangeAspect="1"/>
            </p:cNvPicPr>
            <p:nvPr/>
          </p:nvPicPr>
          <p:blipFill>
            <a:blip r:embed="rId4"/>
            <a:stretch>
              <a:fillRect/>
            </a:stretch>
          </p:blipFill>
          <p:spPr>
            <a:xfrm>
              <a:off x="385" y="3022"/>
              <a:ext cx="590" cy="536"/>
            </a:xfrm>
            <a:prstGeom prst="rect">
              <a:avLst/>
            </a:prstGeom>
            <a:noFill/>
            <a:ln w="9525">
              <a:noFill/>
            </a:ln>
          </p:spPr>
        </p:pic>
        <p:sp>
          <p:nvSpPr>
            <p:cNvPr id="14349" name="Text Box 11"/>
            <p:cNvSpPr txBox="1"/>
            <p:nvPr/>
          </p:nvSpPr>
          <p:spPr>
            <a:xfrm>
              <a:off x="794" y="3125"/>
              <a:ext cx="610"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dirty="0">
                  <a:solidFill>
                    <a:srgbClr val="000000"/>
                  </a:solidFill>
                  <a:latin typeface="Times New Roman" panose="02020603050405020304" pitchFamily="18" charset="0"/>
                  <a:ea typeface="黑体" panose="02010609060101010101" pitchFamily="49" charset="-122"/>
                </a:rPr>
                <a:t>注意</a:t>
              </a:r>
              <a:endParaRPr lang="zh-CN" altLang="en-US" dirty="0">
                <a:solidFill>
                  <a:srgbClr val="000000"/>
                </a:solidFill>
                <a:latin typeface="Times New Roman" panose="02020603050405020304" pitchFamily="18" charset="0"/>
                <a:ea typeface="黑体" panose="02010609060101010101" pitchFamily="49" charset="-122"/>
              </a:endParaRPr>
            </a:p>
          </p:txBody>
        </p:sp>
      </p:grpSp>
      <p:sp>
        <p:nvSpPr>
          <p:cNvPr id="344076" name="Text Box 12"/>
          <p:cNvSpPr txBox="1"/>
          <p:nvPr/>
        </p:nvSpPr>
        <p:spPr>
          <a:xfrm>
            <a:off x="2566988" y="4144010"/>
            <a:ext cx="7162800" cy="1770380"/>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342900" lvl="0" indent="-342900" algn="just">
              <a:lnSpc>
                <a:spcPct val="130000"/>
              </a:lnSpc>
              <a:buClrTx/>
              <a:buSzTx/>
              <a:buFontTx/>
              <a:buAutoNum type="circleNumDbPlain" startAt="2"/>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上式中</a:t>
            </a:r>
            <a:r>
              <a:rPr lang="en-US" altLang="zh-CN" sz="2800" b="1"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b="1"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称为电容电压的初始值，它反映电容初始时刻的储能状况，也称为初始状态。       </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344077" name="Object 13"/>
          <p:cNvGraphicFramePr>
            <a:graphicFrameLocks noChangeAspect="1"/>
          </p:cNvGraphicFramePr>
          <p:nvPr/>
        </p:nvGraphicFramePr>
        <p:xfrm>
          <a:off x="2640013" y="2708275"/>
          <a:ext cx="1944687" cy="1223963"/>
        </p:xfrm>
        <a:graphic>
          <a:graphicData uri="http://schemas.openxmlformats.org/presentationml/2006/ole">
            <mc:AlternateContent xmlns:mc="http://schemas.openxmlformats.org/markup-compatibility/2006">
              <mc:Choice xmlns:v="urn:schemas-microsoft-com:vml" Requires="v">
                <p:oleObj spid="_x0000_s3094" name="" r:id="rId5" imgW="626745" imgH="382905" progId="Equation.3">
                  <p:embed/>
                </p:oleObj>
              </mc:Choice>
              <mc:Fallback>
                <p:oleObj name="" r:id="rId5" imgW="626745" imgH="382905" progId="Equation.3">
                  <p:embed/>
                  <p:pic>
                    <p:nvPicPr>
                      <p:cNvPr id="0" name="图片 3093"/>
                      <p:cNvPicPr/>
                      <p:nvPr/>
                    </p:nvPicPr>
                    <p:blipFill>
                      <a:blip r:embed="rId6">
                        <a:clrChange>
                          <a:clrFrom>
                            <a:srgbClr val="000000"/>
                          </a:clrFrom>
                          <a:clrTo>
                            <a:srgbClr val="990033"/>
                          </a:clrTo>
                        </a:clrChange>
                      </a:blip>
                      <a:stretch>
                        <a:fillRect/>
                      </a:stretch>
                    </p:blipFill>
                    <p:spPr>
                      <a:xfrm>
                        <a:off x="2640013" y="2708275"/>
                        <a:ext cx="1944687" cy="1223963"/>
                      </a:xfrm>
                      <a:prstGeom prst="rect">
                        <a:avLst/>
                      </a:prstGeom>
                      <a:noFill/>
                      <a:ln w="38100">
                        <a:noFill/>
                        <a:miter/>
                      </a:ln>
                    </p:spPr>
                  </p:pic>
                </p:oleObj>
              </mc:Fallback>
            </mc:AlternateContent>
          </a:graphicData>
        </a:graphic>
      </p:graphicFrame>
      <p:graphicFrame>
        <p:nvGraphicFramePr>
          <p:cNvPr id="344078" name="Object 14"/>
          <p:cNvGraphicFramePr>
            <a:graphicFrameLocks noChangeAspect="1"/>
          </p:cNvGraphicFramePr>
          <p:nvPr/>
        </p:nvGraphicFramePr>
        <p:xfrm>
          <a:off x="5275263" y="2646363"/>
          <a:ext cx="4322762" cy="1301750"/>
        </p:xfrm>
        <a:graphic>
          <a:graphicData uri="http://schemas.openxmlformats.org/presentationml/2006/ole">
            <mc:AlternateContent xmlns:mc="http://schemas.openxmlformats.org/markup-compatibility/2006">
              <mc:Choice xmlns:v="urn:schemas-microsoft-com:vml" Requires="v">
                <p:oleObj spid="_x0000_s3095" name="" r:id="rId7" imgW="2407920" imgH="779145" progId="Equation.DSMT4">
                  <p:embed/>
                </p:oleObj>
              </mc:Choice>
              <mc:Fallback>
                <p:oleObj name="" r:id="rId7" imgW="2407920" imgH="779145" progId="Equation.DSMT4">
                  <p:embed/>
                  <p:pic>
                    <p:nvPicPr>
                      <p:cNvPr id="0" name="图片 3094"/>
                      <p:cNvPicPr/>
                      <p:nvPr/>
                    </p:nvPicPr>
                    <p:blipFill>
                      <a:blip r:embed="rId8">
                        <a:clrChange>
                          <a:clrFrom>
                            <a:srgbClr val="000000"/>
                          </a:clrFrom>
                          <a:clrTo>
                            <a:srgbClr val="990033"/>
                          </a:clrTo>
                        </a:clrChange>
                      </a:blip>
                      <a:stretch>
                        <a:fillRect/>
                      </a:stretch>
                    </p:blipFill>
                    <p:spPr>
                      <a:xfrm>
                        <a:off x="5275263" y="2646363"/>
                        <a:ext cx="4322762" cy="13017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bldLst>
      <p:bldP spid="344066" grpId="0"/>
      <p:bldP spid="34407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5090" name="Text Box 2"/>
          <p:cNvSpPr txBox="1"/>
          <p:nvPr/>
        </p:nvSpPr>
        <p:spPr>
          <a:xfrm>
            <a:off x="1559243" y="44291"/>
            <a:ext cx="4032250" cy="58356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b="1" dirty="0">
                <a:solidFill>
                  <a:schemeClr val="accent1"/>
                </a:solidFill>
                <a:latin typeface="Times New Roman" panose="02020603050405020304" pitchFamily="18" charset="0"/>
                <a:ea typeface="黑体" panose="02010609060101010101" pitchFamily="49" charset="-122"/>
              </a:rPr>
              <a:t>4.</a:t>
            </a:r>
            <a:r>
              <a:rPr lang="zh-CN" altLang="en-US" b="1" dirty="0">
                <a:solidFill>
                  <a:schemeClr val="accent1"/>
                </a:solidFill>
                <a:latin typeface="Times New Roman" panose="02020603050405020304" pitchFamily="18" charset="0"/>
                <a:ea typeface="黑体" panose="02010609060101010101" pitchFamily="49" charset="-122"/>
              </a:rPr>
              <a:t>电容的功率和储能</a:t>
            </a:r>
            <a:endParaRPr lang="zh-CN" altLang="en-US" b="1" dirty="0">
              <a:solidFill>
                <a:schemeClr val="accent1"/>
              </a:solidFill>
              <a:latin typeface="Times New Roman" panose="02020603050405020304" pitchFamily="18" charset="0"/>
              <a:ea typeface="黑体" panose="02010609060101010101" pitchFamily="49" charset="-122"/>
            </a:endParaRPr>
          </a:p>
        </p:txBody>
      </p:sp>
      <p:graphicFrame>
        <p:nvGraphicFramePr>
          <p:cNvPr id="345091" name="Object 3"/>
          <p:cNvGraphicFramePr>
            <a:graphicFrameLocks noChangeAspect="1"/>
          </p:cNvGraphicFramePr>
          <p:nvPr/>
        </p:nvGraphicFramePr>
        <p:xfrm>
          <a:off x="4224338" y="1052513"/>
          <a:ext cx="3097212" cy="1195387"/>
        </p:xfrm>
        <a:graphic>
          <a:graphicData uri="http://schemas.openxmlformats.org/presentationml/2006/ole">
            <mc:AlternateContent xmlns:mc="http://schemas.openxmlformats.org/markup-compatibility/2006">
              <mc:Choice xmlns:v="urn:schemas-microsoft-com:vml" Requires="v">
                <p:oleObj spid="_x0000_s3096" name="" r:id="rId4" imgW="1045210" imgH="382905" progId="Equation.3">
                  <p:embed/>
                </p:oleObj>
              </mc:Choice>
              <mc:Fallback>
                <p:oleObj name="" r:id="rId4" imgW="1045210" imgH="382905" progId="Equation.3">
                  <p:embed/>
                  <p:pic>
                    <p:nvPicPr>
                      <p:cNvPr id="0" name="图片 3095"/>
                      <p:cNvPicPr/>
                      <p:nvPr/>
                    </p:nvPicPr>
                    <p:blipFill>
                      <a:blip r:embed="rId5">
                        <a:clrChange>
                          <a:clrFrom>
                            <a:srgbClr val="000000"/>
                          </a:clrFrom>
                          <a:clrTo>
                            <a:srgbClr val="000080"/>
                          </a:clrTo>
                        </a:clrChange>
                      </a:blip>
                      <a:stretch>
                        <a:fillRect/>
                      </a:stretch>
                    </p:blipFill>
                    <p:spPr>
                      <a:xfrm>
                        <a:off x="4224338" y="1052513"/>
                        <a:ext cx="3097212" cy="1195387"/>
                      </a:xfrm>
                      <a:prstGeom prst="rect">
                        <a:avLst/>
                      </a:prstGeom>
                      <a:solidFill>
                        <a:schemeClr val="accent1">
                          <a:lumMod val="60000"/>
                          <a:lumOff val="40000"/>
                        </a:schemeClr>
                      </a:solidFill>
                      <a:ln w="38100">
                        <a:noFill/>
                        <a:miter/>
                      </a:ln>
                    </p:spPr>
                  </p:pic>
                </p:oleObj>
              </mc:Fallback>
            </mc:AlternateContent>
          </a:graphicData>
        </a:graphic>
      </p:graphicFrame>
      <p:sp>
        <p:nvSpPr>
          <p:cNvPr id="345092" name="Text Box 4"/>
          <p:cNvSpPr txBox="1"/>
          <p:nvPr/>
        </p:nvSpPr>
        <p:spPr>
          <a:xfrm>
            <a:off x="2640013" y="2275047"/>
            <a:ext cx="7272337" cy="60769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342900" lvl="0" indent="-342900">
              <a:lnSpc>
                <a:spcPct val="120000"/>
              </a:lnSpc>
              <a:spcBef>
                <a:spcPct val="50000"/>
              </a:spcBef>
              <a:buClrTx/>
              <a:buSzTx/>
              <a:buFontTx/>
              <a:buAutoNum type="circleNumDbPlain"/>
            </a:pPr>
            <a:r>
              <a:rPr lang="zh-CN" altLang="en-US" sz="2800" b="1" dirty="0">
                <a:solidFill>
                  <a:srgbClr val="000000"/>
                </a:solidFill>
                <a:latin typeface="Times New Roman" panose="02020603050405020304" pitchFamily="18" charset="0"/>
                <a:ea typeface="黑体" panose="02010609060101010101" pitchFamily="49" charset="-122"/>
              </a:rPr>
              <a:t>当电容充电， </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p &gt;</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电容吸收功率。</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45093" name="Text Box 5"/>
          <p:cNvSpPr txBox="1"/>
          <p:nvPr/>
        </p:nvSpPr>
        <p:spPr>
          <a:xfrm>
            <a:off x="2640013" y="3067209"/>
            <a:ext cx="6983412" cy="60769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342900" lvl="0" indent="-342900">
              <a:lnSpc>
                <a:spcPct val="120000"/>
              </a:lnSpc>
              <a:spcBef>
                <a:spcPct val="50000"/>
              </a:spcBef>
              <a:buClrTx/>
              <a:buSzTx/>
              <a:buFontTx/>
              <a:buAutoNum type="circleNumDbPlain" startAt="2"/>
            </a:pPr>
            <a:r>
              <a:rPr lang="zh-CN" altLang="en-US" sz="2800" b="1" dirty="0">
                <a:solidFill>
                  <a:srgbClr val="000000"/>
                </a:solidFill>
                <a:latin typeface="Times New Roman" panose="02020603050405020304" pitchFamily="18" charset="0"/>
                <a:ea typeface="黑体" panose="02010609060101010101" pitchFamily="49" charset="-122"/>
              </a:rPr>
              <a:t>当电容放电，</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p </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&lt;0</a:t>
            </a: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电容发出功率。</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45094" name="Text Box 6"/>
          <p:cNvSpPr txBox="1"/>
          <p:nvPr/>
        </p:nvSpPr>
        <p:spPr>
          <a:xfrm>
            <a:off x="2566988" y="1341438"/>
            <a:ext cx="1512887" cy="521970"/>
          </a:xfrm>
          <a:prstGeom prst="rect">
            <a:avLst/>
          </a:prstGeom>
          <a:noFill/>
          <a:ln w="28575" cap="flat" cmpd="sng">
            <a:solidFill>
              <a:srgbClr val="00FFFF"/>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功率</a:t>
            </a:r>
            <a:endPar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45095" name="Text Box 7"/>
          <p:cNvSpPr txBox="1"/>
          <p:nvPr>
            <p:custDataLst>
              <p:tags r:id="rId6"/>
            </p:custDataLst>
          </p:nvPr>
        </p:nvSpPr>
        <p:spPr>
          <a:xfrm>
            <a:off x="623570" y="4436745"/>
            <a:ext cx="10622915" cy="17703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nSpc>
                <a:spcPct val="130000"/>
              </a:lnSpc>
              <a:spcBef>
                <a:spcPct val="50000"/>
              </a:spcBef>
              <a:buClrTx/>
              <a:buSzTx/>
              <a:buFontTx/>
              <a:buNone/>
            </a:pPr>
            <a:r>
              <a:rPr lang="en-US" altLang="zh-CN"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电容能在一段时间内吸收外部供给的能量转化为电场能量储存起来，在另一段时间内又把能量释放回电路，因此电容元件是储能元件，它本身不消耗能量。</a:t>
            </a:r>
            <a:endPar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45096" name="AutoShape 8"/>
          <p:cNvSpPr/>
          <p:nvPr>
            <p:custDataLst>
              <p:tags r:id="rId7"/>
            </p:custDataLst>
          </p:nvPr>
        </p:nvSpPr>
        <p:spPr>
          <a:xfrm>
            <a:off x="7896225" y="1125538"/>
            <a:ext cx="2016125" cy="865187"/>
          </a:xfrm>
          <a:prstGeom prst="wedgeRectCallout">
            <a:avLst>
              <a:gd name="adj1" fmla="val -70315"/>
              <a:gd name="adj2" fmla="val 26148"/>
            </a:avLst>
          </a:prstGeom>
          <a:solidFill>
            <a:schemeClr val="accent2"/>
          </a:solidFill>
          <a:ln w="9525">
            <a:noFill/>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b="1"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u</a:t>
            </a:r>
            <a:r>
              <a:rPr lang="zh-CN" altLang="en-US" sz="2800" b="1"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800" b="1"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i </a:t>
            </a:r>
            <a:r>
              <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取关联参考方向</a:t>
            </a:r>
            <a:endPar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45103" name="Group 15"/>
          <p:cNvGrpSpPr/>
          <p:nvPr/>
        </p:nvGrpSpPr>
        <p:grpSpPr>
          <a:xfrm>
            <a:off x="767398" y="3674428"/>
            <a:ext cx="1662067" cy="850900"/>
            <a:chOff x="385" y="3022"/>
            <a:chExt cx="1018" cy="536"/>
          </a:xfrm>
        </p:grpSpPr>
        <p:pic>
          <p:nvPicPr>
            <p:cNvPr id="15375" name="Picture 16" descr="123"/>
            <p:cNvPicPr>
              <a:picLocks noChangeAspect="1"/>
            </p:cNvPicPr>
            <p:nvPr/>
          </p:nvPicPr>
          <p:blipFill>
            <a:blip r:embed="rId8"/>
            <a:stretch>
              <a:fillRect/>
            </a:stretch>
          </p:blipFill>
          <p:spPr>
            <a:xfrm>
              <a:off x="385" y="3022"/>
              <a:ext cx="590" cy="536"/>
            </a:xfrm>
            <a:prstGeom prst="rect">
              <a:avLst/>
            </a:prstGeom>
            <a:noFill/>
            <a:ln w="9525">
              <a:noFill/>
            </a:ln>
          </p:spPr>
        </p:pic>
        <p:sp>
          <p:nvSpPr>
            <p:cNvPr id="15376" name="Text Box 17"/>
            <p:cNvSpPr txBox="1"/>
            <p:nvPr/>
          </p:nvSpPr>
          <p:spPr>
            <a:xfrm>
              <a:off x="793" y="3125"/>
              <a:ext cx="610"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dirty="0">
                  <a:solidFill>
                    <a:srgbClr val="000000"/>
                  </a:solidFill>
                  <a:latin typeface="Times New Roman" panose="02020603050405020304" pitchFamily="18" charset="0"/>
                  <a:ea typeface="黑体" panose="02010609060101010101" pitchFamily="49" charset="-122"/>
                </a:rPr>
                <a:t>表明</a:t>
              </a:r>
              <a:endParaRPr lang="zh-CN" altLang="en-US" dirty="0">
                <a:solidFill>
                  <a:srgbClr val="000000"/>
                </a:solidFill>
                <a:latin typeface="Times New Roman" panose="02020603050405020304" pitchFamily="18" charset="0"/>
                <a:ea typeface="黑体" panose="02010609060101010101" pitchFamily="49" charset="-122"/>
              </a:endParaRPr>
            </a:p>
          </p:txBody>
        </p:sp>
      </p:grpSp>
    </p:spTree>
  </p:cSld>
  <p:clrMapOvr>
    <a:masterClrMapping/>
  </p:clrMapOvr>
  <p:transition/>
  <p:timing>
    <p:tnLst>
      <p:par>
        <p:cTn id="1" dur="indefinite" restart="never" nodeType="tmRoot"/>
      </p:par>
    </p:tnLst>
    <p:bldLst>
      <p:bldP spid="345090" grpId="0"/>
      <p:bldP spid="345092" grpId="0"/>
      <p:bldP spid="345093" grpId="0"/>
      <p:bldP spid="345094" grpId="0" bldLvl="0" animBg="1"/>
      <p:bldP spid="345095" grpId="0"/>
      <p:bldP spid="345096"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6114" name="Text Box 2"/>
          <p:cNvSpPr txBox="1"/>
          <p:nvPr/>
        </p:nvSpPr>
        <p:spPr>
          <a:xfrm>
            <a:off x="911860" y="5300822"/>
            <a:ext cx="5472113" cy="521970"/>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chemeClr val="accent1"/>
                </a:solidFill>
                <a:latin typeface="Times New Roman" panose="02020603050405020304" pitchFamily="18" charset="0"/>
                <a:ea typeface="黑体" panose="02010609060101010101" pitchFamily="49" charset="-122"/>
              </a:rPr>
              <a:t>从</a:t>
            </a:r>
            <a:r>
              <a:rPr lang="en-US" altLang="zh-CN" sz="2800" i="1" dirty="0">
                <a:solidFill>
                  <a:schemeClr val="accent1"/>
                </a:solidFill>
                <a:latin typeface="Times New Roman" panose="02020603050405020304" pitchFamily="18" charset="0"/>
                <a:ea typeface="黑体" panose="02010609060101010101" pitchFamily="49" charset="-122"/>
              </a:rPr>
              <a:t>t</a:t>
            </a:r>
            <a:r>
              <a:rPr lang="en-US" altLang="zh-CN" sz="2800" baseline="-25000" dirty="0">
                <a:solidFill>
                  <a:schemeClr val="accent1"/>
                </a:solidFill>
                <a:latin typeface="Times New Roman" panose="02020603050405020304" pitchFamily="18" charset="0"/>
                <a:ea typeface="黑体" panose="02010609060101010101" pitchFamily="49" charset="-122"/>
              </a:rPr>
              <a:t>0</a:t>
            </a:r>
            <a:r>
              <a:rPr lang="zh-CN" altLang="en-US" sz="2800" b="1" dirty="0">
                <a:solidFill>
                  <a:schemeClr val="accent1"/>
                </a:solidFill>
                <a:latin typeface="Times New Roman" panose="02020603050405020304" pitchFamily="18" charset="0"/>
                <a:ea typeface="黑体" panose="02010609060101010101" pitchFamily="49" charset="-122"/>
              </a:rPr>
              <a:t>到 </a:t>
            </a:r>
            <a:r>
              <a:rPr lang="en-US" altLang="zh-CN" sz="2800" i="1" dirty="0">
                <a:solidFill>
                  <a:schemeClr val="accent1"/>
                </a:solidFill>
                <a:latin typeface="Times New Roman" panose="02020603050405020304" pitchFamily="18" charset="0"/>
                <a:ea typeface="黑体" panose="02010609060101010101" pitchFamily="49" charset="-122"/>
              </a:rPr>
              <a:t>t</a:t>
            </a:r>
            <a:r>
              <a:rPr lang="en-US" altLang="zh-CN" sz="2800" dirty="0">
                <a:solidFill>
                  <a:schemeClr val="accent1"/>
                </a:solidFill>
                <a:latin typeface="Times New Roman" panose="02020603050405020304" pitchFamily="18" charset="0"/>
                <a:ea typeface="黑体" panose="02010609060101010101" pitchFamily="49" charset="-122"/>
              </a:rPr>
              <a:t> </a:t>
            </a:r>
            <a:r>
              <a:rPr lang="zh-CN" altLang="en-US" sz="2800" b="1" dirty="0">
                <a:solidFill>
                  <a:schemeClr val="accent1"/>
                </a:solidFill>
                <a:latin typeface="Times New Roman" panose="02020603050405020304" pitchFamily="18" charset="0"/>
                <a:ea typeface="黑体" panose="02010609060101010101" pitchFamily="49" charset="-122"/>
              </a:rPr>
              <a:t>电容储能的变化量：</a:t>
            </a:r>
            <a:endParaRPr lang="zh-CN" altLang="en-US" sz="2800" b="1" dirty="0">
              <a:solidFill>
                <a:schemeClr val="accent1"/>
              </a:solidFill>
              <a:latin typeface="Times New Roman" panose="02020603050405020304" pitchFamily="18" charset="0"/>
              <a:ea typeface="黑体" panose="02010609060101010101" pitchFamily="49" charset="-122"/>
            </a:endParaRPr>
          </a:p>
        </p:txBody>
      </p:sp>
      <p:graphicFrame>
        <p:nvGraphicFramePr>
          <p:cNvPr id="346115" name="Object 3"/>
          <p:cNvGraphicFramePr>
            <a:graphicFrameLocks noChangeAspect="1"/>
          </p:cNvGraphicFramePr>
          <p:nvPr/>
        </p:nvGraphicFramePr>
        <p:xfrm>
          <a:off x="3071813" y="4652963"/>
          <a:ext cx="4010025" cy="969962"/>
        </p:xfrm>
        <a:graphic>
          <a:graphicData uri="http://schemas.openxmlformats.org/presentationml/2006/ole">
            <mc:AlternateContent xmlns:mc="http://schemas.openxmlformats.org/markup-compatibility/2006">
              <mc:Choice xmlns:v="urn:schemas-microsoft-com:vml" Requires="v">
                <p:oleObj spid="_x0000_s3077" name="" r:id="rId4" imgW="1637030" imgH="374650" progId="Equation.3">
                  <p:embed/>
                </p:oleObj>
              </mc:Choice>
              <mc:Fallback>
                <p:oleObj name="" r:id="rId4" imgW="1637030" imgH="374650" progId="Equation.3">
                  <p:embed/>
                  <p:pic>
                    <p:nvPicPr>
                      <p:cNvPr id="0" name="图片 3076"/>
                      <p:cNvPicPr/>
                      <p:nvPr/>
                    </p:nvPicPr>
                    <p:blipFill>
                      <a:blip r:embed="rId5">
                        <a:clrChange>
                          <a:clrFrom>
                            <a:srgbClr val="000000"/>
                          </a:clrFrom>
                          <a:clrTo>
                            <a:srgbClr val="000080"/>
                          </a:clrTo>
                        </a:clrChange>
                      </a:blip>
                      <a:stretch>
                        <a:fillRect/>
                      </a:stretch>
                    </p:blipFill>
                    <p:spPr>
                      <a:xfrm>
                        <a:off x="3071813" y="4652963"/>
                        <a:ext cx="4010025" cy="969962"/>
                      </a:xfrm>
                      <a:prstGeom prst="rect">
                        <a:avLst/>
                      </a:prstGeom>
                      <a:noFill/>
                      <a:ln w="38100">
                        <a:noFill/>
                        <a:miter/>
                      </a:ln>
                    </p:spPr>
                  </p:pic>
                </p:oleObj>
              </mc:Fallback>
            </mc:AlternateContent>
          </a:graphicData>
        </a:graphic>
      </p:graphicFrame>
      <p:sp>
        <p:nvSpPr>
          <p:cNvPr id="346117" name="Text Box 5"/>
          <p:cNvSpPr txBox="1"/>
          <p:nvPr/>
        </p:nvSpPr>
        <p:spPr>
          <a:xfrm>
            <a:off x="1558608" y="116840"/>
            <a:ext cx="2736850" cy="583565"/>
          </a:xfrm>
          <a:prstGeom prst="rect">
            <a:avLst/>
          </a:prstGeom>
          <a:noFill/>
          <a:ln w="28575" cap="flat" cmpd="sng">
            <a:solidFill>
              <a:srgbClr val="00FFFF"/>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电容的储能</a:t>
            </a:r>
            <a:endParaRPr lang="zh-CN" altLang="en-US"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46125" name="Line 13"/>
          <p:cNvSpPr/>
          <p:nvPr/>
        </p:nvSpPr>
        <p:spPr>
          <a:xfrm flipV="1">
            <a:off x="2855595" y="4076700"/>
            <a:ext cx="1368425" cy="1152525"/>
          </a:xfrm>
          <a:prstGeom prst="line">
            <a:avLst/>
          </a:prstGeom>
          <a:ln w="28575" cap="sq" cmpd="sng">
            <a:solidFill>
              <a:srgbClr val="FF3300"/>
            </a:solidFill>
            <a:prstDash val="solid"/>
            <a:headEnd type="none" w="med" len="med"/>
            <a:tailEnd type="triangle" w="med" len="med"/>
          </a:ln>
        </p:spPr>
      </p:sp>
      <p:graphicFrame>
        <p:nvGraphicFramePr>
          <p:cNvPr id="2" name="对象 1"/>
          <p:cNvGraphicFramePr/>
          <p:nvPr/>
        </p:nvGraphicFramePr>
        <p:xfrm>
          <a:off x="983615" y="1032510"/>
          <a:ext cx="6882130" cy="1622425"/>
        </p:xfrm>
        <a:graphic>
          <a:graphicData uri="http://schemas.openxmlformats.org/presentationml/2006/ole">
            <mc:AlternateContent xmlns:mc="http://schemas.openxmlformats.org/markup-compatibility/2006">
              <mc:Choice xmlns:v="urn:schemas-microsoft-com:vml" Requires="v">
                <p:oleObj spid="_x0000_s3" name="" r:id="rId6" imgW="4968240" imgH="1223010" progId="Equation.KSEE3">
                  <p:embed/>
                </p:oleObj>
              </mc:Choice>
              <mc:Fallback>
                <p:oleObj name="" r:id="rId6" imgW="4968240" imgH="1223010" progId="Equation.KSEE3">
                  <p:embed/>
                  <p:pic>
                    <p:nvPicPr>
                      <p:cNvPr id="0" name="图片 2"/>
                      <p:cNvPicPr/>
                      <p:nvPr/>
                    </p:nvPicPr>
                    <p:blipFill>
                      <a:blip r:embed="rId7"/>
                      <a:stretch>
                        <a:fillRect/>
                      </a:stretch>
                    </p:blipFill>
                    <p:spPr>
                      <a:xfrm>
                        <a:off x="983615" y="1032510"/>
                        <a:ext cx="6882130" cy="1622425"/>
                      </a:xfrm>
                      <a:prstGeom prst="rect">
                        <a:avLst/>
                      </a:prstGeom>
                    </p:spPr>
                  </p:pic>
                </p:oleObj>
              </mc:Fallback>
            </mc:AlternateContent>
          </a:graphicData>
        </a:graphic>
      </p:graphicFrame>
      <p:graphicFrame>
        <p:nvGraphicFramePr>
          <p:cNvPr id="4" name="对象 3"/>
          <p:cNvGraphicFramePr/>
          <p:nvPr/>
        </p:nvGraphicFramePr>
        <p:xfrm>
          <a:off x="4368165" y="4004945"/>
          <a:ext cx="5930900" cy="1153795"/>
        </p:xfrm>
        <a:graphic>
          <a:graphicData uri="http://schemas.openxmlformats.org/presentationml/2006/ole">
            <mc:AlternateContent xmlns:mc="http://schemas.openxmlformats.org/markup-compatibility/2006">
              <mc:Choice xmlns:v="urn:schemas-microsoft-com:vml" Requires="v">
                <p:oleObj spid="_x0000_s5" name="" r:id="rId8" imgW="3603625" imgH="1026160" progId="Equation.KSEE3">
                  <p:embed/>
                </p:oleObj>
              </mc:Choice>
              <mc:Fallback>
                <p:oleObj name="" r:id="rId8" imgW="3603625" imgH="1026160" progId="Equation.KSEE3">
                  <p:embed/>
                  <p:pic>
                    <p:nvPicPr>
                      <p:cNvPr id="0" name="图片 4"/>
                      <p:cNvPicPr/>
                      <p:nvPr/>
                    </p:nvPicPr>
                    <p:blipFill>
                      <a:blip r:embed="rId9"/>
                      <a:stretch>
                        <a:fillRect/>
                      </a:stretch>
                    </p:blipFill>
                    <p:spPr>
                      <a:xfrm>
                        <a:off x="4368165" y="4004945"/>
                        <a:ext cx="5930900" cy="1153795"/>
                      </a:xfrm>
                      <a:prstGeom prst="rect">
                        <a:avLst/>
                      </a:prstGeom>
                    </p:spPr>
                  </p:pic>
                </p:oleObj>
              </mc:Fallback>
            </mc:AlternateContent>
          </a:graphicData>
        </a:graphic>
      </p:graphicFrame>
      <p:graphicFrame>
        <p:nvGraphicFramePr>
          <p:cNvPr id="6" name="对象 5"/>
          <p:cNvGraphicFramePr/>
          <p:nvPr/>
        </p:nvGraphicFramePr>
        <p:xfrm>
          <a:off x="4295775" y="2780665"/>
          <a:ext cx="3645535" cy="1233170"/>
        </p:xfrm>
        <a:graphic>
          <a:graphicData uri="http://schemas.openxmlformats.org/presentationml/2006/ole">
            <mc:AlternateContent xmlns:mc="http://schemas.openxmlformats.org/markup-compatibility/2006">
              <mc:Choice xmlns:v="urn:schemas-microsoft-com:vml" Requires="v">
                <p:oleObj spid="_x0000_s7" name="" r:id="rId10" imgW="2110105" imgH="963930" progId="Equation.KSEE3">
                  <p:embed/>
                </p:oleObj>
              </mc:Choice>
              <mc:Fallback>
                <p:oleObj name="" r:id="rId10" imgW="2110105" imgH="963930" progId="Equation.KSEE3">
                  <p:embed/>
                  <p:pic>
                    <p:nvPicPr>
                      <p:cNvPr id="0" name="图片 6"/>
                      <p:cNvPicPr/>
                      <p:nvPr/>
                    </p:nvPicPr>
                    <p:blipFill>
                      <a:blip r:embed="rId11"/>
                      <a:stretch>
                        <a:fillRect/>
                      </a:stretch>
                    </p:blipFill>
                    <p:spPr>
                      <a:xfrm>
                        <a:off x="4295775" y="2780665"/>
                        <a:ext cx="3645535" cy="1233170"/>
                      </a:xfrm>
                      <a:prstGeom prst="rect">
                        <a:avLst/>
                      </a:prstGeom>
                    </p:spPr>
                  </p:pic>
                </p:oleObj>
              </mc:Fallback>
            </mc:AlternateContent>
          </a:graphicData>
        </a:graphic>
      </p:graphicFrame>
      <p:sp>
        <p:nvSpPr>
          <p:cNvPr id="8" name="Text Box 5"/>
          <p:cNvSpPr txBox="1"/>
          <p:nvPr/>
        </p:nvSpPr>
        <p:spPr>
          <a:xfrm>
            <a:off x="1127443" y="3136900"/>
            <a:ext cx="2736850" cy="583565"/>
          </a:xfrm>
          <a:prstGeom prst="rect">
            <a:avLst/>
          </a:prstGeom>
          <a:noFill/>
          <a:ln w="28575" cap="flat" cmpd="sng">
            <a:solidFill>
              <a:srgbClr val="00FFFF"/>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u(-</a:t>
            </a:r>
            <a:r>
              <a:rPr lang="en-US" altLang="zh-CN" b="1" dirty="0">
                <a:solidFill>
                  <a:srgbClr val="000000"/>
                </a:solidFill>
                <a:latin typeface="微软雅黑" panose="020B0503020204020204" charset="-122"/>
                <a:ea typeface="微软雅黑" panose="020B0503020204020204" charset="-122"/>
                <a:sym typeface="Symbol" panose="05050102010706020507" pitchFamily="18" charset="2"/>
              </a:rPr>
              <a:t>∞</a:t>
            </a:r>
            <a:r>
              <a:rPr lang="en-US" altLang="zh-CN"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endParaRPr lang="en-US" altLang="zh-CN"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timing>
    <p:tnLst>
      <p:par>
        <p:cTn id="1" dur="indefinite" restart="never" nodeType="tmRoot"/>
      </p:par>
    </p:tnLst>
    <p:bldLst>
      <p:bldP spid="346114" grpId="0"/>
      <p:bldP spid="346117" grpId="0" bldLvl="0" animBg="1"/>
      <p:bldP spid="8"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7138" name="Text Box 2"/>
          <p:cNvSpPr txBox="1"/>
          <p:nvPr/>
        </p:nvSpPr>
        <p:spPr>
          <a:xfrm>
            <a:off x="1060450" y="2990850"/>
            <a:ext cx="10688320" cy="1985645"/>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342900" lvl="0" indent="-342900">
              <a:lnSpc>
                <a:spcPct val="130000"/>
              </a:lnSpc>
              <a:spcBef>
                <a:spcPct val="50000"/>
              </a:spcBef>
              <a:buClrTx/>
              <a:buSzTx/>
              <a:buFontTx/>
              <a:buAutoNum type="circleNumDbPlain"/>
            </a:pP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电容的储能只与当时的电压值有关，电容电压不能跃变，反映了储能不能跃变；</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a:p>
            <a:pPr marL="342900" lvl="0" indent="-342900">
              <a:lnSpc>
                <a:spcPct val="130000"/>
              </a:lnSpc>
              <a:spcBef>
                <a:spcPct val="50000"/>
              </a:spcBef>
              <a:buClrTx/>
              <a:buSzTx/>
              <a:buFontTx/>
              <a:buAutoNum type="circleNumDbPlain"/>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电容储存的能量一定大于或等于零。</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47145" name="Group 9"/>
          <p:cNvGrpSpPr/>
          <p:nvPr/>
        </p:nvGrpSpPr>
        <p:grpSpPr>
          <a:xfrm>
            <a:off x="2495550" y="2133600"/>
            <a:ext cx="1662067" cy="850900"/>
            <a:chOff x="385" y="3022"/>
            <a:chExt cx="1018" cy="536"/>
          </a:xfrm>
        </p:grpSpPr>
        <p:pic>
          <p:nvPicPr>
            <p:cNvPr id="17418" name="Picture 10" descr="123"/>
            <p:cNvPicPr>
              <a:picLocks noChangeAspect="1"/>
            </p:cNvPicPr>
            <p:nvPr/>
          </p:nvPicPr>
          <p:blipFill>
            <a:blip r:embed="rId4"/>
            <a:stretch>
              <a:fillRect/>
            </a:stretch>
          </p:blipFill>
          <p:spPr>
            <a:xfrm>
              <a:off x="385" y="3022"/>
              <a:ext cx="590" cy="536"/>
            </a:xfrm>
            <a:prstGeom prst="rect">
              <a:avLst/>
            </a:prstGeom>
            <a:noFill/>
            <a:ln w="9525">
              <a:noFill/>
            </a:ln>
          </p:spPr>
        </p:pic>
        <p:sp>
          <p:nvSpPr>
            <p:cNvPr id="17419" name="Text Box 11"/>
            <p:cNvSpPr txBox="1"/>
            <p:nvPr/>
          </p:nvSpPr>
          <p:spPr>
            <a:xfrm>
              <a:off x="793" y="3125"/>
              <a:ext cx="610"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dirty="0">
                  <a:solidFill>
                    <a:srgbClr val="000000"/>
                  </a:solidFill>
                  <a:latin typeface="Times New Roman" panose="02020603050405020304" pitchFamily="18" charset="0"/>
                  <a:ea typeface="黑体" panose="02010609060101010101" pitchFamily="49" charset="-122"/>
                </a:rPr>
                <a:t>表明</a:t>
              </a:r>
              <a:endParaRPr lang="zh-CN" altLang="en-US" dirty="0">
                <a:solidFill>
                  <a:srgbClr val="000000"/>
                </a:solidFill>
                <a:latin typeface="Times New Roman" panose="02020603050405020304" pitchFamily="18" charset="0"/>
                <a:ea typeface="黑体" panose="02010609060101010101" pitchFamily="49" charset="-122"/>
              </a:endParaRPr>
            </a:p>
          </p:txBody>
        </p:sp>
      </p:grpSp>
      <p:graphicFrame>
        <p:nvGraphicFramePr>
          <p:cNvPr id="2" name="对象 1"/>
          <p:cNvGraphicFramePr/>
          <p:nvPr/>
        </p:nvGraphicFramePr>
        <p:xfrm>
          <a:off x="2927985" y="1052195"/>
          <a:ext cx="4975225" cy="1085215"/>
        </p:xfrm>
        <a:graphic>
          <a:graphicData uri="http://schemas.openxmlformats.org/presentationml/2006/ole">
            <mc:AlternateContent xmlns:mc="http://schemas.openxmlformats.org/markup-compatibility/2006">
              <mc:Choice xmlns:v="urn:schemas-microsoft-com:vml" Requires="v">
                <p:oleObj spid="_x0000_s3" name="" r:id="rId5" imgW="5429885" imgH="1207135" progId="Equation.KSEE3">
                  <p:embed/>
                </p:oleObj>
              </mc:Choice>
              <mc:Fallback>
                <p:oleObj name="" r:id="rId5" imgW="5429885" imgH="1207135" progId="Equation.KSEE3">
                  <p:embed/>
                  <p:pic>
                    <p:nvPicPr>
                      <p:cNvPr id="0" name="图片 2"/>
                      <p:cNvPicPr/>
                      <p:nvPr/>
                    </p:nvPicPr>
                    <p:blipFill>
                      <a:blip r:embed="rId6"/>
                      <a:stretch>
                        <a:fillRect/>
                      </a:stretch>
                    </p:blipFill>
                    <p:spPr>
                      <a:xfrm>
                        <a:off x="2927985" y="1052195"/>
                        <a:ext cx="4975225" cy="1085215"/>
                      </a:xfrm>
                      <a:prstGeom prst="rect">
                        <a:avLst/>
                      </a:prstGeom>
                    </p:spPr>
                  </p:pic>
                </p:oleObj>
              </mc:Fallback>
            </mc:AlternateContent>
          </a:graphicData>
        </a:graphic>
      </p:graphicFrame>
    </p:spTree>
  </p:cSld>
  <p:clrMapOvr>
    <a:masterClrMapping/>
  </p:clrMapOvr>
  <p:transition/>
  <p:timing>
    <p:tnLst>
      <p:par>
        <p:cTn id="1" dur="indefinite" restart="never" nodeType="tmRoot"/>
      </p:par>
    </p:tnLst>
    <p:bldLst>
      <p:bldP spid="34713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62" name="Text Box 2"/>
          <p:cNvSpPr txBox="1"/>
          <p:nvPr>
            <p:custDataLst>
              <p:tags r:id="rId1"/>
            </p:custDataLst>
          </p:nvPr>
        </p:nvSpPr>
        <p:spPr>
          <a:xfrm>
            <a:off x="1470978" y="1195705"/>
            <a:ext cx="57626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zh-CN" altLang="en-US"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例</a:t>
            </a:r>
            <a:endParaRPr lang="zh-CN" altLang="en-US" b="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48163" name="Group 3"/>
          <p:cNvGrpSpPr/>
          <p:nvPr/>
        </p:nvGrpSpPr>
        <p:grpSpPr>
          <a:xfrm>
            <a:off x="1902778" y="2059305"/>
            <a:ext cx="3563937" cy="1873250"/>
            <a:chOff x="3288" y="164"/>
            <a:chExt cx="2245" cy="1180"/>
          </a:xfrm>
        </p:grpSpPr>
        <p:grpSp>
          <p:nvGrpSpPr>
            <p:cNvPr id="18462" name="Group 4"/>
            <p:cNvGrpSpPr/>
            <p:nvPr/>
          </p:nvGrpSpPr>
          <p:grpSpPr>
            <a:xfrm>
              <a:off x="3288" y="210"/>
              <a:ext cx="2245" cy="1134"/>
              <a:chOff x="3515" y="210"/>
              <a:chExt cx="2245" cy="1134"/>
            </a:xfrm>
          </p:grpSpPr>
          <p:sp>
            <p:nvSpPr>
              <p:cNvPr id="348165" name="Oval 5"/>
              <p:cNvSpPr>
                <a:spLocks noChangeArrowheads="1"/>
              </p:cNvSpPr>
              <p:nvPr>
                <p:custDataLst>
                  <p:tags r:id="rId5"/>
                </p:custDataLst>
              </p:nvPr>
            </p:nvSpPr>
            <p:spPr bwMode="auto">
              <a:xfrm>
                <a:off x="3515" y="527"/>
                <a:ext cx="363" cy="363"/>
              </a:xfrm>
              <a:prstGeom prst="ellipse">
                <a:avLst/>
              </a:prstGeom>
              <a:gradFill rotWithShape="1">
                <a:gsLst>
                  <a:gs pos="0">
                    <a:srgbClr val="C30000"/>
                  </a:gs>
                  <a:gs pos="100000">
                    <a:srgbClr val="C30000"/>
                  </a:gs>
                </a:gsLst>
                <a:path path="shape">
                  <a:fillToRect l="50000" t="50000" r="50000" b="50000"/>
                </a:path>
                <a:tileRect/>
              </a:gradFill>
              <a:ln w="38100" algn="ctr">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FFFF00"/>
                    </a:solidFill>
                    <a:latin typeface="Arial" panose="020B0604020202020204" pitchFamily="34" charset="0"/>
                    <a:ea typeface="楷体_GB2312" pitchFamily="49" charset="-122"/>
                  </a:defRPr>
                </a:lvl1pPr>
                <a:lvl2pPr marL="742950" indent="-285750">
                  <a:defRPr sz="2800" b="1">
                    <a:solidFill>
                      <a:srgbClr val="FFFF00"/>
                    </a:solidFill>
                    <a:latin typeface="Arial" panose="020B0604020202020204" pitchFamily="34" charset="0"/>
                    <a:ea typeface="楷体_GB2312" pitchFamily="49" charset="-122"/>
                  </a:defRPr>
                </a:lvl2pPr>
                <a:lvl3pPr marL="1143000" indent="-228600">
                  <a:defRPr sz="2800" b="1">
                    <a:solidFill>
                      <a:srgbClr val="FFFF00"/>
                    </a:solidFill>
                    <a:latin typeface="Arial" panose="020B0604020202020204" pitchFamily="34" charset="0"/>
                    <a:ea typeface="楷体_GB2312" pitchFamily="49" charset="-122"/>
                  </a:defRPr>
                </a:lvl3pPr>
                <a:lvl4pPr marL="1600200" indent="-228600">
                  <a:defRPr sz="2800" b="1">
                    <a:solidFill>
                      <a:srgbClr val="FFFF00"/>
                    </a:solidFill>
                    <a:latin typeface="Arial" panose="020B0604020202020204" pitchFamily="34" charset="0"/>
                    <a:ea typeface="楷体_GB2312" pitchFamily="49" charset="-122"/>
                  </a:defRPr>
                </a:lvl4pPr>
                <a:lvl5pPr marL="2057400" indent="-22860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800" b="1" i="0" u="none" strike="noStrike" kern="1200" cap="none" spc="0" normalizeH="0" baseline="0" noProof="0" smtClean="0">
                  <a:ln>
                    <a:noFill/>
                  </a:ln>
                  <a:solidFill>
                    <a:srgbClr val="FFFF00"/>
                  </a:solidFill>
                  <a:effectLst/>
                  <a:uLnTx/>
                  <a:uFillTx/>
                  <a:latin typeface="Arial" panose="020B0604020202020204" pitchFamily="34" charset="0"/>
                  <a:ea typeface="楷体_GB2312" pitchFamily="49" charset="-122"/>
                  <a:cs typeface="+mn-cs"/>
                </a:endParaRPr>
              </a:p>
            </p:txBody>
          </p:sp>
          <p:grpSp>
            <p:nvGrpSpPr>
              <p:cNvPr id="18466" name="Group 6"/>
              <p:cNvGrpSpPr/>
              <p:nvPr/>
            </p:nvGrpSpPr>
            <p:grpSpPr>
              <a:xfrm>
                <a:off x="4876" y="663"/>
                <a:ext cx="408" cy="136"/>
                <a:chOff x="1837" y="2160"/>
                <a:chExt cx="589" cy="181"/>
              </a:xfrm>
            </p:grpSpPr>
            <p:sp>
              <p:nvSpPr>
                <p:cNvPr id="18477" name="Line 7"/>
                <p:cNvSpPr/>
                <p:nvPr>
                  <p:custDataLst>
                    <p:tags r:id="rId6"/>
                  </p:custDataLst>
                </p:nvPr>
              </p:nvSpPr>
              <p:spPr>
                <a:xfrm>
                  <a:off x="1837" y="2160"/>
                  <a:ext cx="589" cy="0"/>
                </a:xfrm>
                <a:prstGeom prst="line">
                  <a:avLst/>
                </a:prstGeom>
                <a:ln w="57150" cap="flat" cmpd="sng">
                  <a:solidFill>
                    <a:schemeClr val="accent1"/>
                  </a:solidFill>
                  <a:prstDash val="solid"/>
                  <a:headEnd type="none" w="med" len="med"/>
                  <a:tailEnd type="none" w="med" len="med"/>
                </a:ln>
              </p:spPr>
            </p:sp>
            <p:sp>
              <p:nvSpPr>
                <p:cNvPr id="18478" name="Line 8"/>
                <p:cNvSpPr/>
                <p:nvPr>
                  <p:custDataLst>
                    <p:tags r:id="rId7"/>
                  </p:custDataLst>
                </p:nvPr>
              </p:nvSpPr>
              <p:spPr>
                <a:xfrm>
                  <a:off x="1837" y="2341"/>
                  <a:ext cx="589" cy="0"/>
                </a:xfrm>
                <a:prstGeom prst="line">
                  <a:avLst/>
                </a:prstGeom>
                <a:ln w="57150" cap="flat" cmpd="sng">
                  <a:solidFill>
                    <a:schemeClr val="accent1"/>
                  </a:solidFill>
                  <a:prstDash val="solid"/>
                  <a:headEnd type="none" w="med" len="med"/>
                  <a:tailEnd type="none" w="med" len="med"/>
                </a:ln>
              </p:spPr>
            </p:sp>
          </p:grpSp>
          <p:sp>
            <p:nvSpPr>
              <p:cNvPr id="18467" name="Line 9"/>
              <p:cNvSpPr/>
              <p:nvPr>
                <p:custDataLst>
                  <p:tags r:id="rId8"/>
                </p:custDataLst>
              </p:nvPr>
            </p:nvSpPr>
            <p:spPr>
              <a:xfrm>
                <a:off x="3696" y="210"/>
                <a:ext cx="0" cy="1134"/>
              </a:xfrm>
              <a:prstGeom prst="line">
                <a:avLst/>
              </a:prstGeom>
              <a:ln w="28575" cap="flat" cmpd="sng">
                <a:solidFill>
                  <a:schemeClr val="accent3"/>
                </a:solidFill>
                <a:prstDash val="solid"/>
                <a:headEnd type="none" w="med" len="med"/>
                <a:tailEnd type="none" w="med" len="med"/>
              </a:ln>
            </p:spPr>
          </p:sp>
          <p:sp>
            <p:nvSpPr>
              <p:cNvPr id="18468" name="Line 10"/>
              <p:cNvSpPr/>
              <p:nvPr>
                <p:custDataLst>
                  <p:tags r:id="rId9"/>
                </p:custDataLst>
              </p:nvPr>
            </p:nvSpPr>
            <p:spPr>
              <a:xfrm>
                <a:off x="3696" y="210"/>
                <a:ext cx="1407" cy="0"/>
              </a:xfrm>
              <a:prstGeom prst="line">
                <a:avLst/>
              </a:prstGeom>
              <a:ln w="28575" cap="flat" cmpd="sng">
                <a:solidFill>
                  <a:schemeClr val="accent3"/>
                </a:solidFill>
                <a:prstDash val="solid"/>
                <a:headEnd type="none" w="med" len="med"/>
                <a:tailEnd type="none" w="med" len="med"/>
              </a:ln>
            </p:spPr>
          </p:sp>
          <p:sp>
            <p:nvSpPr>
              <p:cNvPr id="18469" name="Line 11"/>
              <p:cNvSpPr/>
              <p:nvPr>
                <p:custDataLst>
                  <p:tags r:id="rId10"/>
                </p:custDataLst>
              </p:nvPr>
            </p:nvSpPr>
            <p:spPr>
              <a:xfrm>
                <a:off x="3696" y="1344"/>
                <a:ext cx="1407" cy="0"/>
              </a:xfrm>
              <a:prstGeom prst="line">
                <a:avLst/>
              </a:prstGeom>
              <a:ln w="28575" cap="flat" cmpd="sng">
                <a:solidFill>
                  <a:schemeClr val="accent3"/>
                </a:solidFill>
                <a:prstDash val="solid"/>
                <a:headEnd type="none" w="med" len="med"/>
                <a:tailEnd type="none" w="med" len="med"/>
              </a:ln>
            </p:spPr>
          </p:sp>
          <p:sp>
            <p:nvSpPr>
              <p:cNvPr id="18470" name="Line 12"/>
              <p:cNvSpPr/>
              <p:nvPr>
                <p:custDataLst>
                  <p:tags r:id="rId11"/>
                </p:custDataLst>
              </p:nvPr>
            </p:nvSpPr>
            <p:spPr>
              <a:xfrm>
                <a:off x="5103" y="210"/>
                <a:ext cx="0" cy="453"/>
              </a:xfrm>
              <a:prstGeom prst="line">
                <a:avLst/>
              </a:prstGeom>
              <a:ln w="28575" cap="flat" cmpd="sng">
                <a:solidFill>
                  <a:schemeClr val="accent3"/>
                </a:solidFill>
                <a:prstDash val="solid"/>
                <a:headEnd type="none" w="med" len="med"/>
                <a:tailEnd type="none" w="med" len="med"/>
              </a:ln>
            </p:spPr>
          </p:sp>
          <p:sp>
            <p:nvSpPr>
              <p:cNvPr id="18471" name="Line 13"/>
              <p:cNvSpPr/>
              <p:nvPr>
                <p:custDataLst>
                  <p:tags r:id="rId12"/>
                </p:custDataLst>
              </p:nvPr>
            </p:nvSpPr>
            <p:spPr>
              <a:xfrm>
                <a:off x="5103" y="799"/>
                <a:ext cx="0" cy="545"/>
              </a:xfrm>
              <a:prstGeom prst="line">
                <a:avLst/>
              </a:prstGeom>
              <a:ln w="28575" cap="flat" cmpd="sng">
                <a:solidFill>
                  <a:schemeClr val="accent3"/>
                </a:solidFill>
                <a:prstDash val="solid"/>
                <a:headEnd type="none" w="med" len="med"/>
                <a:tailEnd type="none" w="med" len="med"/>
              </a:ln>
            </p:spPr>
          </p:sp>
          <p:sp>
            <p:nvSpPr>
              <p:cNvPr id="18472" name="Text Box 14"/>
              <p:cNvSpPr txBox="1"/>
              <p:nvPr>
                <p:custDataLst>
                  <p:tags r:id="rId13"/>
                </p:custDataLst>
              </p:nvPr>
            </p:nvSpPr>
            <p:spPr>
              <a:xfrm>
                <a:off x="3696" y="255"/>
                <a:ext cx="27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8473" name="Text Box 15"/>
              <p:cNvSpPr txBox="1"/>
              <p:nvPr>
                <p:custDataLst>
                  <p:tags r:id="rId14"/>
                </p:custDataLst>
              </p:nvPr>
            </p:nvSpPr>
            <p:spPr>
              <a:xfrm>
                <a:off x="3696" y="890"/>
                <a:ext cx="27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graphicFrame>
            <p:nvGraphicFramePr>
              <p:cNvPr id="18474" name="Object 16"/>
              <p:cNvGraphicFramePr>
                <a:graphicFrameLocks noChangeAspect="1"/>
              </p:cNvGraphicFramePr>
              <p:nvPr/>
            </p:nvGraphicFramePr>
            <p:xfrm>
              <a:off x="3913" y="562"/>
              <a:ext cx="586" cy="383"/>
            </p:xfrm>
            <a:graphic>
              <a:graphicData uri="http://schemas.openxmlformats.org/presentationml/2006/ole">
                <mc:AlternateContent xmlns:mc="http://schemas.openxmlformats.org/markup-compatibility/2006">
                  <mc:Choice xmlns:v="urn:schemas-microsoft-com:vml" Requires="v">
                    <p:oleObj spid="_x0000_s3091" name="" r:id="rId15" imgW="304800" imgH="182880" progId="Equation.3">
                      <p:embed/>
                    </p:oleObj>
                  </mc:Choice>
                  <mc:Fallback>
                    <p:oleObj name="" r:id="rId15" imgW="304800" imgH="182880" progId="Equation.3">
                      <p:embed/>
                      <p:pic>
                        <p:nvPicPr>
                          <p:cNvPr id="0" name="图片 3090"/>
                          <p:cNvPicPr/>
                          <p:nvPr/>
                        </p:nvPicPr>
                        <p:blipFill>
                          <a:blip r:embed="rId16">
                            <a:clrChange>
                              <a:clrFrom>
                                <a:srgbClr val="000000"/>
                              </a:clrFrom>
                              <a:clrTo>
                                <a:srgbClr val="000080"/>
                              </a:clrTo>
                            </a:clrChange>
                          </a:blip>
                          <a:stretch>
                            <a:fillRect/>
                          </a:stretch>
                        </p:blipFill>
                        <p:spPr>
                          <a:xfrm>
                            <a:off x="3913" y="562"/>
                            <a:ext cx="586" cy="383"/>
                          </a:xfrm>
                          <a:prstGeom prst="rect">
                            <a:avLst/>
                          </a:prstGeom>
                          <a:noFill/>
                          <a:ln w="38100">
                            <a:noFill/>
                            <a:miter/>
                          </a:ln>
                        </p:spPr>
                      </p:pic>
                    </p:oleObj>
                  </mc:Fallback>
                </mc:AlternateContent>
              </a:graphicData>
            </a:graphic>
          </p:graphicFrame>
          <p:sp>
            <p:nvSpPr>
              <p:cNvPr id="18475" name="Text Box 17"/>
              <p:cNvSpPr txBox="1"/>
              <p:nvPr>
                <p:custDataLst>
                  <p:tags r:id="rId17"/>
                </p:custDataLst>
              </p:nvPr>
            </p:nvSpPr>
            <p:spPr>
              <a:xfrm>
                <a:off x="4558" y="527"/>
                <a:ext cx="317"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8476" name="Text Box 18"/>
              <p:cNvSpPr txBox="1"/>
              <p:nvPr>
                <p:custDataLst>
                  <p:tags r:id="rId18"/>
                </p:custDataLst>
              </p:nvPr>
            </p:nvSpPr>
            <p:spPr>
              <a:xfrm>
                <a:off x="5215" y="572"/>
                <a:ext cx="545"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0.5F</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18463" name="AutoShape 19"/>
            <p:cNvSpPr/>
            <p:nvPr>
              <p:custDataLst>
                <p:tags r:id="rId19"/>
              </p:custDataLst>
            </p:nvPr>
          </p:nvSpPr>
          <p:spPr>
            <a:xfrm>
              <a:off x="3923" y="255"/>
              <a:ext cx="409" cy="91"/>
            </a:xfrm>
            <a:prstGeom prst="rightArrow">
              <a:avLst>
                <a:gd name="adj1" fmla="val 50000"/>
                <a:gd name="adj2" fmla="val 112362"/>
              </a:avLst>
            </a:prstGeom>
            <a:solidFill>
              <a:schemeClr val="accent4"/>
            </a:solidFill>
            <a:ln w="9525">
              <a:noFill/>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18464" name="Text Box 20"/>
            <p:cNvSpPr txBox="1"/>
            <p:nvPr>
              <p:custDataLst>
                <p:tags r:id="rId20"/>
              </p:custDataLst>
            </p:nvPr>
          </p:nvSpPr>
          <p:spPr>
            <a:xfrm>
              <a:off x="4377" y="164"/>
              <a:ext cx="226"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348181" name="Text Box 21"/>
          <p:cNvSpPr txBox="1"/>
          <p:nvPr/>
        </p:nvSpPr>
        <p:spPr>
          <a:xfrm>
            <a:off x="2407603" y="1195705"/>
            <a:ext cx="6551612"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spcBef>
                <a:spcPct val="50000"/>
              </a:spcBef>
              <a:buClrTx/>
              <a:buSzTx/>
              <a:buFontTx/>
              <a:buNone/>
            </a:pPr>
            <a:r>
              <a:rPr lang="zh-CN" altLang="en-US" sz="28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求电容电流</a:t>
            </a:r>
            <a:r>
              <a:rPr lang="en-US" altLang="zh-CN" sz="2800" i="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i</a:t>
            </a:r>
            <a:r>
              <a:rPr lang="zh-CN" altLang="en-US" sz="28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、功率</a:t>
            </a:r>
            <a:r>
              <a:rPr lang="en-US" altLang="zh-CN" sz="2800" i="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P </a:t>
            </a:r>
            <a:r>
              <a:rPr lang="en-US" altLang="zh-CN" sz="2800"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a:t>
            </a:r>
            <a:r>
              <a:rPr lang="zh-CN" altLang="en-US" sz="28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和储能</a:t>
            </a:r>
            <a:r>
              <a:rPr lang="en-US" altLang="zh-CN" sz="2800" i="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W </a:t>
            </a:r>
            <a:r>
              <a:rPr lang="en-US" altLang="zh-CN" sz="2800"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dirty="0">
              <a:solidFill>
                <a:schemeClr val="accent1"/>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48210" name="Group 50"/>
          <p:cNvGrpSpPr/>
          <p:nvPr/>
        </p:nvGrpSpPr>
        <p:grpSpPr>
          <a:xfrm>
            <a:off x="5719128" y="1987868"/>
            <a:ext cx="3673475" cy="2106612"/>
            <a:chOff x="3061" y="845"/>
            <a:chExt cx="2314" cy="1327"/>
          </a:xfrm>
        </p:grpSpPr>
        <p:sp>
          <p:nvSpPr>
            <p:cNvPr id="18451" name="Line 23"/>
            <p:cNvSpPr/>
            <p:nvPr>
              <p:custDataLst>
                <p:tags r:id="rId21"/>
              </p:custDataLst>
            </p:nvPr>
          </p:nvSpPr>
          <p:spPr>
            <a:xfrm>
              <a:off x="3277" y="935"/>
              <a:ext cx="0" cy="1044"/>
            </a:xfrm>
            <a:prstGeom prst="line">
              <a:avLst/>
            </a:prstGeom>
            <a:ln w="28575" cap="flat" cmpd="sng">
              <a:solidFill>
                <a:schemeClr val="dk1"/>
              </a:solidFill>
              <a:prstDash val="solid"/>
              <a:headEnd type="triangle" w="med" len="med"/>
              <a:tailEnd type="none" w="med" len="med"/>
            </a:ln>
          </p:spPr>
        </p:sp>
        <p:sp>
          <p:nvSpPr>
            <p:cNvPr id="18452" name="Line 24"/>
            <p:cNvSpPr/>
            <p:nvPr>
              <p:custDataLst>
                <p:tags r:id="rId22"/>
              </p:custDataLst>
            </p:nvPr>
          </p:nvSpPr>
          <p:spPr>
            <a:xfrm>
              <a:off x="3147" y="1843"/>
              <a:ext cx="2033" cy="0"/>
            </a:xfrm>
            <a:prstGeom prst="line">
              <a:avLst/>
            </a:prstGeom>
            <a:ln w="28575" cap="flat" cmpd="sng">
              <a:solidFill>
                <a:schemeClr val="dk1"/>
              </a:solidFill>
              <a:prstDash val="solid"/>
              <a:headEnd type="none" w="med" len="med"/>
              <a:tailEnd type="triangle" w="med" len="med"/>
            </a:ln>
          </p:spPr>
        </p:sp>
        <p:sp>
          <p:nvSpPr>
            <p:cNvPr id="18453" name="Line 25"/>
            <p:cNvSpPr/>
            <p:nvPr/>
          </p:nvSpPr>
          <p:spPr>
            <a:xfrm flipV="1">
              <a:off x="3277" y="1162"/>
              <a:ext cx="822" cy="681"/>
            </a:xfrm>
            <a:prstGeom prst="line">
              <a:avLst/>
            </a:prstGeom>
            <a:ln w="38100" cap="flat" cmpd="sng">
              <a:solidFill>
                <a:srgbClr val="FF3300"/>
              </a:solidFill>
              <a:prstDash val="solid"/>
              <a:headEnd type="none" w="med" len="med"/>
              <a:tailEnd type="none" w="med" len="med"/>
            </a:ln>
          </p:spPr>
        </p:sp>
        <p:sp>
          <p:nvSpPr>
            <p:cNvPr id="18454" name="Line 26"/>
            <p:cNvSpPr/>
            <p:nvPr/>
          </p:nvSpPr>
          <p:spPr>
            <a:xfrm>
              <a:off x="4099" y="1162"/>
              <a:ext cx="779" cy="681"/>
            </a:xfrm>
            <a:prstGeom prst="line">
              <a:avLst/>
            </a:prstGeom>
            <a:ln w="38100" cap="flat" cmpd="sng">
              <a:solidFill>
                <a:srgbClr val="FF3300"/>
              </a:solidFill>
              <a:prstDash val="solid"/>
              <a:headEnd type="none" w="med" len="med"/>
              <a:tailEnd type="none" w="med" len="med"/>
            </a:ln>
          </p:spPr>
        </p:sp>
        <p:sp>
          <p:nvSpPr>
            <p:cNvPr id="18455" name="Text Box 27"/>
            <p:cNvSpPr txBox="1"/>
            <p:nvPr>
              <p:custDataLst>
                <p:tags r:id="rId23"/>
              </p:custDataLst>
            </p:nvPr>
          </p:nvSpPr>
          <p:spPr>
            <a:xfrm>
              <a:off x="4704" y="1797"/>
              <a:ext cx="260"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2</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8456" name="Text Box 28"/>
            <p:cNvSpPr txBox="1"/>
            <p:nvPr>
              <p:custDataLst>
                <p:tags r:id="rId24"/>
              </p:custDataLst>
            </p:nvPr>
          </p:nvSpPr>
          <p:spPr>
            <a:xfrm>
              <a:off x="3969" y="1843"/>
              <a:ext cx="259"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1</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8457" name="Text Box 29"/>
            <p:cNvSpPr txBox="1"/>
            <p:nvPr>
              <p:custDataLst>
                <p:tags r:id="rId25"/>
              </p:custDataLst>
            </p:nvPr>
          </p:nvSpPr>
          <p:spPr>
            <a:xfrm>
              <a:off x="4899" y="1797"/>
              <a:ext cx="476"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 </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/s</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8458" name="Text Box 30"/>
            <p:cNvSpPr txBox="1"/>
            <p:nvPr>
              <p:custDataLst>
                <p:tags r:id="rId26"/>
              </p:custDataLst>
            </p:nvPr>
          </p:nvSpPr>
          <p:spPr>
            <a:xfrm>
              <a:off x="3061" y="1026"/>
              <a:ext cx="259"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2</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8459" name="Text Box 31"/>
            <p:cNvSpPr txBox="1"/>
            <p:nvPr>
              <p:custDataLst>
                <p:tags r:id="rId27"/>
              </p:custDataLst>
            </p:nvPr>
          </p:nvSpPr>
          <p:spPr>
            <a:xfrm>
              <a:off x="3061" y="1843"/>
              <a:ext cx="259"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0</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8460" name="Line 32"/>
            <p:cNvSpPr/>
            <p:nvPr>
              <p:custDataLst>
                <p:tags r:id="rId28"/>
              </p:custDataLst>
            </p:nvPr>
          </p:nvSpPr>
          <p:spPr>
            <a:xfrm>
              <a:off x="3277" y="1162"/>
              <a:ext cx="822" cy="0"/>
            </a:xfrm>
            <a:prstGeom prst="line">
              <a:avLst/>
            </a:prstGeom>
            <a:ln w="9525" cap="flat" cmpd="sng">
              <a:solidFill>
                <a:schemeClr val="dk1"/>
              </a:solidFill>
              <a:prstDash val="dashDot"/>
              <a:headEnd type="none" w="med" len="med"/>
              <a:tailEnd type="none" w="med" len="med"/>
            </a:ln>
          </p:spPr>
        </p:sp>
        <p:sp>
          <p:nvSpPr>
            <p:cNvPr id="18461" name="Text Box 33"/>
            <p:cNvSpPr txBox="1"/>
            <p:nvPr>
              <p:custDataLst>
                <p:tags r:id="rId29"/>
              </p:custDataLst>
            </p:nvPr>
          </p:nvSpPr>
          <p:spPr>
            <a:xfrm>
              <a:off x="3320" y="845"/>
              <a:ext cx="649"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S</a:t>
              </a: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dirty="0">
                  <a:solidFill>
                    <a:schemeClr val="dk1"/>
                  </a:solidFill>
                  <a:latin typeface="Times New Roman" panose="02020603050405020304" pitchFamily="18" charset="0"/>
                  <a:ea typeface="黑体" panose="02010609060101010101" pitchFamily="49" charset="-122"/>
                  <a:sym typeface="Symbol" panose="05050102010706020507" pitchFamily="18" charset="2"/>
                </a:rPr>
                <a:t>V</a:t>
              </a:r>
              <a:endParaRPr lang="en-US" altLang="zh-CN" sz="24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348194" name="AutoShape 34"/>
          <p:cNvSpPr/>
          <p:nvPr>
            <p:custDataLst>
              <p:tags r:id="rId30"/>
            </p:custDataLst>
          </p:nvPr>
        </p:nvSpPr>
        <p:spPr>
          <a:xfrm>
            <a:off x="7376478" y="1771968"/>
            <a:ext cx="1728787" cy="504825"/>
          </a:xfrm>
          <a:prstGeom prst="wedgeRoundRectCallout">
            <a:avLst>
              <a:gd name="adj1" fmla="val -47889"/>
              <a:gd name="adj2" fmla="val 155977"/>
              <a:gd name="adj3" fmla="val 16667"/>
            </a:avLst>
          </a:prstGeom>
          <a:solidFill>
            <a:schemeClr val="accent2"/>
          </a:solidFill>
          <a:ln w="9525">
            <a:noFill/>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电源波形</a:t>
            </a:r>
            <a:endPar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timing>
    <p:tnLst>
      <p:par>
        <p:cTn id="1" dur="indefinite" restart="never" nodeType="tmRoot"/>
      </p:par>
    </p:tnLst>
    <p:bldLst>
      <p:bldP spid="348162" grpId="0"/>
      <p:bldP spid="348181" grpId="0"/>
      <p:bldP spid="348194"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48163" name="Group 3"/>
          <p:cNvGrpSpPr/>
          <p:nvPr/>
        </p:nvGrpSpPr>
        <p:grpSpPr>
          <a:xfrm>
            <a:off x="1415733" y="1240790"/>
            <a:ext cx="3563937" cy="1873250"/>
            <a:chOff x="3288" y="164"/>
            <a:chExt cx="2245" cy="1180"/>
          </a:xfrm>
        </p:grpSpPr>
        <p:grpSp>
          <p:nvGrpSpPr>
            <p:cNvPr id="18462" name="Group 4"/>
            <p:cNvGrpSpPr/>
            <p:nvPr/>
          </p:nvGrpSpPr>
          <p:grpSpPr>
            <a:xfrm>
              <a:off x="3288" y="210"/>
              <a:ext cx="2245" cy="1134"/>
              <a:chOff x="3515" y="210"/>
              <a:chExt cx="2245" cy="1134"/>
            </a:xfrm>
          </p:grpSpPr>
          <p:sp>
            <p:nvSpPr>
              <p:cNvPr id="348165" name="Oval 5"/>
              <p:cNvSpPr>
                <a:spLocks noChangeArrowheads="1"/>
              </p:cNvSpPr>
              <p:nvPr>
                <p:custDataLst>
                  <p:tags r:id="rId1"/>
                </p:custDataLst>
              </p:nvPr>
            </p:nvSpPr>
            <p:spPr bwMode="auto">
              <a:xfrm>
                <a:off x="3515" y="527"/>
                <a:ext cx="363" cy="363"/>
              </a:xfrm>
              <a:prstGeom prst="ellipse">
                <a:avLst/>
              </a:prstGeom>
              <a:gradFill rotWithShape="1">
                <a:gsLst>
                  <a:gs pos="0">
                    <a:srgbClr val="C30000"/>
                  </a:gs>
                  <a:gs pos="100000">
                    <a:srgbClr val="C30000"/>
                  </a:gs>
                </a:gsLst>
                <a:path path="shape">
                  <a:fillToRect l="50000" t="50000" r="50000" b="50000"/>
                </a:path>
                <a:tileRect/>
              </a:gradFill>
              <a:ln w="38100" algn="ctr">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rgbClr val="FFFF00"/>
                    </a:solidFill>
                    <a:latin typeface="Arial" panose="020B0604020202020204" pitchFamily="34" charset="0"/>
                    <a:ea typeface="楷体_GB2312" pitchFamily="49" charset="-122"/>
                  </a:defRPr>
                </a:lvl1pPr>
                <a:lvl2pPr marL="742950" indent="-285750">
                  <a:defRPr sz="2800" b="1">
                    <a:solidFill>
                      <a:srgbClr val="FFFF00"/>
                    </a:solidFill>
                    <a:latin typeface="Arial" panose="020B0604020202020204" pitchFamily="34" charset="0"/>
                    <a:ea typeface="楷体_GB2312" pitchFamily="49" charset="-122"/>
                  </a:defRPr>
                </a:lvl2pPr>
                <a:lvl3pPr marL="1143000" indent="-228600">
                  <a:defRPr sz="2800" b="1">
                    <a:solidFill>
                      <a:srgbClr val="FFFF00"/>
                    </a:solidFill>
                    <a:latin typeface="Arial" panose="020B0604020202020204" pitchFamily="34" charset="0"/>
                    <a:ea typeface="楷体_GB2312" pitchFamily="49" charset="-122"/>
                  </a:defRPr>
                </a:lvl3pPr>
                <a:lvl4pPr marL="1600200" indent="-228600">
                  <a:defRPr sz="2800" b="1">
                    <a:solidFill>
                      <a:srgbClr val="FFFF00"/>
                    </a:solidFill>
                    <a:latin typeface="Arial" panose="020B0604020202020204" pitchFamily="34" charset="0"/>
                    <a:ea typeface="楷体_GB2312" pitchFamily="49" charset="-122"/>
                  </a:defRPr>
                </a:lvl4pPr>
                <a:lvl5pPr marL="2057400" indent="-228600">
                  <a:defRPr sz="2800" b="1">
                    <a:solidFill>
                      <a:srgbClr val="FFFF00"/>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b="1">
                    <a:solidFill>
                      <a:srgbClr val="FFFF00"/>
                    </a:solidFill>
                    <a:latin typeface="Arial" panose="020B060402020202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800" b="1" i="0" u="none" strike="noStrike" kern="1200" cap="none" spc="0" normalizeH="0" baseline="0" noProof="0" smtClean="0">
                  <a:ln>
                    <a:noFill/>
                  </a:ln>
                  <a:solidFill>
                    <a:srgbClr val="FFFF00"/>
                  </a:solidFill>
                  <a:effectLst/>
                  <a:uLnTx/>
                  <a:uFillTx/>
                  <a:latin typeface="Arial" panose="020B0604020202020204" pitchFamily="34" charset="0"/>
                  <a:ea typeface="楷体_GB2312" pitchFamily="49" charset="-122"/>
                  <a:cs typeface="+mn-cs"/>
                </a:endParaRPr>
              </a:p>
            </p:txBody>
          </p:sp>
          <p:grpSp>
            <p:nvGrpSpPr>
              <p:cNvPr id="18466" name="Group 6"/>
              <p:cNvGrpSpPr/>
              <p:nvPr/>
            </p:nvGrpSpPr>
            <p:grpSpPr>
              <a:xfrm>
                <a:off x="4876" y="663"/>
                <a:ext cx="408" cy="136"/>
                <a:chOff x="1837" y="2160"/>
                <a:chExt cx="589" cy="181"/>
              </a:xfrm>
            </p:grpSpPr>
            <p:sp>
              <p:nvSpPr>
                <p:cNvPr id="18477" name="Line 7"/>
                <p:cNvSpPr/>
                <p:nvPr>
                  <p:custDataLst>
                    <p:tags r:id="rId2"/>
                  </p:custDataLst>
                </p:nvPr>
              </p:nvSpPr>
              <p:spPr>
                <a:xfrm>
                  <a:off x="1837" y="2160"/>
                  <a:ext cx="589" cy="0"/>
                </a:xfrm>
                <a:prstGeom prst="line">
                  <a:avLst/>
                </a:prstGeom>
                <a:ln w="57150" cap="flat" cmpd="sng">
                  <a:solidFill>
                    <a:schemeClr val="accent1"/>
                  </a:solidFill>
                  <a:prstDash val="solid"/>
                  <a:headEnd type="none" w="med" len="med"/>
                  <a:tailEnd type="none" w="med" len="med"/>
                </a:ln>
              </p:spPr>
            </p:sp>
            <p:sp>
              <p:nvSpPr>
                <p:cNvPr id="18478" name="Line 8"/>
                <p:cNvSpPr/>
                <p:nvPr>
                  <p:custDataLst>
                    <p:tags r:id="rId3"/>
                  </p:custDataLst>
                </p:nvPr>
              </p:nvSpPr>
              <p:spPr>
                <a:xfrm>
                  <a:off x="1837" y="2341"/>
                  <a:ext cx="589" cy="0"/>
                </a:xfrm>
                <a:prstGeom prst="line">
                  <a:avLst/>
                </a:prstGeom>
                <a:ln w="57150" cap="flat" cmpd="sng">
                  <a:solidFill>
                    <a:schemeClr val="accent1"/>
                  </a:solidFill>
                  <a:prstDash val="solid"/>
                  <a:headEnd type="none" w="med" len="med"/>
                  <a:tailEnd type="none" w="med" len="med"/>
                </a:ln>
              </p:spPr>
            </p:sp>
          </p:grpSp>
          <p:sp>
            <p:nvSpPr>
              <p:cNvPr id="18467" name="Line 9"/>
              <p:cNvSpPr/>
              <p:nvPr>
                <p:custDataLst>
                  <p:tags r:id="rId4"/>
                </p:custDataLst>
              </p:nvPr>
            </p:nvSpPr>
            <p:spPr>
              <a:xfrm>
                <a:off x="3696" y="210"/>
                <a:ext cx="0" cy="1134"/>
              </a:xfrm>
              <a:prstGeom prst="line">
                <a:avLst/>
              </a:prstGeom>
              <a:ln w="28575" cap="flat" cmpd="sng">
                <a:solidFill>
                  <a:schemeClr val="accent3"/>
                </a:solidFill>
                <a:prstDash val="solid"/>
                <a:headEnd type="none" w="med" len="med"/>
                <a:tailEnd type="none" w="med" len="med"/>
              </a:ln>
            </p:spPr>
          </p:sp>
          <p:sp>
            <p:nvSpPr>
              <p:cNvPr id="18468" name="Line 10"/>
              <p:cNvSpPr/>
              <p:nvPr>
                <p:custDataLst>
                  <p:tags r:id="rId5"/>
                </p:custDataLst>
              </p:nvPr>
            </p:nvSpPr>
            <p:spPr>
              <a:xfrm>
                <a:off x="3696" y="210"/>
                <a:ext cx="1407" cy="0"/>
              </a:xfrm>
              <a:prstGeom prst="line">
                <a:avLst/>
              </a:prstGeom>
              <a:ln w="28575" cap="flat" cmpd="sng">
                <a:solidFill>
                  <a:schemeClr val="accent3"/>
                </a:solidFill>
                <a:prstDash val="solid"/>
                <a:headEnd type="none" w="med" len="med"/>
                <a:tailEnd type="none" w="med" len="med"/>
              </a:ln>
            </p:spPr>
          </p:sp>
          <p:sp>
            <p:nvSpPr>
              <p:cNvPr id="18469" name="Line 11"/>
              <p:cNvSpPr/>
              <p:nvPr>
                <p:custDataLst>
                  <p:tags r:id="rId6"/>
                </p:custDataLst>
              </p:nvPr>
            </p:nvSpPr>
            <p:spPr>
              <a:xfrm>
                <a:off x="3696" y="1344"/>
                <a:ext cx="1407" cy="0"/>
              </a:xfrm>
              <a:prstGeom prst="line">
                <a:avLst/>
              </a:prstGeom>
              <a:ln w="28575" cap="flat" cmpd="sng">
                <a:solidFill>
                  <a:schemeClr val="accent3"/>
                </a:solidFill>
                <a:prstDash val="solid"/>
                <a:headEnd type="none" w="med" len="med"/>
                <a:tailEnd type="none" w="med" len="med"/>
              </a:ln>
            </p:spPr>
          </p:sp>
          <p:sp>
            <p:nvSpPr>
              <p:cNvPr id="18470" name="Line 12"/>
              <p:cNvSpPr/>
              <p:nvPr>
                <p:custDataLst>
                  <p:tags r:id="rId7"/>
                </p:custDataLst>
              </p:nvPr>
            </p:nvSpPr>
            <p:spPr>
              <a:xfrm>
                <a:off x="5103" y="210"/>
                <a:ext cx="0" cy="453"/>
              </a:xfrm>
              <a:prstGeom prst="line">
                <a:avLst/>
              </a:prstGeom>
              <a:ln w="28575" cap="flat" cmpd="sng">
                <a:solidFill>
                  <a:schemeClr val="accent3"/>
                </a:solidFill>
                <a:prstDash val="solid"/>
                <a:headEnd type="none" w="med" len="med"/>
                <a:tailEnd type="none" w="med" len="med"/>
              </a:ln>
            </p:spPr>
          </p:sp>
          <p:sp>
            <p:nvSpPr>
              <p:cNvPr id="18471" name="Line 13"/>
              <p:cNvSpPr/>
              <p:nvPr>
                <p:custDataLst>
                  <p:tags r:id="rId8"/>
                </p:custDataLst>
              </p:nvPr>
            </p:nvSpPr>
            <p:spPr>
              <a:xfrm>
                <a:off x="5103" y="799"/>
                <a:ext cx="0" cy="545"/>
              </a:xfrm>
              <a:prstGeom prst="line">
                <a:avLst/>
              </a:prstGeom>
              <a:ln w="28575" cap="flat" cmpd="sng">
                <a:solidFill>
                  <a:schemeClr val="accent3"/>
                </a:solidFill>
                <a:prstDash val="solid"/>
                <a:headEnd type="none" w="med" len="med"/>
                <a:tailEnd type="none" w="med" len="med"/>
              </a:ln>
            </p:spPr>
          </p:sp>
          <p:sp>
            <p:nvSpPr>
              <p:cNvPr id="18472" name="Text Box 14"/>
              <p:cNvSpPr txBox="1"/>
              <p:nvPr>
                <p:custDataLst>
                  <p:tags r:id="rId9"/>
                </p:custDataLst>
              </p:nvPr>
            </p:nvSpPr>
            <p:spPr>
              <a:xfrm>
                <a:off x="3696" y="255"/>
                <a:ext cx="27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8473" name="Text Box 15"/>
              <p:cNvSpPr txBox="1"/>
              <p:nvPr>
                <p:custDataLst>
                  <p:tags r:id="rId13"/>
                </p:custDataLst>
              </p:nvPr>
            </p:nvSpPr>
            <p:spPr>
              <a:xfrm>
                <a:off x="3696" y="890"/>
                <a:ext cx="27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graphicFrame>
            <p:nvGraphicFramePr>
              <p:cNvPr id="18474" name="Object 16"/>
              <p:cNvGraphicFramePr>
                <a:graphicFrameLocks noChangeAspect="1"/>
              </p:cNvGraphicFramePr>
              <p:nvPr/>
            </p:nvGraphicFramePr>
            <p:xfrm>
              <a:off x="3913" y="562"/>
              <a:ext cx="586" cy="383"/>
            </p:xfrm>
            <a:graphic>
              <a:graphicData uri="http://schemas.openxmlformats.org/presentationml/2006/ole">
                <mc:AlternateContent xmlns:mc="http://schemas.openxmlformats.org/markup-compatibility/2006">
                  <mc:Choice xmlns:v="urn:schemas-microsoft-com:vml" Requires="v">
                    <p:oleObj spid="_x0000_s3091" name="" r:id="rId14" imgW="304800" imgH="182880" progId="Equation.3">
                      <p:embed/>
                    </p:oleObj>
                  </mc:Choice>
                  <mc:Fallback>
                    <p:oleObj name="" r:id="rId14" imgW="304800" imgH="182880" progId="Equation.3">
                      <p:embed/>
                      <p:pic>
                        <p:nvPicPr>
                          <p:cNvPr id="0" name="图片 3090"/>
                          <p:cNvPicPr/>
                          <p:nvPr/>
                        </p:nvPicPr>
                        <p:blipFill>
                          <a:blip r:embed="rId15">
                            <a:clrChange>
                              <a:clrFrom>
                                <a:srgbClr val="000000"/>
                              </a:clrFrom>
                              <a:clrTo>
                                <a:srgbClr val="000080"/>
                              </a:clrTo>
                            </a:clrChange>
                          </a:blip>
                          <a:stretch>
                            <a:fillRect/>
                          </a:stretch>
                        </p:blipFill>
                        <p:spPr>
                          <a:xfrm>
                            <a:off x="3913" y="562"/>
                            <a:ext cx="586" cy="383"/>
                          </a:xfrm>
                          <a:prstGeom prst="rect">
                            <a:avLst/>
                          </a:prstGeom>
                          <a:noFill/>
                          <a:ln w="38100">
                            <a:noFill/>
                            <a:miter/>
                          </a:ln>
                        </p:spPr>
                      </p:pic>
                    </p:oleObj>
                  </mc:Fallback>
                </mc:AlternateContent>
              </a:graphicData>
            </a:graphic>
          </p:graphicFrame>
          <p:sp>
            <p:nvSpPr>
              <p:cNvPr id="18475" name="Text Box 17"/>
              <p:cNvSpPr txBox="1"/>
              <p:nvPr>
                <p:custDataLst>
                  <p:tags r:id="rId16"/>
                </p:custDataLst>
              </p:nvPr>
            </p:nvSpPr>
            <p:spPr>
              <a:xfrm>
                <a:off x="4558" y="527"/>
                <a:ext cx="317"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8476" name="Text Box 18"/>
              <p:cNvSpPr txBox="1"/>
              <p:nvPr>
                <p:custDataLst>
                  <p:tags r:id="rId17"/>
                </p:custDataLst>
              </p:nvPr>
            </p:nvSpPr>
            <p:spPr>
              <a:xfrm>
                <a:off x="5215" y="572"/>
                <a:ext cx="545"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0.5F</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18463" name="AutoShape 19"/>
            <p:cNvSpPr/>
            <p:nvPr>
              <p:custDataLst>
                <p:tags r:id="rId18"/>
              </p:custDataLst>
            </p:nvPr>
          </p:nvSpPr>
          <p:spPr>
            <a:xfrm>
              <a:off x="3923" y="255"/>
              <a:ext cx="409" cy="91"/>
            </a:xfrm>
            <a:prstGeom prst="rightArrow">
              <a:avLst>
                <a:gd name="adj1" fmla="val 50000"/>
                <a:gd name="adj2" fmla="val 112362"/>
              </a:avLst>
            </a:prstGeom>
            <a:solidFill>
              <a:schemeClr val="accent4"/>
            </a:solidFill>
            <a:ln w="9525">
              <a:noFill/>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18464" name="Text Box 20"/>
            <p:cNvSpPr txBox="1"/>
            <p:nvPr>
              <p:custDataLst>
                <p:tags r:id="rId19"/>
              </p:custDataLst>
            </p:nvPr>
          </p:nvSpPr>
          <p:spPr>
            <a:xfrm>
              <a:off x="4377" y="164"/>
              <a:ext cx="226"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grpSp>
        <p:nvGrpSpPr>
          <p:cNvPr id="348210" name="Group 50"/>
          <p:cNvGrpSpPr/>
          <p:nvPr/>
        </p:nvGrpSpPr>
        <p:grpSpPr>
          <a:xfrm>
            <a:off x="5232083" y="1169353"/>
            <a:ext cx="3673475" cy="2106612"/>
            <a:chOff x="3061" y="845"/>
            <a:chExt cx="2314" cy="1327"/>
          </a:xfrm>
        </p:grpSpPr>
        <p:sp>
          <p:nvSpPr>
            <p:cNvPr id="18451" name="Line 23"/>
            <p:cNvSpPr/>
            <p:nvPr>
              <p:custDataLst>
                <p:tags r:id="rId20"/>
              </p:custDataLst>
            </p:nvPr>
          </p:nvSpPr>
          <p:spPr>
            <a:xfrm>
              <a:off x="3277" y="935"/>
              <a:ext cx="0" cy="1044"/>
            </a:xfrm>
            <a:prstGeom prst="line">
              <a:avLst/>
            </a:prstGeom>
            <a:ln w="28575" cap="flat" cmpd="sng">
              <a:solidFill>
                <a:schemeClr val="dk1"/>
              </a:solidFill>
              <a:prstDash val="solid"/>
              <a:headEnd type="triangle" w="med" len="med"/>
              <a:tailEnd type="none" w="med" len="med"/>
            </a:ln>
          </p:spPr>
        </p:sp>
        <p:sp>
          <p:nvSpPr>
            <p:cNvPr id="18452" name="Line 24"/>
            <p:cNvSpPr/>
            <p:nvPr>
              <p:custDataLst>
                <p:tags r:id="rId21"/>
              </p:custDataLst>
            </p:nvPr>
          </p:nvSpPr>
          <p:spPr>
            <a:xfrm>
              <a:off x="3147" y="1843"/>
              <a:ext cx="2033" cy="0"/>
            </a:xfrm>
            <a:prstGeom prst="line">
              <a:avLst/>
            </a:prstGeom>
            <a:ln w="28575" cap="flat" cmpd="sng">
              <a:solidFill>
                <a:schemeClr val="dk1"/>
              </a:solidFill>
              <a:prstDash val="solid"/>
              <a:headEnd type="none" w="med" len="med"/>
              <a:tailEnd type="triangle" w="med" len="med"/>
            </a:ln>
          </p:spPr>
        </p:sp>
        <p:sp>
          <p:nvSpPr>
            <p:cNvPr id="18453" name="Line 25"/>
            <p:cNvSpPr/>
            <p:nvPr/>
          </p:nvSpPr>
          <p:spPr>
            <a:xfrm flipV="1">
              <a:off x="3277" y="1162"/>
              <a:ext cx="822" cy="681"/>
            </a:xfrm>
            <a:prstGeom prst="line">
              <a:avLst/>
            </a:prstGeom>
            <a:ln w="38100" cap="flat" cmpd="sng">
              <a:solidFill>
                <a:srgbClr val="FF3300"/>
              </a:solidFill>
              <a:prstDash val="solid"/>
              <a:headEnd type="none" w="med" len="med"/>
              <a:tailEnd type="none" w="med" len="med"/>
            </a:ln>
          </p:spPr>
        </p:sp>
        <p:sp>
          <p:nvSpPr>
            <p:cNvPr id="18454" name="Line 26"/>
            <p:cNvSpPr/>
            <p:nvPr/>
          </p:nvSpPr>
          <p:spPr>
            <a:xfrm>
              <a:off x="4099" y="1162"/>
              <a:ext cx="779" cy="681"/>
            </a:xfrm>
            <a:prstGeom prst="line">
              <a:avLst/>
            </a:prstGeom>
            <a:ln w="38100" cap="flat" cmpd="sng">
              <a:solidFill>
                <a:srgbClr val="FF3300"/>
              </a:solidFill>
              <a:prstDash val="solid"/>
              <a:headEnd type="none" w="med" len="med"/>
              <a:tailEnd type="none" w="med" len="med"/>
            </a:ln>
          </p:spPr>
        </p:sp>
        <p:sp>
          <p:nvSpPr>
            <p:cNvPr id="18455" name="Text Box 27"/>
            <p:cNvSpPr txBox="1"/>
            <p:nvPr>
              <p:custDataLst>
                <p:tags r:id="rId22"/>
              </p:custDataLst>
            </p:nvPr>
          </p:nvSpPr>
          <p:spPr>
            <a:xfrm>
              <a:off x="4704" y="1797"/>
              <a:ext cx="260"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2</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8456" name="Text Box 28"/>
            <p:cNvSpPr txBox="1"/>
            <p:nvPr>
              <p:custDataLst>
                <p:tags r:id="rId23"/>
              </p:custDataLst>
            </p:nvPr>
          </p:nvSpPr>
          <p:spPr>
            <a:xfrm>
              <a:off x="3969" y="1843"/>
              <a:ext cx="259"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1</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8457" name="Text Box 29"/>
            <p:cNvSpPr txBox="1"/>
            <p:nvPr>
              <p:custDataLst>
                <p:tags r:id="rId24"/>
              </p:custDataLst>
            </p:nvPr>
          </p:nvSpPr>
          <p:spPr>
            <a:xfrm>
              <a:off x="4899" y="1797"/>
              <a:ext cx="476"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 </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/s</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8458" name="Text Box 30"/>
            <p:cNvSpPr txBox="1"/>
            <p:nvPr>
              <p:custDataLst>
                <p:tags r:id="rId25"/>
              </p:custDataLst>
            </p:nvPr>
          </p:nvSpPr>
          <p:spPr>
            <a:xfrm>
              <a:off x="3061" y="1026"/>
              <a:ext cx="259"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2</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8459" name="Text Box 31"/>
            <p:cNvSpPr txBox="1"/>
            <p:nvPr>
              <p:custDataLst>
                <p:tags r:id="rId26"/>
              </p:custDataLst>
            </p:nvPr>
          </p:nvSpPr>
          <p:spPr>
            <a:xfrm>
              <a:off x="3061" y="1843"/>
              <a:ext cx="259"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0</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8460" name="Line 32"/>
            <p:cNvSpPr/>
            <p:nvPr>
              <p:custDataLst>
                <p:tags r:id="rId27"/>
              </p:custDataLst>
            </p:nvPr>
          </p:nvSpPr>
          <p:spPr>
            <a:xfrm>
              <a:off x="3277" y="1162"/>
              <a:ext cx="822" cy="0"/>
            </a:xfrm>
            <a:prstGeom prst="line">
              <a:avLst/>
            </a:prstGeom>
            <a:ln w="9525" cap="flat" cmpd="sng">
              <a:solidFill>
                <a:schemeClr val="dk1"/>
              </a:solidFill>
              <a:prstDash val="dashDot"/>
              <a:headEnd type="none" w="med" len="med"/>
              <a:tailEnd type="none" w="med" len="med"/>
            </a:ln>
          </p:spPr>
        </p:sp>
        <p:sp>
          <p:nvSpPr>
            <p:cNvPr id="18461" name="Text Box 33"/>
            <p:cNvSpPr txBox="1"/>
            <p:nvPr>
              <p:custDataLst>
                <p:tags r:id="rId28"/>
              </p:custDataLst>
            </p:nvPr>
          </p:nvSpPr>
          <p:spPr>
            <a:xfrm>
              <a:off x="3320" y="845"/>
              <a:ext cx="649"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S</a:t>
              </a: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400" dirty="0">
                  <a:solidFill>
                    <a:schemeClr val="dk1"/>
                  </a:solidFill>
                  <a:latin typeface="Times New Roman" panose="02020603050405020304" pitchFamily="18" charset="0"/>
                  <a:ea typeface="黑体" panose="02010609060101010101" pitchFamily="49" charset="-122"/>
                  <a:sym typeface="Symbol" panose="05050102010706020507" pitchFamily="18" charset="2"/>
                </a:rPr>
                <a:t>V</a:t>
              </a:r>
              <a:endParaRPr lang="en-US" altLang="zh-CN" sz="24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348194" name="AutoShape 34"/>
          <p:cNvSpPr/>
          <p:nvPr>
            <p:custDataLst>
              <p:tags r:id="rId29"/>
            </p:custDataLst>
          </p:nvPr>
        </p:nvSpPr>
        <p:spPr>
          <a:xfrm>
            <a:off x="6889433" y="953453"/>
            <a:ext cx="1728787" cy="504825"/>
          </a:xfrm>
          <a:prstGeom prst="wedgeRoundRectCallout">
            <a:avLst>
              <a:gd name="adj1" fmla="val -47889"/>
              <a:gd name="adj2" fmla="val 155977"/>
              <a:gd name="adj3" fmla="val 16667"/>
            </a:avLst>
          </a:prstGeom>
          <a:solidFill>
            <a:schemeClr val="accent2"/>
          </a:solidFill>
          <a:ln w="9525">
            <a:noFill/>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电源波形</a:t>
            </a:r>
            <a:endPar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48195" name="Text Box 35"/>
          <p:cNvSpPr txBox="1"/>
          <p:nvPr>
            <p:custDataLst>
              <p:tags r:id="rId30"/>
            </p:custDataLst>
          </p:nvPr>
        </p:nvSpPr>
        <p:spPr>
          <a:xfrm>
            <a:off x="983933" y="3472815"/>
            <a:ext cx="576262" cy="583565"/>
          </a:xfrm>
          <a:prstGeom prst="rect">
            <a:avLst/>
          </a:prstGeom>
          <a:solidFill>
            <a:schemeClr val="accent6"/>
          </a:solid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zh-CN" altLang="en-US" b="1" dirty="0">
                <a:solidFill>
                  <a:schemeClr val="lt1"/>
                </a:solidFill>
                <a:latin typeface="Times New Roman" panose="02020603050405020304" pitchFamily="18" charset="0"/>
                <a:ea typeface="黑体" panose="02010609060101010101" pitchFamily="49" charset="-122"/>
                <a:sym typeface="Symbol" panose="05050102010706020507" pitchFamily="18" charset="2"/>
              </a:rPr>
              <a:t>解</a:t>
            </a:r>
            <a:endParaRPr lang="zh-CN" altLang="en-US" b="1" dirty="0">
              <a:solidFill>
                <a:schemeClr val="lt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48196" name="Text Box 36"/>
          <p:cNvSpPr txBox="1"/>
          <p:nvPr/>
        </p:nvSpPr>
        <p:spPr>
          <a:xfrm>
            <a:off x="1849120" y="3472815"/>
            <a:ext cx="3960813"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S </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的函数表示式为</a:t>
            </a: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348197" name="Object 37"/>
          <p:cNvGraphicFramePr>
            <a:graphicFrameLocks noChangeAspect="1"/>
          </p:cNvGraphicFramePr>
          <p:nvPr/>
        </p:nvGraphicFramePr>
        <p:xfrm>
          <a:off x="6135688" y="3717290"/>
          <a:ext cx="4752975" cy="2389188"/>
        </p:xfrm>
        <a:graphic>
          <a:graphicData uri="http://schemas.openxmlformats.org/presentationml/2006/ole">
            <mc:AlternateContent xmlns:mc="http://schemas.openxmlformats.org/markup-compatibility/2006">
              <mc:Choice xmlns:v="urn:schemas-microsoft-com:vml" Requires="v">
                <p:oleObj spid="_x0000_s3078" name="" r:id="rId31" imgW="1802765" imgH="931545" progId="Equation.3">
                  <p:embed/>
                </p:oleObj>
              </mc:Choice>
              <mc:Fallback>
                <p:oleObj name="" r:id="rId31" imgW="1802765" imgH="931545" progId="Equation.3">
                  <p:embed/>
                  <p:pic>
                    <p:nvPicPr>
                      <p:cNvPr id="0" name="图片 3077"/>
                      <p:cNvPicPr/>
                      <p:nvPr/>
                    </p:nvPicPr>
                    <p:blipFill>
                      <a:blip r:embed="rId32">
                        <a:clrChange>
                          <a:clrFrom>
                            <a:srgbClr val="000000"/>
                          </a:clrFrom>
                          <a:clrTo>
                            <a:srgbClr val="000080"/>
                          </a:clrTo>
                        </a:clrChange>
                      </a:blip>
                      <a:stretch>
                        <a:fillRect/>
                      </a:stretch>
                    </p:blipFill>
                    <p:spPr>
                      <a:xfrm>
                        <a:off x="6135688" y="3717290"/>
                        <a:ext cx="4752975" cy="2389188"/>
                      </a:xfrm>
                      <a:prstGeom prst="rect">
                        <a:avLst/>
                      </a:prstGeom>
                      <a:solidFill>
                        <a:schemeClr val="tx1"/>
                      </a:solidFill>
                      <a:ln w="38100">
                        <a:noFill/>
                        <a:miter/>
                      </a:ln>
                    </p:spPr>
                  </p:pic>
                </p:oleObj>
              </mc:Fallback>
            </mc:AlternateContent>
          </a:graphicData>
        </a:graphic>
      </p:graphicFrame>
    </p:spTree>
  </p:cSld>
  <p:clrMapOvr>
    <a:masterClrMapping/>
  </p:clrMapOvr>
  <p:transition/>
  <p:timing>
    <p:tnLst>
      <p:par>
        <p:cTn id="1" dur="indefinite" restart="never" nodeType="tmRoot"/>
      </p:par>
    </p:tnLst>
    <p:bldLst>
      <p:bldP spid="348194" grpId="0" bldLvl="0" animBg="1"/>
      <p:bldP spid="348195" grpId="0" bldLvl="0" animBg="1"/>
      <p:bldP spid="34819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9458" name="Object 2"/>
          <p:cNvGraphicFramePr>
            <a:graphicFrameLocks noChangeAspect="1"/>
          </p:cNvGraphicFramePr>
          <p:nvPr/>
        </p:nvGraphicFramePr>
        <p:xfrm>
          <a:off x="3503613" y="1052513"/>
          <a:ext cx="4321175" cy="2173287"/>
        </p:xfrm>
        <a:graphic>
          <a:graphicData uri="http://schemas.openxmlformats.org/presentationml/2006/ole">
            <mc:AlternateContent xmlns:mc="http://schemas.openxmlformats.org/markup-compatibility/2006">
              <mc:Choice xmlns:v="urn:schemas-microsoft-com:vml" Requires="v">
                <p:oleObj spid="_x0000_s3085" name="" r:id="rId1" imgW="1802765" imgH="931545" progId="Equation.3">
                  <p:embed/>
                </p:oleObj>
              </mc:Choice>
              <mc:Fallback>
                <p:oleObj name="" r:id="rId1" imgW="1802765" imgH="931545" progId="Equation.3">
                  <p:embed/>
                  <p:pic>
                    <p:nvPicPr>
                      <p:cNvPr id="0" name="图片 3084"/>
                      <p:cNvPicPr/>
                      <p:nvPr/>
                    </p:nvPicPr>
                    <p:blipFill>
                      <a:blip r:embed="rId2">
                        <a:clrChange>
                          <a:clrFrom>
                            <a:srgbClr val="000000"/>
                          </a:clrFrom>
                          <a:clrTo>
                            <a:srgbClr val="000080"/>
                          </a:clrTo>
                        </a:clrChange>
                      </a:blip>
                      <a:stretch>
                        <a:fillRect/>
                      </a:stretch>
                    </p:blipFill>
                    <p:spPr>
                      <a:xfrm>
                        <a:off x="3503613" y="1052513"/>
                        <a:ext cx="4321175" cy="2173287"/>
                      </a:xfrm>
                      <a:prstGeom prst="rect">
                        <a:avLst/>
                      </a:prstGeom>
                      <a:solidFill>
                        <a:schemeClr val="tx1"/>
                      </a:solidFill>
                      <a:ln w="38100">
                        <a:noFill/>
                        <a:miter/>
                      </a:ln>
                    </p:spPr>
                  </p:pic>
                </p:oleObj>
              </mc:Fallback>
            </mc:AlternateContent>
          </a:graphicData>
        </a:graphic>
      </p:graphicFrame>
      <p:graphicFrame>
        <p:nvGraphicFramePr>
          <p:cNvPr id="349187" name="Object 3"/>
          <p:cNvGraphicFramePr>
            <a:graphicFrameLocks noChangeAspect="1"/>
          </p:cNvGraphicFramePr>
          <p:nvPr/>
        </p:nvGraphicFramePr>
        <p:xfrm>
          <a:off x="2508885" y="3501073"/>
          <a:ext cx="4867275" cy="2416175"/>
        </p:xfrm>
        <a:graphic>
          <a:graphicData uri="http://schemas.openxmlformats.org/presentationml/2006/ole">
            <mc:AlternateContent xmlns:mc="http://schemas.openxmlformats.org/markup-compatibility/2006">
              <mc:Choice xmlns:v="urn:schemas-microsoft-com:vml" Requires="v">
                <p:oleObj spid="_x0000_s3086" name="" r:id="rId3" imgW="1906905" imgH="931545" progId="Equation.3">
                  <p:embed/>
                </p:oleObj>
              </mc:Choice>
              <mc:Fallback>
                <p:oleObj name="" r:id="rId3" imgW="1906905" imgH="931545" progId="Equation.3">
                  <p:embed/>
                  <p:pic>
                    <p:nvPicPr>
                      <p:cNvPr id="0" name="图片 3085"/>
                      <p:cNvPicPr/>
                      <p:nvPr/>
                    </p:nvPicPr>
                    <p:blipFill>
                      <a:blip r:embed="rId4">
                        <a:clrChange>
                          <a:clrFrom>
                            <a:srgbClr val="000000"/>
                          </a:clrFrom>
                          <a:clrTo>
                            <a:srgbClr val="000080"/>
                          </a:clrTo>
                        </a:clrChange>
                      </a:blip>
                      <a:stretch>
                        <a:fillRect/>
                      </a:stretch>
                    </p:blipFill>
                    <p:spPr>
                      <a:xfrm>
                        <a:off x="2508885" y="3501073"/>
                        <a:ext cx="4867275" cy="2416175"/>
                      </a:xfrm>
                      <a:prstGeom prst="rect">
                        <a:avLst/>
                      </a:prstGeom>
                      <a:solidFill>
                        <a:schemeClr val="tx1"/>
                      </a:solidFill>
                      <a:ln w="38100">
                        <a:noFill/>
                        <a:miter/>
                      </a:ln>
                    </p:spPr>
                  </p:pic>
                </p:oleObj>
              </mc:Fallback>
            </mc:AlternateContent>
          </a:graphicData>
        </a:graphic>
      </p:graphicFrame>
      <p:sp>
        <p:nvSpPr>
          <p:cNvPr id="349188" name="Text Box 4"/>
          <p:cNvSpPr txBox="1"/>
          <p:nvPr/>
        </p:nvSpPr>
        <p:spPr>
          <a:xfrm>
            <a:off x="47308" y="4293235"/>
            <a:ext cx="1800225"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解得电流</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49189" name="Group 5"/>
          <p:cNvGrpSpPr/>
          <p:nvPr/>
        </p:nvGrpSpPr>
        <p:grpSpPr>
          <a:xfrm>
            <a:off x="8036560" y="3368993"/>
            <a:ext cx="3311525" cy="2419350"/>
            <a:chOff x="3334" y="2795"/>
            <a:chExt cx="2086" cy="1134"/>
          </a:xfrm>
        </p:grpSpPr>
        <p:sp>
          <p:nvSpPr>
            <p:cNvPr id="19472" name="Line 6"/>
            <p:cNvSpPr/>
            <p:nvPr>
              <p:custDataLst>
                <p:tags r:id="rId8"/>
              </p:custDataLst>
            </p:nvPr>
          </p:nvSpPr>
          <p:spPr>
            <a:xfrm>
              <a:off x="3629" y="2885"/>
              <a:ext cx="0" cy="1044"/>
            </a:xfrm>
            <a:prstGeom prst="line">
              <a:avLst/>
            </a:prstGeom>
            <a:ln w="28575" cap="flat" cmpd="sng">
              <a:solidFill>
                <a:schemeClr val="dk1"/>
              </a:solidFill>
              <a:prstDash val="solid"/>
              <a:headEnd type="triangle" w="med" len="med"/>
              <a:tailEnd type="none" w="med" len="med"/>
            </a:ln>
          </p:spPr>
        </p:sp>
        <p:sp>
          <p:nvSpPr>
            <p:cNvPr id="19473" name="Line 7"/>
            <p:cNvSpPr/>
            <p:nvPr>
              <p:custDataLst>
                <p:tags r:id="rId9"/>
              </p:custDataLst>
            </p:nvPr>
          </p:nvSpPr>
          <p:spPr>
            <a:xfrm>
              <a:off x="3518" y="3430"/>
              <a:ext cx="1736" cy="0"/>
            </a:xfrm>
            <a:prstGeom prst="line">
              <a:avLst/>
            </a:prstGeom>
            <a:ln w="28575" cap="flat" cmpd="sng">
              <a:solidFill>
                <a:schemeClr val="dk1"/>
              </a:solidFill>
              <a:prstDash val="solid"/>
              <a:headEnd type="none" w="med" len="med"/>
              <a:tailEnd type="triangle" w="med" len="med"/>
            </a:ln>
          </p:spPr>
        </p:sp>
        <p:sp>
          <p:nvSpPr>
            <p:cNvPr id="19474" name="Text Box 8"/>
            <p:cNvSpPr txBox="1"/>
            <p:nvPr>
              <p:custDataLst>
                <p:tags r:id="rId10"/>
              </p:custDataLst>
            </p:nvPr>
          </p:nvSpPr>
          <p:spPr>
            <a:xfrm>
              <a:off x="4811" y="3385"/>
              <a:ext cx="221" cy="2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2</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9475" name="Text Box 9"/>
            <p:cNvSpPr txBox="1"/>
            <p:nvPr>
              <p:custDataLst>
                <p:tags r:id="rId11"/>
              </p:custDataLst>
            </p:nvPr>
          </p:nvSpPr>
          <p:spPr>
            <a:xfrm>
              <a:off x="4109" y="3430"/>
              <a:ext cx="222" cy="2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1</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9476" name="Text Box 10"/>
            <p:cNvSpPr txBox="1"/>
            <p:nvPr>
              <p:custDataLst>
                <p:tags r:id="rId12"/>
              </p:custDataLst>
            </p:nvPr>
          </p:nvSpPr>
          <p:spPr>
            <a:xfrm>
              <a:off x="5014" y="3430"/>
              <a:ext cx="406" cy="2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 </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/s</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9477" name="Text Box 11"/>
            <p:cNvSpPr txBox="1"/>
            <p:nvPr>
              <p:custDataLst>
                <p:tags r:id="rId13"/>
              </p:custDataLst>
            </p:nvPr>
          </p:nvSpPr>
          <p:spPr>
            <a:xfrm>
              <a:off x="3445" y="2976"/>
              <a:ext cx="221" cy="2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1</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19478" name="Line 12"/>
            <p:cNvSpPr/>
            <p:nvPr/>
          </p:nvSpPr>
          <p:spPr>
            <a:xfrm>
              <a:off x="3629" y="3112"/>
              <a:ext cx="702" cy="0"/>
            </a:xfrm>
            <a:prstGeom prst="line">
              <a:avLst/>
            </a:prstGeom>
            <a:ln w="38100" cap="flat" cmpd="sng">
              <a:solidFill>
                <a:srgbClr val="FF3300"/>
              </a:solidFill>
              <a:prstDash val="solid"/>
              <a:headEnd type="none" w="med" len="med"/>
              <a:tailEnd type="none" w="med" len="med"/>
            </a:ln>
          </p:spPr>
        </p:sp>
        <p:sp>
          <p:nvSpPr>
            <p:cNvPr id="19479" name="Text Box 13"/>
            <p:cNvSpPr txBox="1"/>
            <p:nvPr>
              <p:custDataLst>
                <p:tags r:id="rId14"/>
              </p:custDataLst>
            </p:nvPr>
          </p:nvSpPr>
          <p:spPr>
            <a:xfrm>
              <a:off x="3666" y="2795"/>
              <a:ext cx="406" cy="2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9480" name="Text Box 14"/>
            <p:cNvSpPr txBox="1"/>
            <p:nvPr>
              <p:custDataLst>
                <p:tags r:id="rId15"/>
              </p:custDataLst>
            </p:nvPr>
          </p:nvSpPr>
          <p:spPr>
            <a:xfrm>
              <a:off x="3334" y="3521"/>
              <a:ext cx="332" cy="2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9481" name="Line 15"/>
            <p:cNvSpPr/>
            <p:nvPr/>
          </p:nvSpPr>
          <p:spPr>
            <a:xfrm>
              <a:off x="4331" y="3748"/>
              <a:ext cx="701" cy="0"/>
            </a:xfrm>
            <a:prstGeom prst="line">
              <a:avLst/>
            </a:prstGeom>
            <a:ln w="38100" cap="flat" cmpd="sng">
              <a:solidFill>
                <a:srgbClr val="FF3300"/>
              </a:solidFill>
              <a:prstDash val="solid"/>
              <a:headEnd type="none" w="med" len="med"/>
              <a:tailEnd type="none" w="med" len="med"/>
            </a:ln>
          </p:spPr>
        </p:sp>
        <p:sp>
          <p:nvSpPr>
            <p:cNvPr id="19482" name="Line 16"/>
            <p:cNvSpPr/>
            <p:nvPr/>
          </p:nvSpPr>
          <p:spPr>
            <a:xfrm>
              <a:off x="4331" y="3113"/>
              <a:ext cx="0" cy="635"/>
            </a:xfrm>
            <a:prstGeom prst="line">
              <a:avLst/>
            </a:prstGeom>
            <a:ln w="28575" cap="flat" cmpd="sng">
              <a:solidFill>
                <a:srgbClr val="FF3300"/>
              </a:solidFill>
              <a:prstDash val="solid"/>
              <a:headEnd type="none" w="med" len="med"/>
              <a:tailEnd type="none" w="med" len="med"/>
            </a:ln>
          </p:spPr>
        </p:sp>
        <p:sp>
          <p:nvSpPr>
            <p:cNvPr id="19483" name="Line 17"/>
            <p:cNvSpPr/>
            <p:nvPr/>
          </p:nvSpPr>
          <p:spPr>
            <a:xfrm>
              <a:off x="4996" y="3430"/>
              <a:ext cx="0" cy="318"/>
            </a:xfrm>
            <a:prstGeom prst="line">
              <a:avLst/>
            </a:prstGeom>
            <a:ln w="28575" cap="flat" cmpd="sng">
              <a:solidFill>
                <a:srgbClr val="FF3300"/>
              </a:solidFill>
              <a:prstDash val="solid"/>
              <a:headEnd type="none" w="med" len="med"/>
              <a:tailEnd type="none" w="med" len="med"/>
            </a:ln>
          </p:spPr>
        </p:sp>
      </p:grpSp>
      <p:sp>
        <p:nvSpPr>
          <p:cNvPr id="349208" name="Text Box 24" descr="斜纹布"/>
          <p:cNvSpPr txBox="1"/>
          <p:nvPr>
            <p:custDataLst>
              <p:tags r:id="rId16"/>
            </p:custDataLst>
          </p:nvPr>
        </p:nvSpPr>
        <p:spPr>
          <a:xfrm>
            <a:off x="6816725" y="4851718"/>
            <a:ext cx="576263" cy="52197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5"/>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6"/>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7"/>
              </a:buBlip>
              <a:defRPr sz="2000">
                <a:solidFill>
                  <a:schemeClr val="tx1"/>
                </a:solidFill>
                <a:effectLst/>
                <a:latin typeface="+mn-lt"/>
                <a:ea typeface="+mn-ea"/>
              </a:defRPr>
            </a:lvl5pPr>
          </a:lstStyle>
          <a:p>
            <a:pPr marL="0" lvl="0" indent="0" eaLnBrk="1" hangingPunct="1">
              <a:spcBef>
                <a:spcPct val="50000"/>
              </a:spcBef>
              <a:buClrTx/>
              <a:buSzTx/>
              <a:buFontTx/>
              <a:buNone/>
            </a:pPr>
            <a:r>
              <a:rPr lang="en-US" altLang="zh-CN" sz="2800" dirty="0">
                <a:solidFill>
                  <a:schemeClr val="dk1"/>
                </a:solidFill>
                <a:latin typeface="Times New Roman" panose="02020603050405020304" pitchFamily="18" charset="0"/>
                <a:ea typeface="楷体_GB2312" pitchFamily="49" charset="-122"/>
              </a:rPr>
              <a:t>0</a:t>
            </a:r>
            <a:endParaRPr lang="en-US" altLang="zh-CN" sz="2800" dirty="0">
              <a:solidFill>
                <a:schemeClr val="dk1"/>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par>
    </p:tnLst>
    <p:bldLst>
      <p:bldP spid="349188" grpId="0"/>
      <p:bldP spid="349208"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50210" name="Object 2"/>
          <p:cNvGraphicFramePr>
            <a:graphicFrameLocks noChangeAspect="1"/>
          </p:cNvGraphicFramePr>
          <p:nvPr/>
        </p:nvGraphicFramePr>
        <p:xfrm>
          <a:off x="468630" y="2190115"/>
          <a:ext cx="5459413" cy="2289175"/>
        </p:xfrm>
        <a:graphic>
          <a:graphicData uri="http://schemas.openxmlformats.org/presentationml/2006/ole">
            <mc:AlternateContent xmlns:mc="http://schemas.openxmlformats.org/markup-compatibility/2006">
              <mc:Choice xmlns:v="urn:schemas-microsoft-com:vml" Requires="v">
                <p:oleObj spid="_x0000_s3092" name="" r:id="rId1" imgW="2264410" imgH="931545" progId="Equation.3">
                  <p:embed/>
                </p:oleObj>
              </mc:Choice>
              <mc:Fallback>
                <p:oleObj name="" r:id="rId1" imgW="2264410" imgH="931545" progId="Equation.3">
                  <p:embed/>
                  <p:pic>
                    <p:nvPicPr>
                      <p:cNvPr id="0" name="图片 3091"/>
                      <p:cNvPicPr/>
                      <p:nvPr/>
                    </p:nvPicPr>
                    <p:blipFill>
                      <a:blip r:embed="rId2">
                        <a:clrChange>
                          <a:clrFrom>
                            <a:srgbClr val="000000"/>
                          </a:clrFrom>
                          <a:clrTo>
                            <a:srgbClr val="000080"/>
                          </a:clrTo>
                        </a:clrChange>
                      </a:blip>
                      <a:stretch>
                        <a:fillRect/>
                      </a:stretch>
                    </p:blipFill>
                    <p:spPr>
                      <a:xfrm>
                        <a:off x="468630" y="2190115"/>
                        <a:ext cx="5459413" cy="2289175"/>
                      </a:xfrm>
                      <a:prstGeom prst="rect">
                        <a:avLst/>
                      </a:prstGeom>
                      <a:solidFill>
                        <a:schemeClr val="tx1"/>
                      </a:solidFill>
                      <a:ln w="38100">
                        <a:noFill/>
                        <a:miter/>
                      </a:ln>
                    </p:spPr>
                  </p:pic>
                </p:oleObj>
              </mc:Fallback>
            </mc:AlternateContent>
          </a:graphicData>
        </a:graphic>
      </p:graphicFrame>
      <p:grpSp>
        <p:nvGrpSpPr>
          <p:cNvPr id="350211" name="Group 3"/>
          <p:cNvGrpSpPr/>
          <p:nvPr/>
        </p:nvGrpSpPr>
        <p:grpSpPr>
          <a:xfrm>
            <a:off x="6316980" y="1974850"/>
            <a:ext cx="4103688" cy="2682875"/>
            <a:chOff x="2880" y="255"/>
            <a:chExt cx="2585" cy="1690"/>
          </a:xfrm>
        </p:grpSpPr>
        <p:sp>
          <p:nvSpPr>
            <p:cNvPr id="20495" name="Line 4"/>
            <p:cNvSpPr/>
            <p:nvPr>
              <p:custDataLst>
                <p:tags r:id="rId3"/>
              </p:custDataLst>
            </p:nvPr>
          </p:nvSpPr>
          <p:spPr>
            <a:xfrm>
              <a:off x="3242" y="340"/>
              <a:ext cx="27" cy="1543"/>
            </a:xfrm>
            <a:prstGeom prst="line">
              <a:avLst/>
            </a:prstGeom>
            <a:ln w="28575" cap="flat" cmpd="sng">
              <a:solidFill>
                <a:schemeClr val="dk1"/>
              </a:solidFill>
              <a:prstDash val="solid"/>
              <a:headEnd type="triangle" w="med" len="med"/>
              <a:tailEnd type="none" w="med" len="med"/>
            </a:ln>
          </p:spPr>
        </p:sp>
        <p:sp>
          <p:nvSpPr>
            <p:cNvPr id="20496" name="Line 5"/>
            <p:cNvSpPr/>
            <p:nvPr>
              <p:custDataLst>
                <p:tags r:id="rId4"/>
              </p:custDataLst>
            </p:nvPr>
          </p:nvSpPr>
          <p:spPr>
            <a:xfrm>
              <a:off x="3104" y="1198"/>
              <a:ext cx="2155" cy="0"/>
            </a:xfrm>
            <a:prstGeom prst="line">
              <a:avLst/>
            </a:prstGeom>
            <a:ln w="28575" cap="flat" cmpd="sng">
              <a:solidFill>
                <a:schemeClr val="dk1"/>
              </a:solidFill>
              <a:prstDash val="solid"/>
              <a:headEnd type="none" w="med" len="med"/>
              <a:tailEnd type="triangle" w="med" len="med"/>
            </a:ln>
          </p:spPr>
        </p:sp>
        <p:sp>
          <p:nvSpPr>
            <p:cNvPr id="20497" name="Line 6"/>
            <p:cNvSpPr/>
            <p:nvPr/>
          </p:nvSpPr>
          <p:spPr>
            <a:xfrm flipV="1">
              <a:off x="3242" y="554"/>
              <a:ext cx="871" cy="644"/>
            </a:xfrm>
            <a:prstGeom prst="line">
              <a:avLst/>
            </a:prstGeom>
            <a:ln w="38100" cap="flat" cmpd="sng">
              <a:solidFill>
                <a:srgbClr val="FF3300"/>
              </a:solidFill>
              <a:prstDash val="solid"/>
              <a:headEnd type="none" w="med" len="med"/>
              <a:tailEnd type="none" w="med" len="med"/>
            </a:ln>
          </p:spPr>
        </p:sp>
        <p:sp>
          <p:nvSpPr>
            <p:cNvPr id="20498" name="Line 7"/>
            <p:cNvSpPr/>
            <p:nvPr/>
          </p:nvSpPr>
          <p:spPr>
            <a:xfrm flipV="1">
              <a:off x="4123" y="1198"/>
              <a:ext cx="734" cy="598"/>
            </a:xfrm>
            <a:prstGeom prst="line">
              <a:avLst/>
            </a:prstGeom>
            <a:ln w="38100" cap="flat" cmpd="sng">
              <a:solidFill>
                <a:srgbClr val="FF3300"/>
              </a:solidFill>
              <a:prstDash val="solid"/>
              <a:headEnd type="none" w="med" len="med"/>
              <a:tailEnd type="none" w="med" len="med"/>
            </a:ln>
          </p:spPr>
        </p:sp>
        <p:sp>
          <p:nvSpPr>
            <p:cNvPr id="20499" name="Text Box 8"/>
            <p:cNvSpPr txBox="1"/>
            <p:nvPr>
              <p:custDataLst>
                <p:tags r:id="rId5"/>
              </p:custDataLst>
            </p:nvPr>
          </p:nvSpPr>
          <p:spPr>
            <a:xfrm>
              <a:off x="4720" y="1198"/>
              <a:ext cx="275"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2</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0500" name="Text Box 9"/>
            <p:cNvSpPr txBox="1"/>
            <p:nvPr>
              <p:custDataLst>
                <p:tags r:id="rId9"/>
              </p:custDataLst>
            </p:nvPr>
          </p:nvSpPr>
          <p:spPr>
            <a:xfrm>
              <a:off x="3866" y="1198"/>
              <a:ext cx="275"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1</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0501" name="Text Box 10"/>
            <p:cNvSpPr txBox="1"/>
            <p:nvPr>
              <p:custDataLst>
                <p:tags r:id="rId10"/>
              </p:custDataLst>
            </p:nvPr>
          </p:nvSpPr>
          <p:spPr>
            <a:xfrm>
              <a:off x="4961" y="1154"/>
              <a:ext cx="504"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 </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/s</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0502" name="Text Box 11"/>
            <p:cNvSpPr txBox="1"/>
            <p:nvPr>
              <p:custDataLst>
                <p:tags r:id="rId11"/>
              </p:custDataLst>
            </p:nvPr>
          </p:nvSpPr>
          <p:spPr>
            <a:xfrm>
              <a:off x="3013" y="426"/>
              <a:ext cx="276"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2</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0503" name="Text Box 12"/>
            <p:cNvSpPr txBox="1"/>
            <p:nvPr>
              <p:custDataLst>
                <p:tags r:id="rId12"/>
              </p:custDataLst>
            </p:nvPr>
          </p:nvSpPr>
          <p:spPr>
            <a:xfrm>
              <a:off x="3013" y="1198"/>
              <a:ext cx="276"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0</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0504" name="Line 13"/>
            <p:cNvSpPr/>
            <p:nvPr>
              <p:custDataLst>
                <p:tags r:id="rId13"/>
              </p:custDataLst>
            </p:nvPr>
          </p:nvSpPr>
          <p:spPr>
            <a:xfrm>
              <a:off x="3242" y="554"/>
              <a:ext cx="871" cy="0"/>
            </a:xfrm>
            <a:prstGeom prst="line">
              <a:avLst/>
            </a:prstGeom>
            <a:ln w="9525" cap="flat" cmpd="sng">
              <a:solidFill>
                <a:schemeClr val="dk1"/>
              </a:solidFill>
              <a:prstDash val="dashDot"/>
              <a:headEnd type="none" w="med" len="med"/>
              <a:tailEnd type="none" w="med" len="med"/>
            </a:ln>
          </p:spPr>
        </p:sp>
        <p:sp>
          <p:nvSpPr>
            <p:cNvPr id="20505" name="Text Box 14"/>
            <p:cNvSpPr txBox="1"/>
            <p:nvPr>
              <p:custDataLst>
                <p:tags r:id="rId14"/>
              </p:custDataLst>
            </p:nvPr>
          </p:nvSpPr>
          <p:spPr>
            <a:xfrm>
              <a:off x="3289" y="255"/>
              <a:ext cx="504"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p/</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W</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0506" name="Line 15"/>
            <p:cNvSpPr/>
            <p:nvPr/>
          </p:nvSpPr>
          <p:spPr>
            <a:xfrm>
              <a:off x="4123" y="554"/>
              <a:ext cx="0" cy="1243"/>
            </a:xfrm>
            <a:prstGeom prst="line">
              <a:avLst/>
            </a:prstGeom>
            <a:ln w="38100" cap="flat" cmpd="sng">
              <a:solidFill>
                <a:srgbClr val="FF3300"/>
              </a:solidFill>
              <a:prstDash val="solid"/>
              <a:headEnd type="none" w="med" len="med"/>
              <a:tailEnd type="none" w="med" len="med"/>
            </a:ln>
          </p:spPr>
        </p:sp>
        <p:sp>
          <p:nvSpPr>
            <p:cNvPr id="20507" name="Line 16"/>
            <p:cNvSpPr/>
            <p:nvPr>
              <p:custDataLst>
                <p:tags r:id="rId15"/>
              </p:custDataLst>
            </p:nvPr>
          </p:nvSpPr>
          <p:spPr>
            <a:xfrm>
              <a:off x="3269" y="1797"/>
              <a:ext cx="871" cy="0"/>
            </a:xfrm>
            <a:prstGeom prst="line">
              <a:avLst/>
            </a:prstGeom>
            <a:ln w="9525" cap="flat" cmpd="sng">
              <a:solidFill>
                <a:schemeClr val="dk1"/>
              </a:solidFill>
              <a:prstDash val="dashDot"/>
              <a:headEnd type="none" w="med" len="med"/>
              <a:tailEnd type="none" w="med" len="med"/>
            </a:ln>
          </p:spPr>
        </p:sp>
        <p:sp>
          <p:nvSpPr>
            <p:cNvPr id="20508" name="Text Box 17"/>
            <p:cNvSpPr txBox="1"/>
            <p:nvPr>
              <p:custDataLst>
                <p:tags r:id="rId16"/>
              </p:custDataLst>
            </p:nvPr>
          </p:nvSpPr>
          <p:spPr>
            <a:xfrm>
              <a:off x="2880" y="1616"/>
              <a:ext cx="454"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350226" name="AutoShape 18" descr="蓝色面巾纸"/>
          <p:cNvSpPr/>
          <p:nvPr>
            <p:custDataLst>
              <p:tags r:id="rId17"/>
            </p:custDataLst>
          </p:nvPr>
        </p:nvSpPr>
        <p:spPr>
          <a:xfrm>
            <a:off x="9485630" y="1901825"/>
            <a:ext cx="2232025" cy="649288"/>
          </a:xfrm>
          <a:prstGeom prst="wedgeEllipseCallout">
            <a:avLst>
              <a:gd name="adj1" fmla="val -119699"/>
              <a:gd name="adj2" fmla="val 112347"/>
            </a:avLst>
          </a:prstGeom>
          <a:blipFill rotWithShape="1">
            <a:blip r:embed="rId18"/>
          </a:blipFill>
          <a:ln w="9525" cap="flat" cmpd="sng">
            <a:solidFill>
              <a:srgbClr val="00FFFF"/>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chemeClr val="lt2">
                    <a:lumMod val="50000"/>
                  </a:schemeClr>
                </a:solidFill>
                <a:latin typeface="Times New Roman" panose="02020603050405020304" pitchFamily="18" charset="0"/>
                <a:ea typeface="黑体" panose="02010609060101010101" pitchFamily="49" charset="-122"/>
                <a:sym typeface="Symbol" panose="05050102010706020507" pitchFamily="18" charset="2"/>
              </a:rPr>
              <a:t>吸收功率</a:t>
            </a:r>
            <a:endParaRPr lang="zh-CN" altLang="en-US" sz="2800" b="1" dirty="0">
              <a:solidFill>
                <a:schemeClr val="lt2">
                  <a:lumMod val="50000"/>
                </a:schemeClr>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50227" name="AutoShape 19" descr="蓝色面巾纸"/>
          <p:cNvSpPr/>
          <p:nvPr>
            <p:custDataLst>
              <p:tags r:id="rId19"/>
            </p:custDataLst>
          </p:nvPr>
        </p:nvSpPr>
        <p:spPr>
          <a:xfrm>
            <a:off x="9125268" y="4206875"/>
            <a:ext cx="2376487" cy="647700"/>
          </a:xfrm>
          <a:prstGeom prst="wedgeEllipseCallout">
            <a:avLst>
              <a:gd name="adj1" fmla="val -56144"/>
              <a:gd name="adj2" fmla="val -118870"/>
            </a:avLst>
          </a:prstGeom>
          <a:blipFill rotWithShape="1">
            <a:blip r:embed="rId18"/>
          </a:blipFill>
          <a:ln w="9525" cap="flat" cmpd="sng">
            <a:solidFill>
              <a:srgbClr val="00FFFF"/>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发出功率</a:t>
            </a:r>
            <a:endPar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timing>
    <p:tnLst>
      <p:par>
        <p:cTn id="1" dur="indefinite" restart="never" nodeType="tmRoot"/>
      </p:par>
    </p:tnLst>
    <p:bldLst>
      <p:bldP spid="350226" grpId="0" bldLvl="0" animBg="1"/>
      <p:bldP spid="350227"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51234" name="Object 2"/>
          <p:cNvGraphicFramePr>
            <a:graphicFrameLocks noChangeAspect="1"/>
          </p:cNvGraphicFramePr>
          <p:nvPr/>
        </p:nvGraphicFramePr>
        <p:xfrm>
          <a:off x="623570" y="2132965"/>
          <a:ext cx="5562600" cy="2252663"/>
        </p:xfrm>
        <a:graphic>
          <a:graphicData uri="http://schemas.openxmlformats.org/presentationml/2006/ole">
            <mc:AlternateContent xmlns:mc="http://schemas.openxmlformats.org/markup-compatibility/2006">
              <mc:Choice xmlns:v="urn:schemas-microsoft-com:vml" Requires="v">
                <p:oleObj spid="_x0000_s3076" name="" r:id="rId1" imgW="2403475" imgH="949325" progId="Equation.3">
                  <p:embed/>
                </p:oleObj>
              </mc:Choice>
              <mc:Fallback>
                <p:oleObj name="" r:id="rId1" imgW="2403475" imgH="949325" progId="Equation.3">
                  <p:embed/>
                  <p:pic>
                    <p:nvPicPr>
                      <p:cNvPr id="0" name="图片 3075"/>
                      <p:cNvPicPr/>
                      <p:nvPr/>
                    </p:nvPicPr>
                    <p:blipFill>
                      <a:blip r:embed="rId2">
                        <a:clrChange>
                          <a:clrFrom>
                            <a:srgbClr val="000000"/>
                          </a:clrFrom>
                          <a:clrTo>
                            <a:srgbClr val="000080"/>
                          </a:clrTo>
                        </a:clrChange>
                      </a:blip>
                      <a:stretch>
                        <a:fillRect/>
                      </a:stretch>
                    </p:blipFill>
                    <p:spPr>
                      <a:xfrm>
                        <a:off x="623570" y="2132965"/>
                        <a:ext cx="5562600" cy="2252663"/>
                      </a:xfrm>
                      <a:prstGeom prst="rect">
                        <a:avLst/>
                      </a:prstGeom>
                      <a:solidFill>
                        <a:schemeClr val="tx1"/>
                      </a:solidFill>
                      <a:ln w="38100">
                        <a:noFill/>
                        <a:miter/>
                      </a:ln>
                    </p:spPr>
                  </p:pic>
                </p:oleObj>
              </mc:Fallback>
            </mc:AlternateContent>
          </a:graphicData>
        </a:graphic>
      </p:graphicFrame>
      <p:grpSp>
        <p:nvGrpSpPr>
          <p:cNvPr id="351253" name="Group 21"/>
          <p:cNvGrpSpPr/>
          <p:nvPr/>
        </p:nvGrpSpPr>
        <p:grpSpPr>
          <a:xfrm>
            <a:off x="6754813" y="2107248"/>
            <a:ext cx="3743325" cy="2422525"/>
            <a:chOff x="1701" y="1933"/>
            <a:chExt cx="2358" cy="1526"/>
          </a:xfrm>
        </p:grpSpPr>
        <p:sp>
          <p:nvSpPr>
            <p:cNvPr id="21517" name="Line 4"/>
            <p:cNvSpPr/>
            <p:nvPr>
              <p:custDataLst>
                <p:tags r:id="rId3"/>
              </p:custDataLst>
            </p:nvPr>
          </p:nvSpPr>
          <p:spPr>
            <a:xfrm>
              <a:off x="1921" y="2085"/>
              <a:ext cx="0" cy="1202"/>
            </a:xfrm>
            <a:prstGeom prst="line">
              <a:avLst/>
            </a:prstGeom>
            <a:ln w="28575" cap="flat" cmpd="sng">
              <a:solidFill>
                <a:schemeClr val="dk1"/>
              </a:solidFill>
              <a:prstDash val="solid"/>
              <a:headEnd type="triangle" w="med" len="med"/>
              <a:tailEnd type="none" w="med" len="med"/>
            </a:ln>
          </p:spPr>
        </p:sp>
        <p:sp>
          <p:nvSpPr>
            <p:cNvPr id="21518" name="Line 5"/>
            <p:cNvSpPr/>
            <p:nvPr>
              <p:custDataLst>
                <p:tags r:id="rId4"/>
              </p:custDataLst>
            </p:nvPr>
          </p:nvSpPr>
          <p:spPr>
            <a:xfrm>
              <a:off x="1788" y="3130"/>
              <a:ext cx="2073" cy="0"/>
            </a:xfrm>
            <a:prstGeom prst="line">
              <a:avLst/>
            </a:prstGeom>
            <a:ln w="28575" cap="flat" cmpd="sng">
              <a:solidFill>
                <a:schemeClr val="dk1"/>
              </a:solidFill>
              <a:prstDash val="solid"/>
              <a:headEnd type="none" w="med" len="med"/>
              <a:tailEnd type="triangle" w="med" len="med"/>
            </a:ln>
          </p:spPr>
        </p:sp>
        <p:sp>
          <p:nvSpPr>
            <p:cNvPr id="21519" name="Text Box 6"/>
            <p:cNvSpPr txBox="1"/>
            <p:nvPr>
              <p:custDataLst>
                <p:tags r:id="rId5"/>
              </p:custDataLst>
            </p:nvPr>
          </p:nvSpPr>
          <p:spPr>
            <a:xfrm>
              <a:off x="3375" y="3078"/>
              <a:ext cx="265"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2</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1520" name="Text Box 7"/>
            <p:cNvSpPr txBox="1"/>
            <p:nvPr>
              <p:custDataLst>
                <p:tags r:id="rId9"/>
              </p:custDataLst>
            </p:nvPr>
          </p:nvSpPr>
          <p:spPr>
            <a:xfrm>
              <a:off x="2627" y="3130"/>
              <a:ext cx="264"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1</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1521" name="Text Box 8"/>
            <p:cNvSpPr txBox="1"/>
            <p:nvPr>
              <p:custDataLst>
                <p:tags r:id="rId10"/>
              </p:custDataLst>
            </p:nvPr>
          </p:nvSpPr>
          <p:spPr>
            <a:xfrm>
              <a:off x="3573" y="3078"/>
              <a:ext cx="486"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 </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/s</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1522" name="Text Box 9"/>
            <p:cNvSpPr txBox="1"/>
            <p:nvPr>
              <p:custDataLst>
                <p:tags r:id="rId11"/>
              </p:custDataLst>
            </p:nvPr>
          </p:nvSpPr>
          <p:spPr>
            <a:xfrm>
              <a:off x="1701" y="2189"/>
              <a:ext cx="264"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1</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1523" name="Text Box 10"/>
            <p:cNvSpPr txBox="1"/>
            <p:nvPr>
              <p:custDataLst>
                <p:tags r:id="rId12"/>
              </p:custDataLst>
            </p:nvPr>
          </p:nvSpPr>
          <p:spPr>
            <a:xfrm>
              <a:off x="1701" y="3130"/>
              <a:ext cx="264"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0</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1524" name="Line 11"/>
            <p:cNvSpPr/>
            <p:nvPr>
              <p:custDataLst>
                <p:tags r:id="rId13"/>
              </p:custDataLst>
            </p:nvPr>
          </p:nvSpPr>
          <p:spPr>
            <a:xfrm>
              <a:off x="1921" y="2346"/>
              <a:ext cx="837" cy="0"/>
            </a:xfrm>
            <a:prstGeom prst="line">
              <a:avLst/>
            </a:prstGeom>
            <a:ln w="9525" cap="flat" cmpd="sng">
              <a:solidFill>
                <a:schemeClr val="dk1"/>
              </a:solidFill>
              <a:prstDash val="dashDot"/>
              <a:headEnd type="none" w="med" len="med"/>
              <a:tailEnd type="none" w="med" len="med"/>
            </a:ln>
          </p:spPr>
        </p:sp>
        <p:sp>
          <p:nvSpPr>
            <p:cNvPr id="21525" name="Text Box 12"/>
            <p:cNvSpPr txBox="1"/>
            <p:nvPr>
              <p:custDataLst>
                <p:tags r:id="rId14"/>
              </p:custDataLst>
            </p:nvPr>
          </p:nvSpPr>
          <p:spPr>
            <a:xfrm>
              <a:off x="1902" y="1933"/>
              <a:ext cx="739"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W</a:t>
              </a:r>
              <a:r>
                <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/J</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1526" name="Arc 13"/>
            <p:cNvSpPr/>
            <p:nvPr>
              <p:custDataLst>
                <p:tags r:id="rId15"/>
              </p:custDataLst>
            </p:nvPr>
          </p:nvSpPr>
          <p:spPr>
            <a:xfrm flipV="1">
              <a:off x="1902" y="2336"/>
              <a:ext cx="853" cy="779"/>
            </a:xfrm>
            <a:custGeom>
              <a:avLst/>
              <a:gdLst/>
              <a:ahLst/>
              <a:cxnLst>
                <a:cxn ang="0">
                  <a:pos x="0" y="0"/>
                </a:cxn>
                <a:cxn ang="0">
                  <a:pos x="0" y="0"/>
                </a:cxn>
                <a:cxn ang="0">
                  <a:pos x="0" y="0"/>
                </a:cxn>
              </a:cxnLst>
              <a:pathLst>
                <a:path w="21600" h="22286" fill="none">
                  <a:moveTo>
                    <a:pt x="-1" y="0"/>
                  </a:moveTo>
                  <a:cubicBezTo>
                    <a:pt x="11929" y="0"/>
                    <a:pt x="21600" y="9670"/>
                    <a:pt x="21600" y="21600"/>
                  </a:cubicBezTo>
                  <a:cubicBezTo>
                    <a:pt x="21600" y="21828"/>
                    <a:pt x="21596" y="22057"/>
                    <a:pt x="21589" y="22286"/>
                  </a:cubicBezTo>
                </a:path>
                <a:path w="21600" h="22286" stroke="0">
                  <a:moveTo>
                    <a:pt x="-1" y="0"/>
                  </a:moveTo>
                  <a:cubicBezTo>
                    <a:pt x="11929" y="0"/>
                    <a:pt x="21600" y="9670"/>
                    <a:pt x="21600" y="21600"/>
                  </a:cubicBezTo>
                  <a:cubicBezTo>
                    <a:pt x="21600" y="21828"/>
                    <a:pt x="21596" y="22057"/>
                    <a:pt x="21589" y="22286"/>
                  </a:cubicBezTo>
                  <a:lnTo>
                    <a:pt x="0" y="21600"/>
                  </a:lnTo>
                  <a:lnTo>
                    <a:pt x="-1" y="0"/>
                  </a:lnTo>
                  <a:close/>
                </a:path>
              </a:pathLst>
            </a:custGeom>
            <a:noFill/>
            <a:ln w="38100" cap="flat" cmpd="sng">
              <a:solidFill>
                <a:srgbClr val="FF3300">
                  <a:alpha val="100000"/>
                </a:srgbClr>
              </a:solidFill>
              <a:prstDash val="solid"/>
              <a:round/>
              <a:headEnd type="none" w="med" len="med"/>
              <a:tailEnd type="none" w="med" len="med"/>
            </a:ln>
          </p:spPr>
          <p:txBody>
            <a:bodyPr/>
            <a:p>
              <a:endParaRPr lang="zh-CN" altLang="en-US" sz="2800">
                <a:solidFill>
                  <a:schemeClr val="dk1"/>
                </a:solidFill>
              </a:endParaRPr>
            </a:p>
          </p:txBody>
        </p:sp>
        <p:sp>
          <p:nvSpPr>
            <p:cNvPr id="21527" name="Arc 14"/>
            <p:cNvSpPr/>
            <p:nvPr>
              <p:custDataLst>
                <p:tags r:id="rId16"/>
              </p:custDataLst>
            </p:nvPr>
          </p:nvSpPr>
          <p:spPr>
            <a:xfrm rot="5238797" flipV="1">
              <a:off x="2766" y="2319"/>
              <a:ext cx="848" cy="802"/>
            </a:xfrm>
            <a:custGeom>
              <a:avLst/>
              <a:gdLst/>
              <a:ahLst/>
              <a:cxnLst>
                <a:cxn ang="0">
                  <a:pos x="0" y="0"/>
                </a:cxn>
                <a:cxn ang="0">
                  <a:pos x="0" y="0"/>
                </a:cxn>
                <a:cxn ang="0">
                  <a:pos x="0" y="0"/>
                </a:cxn>
              </a:cxnLst>
              <a:pathLst>
                <a:path w="22794" h="21600" fill="none">
                  <a:moveTo>
                    <a:pt x="0" y="33"/>
                  </a:moveTo>
                  <a:cubicBezTo>
                    <a:pt x="397" y="11"/>
                    <a:pt x="795" y="-1"/>
                    <a:pt x="1194" y="0"/>
                  </a:cubicBezTo>
                  <a:cubicBezTo>
                    <a:pt x="13113" y="0"/>
                    <a:pt x="22779" y="9654"/>
                    <a:pt x="22793" y="21574"/>
                  </a:cubicBezTo>
                </a:path>
                <a:path w="22794" h="21600" stroke="0">
                  <a:moveTo>
                    <a:pt x="0" y="33"/>
                  </a:moveTo>
                  <a:cubicBezTo>
                    <a:pt x="397" y="11"/>
                    <a:pt x="795" y="-1"/>
                    <a:pt x="1194" y="0"/>
                  </a:cubicBezTo>
                  <a:cubicBezTo>
                    <a:pt x="13113" y="0"/>
                    <a:pt x="22779" y="9654"/>
                    <a:pt x="22793" y="21574"/>
                  </a:cubicBezTo>
                  <a:lnTo>
                    <a:pt x="1194" y="21600"/>
                  </a:lnTo>
                  <a:lnTo>
                    <a:pt x="0" y="33"/>
                  </a:lnTo>
                  <a:close/>
                </a:path>
              </a:pathLst>
            </a:custGeom>
            <a:noFill/>
            <a:ln w="38100" cap="flat" cmpd="sng">
              <a:solidFill>
                <a:srgbClr val="FF3300">
                  <a:alpha val="100000"/>
                </a:srgbClr>
              </a:solidFill>
              <a:prstDash val="solid"/>
              <a:round/>
              <a:headEnd type="none" w="med" len="med"/>
              <a:tailEnd type="none" w="med" len="med"/>
            </a:ln>
          </p:spPr>
          <p:txBody>
            <a:bodyPr/>
            <a:p>
              <a:endParaRPr lang="zh-CN" altLang="en-US" sz="2800">
                <a:solidFill>
                  <a:schemeClr val="dk1"/>
                </a:solidFill>
              </a:endParaRPr>
            </a:p>
          </p:txBody>
        </p:sp>
      </p:gr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52258" name="Object 2"/>
          <p:cNvGraphicFramePr>
            <a:graphicFrameLocks noChangeAspect="1"/>
          </p:cNvGraphicFramePr>
          <p:nvPr/>
        </p:nvGraphicFramePr>
        <p:xfrm>
          <a:off x="2652713" y="1196975"/>
          <a:ext cx="3284537" cy="2233613"/>
        </p:xfrm>
        <a:graphic>
          <a:graphicData uri="http://schemas.openxmlformats.org/presentationml/2006/ole">
            <mc:AlternateContent xmlns:mc="http://schemas.openxmlformats.org/markup-compatibility/2006">
              <mc:Choice xmlns:v="urn:schemas-microsoft-com:vml" Requires="v">
                <p:oleObj spid="_x0000_s3079" name="" r:id="rId1" imgW="1384935" imgH="931545" progId="Equation.3">
                  <p:embed/>
                </p:oleObj>
              </mc:Choice>
              <mc:Fallback>
                <p:oleObj name="" r:id="rId1" imgW="1384935" imgH="931545" progId="Equation.3">
                  <p:embed/>
                  <p:pic>
                    <p:nvPicPr>
                      <p:cNvPr id="0" name="图片 3078"/>
                      <p:cNvPicPr/>
                      <p:nvPr/>
                    </p:nvPicPr>
                    <p:blipFill>
                      <a:blip r:embed="rId2">
                        <a:clrChange>
                          <a:clrFrom>
                            <a:srgbClr val="000000"/>
                          </a:clrFrom>
                          <a:clrTo>
                            <a:srgbClr val="000080"/>
                          </a:clrTo>
                        </a:clrChange>
                      </a:blip>
                      <a:stretch>
                        <a:fillRect/>
                      </a:stretch>
                    </p:blipFill>
                    <p:spPr>
                      <a:xfrm>
                        <a:off x="2652713" y="1196975"/>
                        <a:ext cx="3284537" cy="2233613"/>
                      </a:xfrm>
                      <a:prstGeom prst="rect">
                        <a:avLst/>
                      </a:prstGeom>
                      <a:noFill/>
                      <a:ln w="38100">
                        <a:noFill/>
                        <a:miter/>
                      </a:ln>
                    </p:spPr>
                  </p:pic>
                </p:oleObj>
              </mc:Fallback>
            </mc:AlternateContent>
          </a:graphicData>
        </a:graphic>
      </p:graphicFrame>
      <p:grpSp>
        <p:nvGrpSpPr>
          <p:cNvPr id="352259" name="Group 3"/>
          <p:cNvGrpSpPr/>
          <p:nvPr/>
        </p:nvGrpSpPr>
        <p:grpSpPr>
          <a:xfrm>
            <a:off x="8580120" y="1002348"/>
            <a:ext cx="3311525" cy="2420937"/>
            <a:chOff x="3334" y="2795"/>
            <a:chExt cx="2086" cy="1134"/>
          </a:xfrm>
        </p:grpSpPr>
        <p:sp>
          <p:nvSpPr>
            <p:cNvPr id="22548" name="Line 4"/>
            <p:cNvSpPr/>
            <p:nvPr>
              <p:custDataLst>
                <p:tags r:id="rId3"/>
              </p:custDataLst>
            </p:nvPr>
          </p:nvSpPr>
          <p:spPr>
            <a:xfrm>
              <a:off x="3629" y="2885"/>
              <a:ext cx="0" cy="1044"/>
            </a:xfrm>
            <a:prstGeom prst="line">
              <a:avLst/>
            </a:prstGeom>
            <a:ln w="28575" cap="flat" cmpd="sng">
              <a:solidFill>
                <a:schemeClr val="dk1"/>
              </a:solidFill>
              <a:prstDash val="solid"/>
              <a:headEnd type="triangle" w="med" len="med"/>
              <a:tailEnd type="none" w="med" len="med"/>
            </a:ln>
          </p:spPr>
        </p:sp>
        <p:sp>
          <p:nvSpPr>
            <p:cNvPr id="22549" name="Line 5"/>
            <p:cNvSpPr/>
            <p:nvPr>
              <p:custDataLst>
                <p:tags r:id="rId4"/>
              </p:custDataLst>
            </p:nvPr>
          </p:nvSpPr>
          <p:spPr>
            <a:xfrm>
              <a:off x="3518" y="3430"/>
              <a:ext cx="1736" cy="0"/>
            </a:xfrm>
            <a:prstGeom prst="line">
              <a:avLst/>
            </a:prstGeom>
            <a:ln w="28575" cap="flat" cmpd="sng">
              <a:solidFill>
                <a:schemeClr val="dk1"/>
              </a:solidFill>
              <a:prstDash val="solid"/>
              <a:headEnd type="none" w="med" len="med"/>
              <a:tailEnd type="triangle" w="med" len="med"/>
            </a:ln>
          </p:spPr>
        </p:sp>
        <p:sp>
          <p:nvSpPr>
            <p:cNvPr id="22550" name="Text Box 6"/>
            <p:cNvSpPr txBox="1"/>
            <p:nvPr>
              <p:custDataLst>
                <p:tags r:id="rId5"/>
              </p:custDataLst>
            </p:nvPr>
          </p:nvSpPr>
          <p:spPr>
            <a:xfrm>
              <a:off x="4811" y="3385"/>
              <a:ext cx="221" cy="24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2</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2551" name="Text Box 7"/>
            <p:cNvSpPr txBox="1"/>
            <p:nvPr>
              <p:custDataLst>
                <p:tags r:id="rId9"/>
              </p:custDataLst>
            </p:nvPr>
          </p:nvSpPr>
          <p:spPr>
            <a:xfrm>
              <a:off x="4109" y="3430"/>
              <a:ext cx="222" cy="24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1</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2552" name="Text Box 8"/>
            <p:cNvSpPr txBox="1"/>
            <p:nvPr>
              <p:custDataLst>
                <p:tags r:id="rId10"/>
              </p:custDataLst>
            </p:nvPr>
          </p:nvSpPr>
          <p:spPr>
            <a:xfrm>
              <a:off x="5014" y="3430"/>
              <a:ext cx="406" cy="24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 </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/s</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2553" name="Text Box 9"/>
            <p:cNvSpPr txBox="1"/>
            <p:nvPr>
              <p:custDataLst>
                <p:tags r:id="rId11"/>
              </p:custDataLst>
            </p:nvPr>
          </p:nvSpPr>
          <p:spPr>
            <a:xfrm>
              <a:off x="3445" y="2976"/>
              <a:ext cx="221" cy="24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1</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2554" name="Line 10"/>
            <p:cNvSpPr/>
            <p:nvPr/>
          </p:nvSpPr>
          <p:spPr>
            <a:xfrm>
              <a:off x="3629" y="3112"/>
              <a:ext cx="702" cy="0"/>
            </a:xfrm>
            <a:prstGeom prst="line">
              <a:avLst/>
            </a:prstGeom>
            <a:ln w="38100" cap="flat" cmpd="sng">
              <a:solidFill>
                <a:srgbClr val="FF3300"/>
              </a:solidFill>
              <a:prstDash val="solid"/>
              <a:headEnd type="none" w="med" len="med"/>
              <a:tailEnd type="none" w="med" len="med"/>
            </a:ln>
          </p:spPr>
        </p:sp>
        <p:sp>
          <p:nvSpPr>
            <p:cNvPr id="22555" name="Text Box 11"/>
            <p:cNvSpPr txBox="1"/>
            <p:nvPr>
              <p:custDataLst>
                <p:tags r:id="rId12"/>
              </p:custDataLst>
            </p:nvPr>
          </p:nvSpPr>
          <p:spPr>
            <a:xfrm>
              <a:off x="3666" y="2795"/>
              <a:ext cx="406" cy="24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2556" name="Text Box 12"/>
            <p:cNvSpPr txBox="1"/>
            <p:nvPr>
              <p:custDataLst>
                <p:tags r:id="rId13"/>
              </p:custDataLst>
            </p:nvPr>
          </p:nvSpPr>
          <p:spPr>
            <a:xfrm>
              <a:off x="3334" y="3521"/>
              <a:ext cx="332" cy="24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2557" name="Line 13"/>
            <p:cNvSpPr/>
            <p:nvPr/>
          </p:nvSpPr>
          <p:spPr>
            <a:xfrm>
              <a:off x="4331" y="3748"/>
              <a:ext cx="701" cy="0"/>
            </a:xfrm>
            <a:prstGeom prst="line">
              <a:avLst/>
            </a:prstGeom>
            <a:ln w="38100" cap="flat" cmpd="sng">
              <a:solidFill>
                <a:srgbClr val="FF3300"/>
              </a:solidFill>
              <a:prstDash val="solid"/>
              <a:headEnd type="none" w="med" len="med"/>
              <a:tailEnd type="none" w="med" len="med"/>
            </a:ln>
          </p:spPr>
        </p:sp>
        <p:sp>
          <p:nvSpPr>
            <p:cNvPr id="22558" name="Line 14"/>
            <p:cNvSpPr/>
            <p:nvPr/>
          </p:nvSpPr>
          <p:spPr>
            <a:xfrm>
              <a:off x="4331" y="3113"/>
              <a:ext cx="0" cy="635"/>
            </a:xfrm>
            <a:prstGeom prst="line">
              <a:avLst/>
            </a:prstGeom>
            <a:ln w="38100" cap="flat" cmpd="sng">
              <a:solidFill>
                <a:srgbClr val="FF3300"/>
              </a:solidFill>
              <a:prstDash val="solid"/>
              <a:headEnd type="none" w="med" len="med"/>
              <a:tailEnd type="none" w="med" len="med"/>
            </a:ln>
          </p:spPr>
        </p:sp>
        <p:sp>
          <p:nvSpPr>
            <p:cNvPr id="22559" name="Line 15"/>
            <p:cNvSpPr/>
            <p:nvPr/>
          </p:nvSpPr>
          <p:spPr>
            <a:xfrm>
              <a:off x="4996" y="3430"/>
              <a:ext cx="0" cy="318"/>
            </a:xfrm>
            <a:prstGeom prst="line">
              <a:avLst/>
            </a:prstGeom>
            <a:ln w="38100" cap="flat" cmpd="sng">
              <a:solidFill>
                <a:srgbClr val="FF3300"/>
              </a:solidFill>
              <a:prstDash val="solid"/>
              <a:headEnd type="none" w="med" len="med"/>
              <a:tailEnd type="none" w="med" len="med"/>
            </a:ln>
          </p:spPr>
        </p:sp>
      </p:grpSp>
      <p:sp>
        <p:nvSpPr>
          <p:cNvPr id="352272" name="Text Box 16"/>
          <p:cNvSpPr txBox="1"/>
          <p:nvPr/>
        </p:nvSpPr>
        <p:spPr>
          <a:xfrm>
            <a:off x="551498" y="1701165"/>
            <a:ext cx="4824412"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若已知电流求电容电压，有</a:t>
            </a:r>
            <a:endParaRPr lang="zh-CN" altLang="en-US" sz="28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352273" name="Object 17"/>
          <p:cNvGraphicFramePr>
            <a:graphicFrameLocks noChangeAspect="1"/>
          </p:cNvGraphicFramePr>
          <p:nvPr/>
        </p:nvGraphicFramePr>
        <p:xfrm>
          <a:off x="623253" y="2799398"/>
          <a:ext cx="7931150" cy="701675"/>
        </p:xfrm>
        <a:graphic>
          <a:graphicData uri="http://schemas.openxmlformats.org/presentationml/2006/ole">
            <mc:AlternateContent xmlns:mc="http://schemas.openxmlformats.org/markup-compatibility/2006">
              <mc:Choice xmlns:v="urn:schemas-microsoft-com:vml" Requires="v">
                <p:oleObj spid="_x0000_s3081" name="" r:id="rId14" imgW="6409690" imgH="583565" progId="Equation.3">
                  <p:embed/>
                </p:oleObj>
              </mc:Choice>
              <mc:Fallback>
                <p:oleObj name="" r:id="rId14" imgW="6409690" imgH="583565" progId="Equation.3">
                  <p:embed/>
                  <p:pic>
                    <p:nvPicPr>
                      <p:cNvPr id="0" name="图片 3080"/>
                      <p:cNvPicPr/>
                      <p:nvPr/>
                    </p:nvPicPr>
                    <p:blipFill>
                      <a:blip r:embed="rId15">
                        <a:clrChange>
                          <a:clrFrom>
                            <a:srgbClr val="000000"/>
                          </a:clrFrom>
                          <a:clrTo>
                            <a:srgbClr val="000080"/>
                          </a:clrTo>
                        </a:clrChange>
                      </a:blip>
                      <a:stretch>
                        <a:fillRect/>
                      </a:stretch>
                    </p:blipFill>
                    <p:spPr>
                      <a:xfrm>
                        <a:off x="623253" y="2799398"/>
                        <a:ext cx="7931150" cy="701675"/>
                      </a:xfrm>
                      <a:prstGeom prst="rect">
                        <a:avLst/>
                      </a:prstGeom>
                      <a:solidFill>
                        <a:schemeClr val="tx1"/>
                      </a:solidFill>
                      <a:ln w="38100">
                        <a:noFill/>
                        <a:miter/>
                      </a:ln>
                    </p:spPr>
                  </p:pic>
                </p:oleObj>
              </mc:Fallback>
            </mc:AlternateContent>
          </a:graphicData>
        </a:graphic>
      </p:graphicFrame>
      <p:graphicFrame>
        <p:nvGraphicFramePr>
          <p:cNvPr id="352274" name="Object 18"/>
          <p:cNvGraphicFramePr>
            <a:graphicFrameLocks noChangeAspect="1"/>
          </p:cNvGraphicFramePr>
          <p:nvPr/>
        </p:nvGraphicFramePr>
        <p:xfrm>
          <a:off x="1487805" y="4268470"/>
          <a:ext cx="8058785" cy="883920"/>
        </p:xfrm>
        <a:graphic>
          <a:graphicData uri="http://schemas.openxmlformats.org/presentationml/2006/ole">
            <mc:AlternateContent xmlns:mc="http://schemas.openxmlformats.org/markup-compatibility/2006">
              <mc:Choice xmlns:v="urn:schemas-microsoft-com:vml" Requires="v">
                <p:oleObj spid="_x0000_s3084" name="" r:id="rId16" imgW="2203450" imgH="382905" progId="Equation.3">
                  <p:embed/>
                </p:oleObj>
              </mc:Choice>
              <mc:Fallback>
                <p:oleObj name="" r:id="rId16" imgW="2203450" imgH="382905" progId="Equation.3">
                  <p:embed/>
                  <p:pic>
                    <p:nvPicPr>
                      <p:cNvPr id="0" name="图片 3083"/>
                      <p:cNvPicPr/>
                      <p:nvPr/>
                    </p:nvPicPr>
                    <p:blipFill>
                      <a:blip r:embed="rId17">
                        <a:clrChange>
                          <a:clrFrom>
                            <a:srgbClr val="000000"/>
                          </a:clrFrom>
                          <a:clrTo>
                            <a:srgbClr val="000080"/>
                          </a:clrTo>
                        </a:clrChange>
                      </a:blip>
                      <a:stretch>
                        <a:fillRect/>
                      </a:stretch>
                    </p:blipFill>
                    <p:spPr>
                      <a:xfrm>
                        <a:off x="1487805" y="4268470"/>
                        <a:ext cx="8058785" cy="883920"/>
                      </a:xfrm>
                      <a:prstGeom prst="rect">
                        <a:avLst/>
                      </a:prstGeom>
                      <a:solidFill>
                        <a:schemeClr val="tx1"/>
                      </a:solidFill>
                      <a:ln w="38100">
                        <a:noFill/>
                        <a:miter/>
                      </a:ln>
                    </p:spPr>
                  </p:pic>
                </p:oleObj>
              </mc:Fallback>
            </mc:AlternateContent>
          </a:graphicData>
        </a:graphic>
      </p:graphicFrame>
      <p:graphicFrame>
        <p:nvGraphicFramePr>
          <p:cNvPr id="352275" name="Object 19"/>
          <p:cNvGraphicFramePr>
            <a:graphicFrameLocks noChangeAspect="1"/>
          </p:cNvGraphicFramePr>
          <p:nvPr/>
        </p:nvGraphicFramePr>
        <p:xfrm>
          <a:off x="698500" y="3609658"/>
          <a:ext cx="1509713" cy="436562"/>
        </p:xfrm>
        <a:graphic>
          <a:graphicData uri="http://schemas.openxmlformats.org/presentationml/2006/ole">
            <mc:AlternateContent xmlns:mc="http://schemas.openxmlformats.org/markup-compatibility/2006">
              <mc:Choice xmlns:v="urn:schemas-microsoft-com:vml" Requires="v">
                <p:oleObj spid="_x0000_s3080" name="" r:id="rId18" imgW="565785" imgH="139065" progId="Equation.3">
                  <p:embed/>
                </p:oleObj>
              </mc:Choice>
              <mc:Fallback>
                <p:oleObj name="" r:id="rId18" imgW="565785" imgH="139065" progId="Equation.3">
                  <p:embed/>
                  <p:pic>
                    <p:nvPicPr>
                      <p:cNvPr id="0" name="图片 3079"/>
                      <p:cNvPicPr/>
                      <p:nvPr/>
                    </p:nvPicPr>
                    <p:blipFill>
                      <a:blip r:embed="rId19">
                        <a:clrChange>
                          <a:clrFrom>
                            <a:srgbClr val="000000"/>
                          </a:clrFrom>
                          <a:clrTo>
                            <a:srgbClr val="000080"/>
                          </a:clrTo>
                        </a:clrChange>
                      </a:blip>
                      <a:stretch>
                        <a:fillRect/>
                      </a:stretch>
                    </p:blipFill>
                    <p:spPr>
                      <a:xfrm>
                        <a:off x="698500" y="3609658"/>
                        <a:ext cx="1509713" cy="436562"/>
                      </a:xfrm>
                      <a:prstGeom prst="rect">
                        <a:avLst/>
                      </a:prstGeom>
                      <a:solidFill>
                        <a:schemeClr val="tx1"/>
                      </a:solidFill>
                      <a:ln w="38100">
                        <a:noFill/>
                        <a:miter/>
                      </a:ln>
                    </p:spPr>
                  </p:pic>
                </p:oleObj>
              </mc:Fallback>
            </mc:AlternateContent>
          </a:graphicData>
        </a:graphic>
      </p:graphicFrame>
      <p:graphicFrame>
        <p:nvGraphicFramePr>
          <p:cNvPr id="352276" name="Object 20"/>
          <p:cNvGraphicFramePr>
            <a:graphicFrameLocks noChangeAspect="1"/>
          </p:cNvGraphicFramePr>
          <p:nvPr/>
        </p:nvGraphicFramePr>
        <p:xfrm>
          <a:off x="2208213" y="5373688"/>
          <a:ext cx="860425" cy="404812"/>
        </p:xfrm>
        <a:graphic>
          <a:graphicData uri="http://schemas.openxmlformats.org/presentationml/2006/ole">
            <mc:AlternateContent xmlns:mc="http://schemas.openxmlformats.org/markup-compatibility/2006">
              <mc:Choice xmlns:v="urn:schemas-microsoft-com:vml" Requires="v">
                <p:oleObj spid="_x0000_s3083" name="" r:id="rId20" imgW="339725" imgH="139065" progId="Equation.3">
                  <p:embed/>
                </p:oleObj>
              </mc:Choice>
              <mc:Fallback>
                <p:oleObj name="" r:id="rId20" imgW="339725" imgH="139065" progId="Equation.3">
                  <p:embed/>
                  <p:pic>
                    <p:nvPicPr>
                      <p:cNvPr id="0" name="图片 3082"/>
                      <p:cNvPicPr/>
                      <p:nvPr/>
                    </p:nvPicPr>
                    <p:blipFill>
                      <a:blip r:embed="rId21">
                        <a:clrChange>
                          <a:clrFrom>
                            <a:srgbClr val="000000"/>
                          </a:clrFrom>
                          <a:clrTo>
                            <a:srgbClr val="000080"/>
                          </a:clrTo>
                        </a:clrChange>
                      </a:blip>
                      <a:stretch>
                        <a:fillRect/>
                      </a:stretch>
                    </p:blipFill>
                    <p:spPr>
                      <a:xfrm>
                        <a:off x="2208213" y="5373688"/>
                        <a:ext cx="860425" cy="404812"/>
                      </a:xfrm>
                      <a:prstGeom prst="rect">
                        <a:avLst/>
                      </a:prstGeom>
                      <a:noFill/>
                      <a:ln w="38100">
                        <a:noFill/>
                        <a:miter/>
                      </a:ln>
                    </p:spPr>
                  </p:pic>
                </p:oleObj>
              </mc:Fallback>
            </mc:AlternateContent>
          </a:graphicData>
        </a:graphic>
      </p:graphicFrame>
      <p:graphicFrame>
        <p:nvGraphicFramePr>
          <p:cNvPr id="352277" name="Object 21"/>
          <p:cNvGraphicFramePr>
            <a:graphicFrameLocks noChangeAspect="1"/>
          </p:cNvGraphicFramePr>
          <p:nvPr/>
        </p:nvGraphicFramePr>
        <p:xfrm>
          <a:off x="3575685" y="5301615"/>
          <a:ext cx="4967288" cy="979488"/>
        </p:xfrm>
        <a:graphic>
          <a:graphicData uri="http://schemas.openxmlformats.org/presentationml/2006/ole">
            <mc:AlternateContent xmlns:mc="http://schemas.openxmlformats.org/markup-compatibility/2006">
              <mc:Choice xmlns:v="urn:schemas-microsoft-com:vml" Requires="v">
                <p:oleObj spid="_x0000_s3082" name="" r:id="rId22" imgW="1767840" imgH="382905" progId="Equation.3">
                  <p:embed/>
                </p:oleObj>
              </mc:Choice>
              <mc:Fallback>
                <p:oleObj name="" r:id="rId22" imgW="1767840" imgH="382905" progId="Equation.3">
                  <p:embed/>
                  <p:pic>
                    <p:nvPicPr>
                      <p:cNvPr id="0" name="图片 3081"/>
                      <p:cNvPicPr/>
                      <p:nvPr/>
                    </p:nvPicPr>
                    <p:blipFill>
                      <a:blip r:embed="rId23">
                        <a:clrChange>
                          <a:clrFrom>
                            <a:srgbClr val="000000"/>
                          </a:clrFrom>
                          <a:clrTo>
                            <a:srgbClr val="000080"/>
                          </a:clrTo>
                        </a:clrChange>
                      </a:blip>
                      <a:stretch>
                        <a:fillRect/>
                      </a:stretch>
                    </p:blipFill>
                    <p:spPr>
                      <a:xfrm>
                        <a:off x="3575685" y="5301615"/>
                        <a:ext cx="4967288" cy="979488"/>
                      </a:xfrm>
                      <a:prstGeom prst="rect">
                        <a:avLst/>
                      </a:prstGeom>
                      <a:solidFill>
                        <a:schemeClr val="tx1"/>
                      </a:solidFill>
                      <a:ln w="38100">
                        <a:noFill/>
                        <a:miter/>
                      </a:ln>
                    </p:spPr>
                  </p:pic>
                </p:oleObj>
              </mc:Fallback>
            </mc:AlternateContent>
          </a:graphicData>
        </a:graphic>
      </p:graphicFrame>
      <p:sp>
        <p:nvSpPr>
          <p:cNvPr id="352284" name="Text Box 28" descr="斜纹布"/>
          <p:cNvSpPr txBox="1"/>
          <p:nvPr>
            <p:custDataLst>
              <p:tags r:id="rId24"/>
            </p:custDataLst>
          </p:nvPr>
        </p:nvSpPr>
        <p:spPr>
          <a:xfrm>
            <a:off x="7248525" y="1700213"/>
            <a:ext cx="576263" cy="52197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eaLnBrk="1" hangingPunct="1">
              <a:spcBef>
                <a:spcPct val="50000"/>
              </a:spcBef>
              <a:buClrTx/>
              <a:buSzTx/>
              <a:buFontTx/>
              <a:buNone/>
            </a:pPr>
            <a:r>
              <a:rPr lang="en-US" altLang="zh-CN" sz="2800" dirty="0">
                <a:solidFill>
                  <a:schemeClr val="dk1"/>
                </a:solidFill>
                <a:latin typeface="Times New Roman" panose="02020603050405020304" pitchFamily="18" charset="0"/>
                <a:ea typeface="楷体_GB2312" pitchFamily="49" charset="-122"/>
              </a:rPr>
              <a:t>0</a:t>
            </a:r>
            <a:endParaRPr lang="en-US" altLang="zh-CN" sz="2800" dirty="0">
              <a:solidFill>
                <a:schemeClr val="dk1"/>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par>
    </p:tnLst>
    <p:bldLst>
      <p:bldP spid="352272" grpId="0"/>
      <p:bldP spid="352284"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6354" name="Text Box 2"/>
          <p:cNvSpPr txBox="1"/>
          <p:nvPr/>
        </p:nvSpPr>
        <p:spPr>
          <a:xfrm>
            <a:off x="1415733" y="1054418"/>
            <a:ext cx="4032250" cy="52197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Tx/>
              <a:buSzTx/>
              <a:buFontTx/>
              <a:buNone/>
            </a:pPr>
            <a:r>
              <a:rPr lang="zh-CN" altLang="en-US" sz="28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实际电容器的模型</a:t>
            </a:r>
            <a:endParaRPr lang="zh-CN" altLang="en-US" sz="28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56361" name="Group 9"/>
          <p:cNvGrpSpPr/>
          <p:nvPr/>
        </p:nvGrpSpPr>
        <p:grpSpPr>
          <a:xfrm>
            <a:off x="5881370" y="1341755"/>
            <a:ext cx="2160588" cy="2160588"/>
            <a:chOff x="1519" y="482"/>
            <a:chExt cx="1361" cy="1361"/>
          </a:xfrm>
        </p:grpSpPr>
        <p:sp>
          <p:nvSpPr>
            <p:cNvPr id="23616" name="Line 10"/>
            <p:cNvSpPr/>
            <p:nvPr>
              <p:custDataLst>
                <p:tags r:id="rId4"/>
              </p:custDataLst>
            </p:nvPr>
          </p:nvSpPr>
          <p:spPr>
            <a:xfrm>
              <a:off x="1882" y="754"/>
              <a:ext cx="0" cy="771"/>
            </a:xfrm>
            <a:prstGeom prst="line">
              <a:avLst/>
            </a:prstGeom>
            <a:ln w="57150" cap="flat" cmpd="sng">
              <a:solidFill>
                <a:schemeClr val="accent1"/>
              </a:solidFill>
              <a:prstDash val="solid"/>
              <a:headEnd type="none" w="med" len="med"/>
              <a:tailEnd type="none" w="med" len="med"/>
            </a:ln>
          </p:spPr>
        </p:sp>
        <p:sp>
          <p:nvSpPr>
            <p:cNvPr id="23617" name="Line 11"/>
            <p:cNvSpPr/>
            <p:nvPr>
              <p:custDataLst>
                <p:tags r:id="rId5"/>
              </p:custDataLst>
            </p:nvPr>
          </p:nvSpPr>
          <p:spPr>
            <a:xfrm>
              <a:off x="2472" y="754"/>
              <a:ext cx="0" cy="771"/>
            </a:xfrm>
            <a:prstGeom prst="line">
              <a:avLst/>
            </a:prstGeom>
            <a:ln w="57150" cap="flat" cmpd="sng">
              <a:solidFill>
                <a:schemeClr val="accent1"/>
              </a:solidFill>
              <a:prstDash val="solid"/>
              <a:headEnd type="none" w="med" len="med"/>
              <a:tailEnd type="none" w="med" len="med"/>
            </a:ln>
          </p:spPr>
        </p:sp>
        <p:sp>
          <p:nvSpPr>
            <p:cNvPr id="23618" name="Line 12"/>
            <p:cNvSpPr/>
            <p:nvPr>
              <p:custDataLst>
                <p:tags r:id="rId6"/>
              </p:custDataLst>
            </p:nvPr>
          </p:nvSpPr>
          <p:spPr>
            <a:xfrm>
              <a:off x="1519" y="1162"/>
              <a:ext cx="363" cy="0"/>
            </a:xfrm>
            <a:prstGeom prst="line">
              <a:avLst/>
            </a:prstGeom>
            <a:ln w="38100" cap="flat" cmpd="sng">
              <a:solidFill>
                <a:schemeClr val="accent1"/>
              </a:solidFill>
              <a:prstDash val="solid"/>
              <a:headEnd type="none" w="med" len="med"/>
              <a:tailEnd type="none" w="med" len="med"/>
            </a:ln>
          </p:spPr>
        </p:sp>
        <p:sp>
          <p:nvSpPr>
            <p:cNvPr id="23619" name="Line 13"/>
            <p:cNvSpPr/>
            <p:nvPr>
              <p:custDataLst>
                <p:tags r:id="rId7"/>
              </p:custDataLst>
            </p:nvPr>
          </p:nvSpPr>
          <p:spPr>
            <a:xfrm>
              <a:off x="1519" y="1162"/>
              <a:ext cx="0" cy="544"/>
            </a:xfrm>
            <a:prstGeom prst="line">
              <a:avLst/>
            </a:prstGeom>
            <a:ln w="38100" cap="flat" cmpd="sng">
              <a:solidFill>
                <a:schemeClr val="accent1"/>
              </a:solidFill>
              <a:prstDash val="solid"/>
              <a:headEnd type="none" w="med" len="med"/>
              <a:tailEnd type="none" w="med" len="med"/>
            </a:ln>
          </p:spPr>
        </p:sp>
        <p:sp>
          <p:nvSpPr>
            <p:cNvPr id="23620" name="Line 14"/>
            <p:cNvSpPr/>
            <p:nvPr>
              <p:custDataLst>
                <p:tags r:id="rId8"/>
              </p:custDataLst>
            </p:nvPr>
          </p:nvSpPr>
          <p:spPr>
            <a:xfrm>
              <a:off x="1519" y="1706"/>
              <a:ext cx="635" cy="0"/>
            </a:xfrm>
            <a:prstGeom prst="line">
              <a:avLst/>
            </a:prstGeom>
            <a:ln w="38100" cap="flat" cmpd="sng">
              <a:solidFill>
                <a:schemeClr val="accent1"/>
              </a:solidFill>
              <a:prstDash val="solid"/>
              <a:headEnd type="none" w="med" len="med"/>
              <a:tailEnd type="none" w="med" len="med"/>
            </a:ln>
          </p:spPr>
        </p:sp>
        <p:sp>
          <p:nvSpPr>
            <p:cNvPr id="23621" name="Line 15"/>
            <p:cNvSpPr/>
            <p:nvPr>
              <p:custDataLst>
                <p:tags r:id="rId9"/>
              </p:custDataLst>
            </p:nvPr>
          </p:nvSpPr>
          <p:spPr>
            <a:xfrm>
              <a:off x="2154" y="1525"/>
              <a:ext cx="0" cy="318"/>
            </a:xfrm>
            <a:prstGeom prst="line">
              <a:avLst/>
            </a:prstGeom>
            <a:ln w="38100" cap="flat" cmpd="sng">
              <a:solidFill>
                <a:schemeClr val="accent1"/>
              </a:solidFill>
              <a:prstDash val="solid"/>
              <a:headEnd type="none" w="med" len="med"/>
              <a:tailEnd type="none" w="med" len="med"/>
            </a:ln>
          </p:spPr>
        </p:sp>
        <p:sp>
          <p:nvSpPr>
            <p:cNvPr id="23622" name="Line 16"/>
            <p:cNvSpPr/>
            <p:nvPr>
              <p:custDataLst>
                <p:tags r:id="rId10"/>
              </p:custDataLst>
            </p:nvPr>
          </p:nvSpPr>
          <p:spPr>
            <a:xfrm>
              <a:off x="2245" y="1616"/>
              <a:ext cx="0" cy="136"/>
            </a:xfrm>
            <a:prstGeom prst="line">
              <a:avLst/>
            </a:prstGeom>
            <a:ln w="38100" cap="flat" cmpd="sng">
              <a:solidFill>
                <a:schemeClr val="accent1"/>
              </a:solidFill>
              <a:prstDash val="solid"/>
              <a:headEnd type="none" w="med" len="med"/>
              <a:tailEnd type="none" w="med" len="med"/>
            </a:ln>
          </p:spPr>
        </p:sp>
        <p:sp>
          <p:nvSpPr>
            <p:cNvPr id="23623" name="Line 17"/>
            <p:cNvSpPr/>
            <p:nvPr>
              <p:custDataLst>
                <p:tags r:id="rId11"/>
              </p:custDataLst>
            </p:nvPr>
          </p:nvSpPr>
          <p:spPr>
            <a:xfrm>
              <a:off x="2472" y="1162"/>
              <a:ext cx="408" cy="0"/>
            </a:xfrm>
            <a:prstGeom prst="line">
              <a:avLst/>
            </a:prstGeom>
            <a:ln w="38100" cap="flat" cmpd="sng">
              <a:solidFill>
                <a:schemeClr val="accent1"/>
              </a:solidFill>
              <a:prstDash val="solid"/>
              <a:headEnd type="none" w="med" len="med"/>
              <a:tailEnd type="none" w="med" len="med"/>
            </a:ln>
          </p:spPr>
        </p:sp>
        <p:sp>
          <p:nvSpPr>
            <p:cNvPr id="23624" name="Line 18"/>
            <p:cNvSpPr/>
            <p:nvPr>
              <p:custDataLst>
                <p:tags r:id="rId12"/>
              </p:custDataLst>
            </p:nvPr>
          </p:nvSpPr>
          <p:spPr>
            <a:xfrm>
              <a:off x="2880" y="1162"/>
              <a:ext cx="0" cy="544"/>
            </a:xfrm>
            <a:prstGeom prst="line">
              <a:avLst/>
            </a:prstGeom>
            <a:ln w="38100" cap="flat" cmpd="sng">
              <a:solidFill>
                <a:schemeClr val="accent1"/>
              </a:solidFill>
              <a:prstDash val="solid"/>
              <a:headEnd type="none" w="med" len="med"/>
              <a:tailEnd type="none" w="med" len="med"/>
            </a:ln>
          </p:spPr>
        </p:sp>
        <p:sp>
          <p:nvSpPr>
            <p:cNvPr id="23625" name="Line 19"/>
            <p:cNvSpPr/>
            <p:nvPr>
              <p:custDataLst>
                <p:tags r:id="rId13"/>
              </p:custDataLst>
            </p:nvPr>
          </p:nvSpPr>
          <p:spPr>
            <a:xfrm>
              <a:off x="2245" y="1706"/>
              <a:ext cx="635" cy="0"/>
            </a:xfrm>
            <a:prstGeom prst="line">
              <a:avLst/>
            </a:prstGeom>
            <a:ln w="38100" cap="flat" cmpd="sng">
              <a:solidFill>
                <a:schemeClr val="accent1"/>
              </a:solidFill>
              <a:prstDash val="solid"/>
              <a:headEnd type="none" w="med" len="med"/>
              <a:tailEnd type="none" w="med" len="med"/>
            </a:ln>
          </p:spPr>
        </p:sp>
        <p:sp>
          <p:nvSpPr>
            <p:cNvPr id="23626" name="Text Box 20"/>
            <p:cNvSpPr txBox="1"/>
            <p:nvPr>
              <p:custDataLst>
                <p:tags r:id="rId14"/>
              </p:custDataLst>
            </p:nvPr>
          </p:nvSpPr>
          <p:spPr>
            <a:xfrm>
              <a:off x="2562" y="618"/>
              <a:ext cx="27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rPr>
                <a:t>_</a:t>
              </a:r>
              <a:endParaRPr lang="en-US" altLang="zh-CN"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3627" name="Text Box 21"/>
            <p:cNvSpPr txBox="1"/>
            <p:nvPr>
              <p:custDataLst>
                <p:tags r:id="rId15"/>
              </p:custDataLst>
            </p:nvPr>
          </p:nvSpPr>
          <p:spPr>
            <a:xfrm>
              <a:off x="1519" y="482"/>
              <a:ext cx="318" cy="6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q</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628" name="Text Box 22"/>
            <p:cNvSpPr txBox="1"/>
            <p:nvPr>
              <p:custDataLst>
                <p:tags r:id="rId16"/>
              </p:custDataLst>
            </p:nvPr>
          </p:nvSpPr>
          <p:spPr>
            <a:xfrm>
              <a:off x="2562" y="527"/>
              <a:ext cx="27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q</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629" name="Rectangle 23" descr="信纸"/>
            <p:cNvSpPr/>
            <p:nvPr>
              <p:custDataLst>
                <p:tags r:id="rId17"/>
              </p:custDataLst>
            </p:nvPr>
          </p:nvSpPr>
          <p:spPr>
            <a:xfrm>
              <a:off x="1927" y="799"/>
              <a:ext cx="499" cy="681"/>
            </a:xfrm>
            <a:prstGeom prst="rect">
              <a:avLst/>
            </a:prstGeom>
            <a:blipFill rotWithShape="1">
              <a:blip r:embed="rId18"/>
            </a:blipFill>
            <a:ln w="9525" cap="flat" cmpd="sng">
              <a:solidFill>
                <a:schemeClr val="dk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dirty="0">
                  <a:solidFill>
                    <a:schemeClr val="dk1">
                      <a:lumMod val="85000"/>
                      <a:lumOff val="15000"/>
                    </a:schemeClr>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dirty="0">
                <a:solidFill>
                  <a:schemeClr val="dk1">
                    <a:lumMod val="85000"/>
                    <a:lumOff val="15000"/>
                  </a:schemeClr>
                </a:solidFill>
                <a:latin typeface="Times New Roman" panose="02020603050405020304" pitchFamily="18" charset="0"/>
                <a:ea typeface="黑体" panose="02010609060101010101" pitchFamily="49" charset="-122"/>
                <a:sym typeface="Symbol" panose="05050102010706020507" pitchFamily="18" charset="2"/>
              </a:endParaRPr>
            </a:p>
          </p:txBody>
        </p:sp>
      </p:grpSp>
      <p:grpSp>
        <p:nvGrpSpPr>
          <p:cNvPr id="356376" name="Group 24"/>
          <p:cNvGrpSpPr/>
          <p:nvPr/>
        </p:nvGrpSpPr>
        <p:grpSpPr>
          <a:xfrm>
            <a:off x="6600508" y="1341755"/>
            <a:ext cx="576262" cy="576263"/>
            <a:chOff x="4377" y="346"/>
            <a:chExt cx="363" cy="363"/>
          </a:xfrm>
        </p:grpSpPr>
        <p:sp>
          <p:nvSpPr>
            <p:cNvPr id="23614" name="Line 25"/>
            <p:cNvSpPr/>
            <p:nvPr/>
          </p:nvSpPr>
          <p:spPr>
            <a:xfrm>
              <a:off x="4422" y="709"/>
              <a:ext cx="318" cy="0"/>
            </a:xfrm>
            <a:prstGeom prst="line">
              <a:avLst/>
            </a:prstGeom>
            <a:ln w="28575" cap="sq" cmpd="sng">
              <a:solidFill>
                <a:srgbClr val="FF3300"/>
              </a:solidFill>
              <a:prstDash val="solid"/>
              <a:headEnd type="none" w="med" len="med"/>
              <a:tailEnd type="triangle" w="med" len="med"/>
            </a:ln>
          </p:spPr>
        </p:sp>
        <p:sp>
          <p:nvSpPr>
            <p:cNvPr id="23615" name="Text Box 26" descr="斜纹布"/>
            <p:cNvSpPr txBox="1"/>
            <p:nvPr>
              <p:custDataLst>
                <p:tags r:id="rId19"/>
              </p:custDataLst>
            </p:nvPr>
          </p:nvSpPr>
          <p:spPr>
            <a:xfrm>
              <a:off x="4377" y="346"/>
              <a:ext cx="363" cy="29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400" b="1"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400" b="1"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grpSp>
        <p:nvGrpSpPr>
          <p:cNvPr id="356379" name="Group 27"/>
          <p:cNvGrpSpPr/>
          <p:nvPr/>
        </p:nvGrpSpPr>
        <p:grpSpPr>
          <a:xfrm>
            <a:off x="1488758" y="3686797"/>
            <a:ext cx="3384550" cy="2353958"/>
            <a:chOff x="703" y="1686"/>
            <a:chExt cx="2132" cy="1483"/>
          </a:xfrm>
        </p:grpSpPr>
        <p:grpSp>
          <p:nvGrpSpPr>
            <p:cNvPr id="23596" name="Group 28"/>
            <p:cNvGrpSpPr/>
            <p:nvPr/>
          </p:nvGrpSpPr>
          <p:grpSpPr>
            <a:xfrm>
              <a:off x="838" y="1686"/>
              <a:ext cx="1919" cy="763"/>
              <a:chOff x="2256" y="2678"/>
              <a:chExt cx="1919" cy="944"/>
            </a:xfrm>
          </p:grpSpPr>
          <p:sp>
            <p:nvSpPr>
              <p:cNvPr id="23606" name="Text Box 29"/>
              <p:cNvSpPr txBox="1"/>
              <p:nvPr>
                <p:custDataLst>
                  <p:tags r:id="rId20"/>
                </p:custDataLst>
              </p:nvPr>
            </p:nvSpPr>
            <p:spPr>
              <a:xfrm>
                <a:off x="3053" y="2678"/>
                <a:ext cx="293" cy="407"/>
              </a:xfrm>
              <a:prstGeom prst="rect">
                <a:avLst/>
              </a:prstGeom>
              <a:noFill/>
              <a:ln w="2857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607" name="Line 30"/>
              <p:cNvSpPr/>
              <p:nvPr>
                <p:custDataLst>
                  <p:tags r:id="rId21"/>
                </p:custDataLst>
              </p:nvPr>
            </p:nvSpPr>
            <p:spPr>
              <a:xfrm flipH="1" flipV="1">
                <a:off x="2347" y="3360"/>
                <a:ext cx="773" cy="0"/>
              </a:xfrm>
              <a:prstGeom prst="line">
                <a:avLst/>
              </a:prstGeom>
              <a:ln w="44450" cap="sq" cmpd="sng">
                <a:solidFill>
                  <a:schemeClr val="accent1"/>
                </a:solidFill>
                <a:prstDash val="solid"/>
                <a:headEnd type="none" w="med" len="med"/>
                <a:tailEnd type="none" w="med" len="med"/>
              </a:ln>
            </p:spPr>
          </p:sp>
          <p:sp>
            <p:nvSpPr>
              <p:cNvPr id="23608" name="Line 31"/>
              <p:cNvSpPr/>
              <p:nvPr>
                <p:custDataLst>
                  <p:tags r:id="rId22"/>
                </p:custDataLst>
              </p:nvPr>
            </p:nvSpPr>
            <p:spPr>
              <a:xfrm>
                <a:off x="3264" y="3360"/>
                <a:ext cx="820" cy="0"/>
              </a:xfrm>
              <a:prstGeom prst="line">
                <a:avLst/>
              </a:prstGeom>
              <a:ln w="44450" cap="sq" cmpd="sng">
                <a:solidFill>
                  <a:schemeClr val="accent1"/>
                </a:solidFill>
                <a:prstDash val="solid"/>
                <a:headEnd type="none" w="med" len="med"/>
                <a:tailEnd type="none" w="med" len="med"/>
              </a:ln>
            </p:spPr>
          </p:sp>
          <p:sp>
            <p:nvSpPr>
              <p:cNvPr id="23609" name="Oval 32"/>
              <p:cNvSpPr/>
              <p:nvPr>
                <p:custDataLst>
                  <p:tags r:id="rId23"/>
                </p:custDataLst>
              </p:nvPr>
            </p:nvSpPr>
            <p:spPr>
              <a:xfrm>
                <a:off x="2256" y="3148"/>
                <a:ext cx="91" cy="434"/>
              </a:xfrm>
              <a:prstGeom prst="ellipse">
                <a:avLst/>
              </a:prstGeom>
              <a:solidFill>
                <a:schemeClr val="accent1"/>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23610" name="Oval 33"/>
              <p:cNvSpPr/>
              <p:nvPr>
                <p:custDataLst>
                  <p:tags r:id="rId24"/>
                </p:custDataLst>
              </p:nvPr>
            </p:nvSpPr>
            <p:spPr>
              <a:xfrm>
                <a:off x="4084" y="3148"/>
                <a:ext cx="91" cy="434"/>
              </a:xfrm>
              <a:prstGeom prst="ellipse">
                <a:avLst/>
              </a:prstGeom>
              <a:solidFill>
                <a:schemeClr val="accent1"/>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nvGrpSpPr>
              <p:cNvPr id="23611" name="Group 34"/>
              <p:cNvGrpSpPr/>
              <p:nvPr/>
            </p:nvGrpSpPr>
            <p:grpSpPr>
              <a:xfrm>
                <a:off x="3120" y="3083"/>
                <a:ext cx="144" cy="539"/>
                <a:chOff x="3053" y="3083"/>
                <a:chExt cx="211" cy="576"/>
              </a:xfrm>
            </p:grpSpPr>
            <p:sp>
              <p:nvSpPr>
                <p:cNvPr id="23612" name="Line 35"/>
                <p:cNvSpPr/>
                <p:nvPr>
                  <p:custDataLst>
                    <p:tags r:id="rId25"/>
                  </p:custDataLst>
                </p:nvPr>
              </p:nvSpPr>
              <p:spPr>
                <a:xfrm>
                  <a:off x="3053" y="3083"/>
                  <a:ext cx="0" cy="576"/>
                </a:xfrm>
                <a:prstGeom prst="line">
                  <a:avLst/>
                </a:prstGeom>
                <a:ln w="50800" cap="flat" cmpd="sng">
                  <a:solidFill>
                    <a:schemeClr val="accent1"/>
                  </a:solidFill>
                  <a:prstDash val="solid"/>
                  <a:headEnd type="none" w="med" len="med"/>
                  <a:tailEnd type="none" w="med" len="med"/>
                </a:ln>
              </p:spPr>
            </p:sp>
            <p:sp>
              <p:nvSpPr>
                <p:cNvPr id="23613" name="Line 36"/>
                <p:cNvSpPr/>
                <p:nvPr>
                  <p:custDataLst>
                    <p:tags r:id="rId26"/>
                  </p:custDataLst>
                </p:nvPr>
              </p:nvSpPr>
              <p:spPr>
                <a:xfrm>
                  <a:off x="3264" y="3083"/>
                  <a:ext cx="0" cy="576"/>
                </a:xfrm>
                <a:prstGeom prst="line">
                  <a:avLst/>
                </a:prstGeom>
                <a:ln w="50800" cap="flat" cmpd="sng">
                  <a:solidFill>
                    <a:schemeClr val="accent1"/>
                  </a:solidFill>
                  <a:prstDash val="solid"/>
                  <a:headEnd type="none" w="med" len="med"/>
                  <a:tailEnd type="none" w="med" len="med"/>
                </a:ln>
              </p:spPr>
            </p:sp>
          </p:grpSp>
        </p:grpSp>
        <p:sp>
          <p:nvSpPr>
            <p:cNvPr id="23597" name="Text Box 37"/>
            <p:cNvSpPr txBox="1"/>
            <p:nvPr>
              <p:custDataLst>
                <p:tags r:id="rId27"/>
              </p:custDataLst>
            </p:nvPr>
          </p:nvSpPr>
          <p:spPr>
            <a:xfrm>
              <a:off x="703" y="2432"/>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dirty="0">
                  <a:solidFill>
                    <a:schemeClr val="hlink">
                      <a:lumMod val="75000"/>
                    </a:schemeClr>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chemeClr val="hlink">
                    <a:lumMod val="75000"/>
                  </a:schemeClr>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598" name="Text Box 38"/>
            <p:cNvSpPr txBox="1"/>
            <p:nvPr>
              <p:custDataLst>
                <p:tags r:id="rId28"/>
              </p:custDataLst>
            </p:nvPr>
          </p:nvSpPr>
          <p:spPr>
            <a:xfrm>
              <a:off x="2472" y="2478"/>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dirty="0">
                  <a:solidFill>
                    <a:schemeClr val="hlink">
                      <a:lumMod val="75000"/>
                    </a:schemeClr>
                  </a:solidFill>
                  <a:latin typeface="Times New Roman" panose="02020603050405020304" pitchFamily="18" charset="0"/>
                  <a:ea typeface="仿宋_GB2312" pitchFamily="49" charset="-122"/>
                  <a:sym typeface="Symbol" panose="05050102010706020507" pitchFamily="18" charset="2"/>
                </a:rPr>
                <a:t>－</a:t>
              </a:r>
              <a:endParaRPr lang="zh-CN" altLang="en-US" sz="2800" dirty="0">
                <a:solidFill>
                  <a:schemeClr val="hlink">
                    <a:lumMod val="75000"/>
                  </a:schemeClr>
                </a:solidFill>
                <a:latin typeface="Times New Roman" panose="02020603050405020304" pitchFamily="18" charset="0"/>
                <a:ea typeface="仿宋_GB2312" pitchFamily="49" charset="-122"/>
                <a:sym typeface="Symbol" panose="05050102010706020507" pitchFamily="18" charset="2"/>
              </a:endParaRPr>
            </a:p>
          </p:txBody>
        </p:sp>
        <p:sp>
          <p:nvSpPr>
            <p:cNvPr id="23599" name="Text Box 39"/>
            <p:cNvSpPr txBox="1"/>
            <p:nvPr>
              <p:custDataLst>
                <p:tags r:id="rId29"/>
              </p:custDataLst>
            </p:nvPr>
          </p:nvSpPr>
          <p:spPr>
            <a:xfrm>
              <a:off x="1610" y="2840"/>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600" name="Text Box 40"/>
            <p:cNvSpPr txBox="1"/>
            <p:nvPr>
              <p:custDataLst>
                <p:tags r:id="rId30"/>
              </p:custDataLst>
            </p:nvPr>
          </p:nvSpPr>
          <p:spPr>
            <a:xfrm>
              <a:off x="1565" y="2432"/>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G</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601" name="Line 41"/>
            <p:cNvSpPr/>
            <p:nvPr>
              <p:custDataLst>
                <p:tags r:id="rId31"/>
              </p:custDataLst>
            </p:nvPr>
          </p:nvSpPr>
          <p:spPr>
            <a:xfrm>
              <a:off x="793" y="2160"/>
              <a:ext cx="318" cy="0"/>
            </a:xfrm>
            <a:prstGeom prst="line">
              <a:avLst/>
            </a:prstGeom>
            <a:ln w="28575" cap="sq" cmpd="sng">
              <a:solidFill>
                <a:schemeClr val="accent5"/>
              </a:solidFill>
              <a:prstDash val="solid"/>
              <a:headEnd type="none" w="med" len="med"/>
              <a:tailEnd type="triangle" w="med" len="med"/>
            </a:ln>
          </p:spPr>
        </p:sp>
        <p:sp>
          <p:nvSpPr>
            <p:cNvPr id="23602" name="Line 42"/>
            <p:cNvSpPr/>
            <p:nvPr>
              <p:custDataLst>
                <p:tags r:id="rId32"/>
              </p:custDataLst>
            </p:nvPr>
          </p:nvSpPr>
          <p:spPr>
            <a:xfrm>
              <a:off x="1156" y="2251"/>
              <a:ext cx="0" cy="499"/>
            </a:xfrm>
            <a:prstGeom prst="line">
              <a:avLst/>
            </a:prstGeom>
            <a:ln w="28575" cap="sq" cmpd="sng">
              <a:solidFill>
                <a:schemeClr val="accent1"/>
              </a:solidFill>
              <a:prstDash val="solid"/>
              <a:headEnd type="none" w="med" len="med"/>
              <a:tailEnd type="none" w="med" len="med"/>
            </a:ln>
            <a:effectLst>
              <a:prstShdw prst="shdw17" dist="17961" dir="2699999">
                <a:schemeClr val="lt2"/>
              </a:prstShdw>
            </a:effectLst>
          </p:spPr>
        </p:sp>
        <p:sp>
          <p:nvSpPr>
            <p:cNvPr id="23603" name="Line 43"/>
            <p:cNvSpPr/>
            <p:nvPr>
              <p:custDataLst>
                <p:tags r:id="rId33"/>
              </p:custDataLst>
            </p:nvPr>
          </p:nvSpPr>
          <p:spPr>
            <a:xfrm>
              <a:off x="2336" y="2251"/>
              <a:ext cx="0" cy="499"/>
            </a:xfrm>
            <a:prstGeom prst="line">
              <a:avLst/>
            </a:prstGeom>
            <a:ln w="28575" cap="sq" cmpd="sng">
              <a:solidFill>
                <a:schemeClr val="accent1"/>
              </a:solidFill>
              <a:prstDash val="solid"/>
              <a:headEnd type="none" w="med" len="med"/>
              <a:tailEnd type="none" w="med" len="med"/>
            </a:ln>
            <a:effectLst>
              <a:prstShdw prst="shdw17" dist="17961" dir="2699999">
                <a:schemeClr val="lt2"/>
              </a:prstShdw>
            </a:effectLst>
          </p:spPr>
        </p:sp>
        <p:sp>
          <p:nvSpPr>
            <p:cNvPr id="23604" name="Line 44"/>
            <p:cNvSpPr/>
            <p:nvPr>
              <p:custDataLst>
                <p:tags r:id="rId34"/>
              </p:custDataLst>
            </p:nvPr>
          </p:nvSpPr>
          <p:spPr>
            <a:xfrm>
              <a:off x="1156" y="2750"/>
              <a:ext cx="1180" cy="0"/>
            </a:xfrm>
            <a:prstGeom prst="line">
              <a:avLst/>
            </a:prstGeom>
            <a:ln w="28575" cap="sq" cmpd="sng">
              <a:solidFill>
                <a:schemeClr val="accent1"/>
              </a:solidFill>
              <a:prstDash val="solid"/>
              <a:headEnd type="none" w="med" len="med"/>
              <a:tailEnd type="none" w="med" len="med"/>
            </a:ln>
            <a:effectLst>
              <a:prstShdw prst="shdw17" dist="17961" dir="2699999">
                <a:schemeClr val="lt2"/>
              </a:prstShdw>
            </a:effectLst>
          </p:spPr>
        </p:sp>
        <p:sp>
          <p:nvSpPr>
            <p:cNvPr id="23605" name="Rectangle 45"/>
            <p:cNvSpPr/>
            <p:nvPr>
              <p:custDataLst>
                <p:tags r:id="rId35"/>
              </p:custDataLst>
            </p:nvPr>
          </p:nvSpPr>
          <p:spPr>
            <a:xfrm>
              <a:off x="1565" y="2704"/>
              <a:ext cx="362" cy="136"/>
            </a:xfrm>
            <a:prstGeom prst="rect">
              <a:avLst/>
            </a:prstGeom>
            <a:solidFill>
              <a:schemeClr val="accent1"/>
            </a:solidFill>
            <a:ln w="28575" cap="sq"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grpSp>
        <p:nvGrpSpPr>
          <p:cNvPr id="356398" name="Group 46"/>
          <p:cNvGrpSpPr/>
          <p:nvPr/>
        </p:nvGrpSpPr>
        <p:grpSpPr>
          <a:xfrm>
            <a:off x="5016183" y="3672206"/>
            <a:ext cx="4248150" cy="2354263"/>
            <a:chOff x="2608" y="1777"/>
            <a:chExt cx="2676" cy="1483"/>
          </a:xfrm>
        </p:grpSpPr>
        <p:sp>
          <p:nvSpPr>
            <p:cNvPr id="23579" name="Text Box 47"/>
            <p:cNvSpPr txBox="1"/>
            <p:nvPr>
              <p:custDataLst>
                <p:tags r:id="rId36"/>
              </p:custDataLst>
            </p:nvPr>
          </p:nvSpPr>
          <p:spPr>
            <a:xfrm>
              <a:off x="4039" y="1777"/>
              <a:ext cx="293" cy="329"/>
            </a:xfrm>
            <a:prstGeom prst="rect">
              <a:avLst/>
            </a:prstGeom>
            <a:noFill/>
            <a:ln w="2857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580" name="Line 48"/>
            <p:cNvSpPr/>
            <p:nvPr>
              <p:custDataLst>
                <p:tags r:id="rId37"/>
              </p:custDataLst>
            </p:nvPr>
          </p:nvSpPr>
          <p:spPr>
            <a:xfrm>
              <a:off x="4250" y="2328"/>
              <a:ext cx="820" cy="0"/>
            </a:xfrm>
            <a:prstGeom prst="line">
              <a:avLst/>
            </a:prstGeom>
            <a:ln w="44450" cap="sq" cmpd="sng">
              <a:solidFill>
                <a:schemeClr val="accent1"/>
              </a:solidFill>
              <a:prstDash val="solid"/>
              <a:headEnd type="none" w="med" len="med"/>
              <a:tailEnd type="none" w="med" len="med"/>
            </a:ln>
          </p:spPr>
        </p:sp>
        <p:sp>
          <p:nvSpPr>
            <p:cNvPr id="23581" name="Oval 49"/>
            <p:cNvSpPr/>
            <p:nvPr>
              <p:custDataLst>
                <p:tags r:id="rId38"/>
              </p:custDataLst>
            </p:nvPr>
          </p:nvSpPr>
          <p:spPr>
            <a:xfrm>
              <a:off x="5070" y="2157"/>
              <a:ext cx="91" cy="350"/>
            </a:xfrm>
            <a:prstGeom prst="ellipse">
              <a:avLst/>
            </a:prstGeom>
            <a:solidFill>
              <a:schemeClr val="accent1"/>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nvGrpSpPr>
            <p:cNvPr id="23582" name="Group 50"/>
            <p:cNvGrpSpPr/>
            <p:nvPr/>
          </p:nvGrpSpPr>
          <p:grpSpPr>
            <a:xfrm>
              <a:off x="4105" y="2205"/>
              <a:ext cx="135" cy="283"/>
              <a:chOff x="3053" y="3083"/>
              <a:chExt cx="211" cy="576"/>
            </a:xfrm>
          </p:grpSpPr>
          <p:sp>
            <p:nvSpPr>
              <p:cNvPr id="23594" name="Line 51"/>
              <p:cNvSpPr/>
              <p:nvPr>
                <p:custDataLst>
                  <p:tags r:id="rId39"/>
                </p:custDataLst>
              </p:nvPr>
            </p:nvSpPr>
            <p:spPr>
              <a:xfrm>
                <a:off x="3053" y="3083"/>
                <a:ext cx="0" cy="576"/>
              </a:xfrm>
              <a:prstGeom prst="line">
                <a:avLst/>
              </a:prstGeom>
              <a:ln w="50800" cap="flat" cmpd="sng">
                <a:solidFill>
                  <a:schemeClr val="accent1"/>
                </a:solidFill>
                <a:prstDash val="solid"/>
                <a:headEnd type="none" w="med" len="med"/>
                <a:tailEnd type="none" w="med" len="med"/>
              </a:ln>
            </p:spPr>
          </p:sp>
          <p:sp>
            <p:nvSpPr>
              <p:cNvPr id="23595" name="Line 52"/>
              <p:cNvSpPr/>
              <p:nvPr>
                <p:custDataLst>
                  <p:tags r:id="rId40"/>
                </p:custDataLst>
              </p:nvPr>
            </p:nvSpPr>
            <p:spPr>
              <a:xfrm>
                <a:off x="3264" y="3083"/>
                <a:ext cx="0" cy="576"/>
              </a:xfrm>
              <a:prstGeom prst="line">
                <a:avLst/>
              </a:prstGeom>
              <a:ln w="50800" cap="flat" cmpd="sng">
                <a:solidFill>
                  <a:schemeClr val="accent1"/>
                </a:solidFill>
                <a:prstDash val="solid"/>
                <a:headEnd type="none" w="med" len="med"/>
                <a:tailEnd type="none" w="med" len="med"/>
              </a:ln>
            </p:spPr>
          </p:sp>
        </p:grpSp>
        <p:sp>
          <p:nvSpPr>
            <p:cNvPr id="23583" name="Text Box 53"/>
            <p:cNvSpPr txBox="1"/>
            <p:nvPr>
              <p:custDataLst>
                <p:tags r:id="rId41"/>
              </p:custDataLst>
            </p:nvPr>
          </p:nvSpPr>
          <p:spPr>
            <a:xfrm>
              <a:off x="2653" y="2432"/>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dirty="0">
                  <a:solidFill>
                    <a:schemeClr val="hlink">
                      <a:lumMod val="75000"/>
                    </a:schemeClr>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chemeClr val="hlink">
                    <a:lumMod val="75000"/>
                  </a:schemeClr>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584" name="Text Box 54"/>
            <p:cNvSpPr txBox="1"/>
            <p:nvPr>
              <p:custDataLst>
                <p:tags r:id="rId42"/>
              </p:custDataLst>
            </p:nvPr>
          </p:nvSpPr>
          <p:spPr>
            <a:xfrm>
              <a:off x="4921" y="2478"/>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dirty="0">
                  <a:solidFill>
                    <a:schemeClr val="hlink">
                      <a:lumMod val="75000"/>
                    </a:schemeClr>
                  </a:solidFill>
                  <a:latin typeface="Times New Roman" panose="02020603050405020304" pitchFamily="18" charset="0"/>
                  <a:ea typeface="仿宋_GB2312" pitchFamily="49" charset="-122"/>
                  <a:sym typeface="Symbol" panose="05050102010706020507" pitchFamily="18" charset="2"/>
                </a:rPr>
                <a:t>－</a:t>
              </a:r>
              <a:endParaRPr lang="zh-CN" altLang="en-US" sz="2800" dirty="0">
                <a:solidFill>
                  <a:schemeClr val="hlink">
                    <a:lumMod val="75000"/>
                  </a:schemeClr>
                </a:solidFill>
                <a:latin typeface="Times New Roman" panose="02020603050405020304" pitchFamily="18" charset="0"/>
                <a:ea typeface="仿宋_GB2312" pitchFamily="49" charset="-122"/>
                <a:sym typeface="Symbol" panose="05050102010706020507" pitchFamily="18" charset="2"/>
              </a:endParaRPr>
            </a:p>
          </p:txBody>
        </p:sp>
        <p:sp>
          <p:nvSpPr>
            <p:cNvPr id="23585" name="Text Box 55"/>
            <p:cNvSpPr txBox="1"/>
            <p:nvPr>
              <p:custDataLst>
                <p:tags r:id="rId43"/>
              </p:custDataLst>
            </p:nvPr>
          </p:nvSpPr>
          <p:spPr>
            <a:xfrm>
              <a:off x="4014" y="2931"/>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586" name="Text Box 56"/>
            <p:cNvSpPr txBox="1"/>
            <p:nvPr>
              <p:custDataLst>
                <p:tags r:id="rId44"/>
              </p:custDataLst>
            </p:nvPr>
          </p:nvSpPr>
          <p:spPr>
            <a:xfrm>
              <a:off x="3969" y="2523"/>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G</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587" name="Line 57"/>
            <p:cNvSpPr/>
            <p:nvPr>
              <p:custDataLst>
                <p:tags r:id="rId45"/>
              </p:custDataLst>
            </p:nvPr>
          </p:nvSpPr>
          <p:spPr>
            <a:xfrm>
              <a:off x="2699" y="2205"/>
              <a:ext cx="318" cy="0"/>
            </a:xfrm>
            <a:prstGeom prst="line">
              <a:avLst/>
            </a:prstGeom>
            <a:ln w="28575" cap="sq" cmpd="sng">
              <a:solidFill>
                <a:schemeClr val="accent5"/>
              </a:solidFill>
              <a:prstDash val="solid"/>
              <a:headEnd type="none" w="med" len="med"/>
              <a:tailEnd type="triangle" w="med" len="med"/>
            </a:ln>
          </p:spPr>
        </p:sp>
        <p:sp>
          <p:nvSpPr>
            <p:cNvPr id="23588" name="Line 58"/>
            <p:cNvSpPr/>
            <p:nvPr>
              <p:custDataLst>
                <p:tags r:id="rId46"/>
              </p:custDataLst>
            </p:nvPr>
          </p:nvSpPr>
          <p:spPr>
            <a:xfrm>
              <a:off x="3742" y="2341"/>
              <a:ext cx="0" cy="499"/>
            </a:xfrm>
            <a:prstGeom prst="line">
              <a:avLst/>
            </a:prstGeom>
            <a:ln w="28575" cap="sq" cmpd="sng">
              <a:solidFill>
                <a:schemeClr val="accent1"/>
              </a:solidFill>
              <a:prstDash val="solid"/>
              <a:headEnd type="none" w="med" len="med"/>
              <a:tailEnd type="none" w="med" len="med"/>
            </a:ln>
            <a:effectLst>
              <a:prstShdw prst="shdw17" dist="17961" dir="2699999">
                <a:schemeClr val="lt2"/>
              </a:prstShdw>
            </a:effectLst>
          </p:spPr>
        </p:sp>
        <p:sp>
          <p:nvSpPr>
            <p:cNvPr id="23589" name="Line 59"/>
            <p:cNvSpPr/>
            <p:nvPr>
              <p:custDataLst>
                <p:tags r:id="rId47"/>
              </p:custDataLst>
            </p:nvPr>
          </p:nvSpPr>
          <p:spPr>
            <a:xfrm>
              <a:off x="4649" y="2341"/>
              <a:ext cx="0" cy="499"/>
            </a:xfrm>
            <a:prstGeom prst="line">
              <a:avLst/>
            </a:prstGeom>
            <a:ln w="28575" cap="sq" cmpd="sng">
              <a:solidFill>
                <a:schemeClr val="accent1"/>
              </a:solidFill>
              <a:prstDash val="solid"/>
              <a:headEnd type="none" w="med" len="med"/>
              <a:tailEnd type="none" w="med" len="med"/>
            </a:ln>
            <a:effectLst>
              <a:prstShdw prst="shdw17" dist="17961" dir="2699999">
                <a:schemeClr val="lt2"/>
              </a:prstShdw>
            </a:effectLst>
          </p:spPr>
        </p:sp>
        <p:sp>
          <p:nvSpPr>
            <p:cNvPr id="23590" name="Line 60"/>
            <p:cNvSpPr/>
            <p:nvPr>
              <p:custDataLst>
                <p:tags r:id="rId48"/>
              </p:custDataLst>
            </p:nvPr>
          </p:nvSpPr>
          <p:spPr>
            <a:xfrm>
              <a:off x="3742" y="2840"/>
              <a:ext cx="907" cy="0"/>
            </a:xfrm>
            <a:prstGeom prst="line">
              <a:avLst/>
            </a:prstGeom>
            <a:ln w="28575" cap="sq" cmpd="sng">
              <a:solidFill>
                <a:schemeClr val="accent1"/>
              </a:solidFill>
              <a:prstDash val="solid"/>
              <a:headEnd type="none" w="med" len="med"/>
              <a:tailEnd type="none" w="med" len="med"/>
            </a:ln>
            <a:effectLst>
              <a:prstShdw prst="shdw17" dist="17961" dir="2699999">
                <a:schemeClr val="lt2"/>
              </a:prstShdw>
            </a:effectLst>
          </p:spPr>
        </p:sp>
        <p:sp>
          <p:nvSpPr>
            <p:cNvPr id="23591" name="Rectangle 61"/>
            <p:cNvSpPr/>
            <p:nvPr>
              <p:custDataLst>
                <p:tags r:id="rId49"/>
              </p:custDataLst>
            </p:nvPr>
          </p:nvSpPr>
          <p:spPr>
            <a:xfrm>
              <a:off x="4059" y="2795"/>
              <a:ext cx="362" cy="136"/>
            </a:xfrm>
            <a:prstGeom prst="rect">
              <a:avLst/>
            </a:prstGeom>
            <a:solidFill>
              <a:schemeClr val="accent1"/>
            </a:solidFill>
            <a:ln w="28575" cap="sq" cmpd="sng">
              <a:solidFill>
                <a:srgbClr val="008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aphicFrame>
          <p:nvGraphicFramePr>
            <p:cNvPr id="23592" name="Object 62"/>
            <p:cNvGraphicFramePr>
              <a:graphicFrameLocks noChangeAspect="1"/>
            </p:cNvGraphicFramePr>
            <p:nvPr/>
          </p:nvGraphicFramePr>
          <p:xfrm>
            <a:off x="2608" y="2205"/>
            <a:ext cx="1180" cy="229"/>
          </p:xfrm>
          <a:graphic>
            <a:graphicData uri="http://schemas.openxmlformats.org/presentationml/2006/ole">
              <mc:AlternateContent xmlns:mc="http://schemas.openxmlformats.org/markup-compatibility/2006">
                <mc:Choice xmlns:v="urn:schemas-microsoft-com:vml" Requires="v">
                  <p:oleObj spid="_x0000_s3093" name="" r:id="rId50" imgW="895350" imgH="123825" progId="Visio.Drawing.6">
                    <p:embed/>
                  </p:oleObj>
                </mc:Choice>
                <mc:Fallback>
                  <p:oleObj name="" r:id="rId50" imgW="895350" imgH="123825" progId="Visio.Drawing.6">
                    <p:embed/>
                    <p:pic>
                      <p:nvPicPr>
                        <p:cNvPr id="0" name="图片 3092"/>
                        <p:cNvPicPr/>
                        <p:nvPr/>
                      </p:nvPicPr>
                      <p:blipFill>
                        <a:blip r:embed="rId51"/>
                        <a:srcRect r="23584" b="-12411"/>
                        <a:stretch>
                          <a:fillRect/>
                        </a:stretch>
                      </p:blipFill>
                      <p:spPr>
                        <a:xfrm>
                          <a:off x="2608" y="2205"/>
                          <a:ext cx="1180" cy="229"/>
                        </a:xfrm>
                        <a:prstGeom prst="rect">
                          <a:avLst/>
                        </a:prstGeom>
                        <a:noFill/>
                        <a:ln w="38100">
                          <a:noFill/>
                          <a:miter/>
                        </a:ln>
                      </p:spPr>
                    </p:pic>
                  </p:oleObj>
                </mc:Fallback>
              </mc:AlternateContent>
            </a:graphicData>
          </a:graphic>
        </p:graphicFrame>
        <p:sp>
          <p:nvSpPr>
            <p:cNvPr id="23593" name="Line 63"/>
            <p:cNvSpPr/>
            <p:nvPr>
              <p:custDataLst>
                <p:tags r:id="rId52"/>
              </p:custDataLst>
            </p:nvPr>
          </p:nvSpPr>
          <p:spPr>
            <a:xfrm>
              <a:off x="3787" y="2341"/>
              <a:ext cx="318" cy="0"/>
            </a:xfrm>
            <a:prstGeom prst="line">
              <a:avLst/>
            </a:prstGeom>
            <a:ln w="28575" cap="sq" cmpd="sng">
              <a:solidFill>
                <a:schemeClr val="accent1"/>
              </a:solidFill>
              <a:prstDash val="solid"/>
              <a:headEnd type="none" w="med" len="med"/>
              <a:tailEnd type="none" w="med" len="med"/>
            </a:ln>
            <a:effectLst>
              <a:prstShdw prst="shdw17" dist="17961" dir="2699999">
                <a:schemeClr val="lt2"/>
              </a:prstShdw>
            </a:effectLst>
          </p:spPr>
        </p:sp>
      </p:grpSp>
      <p:grpSp>
        <p:nvGrpSpPr>
          <p:cNvPr id="356416" name="Group 64"/>
          <p:cNvGrpSpPr/>
          <p:nvPr/>
        </p:nvGrpSpPr>
        <p:grpSpPr>
          <a:xfrm>
            <a:off x="1631633" y="1743697"/>
            <a:ext cx="3189287" cy="1761821"/>
            <a:chOff x="612" y="416"/>
            <a:chExt cx="2009" cy="1110"/>
          </a:xfrm>
        </p:grpSpPr>
        <p:grpSp>
          <p:nvGrpSpPr>
            <p:cNvPr id="23565" name="Group 65"/>
            <p:cNvGrpSpPr/>
            <p:nvPr/>
          </p:nvGrpSpPr>
          <p:grpSpPr>
            <a:xfrm>
              <a:off x="702" y="416"/>
              <a:ext cx="1919" cy="763"/>
              <a:chOff x="2256" y="2678"/>
              <a:chExt cx="1919" cy="944"/>
            </a:xfrm>
          </p:grpSpPr>
          <p:sp>
            <p:nvSpPr>
              <p:cNvPr id="23571" name="Text Box 66"/>
              <p:cNvSpPr txBox="1"/>
              <p:nvPr>
                <p:custDataLst>
                  <p:tags r:id="rId53"/>
                </p:custDataLst>
              </p:nvPr>
            </p:nvSpPr>
            <p:spPr>
              <a:xfrm>
                <a:off x="3053" y="2678"/>
                <a:ext cx="293" cy="407"/>
              </a:xfrm>
              <a:prstGeom prst="rect">
                <a:avLst/>
              </a:prstGeom>
              <a:noFill/>
              <a:ln w="2857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572" name="Line 67"/>
              <p:cNvSpPr/>
              <p:nvPr>
                <p:custDataLst>
                  <p:tags r:id="rId54"/>
                </p:custDataLst>
              </p:nvPr>
            </p:nvSpPr>
            <p:spPr>
              <a:xfrm flipH="1" flipV="1">
                <a:off x="2347" y="3360"/>
                <a:ext cx="773" cy="0"/>
              </a:xfrm>
              <a:prstGeom prst="line">
                <a:avLst/>
              </a:prstGeom>
              <a:ln w="44450" cap="sq" cmpd="sng">
                <a:solidFill>
                  <a:schemeClr val="accent1"/>
                </a:solidFill>
                <a:prstDash val="solid"/>
                <a:headEnd type="none" w="med" len="med"/>
                <a:tailEnd type="none" w="med" len="med"/>
              </a:ln>
            </p:spPr>
          </p:sp>
          <p:sp>
            <p:nvSpPr>
              <p:cNvPr id="23573" name="Line 68"/>
              <p:cNvSpPr/>
              <p:nvPr>
                <p:custDataLst>
                  <p:tags r:id="rId55"/>
                </p:custDataLst>
              </p:nvPr>
            </p:nvSpPr>
            <p:spPr>
              <a:xfrm>
                <a:off x="3264" y="3360"/>
                <a:ext cx="820" cy="0"/>
              </a:xfrm>
              <a:prstGeom prst="line">
                <a:avLst/>
              </a:prstGeom>
              <a:ln w="44450" cap="sq" cmpd="sng">
                <a:solidFill>
                  <a:schemeClr val="accent1"/>
                </a:solidFill>
                <a:prstDash val="solid"/>
                <a:headEnd type="none" w="med" len="med"/>
                <a:tailEnd type="none" w="med" len="med"/>
              </a:ln>
            </p:spPr>
          </p:sp>
          <p:sp>
            <p:nvSpPr>
              <p:cNvPr id="23574" name="Oval 69"/>
              <p:cNvSpPr/>
              <p:nvPr>
                <p:custDataLst>
                  <p:tags r:id="rId56"/>
                </p:custDataLst>
              </p:nvPr>
            </p:nvSpPr>
            <p:spPr>
              <a:xfrm>
                <a:off x="2256" y="3148"/>
                <a:ext cx="91" cy="434"/>
              </a:xfrm>
              <a:prstGeom prst="ellipse">
                <a:avLst/>
              </a:prstGeom>
              <a:solidFill>
                <a:schemeClr val="accent1"/>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23575" name="Oval 70"/>
              <p:cNvSpPr/>
              <p:nvPr>
                <p:custDataLst>
                  <p:tags r:id="rId57"/>
                </p:custDataLst>
              </p:nvPr>
            </p:nvSpPr>
            <p:spPr>
              <a:xfrm>
                <a:off x="4084" y="3148"/>
                <a:ext cx="91" cy="434"/>
              </a:xfrm>
              <a:prstGeom prst="ellipse">
                <a:avLst/>
              </a:prstGeom>
              <a:solidFill>
                <a:schemeClr val="accent1"/>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nvGrpSpPr>
              <p:cNvPr id="23576" name="Group 71"/>
              <p:cNvGrpSpPr/>
              <p:nvPr/>
            </p:nvGrpSpPr>
            <p:grpSpPr>
              <a:xfrm>
                <a:off x="3120" y="3083"/>
                <a:ext cx="144" cy="539"/>
                <a:chOff x="3053" y="3083"/>
                <a:chExt cx="211" cy="576"/>
              </a:xfrm>
            </p:grpSpPr>
            <p:sp>
              <p:nvSpPr>
                <p:cNvPr id="23577" name="Line 72"/>
                <p:cNvSpPr/>
                <p:nvPr>
                  <p:custDataLst>
                    <p:tags r:id="rId58"/>
                  </p:custDataLst>
                </p:nvPr>
              </p:nvSpPr>
              <p:spPr>
                <a:xfrm>
                  <a:off x="3053" y="3083"/>
                  <a:ext cx="0" cy="576"/>
                </a:xfrm>
                <a:prstGeom prst="line">
                  <a:avLst/>
                </a:prstGeom>
                <a:ln w="50800" cap="flat" cmpd="sng">
                  <a:solidFill>
                    <a:schemeClr val="accent1"/>
                  </a:solidFill>
                  <a:prstDash val="solid"/>
                  <a:headEnd type="none" w="med" len="med"/>
                  <a:tailEnd type="none" w="med" len="med"/>
                </a:ln>
              </p:spPr>
            </p:sp>
            <p:sp>
              <p:nvSpPr>
                <p:cNvPr id="23578" name="Line 73"/>
                <p:cNvSpPr/>
                <p:nvPr>
                  <p:custDataLst>
                    <p:tags r:id="rId59"/>
                  </p:custDataLst>
                </p:nvPr>
              </p:nvSpPr>
              <p:spPr>
                <a:xfrm>
                  <a:off x="3264" y="3083"/>
                  <a:ext cx="0" cy="576"/>
                </a:xfrm>
                <a:prstGeom prst="line">
                  <a:avLst/>
                </a:prstGeom>
                <a:ln w="50800" cap="flat" cmpd="sng">
                  <a:solidFill>
                    <a:schemeClr val="accent1"/>
                  </a:solidFill>
                  <a:prstDash val="solid"/>
                  <a:headEnd type="none" w="med" len="med"/>
                  <a:tailEnd type="none" w="med" len="med"/>
                </a:ln>
              </p:spPr>
            </p:sp>
          </p:grpSp>
        </p:grpSp>
        <p:sp>
          <p:nvSpPr>
            <p:cNvPr id="23566" name="Text Box 74"/>
            <p:cNvSpPr txBox="1"/>
            <p:nvPr>
              <p:custDataLst>
                <p:tags r:id="rId60"/>
              </p:custDataLst>
            </p:nvPr>
          </p:nvSpPr>
          <p:spPr>
            <a:xfrm>
              <a:off x="612" y="1050"/>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567" name="Text Box 75"/>
            <p:cNvSpPr txBox="1"/>
            <p:nvPr>
              <p:custDataLst>
                <p:tags r:id="rId61"/>
              </p:custDataLst>
            </p:nvPr>
          </p:nvSpPr>
          <p:spPr>
            <a:xfrm>
              <a:off x="2245" y="1050"/>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23568" name="Text Box 76"/>
            <p:cNvSpPr txBox="1"/>
            <p:nvPr>
              <p:custDataLst>
                <p:tags r:id="rId62"/>
              </p:custDataLst>
            </p:nvPr>
          </p:nvSpPr>
          <p:spPr>
            <a:xfrm>
              <a:off x="1428" y="1197"/>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569" name="Text Box 77"/>
            <p:cNvSpPr txBox="1"/>
            <p:nvPr>
              <p:custDataLst>
                <p:tags r:id="rId63"/>
              </p:custDataLst>
            </p:nvPr>
          </p:nvSpPr>
          <p:spPr>
            <a:xfrm>
              <a:off x="1156" y="663"/>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3570" name="Line 78"/>
            <p:cNvSpPr/>
            <p:nvPr>
              <p:custDataLst>
                <p:tags r:id="rId64"/>
              </p:custDataLst>
            </p:nvPr>
          </p:nvSpPr>
          <p:spPr>
            <a:xfrm>
              <a:off x="793" y="845"/>
              <a:ext cx="409" cy="0"/>
            </a:xfrm>
            <a:prstGeom prst="line">
              <a:avLst/>
            </a:prstGeom>
            <a:ln w="28575" cap="sq" cmpd="sng">
              <a:solidFill>
                <a:schemeClr val="accent5"/>
              </a:solidFill>
              <a:prstDash val="solid"/>
              <a:headEnd type="none" w="med" len="med"/>
              <a:tailEnd type="triangle" w="med" len="med"/>
            </a:ln>
          </p:spPr>
        </p:sp>
      </p:grpSp>
    </p:spTree>
  </p:cSld>
  <p:clrMapOvr>
    <a:masterClrMapping/>
  </p:clrMapOvr>
  <p:transition/>
  <p:timing>
    <p:tnLst>
      <p:par>
        <p:cTn id="1" dur="indefinite" restart="never" nodeType="tmRoot"/>
      </p:par>
    </p:tnLst>
    <p:bldLst>
      <p:bldP spid="35635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extBox 1"/>
          <p:cNvSpPr txBox="1"/>
          <p:nvPr>
            <p:custDataLst>
              <p:tags r:id="rId1"/>
            </p:custDataLst>
          </p:nvPr>
        </p:nvSpPr>
        <p:spPr>
          <a:xfrm>
            <a:off x="1415733" y="1844358"/>
            <a:ext cx="8137525" cy="19380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sz="4000" b="1" dirty="0">
                <a:solidFill>
                  <a:schemeClr val="dk2">
                    <a:lumMod val="25000"/>
                  </a:schemeClr>
                </a:solidFill>
                <a:latin typeface="Times New Roman" panose="02020603050405020304" pitchFamily="18" charset="0"/>
                <a:ea typeface="黑体" panose="02010609060101010101" pitchFamily="49" charset="-122"/>
              </a:rPr>
              <a:t>第六章作业：</a:t>
            </a:r>
            <a:endParaRPr lang="en-US" altLang="zh-CN" sz="4000" b="1" dirty="0">
              <a:solidFill>
                <a:schemeClr val="dk2">
                  <a:lumMod val="25000"/>
                </a:schemeClr>
              </a:solidFill>
              <a:latin typeface="Times New Roman" panose="02020603050405020304" pitchFamily="18" charset="0"/>
              <a:ea typeface="黑体" panose="02010609060101010101" pitchFamily="49" charset="-122"/>
            </a:endParaRPr>
          </a:p>
          <a:p>
            <a:pPr marL="0" lvl="0" indent="0" eaLnBrk="1" hangingPunct="1">
              <a:spcBef>
                <a:spcPct val="0"/>
              </a:spcBef>
              <a:buClrTx/>
              <a:buSzTx/>
              <a:buFontTx/>
              <a:buNone/>
            </a:pPr>
            <a:r>
              <a:rPr lang="en-US" altLang="zh-CN" sz="4000" b="1" dirty="0">
                <a:solidFill>
                  <a:schemeClr val="dk2">
                    <a:lumMod val="25000"/>
                  </a:schemeClr>
                </a:solidFill>
                <a:latin typeface="Times New Roman" panose="02020603050405020304" pitchFamily="18" charset="0"/>
                <a:ea typeface="黑体" panose="02010609060101010101" pitchFamily="49" charset="-122"/>
              </a:rPr>
              <a:t>《</a:t>
            </a:r>
            <a:r>
              <a:rPr lang="zh-CN" altLang="en-US" sz="4000" b="1" dirty="0">
                <a:solidFill>
                  <a:schemeClr val="dk2">
                    <a:lumMod val="25000"/>
                  </a:schemeClr>
                </a:solidFill>
                <a:latin typeface="Times New Roman" panose="02020603050405020304" pitchFamily="18" charset="0"/>
                <a:ea typeface="黑体" panose="02010609060101010101" pitchFamily="49" charset="-122"/>
              </a:rPr>
              <a:t>电路</a:t>
            </a:r>
            <a:r>
              <a:rPr lang="en-US" altLang="zh-CN" sz="4000" b="1" dirty="0">
                <a:solidFill>
                  <a:schemeClr val="dk2">
                    <a:lumMod val="25000"/>
                  </a:schemeClr>
                </a:solidFill>
                <a:latin typeface="Times New Roman" panose="02020603050405020304" pitchFamily="18" charset="0"/>
                <a:ea typeface="黑体" panose="02010609060101010101" pitchFamily="49" charset="-122"/>
              </a:rPr>
              <a:t>》</a:t>
            </a:r>
            <a:r>
              <a:rPr lang="zh-CN" altLang="en-US" sz="4000" b="1" dirty="0">
                <a:solidFill>
                  <a:schemeClr val="dk2">
                    <a:lumMod val="25000"/>
                  </a:schemeClr>
                </a:solidFill>
                <a:latin typeface="Times New Roman" panose="02020603050405020304" pitchFamily="18" charset="0"/>
                <a:ea typeface="黑体" panose="02010609060101010101" pitchFamily="49" charset="-122"/>
              </a:rPr>
              <a:t>第六章习题</a:t>
            </a:r>
            <a:endParaRPr lang="zh-CN" altLang="en-US" sz="4000" b="1" dirty="0">
              <a:solidFill>
                <a:schemeClr val="dk2">
                  <a:lumMod val="25000"/>
                </a:schemeClr>
              </a:solidFill>
              <a:latin typeface="Times New Roman" panose="02020603050405020304" pitchFamily="18" charset="0"/>
              <a:ea typeface="黑体" panose="02010609060101010101" pitchFamily="49" charset="-122"/>
            </a:endParaRPr>
          </a:p>
          <a:p>
            <a:pPr marL="0" lvl="0" indent="0" eaLnBrk="1" hangingPunct="1">
              <a:spcBef>
                <a:spcPct val="0"/>
              </a:spcBef>
              <a:buClrTx/>
              <a:buSzTx/>
              <a:buFontTx/>
              <a:buNone/>
            </a:pPr>
            <a:r>
              <a:rPr lang="en-US" altLang="zh-CN" sz="4000" b="1" dirty="0">
                <a:solidFill>
                  <a:schemeClr val="dk2">
                    <a:lumMod val="25000"/>
                  </a:schemeClr>
                </a:solidFill>
                <a:latin typeface="Times New Roman" panose="02020603050405020304" pitchFamily="18" charset="0"/>
                <a:ea typeface="黑体" panose="02010609060101010101" pitchFamily="49" charset="-122"/>
              </a:rPr>
              <a:t>6-3</a:t>
            </a:r>
            <a:endParaRPr lang="zh-CN" altLang="en-US" sz="4000" b="1" dirty="0">
              <a:solidFill>
                <a:schemeClr val="dk2">
                  <a:lumMod val="25000"/>
                </a:schemeClr>
              </a:solidFill>
              <a:latin typeface="Times New Roman" panose="02020603050405020304" pitchFamily="18" charset="0"/>
              <a:ea typeface="黑体" panose="02010609060101010101" pitchFamily="49"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descr="蓝色砂纸"/>
          <p:cNvSpPr txBox="1"/>
          <p:nvPr>
            <p:custDataLst>
              <p:tags r:id="rId1"/>
            </p:custDataLst>
          </p:nvPr>
        </p:nvSpPr>
        <p:spPr>
          <a:xfrm>
            <a:off x="2207578" y="1988820"/>
            <a:ext cx="7507287" cy="2306955"/>
          </a:xfrm>
          <a:prstGeom prst="rect">
            <a:avLst/>
          </a:prstGeom>
          <a:noFill/>
          <a:ln w="9525">
            <a:noFill/>
          </a:ln>
          <a:effectLst>
            <a:prstShdw prst="shdw17" dist="17961" dir="2699999">
              <a:srgbClr val="7A8E99"/>
            </a:prstShdw>
          </a:effectLst>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lgn="ctr" eaLnBrk="1" hangingPunct="1">
              <a:spcBef>
                <a:spcPct val="0"/>
              </a:spcBef>
              <a:buNone/>
            </a:pPr>
            <a:r>
              <a:rPr lang="en-US" sz="4800" b="1" dirty="0">
                <a:solidFill>
                  <a:schemeClr val="accent1"/>
                </a:solidFill>
                <a:latin typeface="Times New Roman" panose="02020603050405020304" pitchFamily="18" charset="0"/>
                <a:ea typeface="黑体" panose="02010609060101010101" pitchFamily="49" charset="-122"/>
              </a:rPr>
              <a:t>6-2</a:t>
            </a:r>
            <a:endParaRPr lang="en-US" sz="4800" b="1" dirty="0">
              <a:solidFill>
                <a:schemeClr val="accent1"/>
              </a:solidFill>
              <a:latin typeface="Times New Roman" panose="02020603050405020304" pitchFamily="18" charset="0"/>
              <a:ea typeface="黑体" panose="02010609060101010101" pitchFamily="49" charset="-122"/>
            </a:endParaRPr>
          </a:p>
          <a:p>
            <a:pPr marL="0" lvl="0" indent="0" algn="ctr" eaLnBrk="1" hangingPunct="1">
              <a:spcBef>
                <a:spcPct val="0"/>
              </a:spcBef>
              <a:buNone/>
            </a:pPr>
            <a:r>
              <a:rPr lang="zh-CN" altLang="en-US" sz="4800" b="1" dirty="0">
                <a:solidFill>
                  <a:schemeClr val="accent1"/>
                </a:solidFill>
                <a:latin typeface="Times New Roman" panose="02020603050405020304" pitchFamily="18" charset="0"/>
                <a:ea typeface="黑体" panose="02010609060101010101" pitchFamily="49" charset="-122"/>
              </a:rPr>
              <a:t> </a:t>
            </a:r>
            <a:r>
              <a:rPr lang="zh-CN" altLang="en-US" sz="4800" b="1" i="1" dirty="0">
                <a:solidFill>
                  <a:schemeClr val="accent1"/>
                </a:solidFill>
                <a:latin typeface="Times New Roman" panose="02020603050405020304" pitchFamily="18" charset="0"/>
                <a:ea typeface="黑体" panose="02010609060101010101" pitchFamily="49" charset="-122"/>
              </a:rPr>
              <a:t>  </a:t>
            </a:r>
            <a:r>
              <a:rPr lang="zh-CN" altLang="en-US" sz="4800" b="1" dirty="0">
                <a:solidFill>
                  <a:schemeClr val="accent1"/>
                </a:solidFill>
                <a:latin typeface="Times New Roman" panose="02020603050405020304" pitchFamily="18" charset="0"/>
                <a:ea typeface="黑体" panose="02010609060101010101" pitchFamily="49" charset="-122"/>
              </a:rPr>
              <a:t>电感元件</a:t>
            </a:r>
            <a:endParaRPr lang="en-US" altLang="zh-CN" sz="4800" b="1" dirty="0">
              <a:solidFill>
                <a:schemeClr val="accent1"/>
              </a:solidFill>
              <a:latin typeface="Times New Roman" panose="02020603050405020304" pitchFamily="18" charset="0"/>
              <a:ea typeface="黑体" panose="02010609060101010101" pitchFamily="49" charset="-122"/>
            </a:endParaRPr>
          </a:p>
          <a:p>
            <a:pPr marL="0" lvl="0" indent="0" algn="ctr" eaLnBrk="1" hangingPunct="1">
              <a:spcBef>
                <a:spcPct val="0"/>
              </a:spcBef>
              <a:buNone/>
            </a:pPr>
            <a:r>
              <a:rPr lang="en-US" altLang="zh-CN" sz="4800" b="1" i="1" dirty="0">
                <a:solidFill>
                  <a:schemeClr val="accent1"/>
                </a:solidFill>
                <a:latin typeface="Times New Roman" panose="02020603050405020304" pitchFamily="18" charset="0"/>
                <a:ea typeface="黑体" panose="02010609060101010101" pitchFamily="49" charset="-122"/>
              </a:rPr>
              <a:t>P129</a:t>
            </a:r>
            <a:endParaRPr lang="en-US" altLang="zh-CN" sz="4800" b="1" i="1" dirty="0">
              <a:solidFill>
                <a:schemeClr val="accent1"/>
              </a:solidFill>
              <a:latin typeface="Times New Roman" panose="02020603050405020304" pitchFamily="18" charset="0"/>
              <a:ea typeface="黑体" panose="02010609060101010101" pitchFamily="49" charset="-122"/>
            </a:endParaRPr>
          </a:p>
        </p:txBody>
      </p:sp>
      <p:sp>
        <p:nvSpPr>
          <p:cNvPr id="2" name="文本框 1"/>
          <p:cNvSpPr txBox="1"/>
          <p:nvPr/>
        </p:nvSpPr>
        <p:spPr>
          <a:xfrm>
            <a:off x="2999740" y="4869180"/>
            <a:ext cx="6096000" cy="521970"/>
          </a:xfrm>
          <a:prstGeom prst="rect">
            <a:avLst/>
          </a:prstGeom>
          <a:noFill/>
        </p:spPr>
        <p:txBody>
          <a:bodyPr wrap="square" rtlCol="0" anchor="t">
            <a:spAutoFit/>
          </a:bodyPr>
          <a:p>
            <a:pPr marL="0" lvl="0" indent="0" algn="ctr">
              <a:spcBef>
                <a:spcPct val="0"/>
              </a:spcBef>
              <a:buClrTx/>
              <a:buSzTx/>
              <a:buFontTx/>
              <a:buNone/>
            </a:pPr>
            <a:r>
              <a:rPr lang="zh-CN" altLang="en-US" dirty="0">
                <a:solidFill>
                  <a:srgbClr val="FF0000"/>
                </a:solidFill>
                <a:latin typeface="Times New Roman" panose="02020603050405020304" pitchFamily="18" charset="0"/>
                <a:ea typeface="黑体" panose="02010609060101010101" pitchFamily="49" charset="-122"/>
                <a:sym typeface="Symbol" panose="05050102010706020507" pitchFamily="18" charset="2"/>
              </a:rPr>
              <a:t>韦安特性</a:t>
            </a:r>
            <a:endParaRPr lang="zh-CN" altLang="en-US" dirty="0">
              <a:solidFill>
                <a:srgbClr val="FF0000"/>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timing>
    <p:tnLst>
      <p:par>
        <p:cTn id="1" dur="indefinite" restart="never" nodeType="tmRoot"/>
      </p:par>
    </p:tnLst>
    <p:bldLst>
      <p:bldP spid="2052"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20515" name="Group 3"/>
          <p:cNvGrpSpPr/>
          <p:nvPr/>
        </p:nvGrpSpPr>
        <p:grpSpPr>
          <a:xfrm>
            <a:off x="3360738" y="5011738"/>
            <a:ext cx="1079500" cy="522287"/>
            <a:chOff x="1565" y="1525"/>
            <a:chExt cx="680" cy="329"/>
          </a:xfrm>
        </p:grpSpPr>
        <p:sp>
          <p:nvSpPr>
            <p:cNvPr id="27673" name="AutoShape 4"/>
            <p:cNvSpPr/>
            <p:nvPr>
              <p:custDataLst>
                <p:tags r:id="rId1"/>
              </p:custDataLst>
            </p:nvPr>
          </p:nvSpPr>
          <p:spPr>
            <a:xfrm>
              <a:off x="1565" y="1616"/>
              <a:ext cx="91" cy="227"/>
            </a:xfrm>
            <a:prstGeom prst="upArrow">
              <a:avLst>
                <a:gd name="adj1" fmla="val 50000"/>
                <a:gd name="adj2" fmla="val 62362"/>
              </a:avLst>
            </a:prstGeom>
            <a:solidFill>
              <a:schemeClr val="dk1"/>
            </a:solidFill>
            <a:ln w="9525" cap="flat" cmpd="sng">
              <a:solidFill>
                <a:schemeClr val="dk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27674" name="Text Box 5"/>
            <p:cNvSpPr txBox="1"/>
            <p:nvPr>
              <p:custDataLst>
                <p:tags r:id="rId5"/>
              </p:custDataLst>
            </p:nvPr>
          </p:nvSpPr>
          <p:spPr>
            <a:xfrm>
              <a:off x="1746" y="1525"/>
              <a:ext cx="499"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 (t)</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grpSp>
        <p:nvGrpSpPr>
          <p:cNvPr id="320518" name="Group 6"/>
          <p:cNvGrpSpPr/>
          <p:nvPr/>
        </p:nvGrpSpPr>
        <p:grpSpPr>
          <a:xfrm>
            <a:off x="3576638" y="5372100"/>
            <a:ext cx="2736850" cy="715963"/>
            <a:chOff x="2789" y="1661"/>
            <a:chExt cx="1724" cy="451"/>
          </a:xfrm>
        </p:grpSpPr>
        <p:sp>
          <p:nvSpPr>
            <p:cNvPr id="27670" name="Text Box 7"/>
            <p:cNvSpPr txBox="1"/>
            <p:nvPr>
              <p:custDataLst>
                <p:tags r:id="rId6"/>
              </p:custDataLst>
            </p:nvPr>
          </p:nvSpPr>
          <p:spPr>
            <a:xfrm>
              <a:off x="2789" y="1706"/>
              <a:ext cx="363" cy="40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3600" b="1" dirty="0">
                  <a:solidFill>
                    <a:schemeClr val="hlink">
                      <a:lumMod val="75000"/>
                    </a:schemeClr>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3600" b="1" dirty="0">
                <a:solidFill>
                  <a:schemeClr val="hlink">
                    <a:lumMod val="75000"/>
                  </a:schemeClr>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7671" name="Text Box 8"/>
            <p:cNvSpPr txBox="1"/>
            <p:nvPr>
              <p:custDataLst>
                <p:tags r:id="rId7"/>
              </p:custDataLst>
            </p:nvPr>
          </p:nvSpPr>
          <p:spPr>
            <a:xfrm>
              <a:off x="4150" y="1661"/>
              <a:ext cx="363" cy="40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3600" b="1" dirty="0">
                  <a:solidFill>
                    <a:schemeClr val="hlink">
                      <a:lumMod val="75000"/>
                    </a:schemeClr>
                  </a:solidFill>
                  <a:latin typeface="Times New Roman" panose="02020603050405020304" pitchFamily="18" charset="0"/>
                  <a:sym typeface="Symbol" panose="05050102010706020507" pitchFamily="18" charset="2"/>
                </a:rPr>
                <a:t>-</a:t>
              </a:r>
              <a:endParaRPr lang="en-US" altLang="zh-CN" sz="3600" b="1" dirty="0">
                <a:solidFill>
                  <a:schemeClr val="hlink">
                    <a:lumMod val="75000"/>
                  </a:schemeClr>
                </a:solidFill>
                <a:latin typeface="Times New Roman" panose="02020603050405020304" pitchFamily="18" charset="0"/>
                <a:sym typeface="Symbol" panose="05050102010706020507" pitchFamily="18" charset="2"/>
              </a:endParaRPr>
            </a:p>
          </p:txBody>
        </p:sp>
        <p:sp>
          <p:nvSpPr>
            <p:cNvPr id="27672" name="Text Box 9"/>
            <p:cNvSpPr txBox="1"/>
            <p:nvPr>
              <p:custDataLst>
                <p:tags r:id="rId8"/>
              </p:custDataLst>
            </p:nvPr>
          </p:nvSpPr>
          <p:spPr>
            <a:xfrm>
              <a:off x="3334" y="1661"/>
              <a:ext cx="635"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 </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graphicFrame>
        <p:nvGraphicFramePr>
          <p:cNvPr id="320522" name="Object 10"/>
          <p:cNvGraphicFramePr>
            <a:graphicFrameLocks noChangeAspect="1"/>
          </p:cNvGraphicFramePr>
          <p:nvPr/>
        </p:nvGraphicFramePr>
        <p:xfrm>
          <a:off x="3287713" y="3644900"/>
          <a:ext cx="3240087" cy="1917700"/>
        </p:xfrm>
        <a:graphic>
          <a:graphicData uri="http://schemas.openxmlformats.org/presentationml/2006/ole">
            <mc:AlternateContent xmlns:mc="http://schemas.openxmlformats.org/markup-compatibility/2006">
              <mc:Choice xmlns:v="urn:schemas-microsoft-com:vml" Requires="v">
                <p:oleObj spid="_x0000_s3097" name="" r:id="rId9" imgW="2393315" imgH="1422400" progId="Visio.Drawing.6">
                  <p:embed/>
                </p:oleObj>
              </mc:Choice>
              <mc:Fallback>
                <p:oleObj name="" r:id="rId9" imgW="2393315" imgH="1422400" progId="Visio.Drawing.6">
                  <p:embed/>
                  <p:pic>
                    <p:nvPicPr>
                      <p:cNvPr id="0" name="图片 3096"/>
                      <p:cNvPicPr/>
                      <p:nvPr/>
                    </p:nvPicPr>
                    <p:blipFill>
                      <a:blip r:embed="rId10"/>
                      <a:stretch>
                        <a:fillRect/>
                      </a:stretch>
                    </p:blipFill>
                    <p:spPr>
                      <a:xfrm>
                        <a:off x="3287713" y="3644900"/>
                        <a:ext cx="3240087" cy="1917700"/>
                      </a:xfrm>
                      <a:prstGeom prst="rect">
                        <a:avLst/>
                      </a:prstGeom>
                      <a:noFill/>
                      <a:ln w="38100">
                        <a:noFill/>
                        <a:miter/>
                      </a:ln>
                    </p:spPr>
                  </p:pic>
                </p:oleObj>
              </mc:Fallback>
            </mc:AlternateContent>
          </a:graphicData>
        </a:graphic>
      </p:graphicFrame>
      <p:grpSp>
        <p:nvGrpSpPr>
          <p:cNvPr id="320523" name="Group 11"/>
          <p:cNvGrpSpPr/>
          <p:nvPr/>
        </p:nvGrpSpPr>
        <p:grpSpPr>
          <a:xfrm>
            <a:off x="2855913" y="3860800"/>
            <a:ext cx="4175125" cy="1079500"/>
            <a:chOff x="2245" y="709"/>
            <a:chExt cx="2630" cy="680"/>
          </a:xfrm>
        </p:grpSpPr>
        <p:sp>
          <p:nvSpPr>
            <p:cNvPr id="27667" name="Line 12"/>
            <p:cNvSpPr/>
            <p:nvPr>
              <p:custDataLst>
                <p:tags r:id="rId11"/>
              </p:custDataLst>
            </p:nvPr>
          </p:nvSpPr>
          <p:spPr>
            <a:xfrm>
              <a:off x="2245" y="1026"/>
              <a:ext cx="2585" cy="0"/>
            </a:xfrm>
            <a:prstGeom prst="line">
              <a:avLst/>
            </a:prstGeom>
            <a:ln w="38100" cap="flat" cmpd="sng">
              <a:solidFill>
                <a:schemeClr val="dk1"/>
              </a:solidFill>
              <a:prstDash val="dashDot"/>
              <a:headEnd type="triangle" w="med" len="med"/>
              <a:tailEnd type="none" w="med" len="med"/>
            </a:ln>
          </p:spPr>
        </p:sp>
        <p:sp>
          <p:nvSpPr>
            <p:cNvPr id="27668" name="Freeform 13"/>
            <p:cNvSpPr/>
            <p:nvPr>
              <p:custDataLst>
                <p:tags r:id="rId12"/>
              </p:custDataLst>
            </p:nvPr>
          </p:nvSpPr>
          <p:spPr>
            <a:xfrm>
              <a:off x="2290" y="709"/>
              <a:ext cx="2540" cy="196"/>
            </a:xfrm>
            <a:custGeom>
              <a:avLst/>
              <a:gdLst/>
              <a:ahLst/>
              <a:cxnLst>
                <a:cxn ang="0">
                  <a:pos x="0" y="0"/>
                </a:cxn>
                <a:cxn ang="0">
                  <a:pos x="771" y="181"/>
                </a:cxn>
                <a:cxn ang="0">
                  <a:pos x="2540" y="91"/>
                </a:cxn>
              </a:cxnLst>
              <a:pathLst>
                <a:path w="2540" h="196">
                  <a:moveTo>
                    <a:pt x="0" y="0"/>
                  </a:moveTo>
                  <a:cubicBezTo>
                    <a:pt x="174" y="83"/>
                    <a:pt x="348" y="166"/>
                    <a:pt x="771" y="181"/>
                  </a:cubicBezTo>
                  <a:cubicBezTo>
                    <a:pt x="1194" y="196"/>
                    <a:pt x="2238" y="106"/>
                    <a:pt x="2540" y="91"/>
                  </a:cubicBezTo>
                </a:path>
              </a:pathLst>
            </a:custGeom>
            <a:noFill/>
            <a:ln w="38100" cap="flat" cmpd="sng">
              <a:solidFill>
                <a:schemeClr val="dk1">
                  <a:alpha val="100000"/>
                </a:schemeClr>
              </a:solidFill>
              <a:prstDash val="dashDot"/>
              <a:round/>
              <a:headEnd type="triangle" w="med" len="med"/>
              <a:tailEnd type="none" w="med" len="med"/>
            </a:ln>
          </p:spPr>
          <p:txBody>
            <a:bodyPr/>
            <a:p>
              <a:endParaRPr lang="zh-CN" altLang="en-US" sz="2800">
                <a:solidFill>
                  <a:schemeClr val="dk1"/>
                </a:solidFill>
              </a:endParaRPr>
            </a:p>
          </p:txBody>
        </p:sp>
        <p:sp>
          <p:nvSpPr>
            <p:cNvPr id="27669" name="Freeform 14"/>
            <p:cNvSpPr/>
            <p:nvPr>
              <p:custDataLst>
                <p:tags r:id="rId13"/>
              </p:custDataLst>
            </p:nvPr>
          </p:nvSpPr>
          <p:spPr>
            <a:xfrm>
              <a:off x="2290" y="1094"/>
              <a:ext cx="2585" cy="295"/>
            </a:xfrm>
            <a:custGeom>
              <a:avLst/>
              <a:gdLst/>
              <a:ahLst/>
              <a:cxnLst>
                <a:cxn ang="0">
                  <a:pos x="0" y="295"/>
                </a:cxn>
                <a:cxn ang="0">
                  <a:pos x="1134" y="23"/>
                </a:cxn>
                <a:cxn ang="0">
                  <a:pos x="2585" y="159"/>
                </a:cxn>
              </a:cxnLst>
              <a:pathLst>
                <a:path w="2585" h="295">
                  <a:moveTo>
                    <a:pt x="0" y="295"/>
                  </a:moveTo>
                  <a:cubicBezTo>
                    <a:pt x="351" y="170"/>
                    <a:pt x="703" y="46"/>
                    <a:pt x="1134" y="23"/>
                  </a:cubicBezTo>
                  <a:cubicBezTo>
                    <a:pt x="1565" y="0"/>
                    <a:pt x="2351" y="136"/>
                    <a:pt x="2585" y="159"/>
                  </a:cubicBezTo>
                </a:path>
              </a:pathLst>
            </a:custGeom>
            <a:noFill/>
            <a:ln w="38100" cap="flat" cmpd="sng">
              <a:solidFill>
                <a:schemeClr val="dk1">
                  <a:alpha val="100000"/>
                </a:schemeClr>
              </a:solidFill>
              <a:prstDash val="dashDot"/>
              <a:round/>
              <a:headEnd type="triangle" w="med" len="med"/>
              <a:tailEnd type="none" w="med" len="med"/>
            </a:ln>
          </p:spPr>
          <p:txBody>
            <a:bodyPr/>
            <a:p>
              <a:endParaRPr lang="zh-CN" altLang="en-US" sz="2800">
                <a:solidFill>
                  <a:schemeClr val="dk1"/>
                </a:solidFill>
              </a:endParaRPr>
            </a:p>
          </p:txBody>
        </p:sp>
      </p:grpSp>
      <p:sp>
        <p:nvSpPr>
          <p:cNvPr id="320527" name="Text Box 15"/>
          <p:cNvSpPr txBox="1"/>
          <p:nvPr>
            <p:custDataLst>
              <p:tags r:id="rId14"/>
            </p:custDataLst>
          </p:nvPr>
        </p:nvSpPr>
        <p:spPr>
          <a:xfrm>
            <a:off x="695643" y="1004094"/>
            <a:ext cx="1871662" cy="521970"/>
          </a:xfrm>
          <a:prstGeom prst="rect">
            <a:avLst/>
          </a:prstGeom>
          <a:noFill/>
          <a:ln w="38100" cap="flat" cmpd="sng">
            <a:solidFill>
              <a:schemeClr val="accent5"/>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chemeClr val="dk1"/>
                </a:solidFill>
                <a:latin typeface="Times New Roman" panose="02020603050405020304" pitchFamily="18" charset="0"/>
                <a:ea typeface="黑体" panose="02010609060101010101" pitchFamily="49" charset="-122"/>
              </a:rPr>
              <a:t>电感线圈</a:t>
            </a:r>
            <a:endParaRPr lang="zh-CN" altLang="en-US" sz="2800" b="1" dirty="0">
              <a:solidFill>
                <a:schemeClr val="dk1"/>
              </a:solidFill>
              <a:latin typeface="Times New Roman" panose="02020603050405020304" pitchFamily="18" charset="0"/>
              <a:ea typeface="黑体" panose="02010609060101010101" pitchFamily="49" charset="-122"/>
            </a:endParaRPr>
          </a:p>
        </p:txBody>
      </p:sp>
      <p:sp>
        <p:nvSpPr>
          <p:cNvPr id="320528" name="Text Box 16"/>
          <p:cNvSpPr txBox="1"/>
          <p:nvPr/>
        </p:nvSpPr>
        <p:spPr>
          <a:xfrm>
            <a:off x="695325" y="1525905"/>
            <a:ext cx="9432925" cy="17703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nSpc>
                <a:spcPct val="130000"/>
              </a:lnSpc>
              <a:spcBef>
                <a:spcPct val="50000"/>
              </a:spcBef>
              <a:buClrTx/>
              <a:buSzTx/>
              <a:buFontTx/>
              <a:buNone/>
            </a:pP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把金属导线绕在一骨架上构成一实际电感线圈，当电流通过线圈时，将产生磁通，是一种抵抗电流变化、储存磁能的部件。</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20529" name="Text Box 17"/>
          <p:cNvSpPr txBox="1"/>
          <p:nvPr>
            <p:custDataLst>
              <p:tags r:id="rId15"/>
            </p:custDataLst>
          </p:nvPr>
        </p:nvSpPr>
        <p:spPr>
          <a:xfrm>
            <a:off x="7032625" y="4076700"/>
            <a:ext cx="2808288" cy="5835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 </a:t>
            </a: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a:t>
            </a: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zh-CN" altLang="en-US"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N  </a:t>
            </a: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a:t>
            </a: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timing>
    <p:tnLst>
      <p:par>
        <p:cTn id="1" dur="indefinite" restart="never" nodeType="tmRoot"/>
      </p:par>
    </p:tnLst>
    <p:bldLst>
      <p:bldP spid="320527" grpId="0" bldLvl="0" animBg="1"/>
      <p:bldP spid="320528" grpId="0"/>
      <p:bldP spid="32052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1538" name="Text Box 2"/>
          <p:cNvSpPr txBox="1"/>
          <p:nvPr/>
        </p:nvSpPr>
        <p:spPr>
          <a:xfrm>
            <a:off x="335598" y="1412558"/>
            <a:ext cx="1692275" cy="5835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Tx/>
              <a:buSzTx/>
              <a:buFontTx/>
              <a:buNone/>
            </a:pPr>
            <a:r>
              <a:rPr lang="en-US" altLang="zh-CN"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1. </a:t>
            </a:r>
            <a:r>
              <a:rPr lang="zh-CN" altLang="en-US"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定义</a:t>
            </a:r>
            <a:endParaRPr lang="zh-CN" altLang="en-US" b="1" dirty="0">
              <a:solidFill>
                <a:schemeClr val="accent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21539" name="Text Box 3"/>
          <p:cNvSpPr txBox="1"/>
          <p:nvPr>
            <p:custDataLst>
              <p:tags r:id="rId4"/>
            </p:custDataLst>
          </p:nvPr>
        </p:nvSpPr>
        <p:spPr>
          <a:xfrm>
            <a:off x="2495550" y="1412875"/>
            <a:ext cx="1800225" cy="521970"/>
          </a:xfrm>
          <a:prstGeom prst="rect">
            <a:avLst/>
          </a:prstGeom>
          <a:noFill/>
          <a:ln w="38100" cap="sq" cmpd="sng">
            <a:solidFill>
              <a:schemeClr val="accent5"/>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电感元件</a:t>
            </a:r>
            <a:endPar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21540" name="AutoShape 4"/>
          <p:cNvSpPr/>
          <p:nvPr/>
        </p:nvSpPr>
        <p:spPr>
          <a:xfrm>
            <a:off x="4440238" y="1628775"/>
            <a:ext cx="647700" cy="144463"/>
          </a:xfrm>
          <a:prstGeom prst="rightArrow">
            <a:avLst>
              <a:gd name="adj1" fmla="val 50000"/>
              <a:gd name="adj2" fmla="val 112087"/>
            </a:avLst>
          </a:prstGeom>
          <a:solidFill>
            <a:srgbClr val="33CCFF"/>
          </a:solidFill>
          <a:ln w="38100" cap="sq" cmpd="sng">
            <a:solidFill>
              <a:srgbClr val="33CCFF"/>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321541" name="Rectangle 5"/>
          <p:cNvSpPr/>
          <p:nvPr/>
        </p:nvSpPr>
        <p:spPr>
          <a:xfrm>
            <a:off x="5303838" y="975519"/>
            <a:ext cx="4608512" cy="16414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nSpc>
                <a:spcPct val="120000"/>
              </a:lnSpc>
              <a:spcBef>
                <a:spcPct val="50000"/>
              </a:spcBef>
              <a:buClrTx/>
              <a:buSzTx/>
              <a:buFontTx/>
              <a:buNone/>
            </a:pPr>
            <a:r>
              <a:rPr lang="zh-CN" altLang="en-US" sz="2800" b="1" dirty="0">
                <a:solidFill>
                  <a:srgbClr val="000000"/>
                </a:solidFill>
                <a:latin typeface="Times New Roman" panose="02020603050405020304" pitchFamily="18" charset="0"/>
                <a:ea typeface="黑体" panose="02010609060101010101" pitchFamily="49" charset="-122"/>
              </a:rPr>
              <a:t>储存磁能的两端元件。任何时刻，其特性可用</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zh-CN" altLang="en-US" sz="2800" dirty="0">
                <a:solidFill>
                  <a:srgbClr val="000000"/>
                </a:solidFill>
                <a:latin typeface="Times New Roman" panose="02020603050405020304" pitchFamily="18" charset="0"/>
                <a:ea typeface="黑体" panose="02010609060101010101" pitchFamily="49" charset="-122"/>
              </a:rPr>
              <a:t>～</a:t>
            </a:r>
            <a:r>
              <a:rPr lang="en-US" altLang="zh-CN" sz="2800" i="1" dirty="0">
                <a:solidFill>
                  <a:srgbClr val="000000"/>
                </a:solidFill>
                <a:latin typeface="Times New Roman" panose="02020603050405020304" pitchFamily="18" charset="0"/>
                <a:ea typeface="黑体" panose="02010609060101010101" pitchFamily="49" charset="-122"/>
              </a:rPr>
              <a:t>i</a:t>
            </a:r>
            <a:r>
              <a:rPr lang="en-US" altLang="zh-CN" sz="2800" b="1" i="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平面上的一条曲线来描述。</a:t>
            </a:r>
            <a:endParaRPr lang="zh-CN" altLang="en-US" sz="2800" b="1" dirty="0">
              <a:solidFill>
                <a:srgbClr val="000000"/>
              </a:solidFill>
              <a:latin typeface="Times New Roman" panose="02020603050405020304" pitchFamily="18" charset="0"/>
              <a:ea typeface="黑体" panose="02010609060101010101" pitchFamily="49" charset="-122"/>
            </a:endParaRPr>
          </a:p>
        </p:txBody>
      </p:sp>
      <p:graphicFrame>
        <p:nvGraphicFramePr>
          <p:cNvPr id="321542" name="Object 6"/>
          <p:cNvGraphicFramePr>
            <a:graphicFrameLocks noChangeAspect="1"/>
          </p:cNvGraphicFramePr>
          <p:nvPr/>
        </p:nvGraphicFramePr>
        <p:xfrm>
          <a:off x="2711450" y="2852738"/>
          <a:ext cx="2449513" cy="709612"/>
        </p:xfrm>
        <a:graphic>
          <a:graphicData uri="http://schemas.openxmlformats.org/presentationml/2006/ole">
            <mc:AlternateContent xmlns:mc="http://schemas.openxmlformats.org/markup-compatibility/2006">
              <mc:Choice xmlns:v="urn:schemas-microsoft-com:vml" Requires="v">
                <p:oleObj spid="_x0000_s3098" name="" r:id="rId5" imgW="687705" imgH="173990" progId="Equation.3">
                  <p:embed/>
                </p:oleObj>
              </mc:Choice>
              <mc:Fallback>
                <p:oleObj name="" r:id="rId5" imgW="687705" imgH="173990" progId="Equation.3">
                  <p:embed/>
                  <p:pic>
                    <p:nvPicPr>
                      <p:cNvPr id="0" name="图片 3097"/>
                      <p:cNvPicPr/>
                      <p:nvPr/>
                    </p:nvPicPr>
                    <p:blipFill>
                      <a:blip r:embed="rId6">
                        <a:clrChange>
                          <a:clrFrom>
                            <a:srgbClr val="000000"/>
                          </a:clrFrom>
                          <a:clrTo>
                            <a:srgbClr val="000080"/>
                          </a:clrTo>
                        </a:clrChange>
                      </a:blip>
                      <a:stretch>
                        <a:fillRect/>
                      </a:stretch>
                    </p:blipFill>
                    <p:spPr>
                      <a:xfrm>
                        <a:off x="2711450" y="2852738"/>
                        <a:ext cx="2449513" cy="709612"/>
                      </a:xfrm>
                      <a:prstGeom prst="rect">
                        <a:avLst/>
                      </a:prstGeom>
                      <a:noFill/>
                      <a:ln w="38100">
                        <a:noFill/>
                        <a:miter/>
                      </a:ln>
                    </p:spPr>
                  </p:pic>
                </p:oleObj>
              </mc:Fallback>
            </mc:AlternateContent>
          </a:graphicData>
        </a:graphic>
      </p:graphicFrame>
      <p:grpSp>
        <p:nvGrpSpPr>
          <p:cNvPr id="321543" name="Group 7"/>
          <p:cNvGrpSpPr/>
          <p:nvPr/>
        </p:nvGrpSpPr>
        <p:grpSpPr>
          <a:xfrm>
            <a:off x="6096000" y="2708275"/>
            <a:ext cx="2808288" cy="2592388"/>
            <a:chOff x="3833" y="2341"/>
            <a:chExt cx="1542" cy="1542"/>
          </a:xfrm>
        </p:grpSpPr>
        <p:sp>
          <p:nvSpPr>
            <p:cNvPr id="28691" name="Text Box 8"/>
            <p:cNvSpPr txBox="1"/>
            <p:nvPr>
              <p:custDataLst>
                <p:tags r:id="rId7"/>
              </p:custDataLst>
            </p:nvPr>
          </p:nvSpPr>
          <p:spPr>
            <a:xfrm>
              <a:off x="5058" y="2931"/>
              <a:ext cx="317" cy="310"/>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8692" name="Line 9"/>
            <p:cNvSpPr/>
            <p:nvPr>
              <p:custDataLst>
                <p:tags r:id="rId8"/>
              </p:custDataLst>
            </p:nvPr>
          </p:nvSpPr>
          <p:spPr>
            <a:xfrm>
              <a:off x="3924" y="3112"/>
              <a:ext cx="1134" cy="0"/>
            </a:xfrm>
            <a:prstGeom prst="line">
              <a:avLst/>
            </a:prstGeom>
            <a:ln w="28575" cap="sq" cmpd="sng">
              <a:solidFill>
                <a:schemeClr val="dk1"/>
              </a:solidFill>
              <a:prstDash val="solid"/>
              <a:headEnd type="none" w="med" len="med"/>
              <a:tailEnd type="triangle" w="med" len="med"/>
            </a:ln>
          </p:spPr>
        </p:sp>
        <p:sp>
          <p:nvSpPr>
            <p:cNvPr id="28693" name="Line 10"/>
            <p:cNvSpPr/>
            <p:nvPr>
              <p:custDataLst>
                <p:tags r:id="rId9"/>
              </p:custDataLst>
            </p:nvPr>
          </p:nvSpPr>
          <p:spPr>
            <a:xfrm>
              <a:off x="4423" y="2477"/>
              <a:ext cx="46" cy="1406"/>
            </a:xfrm>
            <a:prstGeom prst="line">
              <a:avLst/>
            </a:prstGeom>
            <a:ln w="28575" cap="sq" cmpd="sng">
              <a:solidFill>
                <a:schemeClr val="dk1"/>
              </a:solidFill>
              <a:prstDash val="solid"/>
              <a:headEnd type="triangle" w="med" len="med"/>
              <a:tailEnd type="none" w="med" len="med"/>
            </a:ln>
          </p:spPr>
        </p:sp>
        <p:sp>
          <p:nvSpPr>
            <p:cNvPr id="28694" name="Text Box 11"/>
            <p:cNvSpPr txBox="1"/>
            <p:nvPr>
              <p:custDataLst>
                <p:tags r:id="rId10"/>
              </p:custDataLst>
            </p:nvPr>
          </p:nvSpPr>
          <p:spPr>
            <a:xfrm>
              <a:off x="4423" y="2341"/>
              <a:ext cx="317" cy="310"/>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8695" name="Freeform 12"/>
            <p:cNvSpPr/>
            <p:nvPr>
              <p:custDataLst>
                <p:tags r:id="rId11"/>
              </p:custDataLst>
            </p:nvPr>
          </p:nvSpPr>
          <p:spPr>
            <a:xfrm>
              <a:off x="3833" y="2522"/>
              <a:ext cx="1179" cy="862"/>
            </a:xfrm>
            <a:custGeom>
              <a:avLst/>
              <a:gdLst/>
              <a:ahLst/>
              <a:cxnLst>
                <a:cxn ang="0">
                  <a:pos x="0" y="2034"/>
                </a:cxn>
                <a:cxn ang="0">
                  <a:pos x="948" y="1654"/>
                </a:cxn>
                <a:cxn ang="0">
                  <a:pos x="2177" y="0"/>
                </a:cxn>
              </a:cxnLst>
              <a:pathLst>
                <a:path w="1043" h="726">
                  <a:moveTo>
                    <a:pt x="0" y="726"/>
                  </a:moveTo>
                  <a:cubicBezTo>
                    <a:pt x="140" y="718"/>
                    <a:pt x="280" y="711"/>
                    <a:pt x="454" y="590"/>
                  </a:cubicBezTo>
                  <a:cubicBezTo>
                    <a:pt x="628" y="469"/>
                    <a:pt x="945" y="98"/>
                    <a:pt x="1043" y="0"/>
                  </a:cubicBezTo>
                </a:path>
              </a:pathLst>
            </a:custGeom>
            <a:noFill/>
            <a:ln w="38100" cap="sq" cmpd="sng">
              <a:solidFill>
                <a:srgbClr val="FF3300">
                  <a:alpha val="100000"/>
                </a:srgbClr>
              </a:solidFill>
              <a:prstDash val="solid"/>
              <a:round/>
              <a:headEnd type="none" w="med" len="med"/>
              <a:tailEnd type="none" w="med" len="med"/>
            </a:ln>
          </p:spPr>
          <p:txBody>
            <a:bodyPr/>
            <a:p>
              <a:endParaRPr lang="zh-CN" altLang="en-US" sz="2800">
                <a:solidFill>
                  <a:schemeClr val="dk1"/>
                </a:solidFill>
              </a:endParaRPr>
            </a:p>
          </p:txBody>
        </p:sp>
      </p:grpSp>
      <p:sp>
        <p:nvSpPr>
          <p:cNvPr id="321555" name="AutoShape 19" descr="羊皮纸"/>
          <p:cNvSpPr/>
          <p:nvPr>
            <p:custDataLst>
              <p:tags r:id="rId12"/>
            </p:custDataLst>
          </p:nvPr>
        </p:nvSpPr>
        <p:spPr>
          <a:xfrm rot="1635320">
            <a:off x="3529013" y="4221163"/>
            <a:ext cx="2206625" cy="953134"/>
          </a:xfrm>
          <a:prstGeom prst="curvedUpArrow">
            <a:avLst>
              <a:gd name="adj1" fmla="val 18226"/>
              <a:gd name="adj2" fmla="val 70113"/>
              <a:gd name="adj3" fmla="val 33333"/>
            </a:avLst>
          </a:prstGeom>
          <a:blipFill rotWithShape="1">
            <a:blip r:embed="rId13"/>
          </a:blip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韦安</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a:p>
            <a:pPr marL="0" lvl="0" indent="0" algn="ctr">
              <a:spcBef>
                <a:spcPct val="0"/>
              </a:spcBef>
              <a:buClrTx/>
              <a:buSzTx/>
              <a:buFontTx/>
              <a:buNone/>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特性</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21556" name="Text Box 20" descr="斜纹布"/>
          <p:cNvSpPr txBox="1"/>
          <p:nvPr>
            <p:custDataLst>
              <p:tags r:id="rId14"/>
            </p:custDataLst>
          </p:nvPr>
        </p:nvSpPr>
        <p:spPr>
          <a:xfrm>
            <a:off x="7248525" y="4003675"/>
            <a:ext cx="576263" cy="52197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5000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rPr>
              <a:t>o</a:t>
            </a:r>
            <a:endParaRPr lang="en-US" altLang="zh-CN" sz="2800" dirty="0">
              <a:solidFill>
                <a:schemeClr val="dk1"/>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321538" grpId="0"/>
      <p:bldP spid="321539" grpId="0" bldLvl="0" animBg="1"/>
      <p:bldP spid="321540" grpId="0" bldLvl="0" animBg="1"/>
      <p:bldP spid="321541" grpId="0"/>
      <p:bldP spid="321555" grpId="0" bldLvl="0" animBg="1"/>
      <p:bldP spid="321556"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2562" name="Text Box 2"/>
          <p:cNvSpPr txBox="1"/>
          <p:nvPr/>
        </p:nvSpPr>
        <p:spPr>
          <a:xfrm>
            <a:off x="768985" y="1700530"/>
            <a:ext cx="10303510" cy="1210945"/>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just">
              <a:lnSpc>
                <a:spcPct val="130000"/>
              </a:lnSpc>
              <a:spcBef>
                <a:spcPct val="50000"/>
              </a:spcBef>
              <a:buClrTx/>
              <a:buSzTx/>
              <a:buFontTx/>
              <a:buNone/>
            </a:pP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任何时刻，通过电感元件的电流 </a:t>
            </a:r>
            <a:r>
              <a:rPr lang="en-US" altLang="zh-CN" sz="2800" i="1" dirty="0">
                <a:solidFill>
                  <a:srgbClr val="000000"/>
                </a:solidFill>
                <a:latin typeface="Times New Roman" panose="02020603050405020304" pitchFamily="18" charset="0"/>
                <a:ea typeface="黑体" panose="02010609060101010101" pitchFamily="49" charset="-122"/>
              </a:rPr>
              <a:t>i</a:t>
            </a:r>
            <a:r>
              <a:rPr lang="en-US" altLang="zh-CN" sz="2800" b="1" i="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与其磁链</a:t>
            </a:r>
            <a:r>
              <a:rPr lang="zh-CN" altLang="en-US"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zh-CN" altLang="en-US" sz="2800" b="1"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成正比。 </a:t>
            </a:r>
            <a:r>
              <a:rPr lang="zh-CN" altLang="en-US"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800" i="1" dirty="0">
                <a:solidFill>
                  <a:srgbClr val="000000"/>
                </a:solidFill>
                <a:latin typeface="Times New Roman" panose="02020603050405020304" pitchFamily="18" charset="0"/>
                <a:ea typeface="黑体" panose="02010609060101010101" pitchFamily="49" charset="-122"/>
              </a:rPr>
              <a:t>~ i</a:t>
            </a:r>
            <a:r>
              <a:rPr lang="en-US" altLang="zh-CN" sz="2800" b="1" i="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特性为过原点的直线。</a:t>
            </a:r>
            <a:endParaRPr lang="zh-CN" altLang="en-US" sz="2800" b="1" dirty="0">
              <a:solidFill>
                <a:srgbClr val="000000"/>
              </a:solidFill>
              <a:latin typeface="Times New Roman" panose="02020603050405020304" pitchFamily="18" charset="0"/>
              <a:ea typeface="黑体" panose="02010609060101010101" pitchFamily="49" charset="-122"/>
            </a:endParaRPr>
          </a:p>
        </p:txBody>
      </p:sp>
      <p:sp>
        <p:nvSpPr>
          <p:cNvPr id="322563" name="Text Box 3"/>
          <p:cNvSpPr txBox="1"/>
          <p:nvPr/>
        </p:nvSpPr>
        <p:spPr>
          <a:xfrm>
            <a:off x="695960" y="1132840"/>
            <a:ext cx="5903913" cy="583565"/>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Tx/>
              <a:buSzTx/>
              <a:buFontTx/>
              <a:buNone/>
            </a:pPr>
            <a:r>
              <a:rPr lang="en-US" altLang="zh-CN" b="1" dirty="0">
                <a:solidFill>
                  <a:schemeClr val="accent1"/>
                </a:solidFill>
                <a:latin typeface="Times New Roman" panose="02020603050405020304" pitchFamily="18" charset="0"/>
                <a:ea typeface="黑体" panose="02010609060101010101" pitchFamily="49" charset="-122"/>
              </a:rPr>
              <a:t>2. </a:t>
            </a:r>
            <a:r>
              <a:rPr lang="zh-CN" altLang="en-US" b="1" dirty="0">
                <a:solidFill>
                  <a:schemeClr val="accent1"/>
                </a:solidFill>
                <a:latin typeface="Times New Roman" panose="02020603050405020304" pitchFamily="18" charset="0"/>
                <a:ea typeface="黑体" panose="02010609060101010101" pitchFamily="49" charset="-122"/>
              </a:rPr>
              <a:t>线性时不变电感元件</a:t>
            </a:r>
            <a:endParaRPr lang="zh-CN" altLang="en-US" b="1" dirty="0">
              <a:solidFill>
                <a:schemeClr val="accent1"/>
              </a:solidFill>
              <a:latin typeface="Times New Roman" panose="02020603050405020304" pitchFamily="18" charset="0"/>
              <a:ea typeface="黑体" panose="02010609060101010101" pitchFamily="49" charset="-122"/>
            </a:endParaRPr>
          </a:p>
        </p:txBody>
      </p:sp>
      <p:graphicFrame>
        <p:nvGraphicFramePr>
          <p:cNvPr id="322564" name="Object 4"/>
          <p:cNvGraphicFramePr>
            <a:graphicFrameLocks noChangeAspect="1"/>
          </p:cNvGraphicFramePr>
          <p:nvPr/>
        </p:nvGraphicFramePr>
        <p:xfrm>
          <a:off x="2927350" y="2852738"/>
          <a:ext cx="2663825" cy="638175"/>
        </p:xfrm>
        <a:graphic>
          <a:graphicData uri="http://schemas.openxmlformats.org/presentationml/2006/ole">
            <mc:AlternateContent xmlns:mc="http://schemas.openxmlformats.org/markup-compatibility/2006">
              <mc:Choice xmlns:v="urn:schemas-microsoft-com:vml" Requires="v">
                <p:oleObj spid="_x0000_s3106" name="" r:id="rId4" imgW="836295" imgH="173990" progId="Equation.3">
                  <p:embed/>
                </p:oleObj>
              </mc:Choice>
              <mc:Fallback>
                <p:oleObj name="" r:id="rId4" imgW="836295" imgH="173990" progId="Equation.3">
                  <p:embed/>
                  <p:pic>
                    <p:nvPicPr>
                      <p:cNvPr id="0" name="图片 3105"/>
                      <p:cNvPicPr/>
                      <p:nvPr/>
                    </p:nvPicPr>
                    <p:blipFill>
                      <a:blip r:embed="rId5">
                        <a:clrChange>
                          <a:clrFrom>
                            <a:srgbClr val="000000"/>
                          </a:clrFrom>
                          <a:clrTo>
                            <a:srgbClr val="000080"/>
                          </a:clrTo>
                        </a:clrChange>
                      </a:blip>
                      <a:stretch>
                        <a:fillRect/>
                      </a:stretch>
                    </p:blipFill>
                    <p:spPr>
                      <a:xfrm>
                        <a:off x="2927350" y="2852738"/>
                        <a:ext cx="2663825" cy="638175"/>
                      </a:xfrm>
                      <a:prstGeom prst="rect">
                        <a:avLst/>
                      </a:prstGeom>
                      <a:noFill/>
                      <a:ln w="38100">
                        <a:noFill/>
                        <a:miter/>
                      </a:ln>
                    </p:spPr>
                  </p:pic>
                </p:oleObj>
              </mc:Fallback>
            </mc:AlternateContent>
          </a:graphicData>
        </a:graphic>
      </p:graphicFrame>
      <p:grpSp>
        <p:nvGrpSpPr>
          <p:cNvPr id="322565" name="Group 5"/>
          <p:cNvGrpSpPr/>
          <p:nvPr/>
        </p:nvGrpSpPr>
        <p:grpSpPr>
          <a:xfrm>
            <a:off x="6311900" y="2798646"/>
            <a:ext cx="2447925" cy="2862379"/>
            <a:chOff x="3878" y="1036"/>
            <a:chExt cx="1406" cy="1680"/>
          </a:xfrm>
        </p:grpSpPr>
        <p:grpSp>
          <p:nvGrpSpPr>
            <p:cNvPr id="29712" name="Group 6"/>
            <p:cNvGrpSpPr/>
            <p:nvPr/>
          </p:nvGrpSpPr>
          <p:grpSpPr>
            <a:xfrm>
              <a:off x="3878" y="1209"/>
              <a:ext cx="1406" cy="1507"/>
              <a:chOff x="336" y="1872"/>
              <a:chExt cx="1056" cy="1104"/>
            </a:xfrm>
          </p:grpSpPr>
          <p:sp>
            <p:nvSpPr>
              <p:cNvPr id="29719" name="Line 7"/>
              <p:cNvSpPr/>
              <p:nvPr>
                <p:custDataLst>
                  <p:tags r:id="rId6"/>
                </p:custDataLst>
              </p:nvPr>
            </p:nvSpPr>
            <p:spPr>
              <a:xfrm>
                <a:off x="336" y="2544"/>
                <a:ext cx="1056" cy="0"/>
              </a:xfrm>
              <a:prstGeom prst="line">
                <a:avLst/>
              </a:prstGeom>
              <a:ln w="28575" cap="flat" cmpd="sng">
                <a:solidFill>
                  <a:schemeClr val="dk1"/>
                </a:solidFill>
                <a:prstDash val="solid"/>
                <a:headEnd type="none" w="med" len="med"/>
                <a:tailEnd type="triangle" w="med" len="med"/>
              </a:ln>
            </p:spPr>
          </p:sp>
          <p:sp>
            <p:nvSpPr>
              <p:cNvPr id="29720" name="Line 8"/>
              <p:cNvSpPr/>
              <p:nvPr>
                <p:custDataLst>
                  <p:tags r:id="rId7"/>
                </p:custDataLst>
              </p:nvPr>
            </p:nvSpPr>
            <p:spPr>
              <a:xfrm flipV="1">
                <a:off x="720" y="1872"/>
                <a:ext cx="0" cy="1104"/>
              </a:xfrm>
              <a:prstGeom prst="line">
                <a:avLst/>
              </a:prstGeom>
              <a:ln w="28575" cap="flat" cmpd="sng">
                <a:solidFill>
                  <a:schemeClr val="dk1"/>
                </a:solidFill>
                <a:prstDash val="solid"/>
                <a:headEnd type="none" w="med" len="med"/>
                <a:tailEnd type="triangle" w="med" len="med"/>
              </a:ln>
            </p:spPr>
          </p:sp>
        </p:grpSp>
        <p:sp>
          <p:nvSpPr>
            <p:cNvPr id="29713" name="Text Box 9"/>
            <p:cNvSpPr txBox="1"/>
            <p:nvPr>
              <p:custDataLst>
                <p:tags r:id="rId8"/>
              </p:custDataLst>
            </p:nvPr>
          </p:nvSpPr>
          <p:spPr>
            <a:xfrm>
              <a:off x="4389" y="1036"/>
              <a:ext cx="245" cy="306"/>
            </a:xfrm>
            <a:prstGeom prst="rect">
              <a:avLst/>
            </a:prstGeom>
            <a:noFill/>
            <a:ln w="12700">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9714" name="Text Box 10"/>
            <p:cNvSpPr txBox="1"/>
            <p:nvPr>
              <p:custDataLst>
                <p:tags r:id="rId9"/>
              </p:custDataLst>
            </p:nvPr>
          </p:nvSpPr>
          <p:spPr>
            <a:xfrm>
              <a:off x="5043" y="2136"/>
              <a:ext cx="162" cy="306"/>
            </a:xfrm>
            <a:prstGeom prst="rect">
              <a:avLst/>
            </a:prstGeom>
            <a:noFill/>
            <a:ln w="12700">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rPr>
                <a:t>i</a:t>
              </a:r>
              <a:endParaRPr lang="en-US" altLang="zh-CN" sz="2800" i="1" dirty="0">
                <a:solidFill>
                  <a:schemeClr val="dk1"/>
                </a:solidFill>
                <a:latin typeface="Times New Roman" panose="02020603050405020304" pitchFamily="18" charset="0"/>
                <a:ea typeface="黑体" panose="02010609060101010101" pitchFamily="49" charset="-122"/>
              </a:endParaRPr>
            </a:p>
          </p:txBody>
        </p:sp>
        <p:sp>
          <p:nvSpPr>
            <p:cNvPr id="29715" name="Text Box 11"/>
            <p:cNvSpPr txBox="1"/>
            <p:nvPr>
              <p:custDataLst>
                <p:tags r:id="rId10"/>
              </p:custDataLst>
            </p:nvPr>
          </p:nvSpPr>
          <p:spPr>
            <a:xfrm>
              <a:off x="4414" y="2136"/>
              <a:ext cx="207" cy="306"/>
            </a:xfrm>
            <a:prstGeom prst="rect">
              <a:avLst/>
            </a:prstGeom>
            <a:noFill/>
            <a:ln w="12700">
              <a:noFill/>
            </a:ln>
          </p:spPr>
          <p:txBody>
            <a:bodyPr wrap="non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chemeClr val="dk1"/>
                  </a:solidFill>
                  <a:latin typeface="Times New Roman" panose="02020603050405020304" pitchFamily="18" charset="0"/>
                  <a:ea typeface="黑体" panose="02010609060101010101" pitchFamily="49" charset="-122"/>
                </a:rPr>
                <a:t>o</a:t>
              </a:r>
              <a:endParaRPr lang="en-US" altLang="zh-CN" sz="2800" dirty="0">
                <a:solidFill>
                  <a:schemeClr val="dk1"/>
                </a:solidFill>
                <a:latin typeface="Times New Roman" panose="02020603050405020304" pitchFamily="18" charset="0"/>
                <a:ea typeface="黑体" panose="02010609060101010101" pitchFamily="49" charset="-122"/>
              </a:endParaRPr>
            </a:p>
          </p:txBody>
        </p:sp>
        <p:sp>
          <p:nvSpPr>
            <p:cNvPr id="29716" name="Freeform 12"/>
            <p:cNvSpPr/>
            <p:nvPr>
              <p:custDataLst>
                <p:tags r:id="rId11"/>
              </p:custDataLst>
            </p:nvPr>
          </p:nvSpPr>
          <p:spPr>
            <a:xfrm>
              <a:off x="4596" y="1978"/>
              <a:ext cx="55" cy="117"/>
            </a:xfrm>
            <a:custGeom>
              <a:avLst/>
              <a:gdLst/>
              <a:ahLst/>
              <a:cxnLst>
                <a:cxn ang="0">
                  <a:pos x="0" y="0"/>
                </a:cxn>
                <a:cxn ang="0">
                  <a:pos x="48" y="45"/>
                </a:cxn>
                <a:cxn ang="0">
                  <a:pos x="45" y="117"/>
                </a:cxn>
              </a:cxnLst>
              <a:pathLst>
                <a:path w="55" h="117">
                  <a:moveTo>
                    <a:pt x="0" y="0"/>
                  </a:moveTo>
                  <a:cubicBezTo>
                    <a:pt x="8" y="7"/>
                    <a:pt x="41" y="25"/>
                    <a:pt x="48" y="45"/>
                  </a:cubicBezTo>
                  <a:cubicBezTo>
                    <a:pt x="55" y="65"/>
                    <a:pt x="46" y="102"/>
                    <a:pt x="45" y="117"/>
                  </a:cubicBezTo>
                </a:path>
              </a:pathLst>
            </a:custGeom>
            <a:noFill/>
            <a:ln w="28575" cap="flat" cmpd="sng">
              <a:solidFill>
                <a:schemeClr val="accent5">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29717" name="Text Box 13"/>
            <p:cNvSpPr txBox="1"/>
            <p:nvPr>
              <p:custDataLst>
                <p:tags r:id="rId12"/>
              </p:custDataLst>
            </p:nvPr>
          </p:nvSpPr>
          <p:spPr>
            <a:xfrm>
              <a:off x="4641" y="1761"/>
              <a:ext cx="432" cy="306"/>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29718" name="Line 14"/>
            <p:cNvSpPr/>
            <p:nvPr/>
          </p:nvSpPr>
          <p:spPr>
            <a:xfrm flipV="1">
              <a:off x="3969" y="1616"/>
              <a:ext cx="998" cy="862"/>
            </a:xfrm>
            <a:prstGeom prst="line">
              <a:avLst/>
            </a:prstGeom>
            <a:ln w="38100" cap="flat" cmpd="sng">
              <a:solidFill>
                <a:srgbClr val="FF0000"/>
              </a:solidFill>
              <a:prstDash val="solid"/>
              <a:headEnd type="none" w="med" len="med"/>
              <a:tailEnd type="none" w="med" len="med"/>
            </a:ln>
          </p:spPr>
        </p:sp>
      </p:grpSp>
      <p:graphicFrame>
        <p:nvGraphicFramePr>
          <p:cNvPr id="322581" name="Object 21"/>
          <p:cNvGraphicFramePr>
            <a:graphicFrameLocks noChangeAspect="1"/>
          </p:cNvGraphicFramePr>
          <p:nvPr/>
        </p:nvGraphicFramePr>
        <p:xfrm>
          <a:off x="1631633" y="3500755"/>
          <a:ext cx="3455987" cy="1393825"/>
        </p:xfrm>
        <a:graphic>
          <a:graphicData uri="http://schemas.openxmlformats.org/presentationml/2006/ole">
            <mc:AlternateContent xmlns:mc="http://schemas.openxmlformats.org/markup-compatibility/2006">
              <mc:Choice xmlns:v="urn:schemas-microsoft-com:vml" Requires="v">
                <p:oleObj spid="_x0000_s3105" name="" r:id="rId13" imgW="1001395" imgH="382905" progId="Equation.3">
                  <p:embed/>
                </p:oleObj>
              </mc:Choice>
              <mc:Fallback>
                <p:oleObj name="" r:id="rId13" imgW="1001395" imgH="382905" progId="Equation.3">
                  <p:embed/>
                  <p:pic>
                    <p:nvPicPr>
                      <p:cNvPr id="0" name="图片 3104"/>
                      <p:cNvPicPr/>
                      <p:nvPr/>
                    </p:nvPicPr>
                    <p:blipFill>
                      <a:blip r:embed="rId14">
                        <a:clrChange>
                          <a:clrFrom>
                            <a:srgbClr val="000000"/>
                          </a:clrFrom>
                          <a:clrTo>
                            <a:srgbClr val="990033"/>
                          </a:clrTo>
                        </a:clrChange>
                      </a:blip>
                      <a:stretch>
                        <a:fillRect/>
                      </a:stretch>
                    </p:blipFill>
                    <p:spPr>
                      <a:xfrm>
                        <a:off x="1631633" y="3500755"/>
                        <a:ext cx="3455987" cy="139382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bldLst>
      <p:bldP spid="322562" grpId="0"/>
      <p:bldP spid="32256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3586" name="Text Box 2"/>
          <p:cNvSpPr txBox="1"/>
          <p:nvPr>
            <p:custDataLst>
              <p:tags r:id="rId1"/>
            </p:custDataLst>
          </p:nvPr>
        </p:nvSpPr>
        <p:spPr>
          <a:xfrm>
            <a:off x="767398" y="1412716"/>
            <a:ext cx="2232025" cy="521970"/>
          </a:xfrm>
          <a:prstGeom prst="rect">
            <a:avLst/>
          </a:prstGeom>
          <a:noFill/>
          <a:ln w="28575" cap="flat" cmpd="sng">
            <a:solidFill>
              <a:schemeClr val="accent5"/>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电路符号</a:t>
            </a:r>
            <a:endParaRPr lang="zh-CN" altLang="en-US" sz="2800" b="1" dirty="0">
              <a:solidFill>
                <a:srgbClr val="000000"/>
              </a:solidFill>
              <a:latin typeface="Times New Roman" panose="02020603050405020304" pitchFamily="18" charset="0"/>
              <a:ea typeface="黑体" panose="02010609060101010101" pitchFamily="49" charset="-122"/>
            </a:endParaRPr>
          </a:p>
        </p:txBody>
      </p:sp>
      <p:sp>
        <p:nvSpPr>
          <p:cNvPr id="323587" name="Text Box 3"/>
          <p:cNvSpPr txBox="1"/>
          <p:nvPr/>
        </p:nvSpPr>
        <p:spPr>
          <a:xfrm>
            <a:off x="4079875" y="3356134"/>
            <a:ext cx="6048375" cy="521970"/>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spcBef>
                <a:spcPct val="50000"/>
              </a:spcBef>
              <a:buClr>
                <a:srgbClr val="FFFF00"/>
              </a:buClr>
              <a:buSzTx/>
              <a:buNone/>
            </a:pPr>
            <a:r>
              <a:rPr lang="en-US" altLang="zh-CN" sz="2800" dirty="0">
                <a:solidFill>
                  <a:srgbClr val="000000"/>
                </a:solidFill>
                <a:latin typeface="Times New Roman" panose="02020603050405020304" pitchFamily="18" charset="0"/>
                <a:ea typeface="黑体" panose="02010609060101010101" pitchFamily="49" charset="-122"/>
              </a:rPr>
              <a:t>H (</a:t>
            </a:r>
            <a:r>
              <a:rPr lang="zh-CN" altLang="en-US" sz="2800" b="1" dirty="0">
                <a:solidFill>
                  <a:srgbClr val="000000"/>
                </a:solidFill>
                <a:latin typeface="Times New Roman" panose="02020603050405020304" pitchFamily="18" charset="0"/>
                <a:ea typeface="黑体" panose="02010609060101010101" pitchFamily="49" charset="-122"/>
              </a:rPr>
              <a:t>亨利</a:t>
            </a:r>
            <a:r>
              <a:rPr lang="en-US" altLang="zh-CN" sz="2800" dirty="0">
                <a:solidFill>
                  <a:srgbClr val="000000"/>
                </a:solidFill>
                <a:latin typeface="Times New Roman" panose="02020603050405020304" pitchFamily="18" charset="0"/>
                <a:ea typeface="黑体" panose="02010609060101010101" pitchFamily="49" charset="-122"/>
              </a:rPr>
              <a:t>)</a:t>
            </a:r>
            <a:r>
              <a:rPr lang="zh-CN" altLang="en-US" sz="2800" dirty="0">
                <a:solidFill>
                  <a:srgbClr val="000000"/>
                </a:solidFill>
                <a:latin typeface="Times New Roman" panose="02020603050405020304" pitchFamily="18" charset="0"/>
                <a:ea typeface="黑体" panose="02010609060101010101" pitchFamily="49" charset="-122"/>
              </a:rPr>
              <a:t>，</a:t>
            </a:r>
            <a:r>
              <a:rPr lang="zh-CN" altLang="en-US" sz="2800" b="1" dirty="0">
                <a:solidFill>
                  <a:srgbClr val="000000"/>
                </a:solidFill>
                <a:latin typeface="Times New Roman" panose="02020603050405020304" pitchFamily="18" charset="0"/>
                <a:ea typeface="黑体" panose="02010609060101010101" pitchFamily="49" charset="-122"/>
              </a:rPr>
              <a:t>常用</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H</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mH</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表示</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23588" name="Group 4"/>
          <p:cNvGrpSpPr/>
          <p:nvPr/>
        </p:nvGrpSpPr>
        <p:grpSpPr>
          <a:xfrm>
            <a:off x="3863975" y="1484313"/>
            <a:ext cx="3960813" cy="1458912"/>
            <a:chOff x="1655" y="2432"/>
            <a:chExt cx="2495" cy="919"/>
          </a:xfrm>
        </p:grpSpPr>
        <p:graphicFrame>
          <p:nvGraphicFramePr>
            <p:cNvPr id="30737" name="Object 5"/>
            <p:cNvGraphicFramePr>
              <a:graphicFrameLocks noChangeAspect="1"/>
            </p:cNvGraphicFramePr>
            <p:nvPr/>
          </p:nvGraphicFramePr>
          <p:xfrm>
            <a:off x="1701" y="2750"/>
            <a:ext cx="2449" cy="325"/>
          </p:xfrm>
          <a:graphic>
            <a:graphicData uri="http://schemas.openxmlformats.org/presentationml/2006/ole">
              <mc:AlternateContent xmlns:mc="http://schemas.openxmlformats.org/markup-compatibility/2006">
                <mc:Choice xmlns:v="urn:schemas-microsoft-com:vml" Requires="v">
                  <p:oleObj spid="_x0000_s3104" name="" r:id="rId5" imgW="895350" imgH="123825" progId="Visio.Drawing.6">
                    <p:embed/>
                  </p:oleObj>
                </mc:Choice>
                <mc:Fallback>
                  <p:oleObj name="" r:id="rId5" imgW="895350" imgH="123825" progId="Visio.Drawing.6">
                    <p:embed/>
                    <p:pic>
                      <p:nvPicPr>
                        <p:cNvPr id="0" name="图片 3103"/>
                        <p:cNvPicPr/>
                        <p:nvPr/>
                      </p:nvPicPr>
                      <p:blipFill>
                        <a:blip r:embed="rId6"/>
                        <a:stretch>
                          <a:fillRect/>
                        </a:stretch>
                      </p:blipFill>
                      <p:spPr>
                        <a:xfrm>
                          <a:off x="1701" y="2750"/>
                          <a:ext cx="2449" cy="325"/>
                        </a:xfrm>
                        <a:prstGeom prst="rect">
                          <a:avLst/>
                        </a:prstGeom>
                        <a:noFill/>
                        <a:ln w="38100">
                          <a:noFill/>
                          <a:miter/>
                        </a:ln>
                      </p:spPr>
                    </p:pic>
                  </p:oleObj>
                </mc:Fallback>
              </mc:AlternateContent>
            </a:graphicData>
          </a:graphic>
        </p:graphicFrame>
        <p:sp>
          <p:nvSpPr>
            <p:cNvPr id="30738" name="AutoShape 6"/>
            <p:cNvSpPr/>
            <p:nvPr>
              <p:custDataLst>
                <p:tags r:id="rId7"/>
              </p:custDataLst>
            </p:nvPr>
          </p:nvSpPr>
          <p:spPr>
            <a:xfrm>
              <a:off x="1973" y="2795"/>
              <a:ext cx="409" cy="91"/>
            </a:xfrm>
            <a:prstGeom prst="rightArrow">
              <a:avLst>
                <a:gd name="adj1" fmla="val 50000"/>
                <a:gd name="adj2" fmla="val 112362"/>
              </a:avLst>
            </a:prstGeom>
            <a:solidFill>
              <a:schemeClr val="accent5"/>
            </a:solidFill>
            <a:ln w="9525">
              <a:noFill/>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30739" name="Text Box 7"/>
            <p:cNvSpPr txBox="1"/>
            <p:nvPr>
              <p:custDataLst>
                <p:tags r:id="rId8"/>
              </p:custDataLst>
            </p:nvPr>
          </p:nvSpPr>
          <p:spPr>
            <a:xfrm>
              <a:off x="1655" y="3022"/>
              <a:ext cx="38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dirty="0">
                <a:solidFill>
                  <a:srgbClr val="FF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0740" name="Text Box 8"/>
            <p:cNvSpPr txBox="1"/>
            <p:nvPr>
              <p:custDataLst>
                <p:tags r:id="rId9"/>
              </p:custDataLst>
            </p:nvPr>
          </p:nvSpPr>
          <p:spPr>
            <a:xfrm>
              <a:off x="3651" y="3022"/>
              <a:ext cx="38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rgbClr val="FF0000"/>
                  </a:solidFill>
                  <a:latin typeface="Times New Roman" panose="02020603050405020304" pitchFamily="18" charset="0"/>
                  <a:sym typeface="Symbol" panose="05050102010706020507" pitchFamily="18" charset="2"/>
                </a:rPr>
                <a:t>-</a:t>
              </a:r>
              <a:endParaRPr lang="en-US" altLang="zh-CN" sz="2800" dirty="0">
                <a:solidFill>
                  <a:srgbClr val="FF0000"/>
                </a:solidFill>
                <a:latin typeface="Times New Roman" panose="02020603050405020304" pitchFamily="18" charset="0"/>
                <a:sym typeface="Symbol" panose="05050102010706020507" pitchFamily="18" charset="2"/>
              </a:endParaRPr>
            </a:p>
          </p:txBody>
        </p:sp>
        <p:sp>
          <p:nvSpPr>
            <p:cNvPr id="30741" name="Text Box 9"/>
            <p:cNvSpPr txBox="1"/>
            <p:nvPr>
              <p:custDataLst>
                <p:tags r:id="rId10"/>
              </p:custDataLst>
            </p:nvPr>
          </p:nvSpPr>
          <p:spPr>
            <a:xfrm>
              <a:off x="2501" y="3022"/>
              <a:ext cx="668"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 </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0742" name="Text Box 10"/>
            <p:cNvSpPr txBox="1"/>
            <p:nvPr>
              <p:custDataLst>
                <p:tags r:id="rId11"/>
              </p:custDataLst>
            </p:nvPr>
          </p:nvSpPr>
          <p:spPr>
            <a:xfrm>
              <a:off x="1973" y="2478"/>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0743" name="Text Box 11"/>
            <p:cNvSpPr txBox="1"/>
            <p:nvPr>
              <p:custDataLst>
                <p:tags r:id="rId12"/>
              </p:custDataLst>
            </p:nvPr>
          </p:nvSpPr>
          <p:spPr>
            <a:xfrm>
              <a:off x="2608" y="2432"/>
              <a:ext cx="499"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323596" name="Text Box 12"/>
          <p:cNvSpPr txBox="1"/>
          <p:nvPr>
            <p:custDataLst>
              <p:tags r:id="rId13"/>
            </p:custDataLst>
          </p:nvPr>
        </p:nvSpPr>
        <p:spPr>
          <a:xfrm>
            <a:off x="839153" y="3284538"/>
            <a:ext cx="1439862" cy="521970"/>
          </a:xfrm>
          <a:prstGeom prst="rect">
            <a:avLst/>
          </a:prstGeom>
          <a:noFill/>
          <a:ln w="28575" cap="flat" cmpd="sng">
            <a:solidFill>
              <a:schemeClr val="accent5"/>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单位</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23603" name="AutoShape 19" descr="羊皮纸"/>
          <p:cNvSpPr/>
          <p:nvPr/>
        </p:nvSpPr>
        <p:spPr>
          <a:xfrm>
            <a:off x="8256588" y="1052513"/>
            <a:ext cx="1079500" cy="1439862"/>
          </a:xfrm>
          <a:prstGeom prst="wedgeRoundRectCallout">
            <a:avLst>
              <a:gd name="adj1" fmla="val -256616"/>
              <a:gd name="adj2" fmla="val 718"/>
              <a:gd name="adj3" fmla="val 16667"/>
            </a:avLst>
          </a:prstGeom>
          <a:blipFill rotWithShape="1">
            <a:blip r:embed="rId14"/>
          </a:blipFill>
          <a:ln w="28575">
            <a:noFill/>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rgbClr val="000000"/>
                </a:solidFill>
                <a:latin typeface="Times New Roman" panose="02020603050405020304" pitchFamily="18" charset="0"/>
                <a:ea typeface="黑体" panose="02010609060101010101" pitchFamily="49" charset="-122"/>
              </a:rPr>
              <a:t>电感器的自感</a:t>
            </a:r>
            <a:endParaRPr lang="zh-CN" altLang="en-US" sz="2800" b="1" dirty="0">
              <a:solidFill>
                <a:srgbClr val="000000"/>
              </a:solidFill>
              <a:latin typeface="Times New Roman" panose="02020603050405020304" pitchFamily="18" charset="0"/>
              <a:ea typeface="黑体" panose="02010609060101010101" pitchFamily="49" charset="-122"/>
            </a:endParaRPr>
          </a:p>
        </p:txBody>
      </p:sp>
      <p:sp>
        <p:nvSpPr>
          <p:cNvPr id="323604" name="Text Box 20"/>
          <p:cNvSpPr txBox="1"/>
          <p:nvPr>
            <p:custDataLst>
              <p:tags r:id="rId15"/>
            </p:custDataLst>
          </p:nvPr>
        </p:nvSpPr>
        <p:spPr>
          <a:xfrm>
            <a:off x="3719513" y="4365625"/>
            <a:ext cx="3384550" cy="132207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en-US" altLang="zh-CN" b="1" dirty="0">
                <a:solidFill>
                  <a:srgbClr val="FF0000"/>
                </a:solidFill>
                <a:latin typeface="Times New Roman" panose="02020603050405020304" pitchFamily="18" charset="0"/>
                <a:ea typeface="黑体" panose="02010609060101010101" pitchFamily="49" charset="-122"/>
              </a:rPr>
              <a:t>1H=10</a:t>
            </a:r>
            <a:r>
              <a:rPr lang="en-US" altLang="zh-CN" b="1" baseline="30000" dirty="0">
                <a:solidFill>
                  <a:srgbClr val="FF0000"/>
                </a:solidFill>
                <a:latin typeface="Times New Roman" panose="02020603050405020304" pitchFamily="18" charset="0"/>
                <a:ea typeface="黑体" panose="02010609060101010101" pitchFamily="49" charset="-122"/>
              </a:rPr>
              <a:t>3</a:t>
            </a:r>
            <a:r>
              <a:rPr lang="en-US" altLang="zh-CN" b="1" dirty="0">
                <a:solidFill>
                  <a:srgbClr val="FF0000"/>
                </a:solidFill>
                <a:latin typeface="Times New Roman" panose="02020603050405020304" pitchFamily="18" charset="0"/>
                <a:ea typeface="黑体" panose="02010609060101010101" pitchFamily="49" charset="-122"/>
              </a:rPr>
              <a:t> </a:t>
            </a:r>
            <a:r>
              <a:rPr lang="en-US" altLang="zh-CN" b="1" dirty="0">
                <a:solidFill>
                  <a:srgbClr val="FF0000"/>
                </a:solidFill>
                <a:latin typeface="Times New Roman" panose="02020603050405020304" pitchFamily="18" charset="0"/>
                <a:ea typeface="黑体" panose="02010609060101010101" pitchFamily="49" charset="-122"/>
                <a:sym typeface="Symbol" panose="05050102010706020507" pitchFamily="18" charset="2"/>
              </a:rPr>
              <a:t>m</a:t>
            </a:r>
            <a:r>
              <a:rPr lang="en-US" altLang="zh-CN" b="1" dirty="0">
                <a:solidFill>
                  <a:srgbClr val="FF0000"/>
                </a:solidFill>
                <a:latin typeface="Times New Roman" panose="02020603050405020304" pitchFamily="18" charset="0"/>
                <a:ea typeface="黑体" panose="02010609060101010101" pitchFamily="49" charset="-122"/>
              </a:rPr>
              <a:t>H</a:t>
            </a:r>
            <a:endParaRPr lang="en-US" altLang="zh-CN" b="1" dirty="0">
              <a:solidFill>
                <a:srgbClr val="FF0000"/>
              </a:solidFill>
              <a:latin typeface="Times New Roman" panose="02020603050405020304" pitchFamily="18" charset="0"/>
              <a:ea typeface="黑体" panose="02010609060101010101" pitchFamily="49" charset="-122"/>
            </a:endParaRPr>
          </a:p>
          <a:p>
            <a:pPr marL="0" lvl="0" indent="0" algn="ctr">
              <a:spcBef>
                <a:spcPct val="50000"/>
              </a:spcBef>
              <a:buClrTx/>
              <a:buSzTx/>
              <a:buFontTx/>
              <a:buNone/>
            </a:pPr>
            <a:r>
              <a:rPr lang="en-US" altLang="zh-CN" b="1" dirty="0">
                <a:solidFill>
                  <a:srgbClr val="FF0000"/>
                </a:solidFill>
                <a:latin typeface="Times New Roman" panose="02020603050405020304" pitchFamily="18" charset="0"/>
                <a:ea typeface="黑体" panose="02010609060101010101" pitchFamily="49" charset="-122"/>
              </a:rPr>
              <a:t>1 </a:t>
            </a:r>
            <a:r>
              <a:rPr lang="en-US" altLang="zh-CN" b="1" dirty="0">
                <a:solidFill>
                  <a:srgbClr val="FF0000"/>
                </a:solidFill>
                <a:latin typeface="Times New Roman" panose="02020603050405020304" pitchFamily="18" charset="0"/>
                <a:ea typeface="黑体" panose="02010609060101010101" pitchFamily="49" charset="-122"/>
                <a:sym typeface="Symbol" panose="05050102010706020507" pitchFamily="18" charset="2"/>
              </a:rPr>
              <a:t>m</a:t>
            </a:r>
            <a:r>
              <a:rPr lang="en-US" altLang="zh-CN" b="1" dirty="0">
                <a:solidFill>
                  <a:srgbClr val="FF0000"/>
                </a:solidFill>
                <a:latin typeface="Times New Roman" panose="02020603050405020304" pitchFamily="18" charset="0"/>
                <a:ea typeface="黑体" panose="02010609060101010101" pitchFamily="49" charset="-122"/>
              </a:rPr>
              <a:t>H =10</a:t>
            </a:r>
            <a:r>
              <a:rPr lang="en-US" altLang="zh-CN" b="1" baseline="30000" dirty="0">
                <a:solidFill>
                  <a:srgbClr val="FF0000"/>
                </a:solidFill>
                <a:latin typeface="Times New Roman" panose="02020603050405020304" pitchFamily="18" charset="0"/>
                <a:ea typeface="黑体" panose="02010609060101010101" pitchFamily="49" charset="-122"/>
              </a:rPr>
              <a:t>3 </a:t>
            </a:r>
            <a:r>
              <a:rPr lang="en-US" altLang="zh-CN" b="1"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b="1" dirty="0">
                <a:solidFill>
                  <a:srgbClr val="FF0000"/>
                </a:solidFill>
                <a:latin typeface="Times New Roman" panose="02020603050405020304" pitchFamily="18" charset="0"/>
                <a:ea typeface="黑体" panose="02010609060101010101" pitchFamily="49" charset="-122"/>
              </a:rPr>
              <a:t> H</a:t>
            </a:r>
            <a:endParaRPr lang="en-US" altLang="zh-CN" b="1"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323586" grpId="0" bldLvl="0" animBg="1"/>
      <p:bldP spid="323587" grpId="0"/>
      <p:bldP spid="323596" grpId="0" bldLvl="0" animBg="1"/>
      <p:bldP spid="323603" grpId="0" bldLvl="0" animBg="1"/>
      <p:bldP spid="323604"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24610" name="Object 2"/>
          <p:cNvGraphicFramePr>
            <a:graphicFrameLocks noChangeAspect="1"/>
          </p:cNvGraphicFramePr>
          <p:nvPr/>
        </p:nvGraphicFramePr>
        <p:xfrm>
          <a:off x="2487930" y="4436745"/>
          <a:ext cx="4105275" cy="1506538"/>
        </p:xfrm>
        <a:graphic>
          <a:graphicData uri="http://schemas.openxmlformats.org/presentationml/2006/ole">
            <mc:AlternateContent xmlns:mc="http://schemas.openxmlformats.org/markup-compatibility/2006">
              <mc:Choice xmlns:v="urn:schemas-microsoft-com:vml" Requires="v">
                <p:oleObj spid="_x0000_s3099" name="" r:id="rId1" imgW="1254125" imgH="382905" progId="Equation.3">
                  <p:embed/>
                </p:oleObj>
              </mc:Choice>
              <mc:Fallback>
                <p:oleObj name="" r:id="rId1" imgW="1254125" imgH="382905" progId="Equation.3">
                  <p:embed/>
                  <p:pic>
                    <p:nvPicPr>
                      <p:cNvPr id="0" name="图片 3098"/>
                      <p:cNvPicPr/>
                      <p:nvPr/>
                    </p:nvPicPr>
                    <p:blipFill>
                      <a:blip r:embed="rId2">
                        <a:clrChange>
                          <a:clrFrom>
                            <a:srgbClr val="000000"/>
                          </a:clrFrom>
                          <a:clrTo>
                            <a:srgbClr val="990033"/>
                          </a:clrTo>
                        </a:clrChange>
                      </a:blip>
                      <a:stretch>
                        <a:fillRect/>
                      </a:stretch>
                    </p:blipFill>
                    <p:spPr>
                      <a:xfrm>
                        <a:off x="2487930" y="4436745"/>
                        <a:ext cx="4105275" cy="1506538"/>
                      </a:xfrm>
                      <a:prstGeom prst="rect">
                        <a:avLst/>
                      </a:prstGeom>
                      <a:gradFill rotWithShape="1">
                        <a:gsLst>
                          <a:gs pos="0">
                            <a:srgbClr val="99CCFF"/>
                          </a:gs>
                          <a:gs pos="100000">
                            <a:srgbClr val="FFFFFF"/>
                          </a:gs>
                        </a:gsLst>
                        <a:lin ang="5400000" scaled="1"/>
                        <a:tileRect/>
                      </a:gradFill>
                      <a:ln w="38100">
                        <a:noFill/>
                        <a:miter/>
                      </a:ln>
                    </p:spPr>
                  </p:pic>
                </p:oleObj>
              </mc:Fallback>
            </mc:AlternateContent>
          </a:graphicData>
        </a:graphic>
      </p:graphicFrame>
      <p:sp>
        <p:nvSpPr>
          <p:cNvPr id="324611" name="Rectangle 3"/>
          <p:cNvSpPr/>
          <p:nvPr>
            <p:custDataLst>
              <p:tags r:id="rId3"/>
            </p:custDataLst>
          </p:nvPr>
        </p:nvSpPr>
        <p:spPr>
          <a:xfrm>
            <a:off x="2107248" y="1268095"/>
            <a:ext cx="5387340" cy="583565"/>
          </a:xfrm>
          <a:prstGeom prst="rect">
            <a:avLst/>
          </a:prstGeom>
          <a:noFill/>
          <a:ln w="38100">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4"/>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5"/>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effectLst/>
                <a:latin typeface="+mn-lt"/>
                <a:ea typeface="+mn-ea"/>
              </a:defRPr>
            </a:lvl5pPr>
          </a:lstStyle>
          <a:p>
            <a:pPr marL="0" lvl="0" indent="0" algn="ctr">
              <a:spcBef>
                <a:spcPct val="50000"/>
              </a:spcBef>
              <a:buClr>
                <a:srgbClr val="FFFF00"/>
              </a:buClr>
              <a:buSzTx/>
              <a:buNone/>
            </a:pPr>
            <a:r>
              <a:rPr lang="en-US" altLang="zh-CN" b="1" dirty="0">
                <a:solidFill>
                  <a:schemeClr val="dk1"/>
                </a:solidFill>
                <a:latin typeface="Times New Roman" panose="02020603050405020304" pitchFamily="18" charset="0"/>
                <a:ea typeface="黑体" panose="02010609060101010101" pitchFamily="49" charset="-122"/>
              </a:rPr>
              <a:t>3.</a:t>
            </a:r>
            <a:r>
              <a:rPr lang="zh-CN" altLang="en-US" b="1" dirty="0">
                <a:solidFill>
                  <a:schemeClr val="dk1"/>
                </a:solidFill>
                <a:latin typeface="Times New Roman" panose="02020603050405020304" pitchFamily="18" charset="0"/>
                <a:ea typeface="黑体" panose="02010609060101010101" pitchFamily="49" charset="-122"/>
              </a:rPr>
              <a:t>线性电感的电压、电流关系</a:t>
            </a:r>
            <a:endParaRPr lang="zh-CN" altLang="en-US" b="1" dirty="0">
              <a:solidFill>
                <a:schemeClr val="dk1"/>
              </a:solidFill>
              <a:latin typeface="Times New Roman" panose="02020603050405020304" pitchFamily="18" charset="0"/>
              <a:ea typeface="黑体" panose="02010609060101010101" pitchFamily="49" charset="-122"/>
            </a:endParaRPr>
          </a:p>
        </p:txBody>
      </p:sp>
      <p:sp>
        <p:nvSpPr>
          <p:cNvPr id="324612" name="AutoShape 4"/>
          <p:cNvSpPr/>
          <p:nvPr>
            <p:custDataLst>
              <p:tags r:id="rId7"/>
            </p:custDataLst>
          </p:nvPr>
        </p:nvSpPr>
        <p:spPr>
          <a:xfrm>
            <a:off x="7312343" y="1988820"/>
            <a:ext cx="2305050" cy="935038"/>
          </a:xfrm>
          <a:prstGeom prst="wedgeRectCallout">
            <a:avLst>
              <a:gd name="adj1" fmla="val -131750"/>
              <a:gd name="adj2" fmla="val 39134"/>
            </a:avLst>
          </a:prstGeom>
          <a:solidFill>
            <a:schemeClr val="accent2"/>
          </a:solidFill>
          <a:ln w="9525">
            <a:noFill/>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4"/>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5"/>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effectLst/>
                <a:latin typeface="+mn-lt"/>
                <a:ea typeface="+mn-ea"/>
              </a:defRPr>
            </a:lvl5pPr>
          </a:lstStyle>
          <a:p>
            <a:pPr marL="0" lvl="0" indent="0" algn="ctr">
              <a:spcBef>
                <a:spcPct val="0"/>
              </a:spcBef>
              <a:buClrTx/>
              <a:buSzTx/>
              <a:buFontTx/>
              <a:buNone/>
            </a:pPr>
            <a:r>
              <a:rPr lang="en-US" altLang="zh-CN" sz="2800" b="1"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u</a:t>
            </a:r>
            <a:r>
              <a:rPr lang="zh-CN" altLang="en-US" sz="2800" b="1"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b="1"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i </a:t>
            </a:r>
            <a:r>
              <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取关联参考方向</a:t>
            </a:r>
            <a:endPar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24613" name="AutoShape 5" descr="羊皮纸"/>
          <p:cNvSpPr/>
          <p:nvPr/>
        </p:nvSpPr>
        <p:spPr>
          <a:xfrm>
            <a:off x="7167880" y="4797108"/>
            <a:ext cx="2735263" cy="936625"/>
          </a:xfrm>
          <a:prstGeom prst="wedgeRoundRectCallout">
            <a:avLst>
              <a:gd name="adj1" fmla="val -72926"/>
              <a:gd name="adj2" fmla="val 27796"/>
              <a:gd name="adj3" fmla="val 16667"/>
            </a:avLst>
          </a:prstGeom>
          <a:blipFill rotWithShape="1">
            <a:blip r:embed="rId8"/>
          </a:blipFill>
          <a:ln w="9525">
            <a:noFill/>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4"/>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5"/>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电感元件</a:t>
            </a: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VCR</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的微分关系</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24614" name="Group 6"/>
          <p:cNvGrpSpPr/>
          <p:nvPr/>
        </p:nvGrpSpPr>
        <p:grpSpPr>
          <a:xfrm>
            <a:off x="2416493" y="1988820"/>
            <a:ext cx="3455987" cy="1334668"/>
            <a:chOff x="1655" y="2432"/>
            <a:chExt cx="2495" cy="969"/>
          </a:xfrm>
        </p:grpSpPr>
        <p:graphicFrame>
          <p:nvGraphicFramePr>
            <p:cNvPr id="31761" name="Object 7"/>
            <p:cNvGraphicFramePr>
              <a:graphicFrameLocks noChangeAspect="1"/>
            </p:cNvGraphicFramePr>
            <p:nvPr/>
          </p:nvGraphicFramePr>
          <p:xfrm>
            <a:off x="1701" y="2750"/>
            <a:ext cx="2449" cy="325"/>
          </p:xfrm>
          <a:graphic>
            <a:graphicData uri="http://schemas.openxmlformats.org/presentationml/2006/ole">
              <mc:AlternateContent xmlns:mc="http://schemas.openxmlformats.org/markup-compatibility/2006">
                <mc:Choice xmlns:v="urn:schemas-microsoft-com:vml" Requires="v">
                  <p:oleObj spid="_x0000_s3100" name="" r:id="rId9" imgW="895350" imgH="123825" progId="Visio.Drawing.6">
                    <p:embed/>
                  </p:oleObj>
                </mc:Choice>
                <mc:Fallback>
                  <p:oleObj name="" r:id="rId9" imgW="895350" imgH="123825" progId="Visio.Drawing.6">
                    <p:embed/>
                    <p:pic>
                      <p:nvPicPr>
                        <p:cNvPr id="0" name="图片 3099"/>
                        <p:cNvPicPr/>
                        <p:nvPr/>
                      </p:nvPicPr>
                      <p:blipFill>
                        <a:blip r:embed="rId10"/>
                        <a:stretch>
                          <a:fillRect/>
                        </a:stretch>
                      </p:blipFill>
                      <p:spPr>
                        <a:xfrm>
                          <a:off x="1701" y="2750"/>
                          <a:ext cx="2449" cy="325"/>
                        </a:xfrm>
                        <a:prstGeom prst="rect">
                          <a:avLst/>
                        </a:prstGeom>
                        <a:noFill/>
                        <a:ln w="38100">
                          <a:noFill/>
                          <a:miter/>
                        </a:ln>
                      </p:spPr>
                    </p:pic>
                  </p:oleObj>
                </mc:Fallback>
              </mc:AlternateContent>
            </a:graphicData>
          </a:graphic>
        </p:graphicFrame>
        <p:sp>
          <p:nvSpPr>
            <p:cNvPr id="31762" name="AutoShape 8"/>
            <p:cNvSpPr/>
            <p:nvPr>
              <p:custDataLst>
                <p:tags r:id="rId11"/>
              </p:custDataLst>
            </p:nvPr>
          </p:nvSpPr>
          <p:spPr>
            <a:xfrm>
              <a:off x="1973" y="2795"/>
              <a:ext cx="409" cy="91"/>
            </a:xfrm>
            <a:prstGeom prst="rightArrow">
              <a:avLst>
                <a:gd name="adj1" fmla="val 50000"/>
                <a:gd name="adj2" fmla="val 112362"/>
              </a:avLst>
            </a:prstGeom>
            <a:solidFill>
              <a:schemeClr val="dk1"/>
            </a:solidFill>
            <a:ln w="9525" cap="flat" cmpd="sng">
              <a:solidFill>
                <a:schemeClr val="dk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4"/>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5"/>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31763" name="Text Box 9"/>
            <p:cNvSpPr txBox="1"/>
            <p:nvPr>
              <p:custDataLst>
                <p:tags r:id="rId12"/>
              </p:custDataLst>
            </p:nvPr>
          </p:nvSpPr>
          <p:spPr>
            <a:xfrm>
              <a:off x="1655" y="3022"/>
              <a:ext cx="382" cy="37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4"/>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5"/>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rgbClr val="FF0000"/>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dirty="0">
                <a:solidFill>
                  <a:srgbClr val="FF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1764" name="Text Box 10"/>
            <p:cNvSpPr txBox="1"/>
            <p:nvPr>
              <p:custDataLst>
                <p:tags r:id="rId13"/>
              </p:custDataLst>
            </p:nvPr>
          </p:nvSpPr>
          <p:spPr>
            <a:xfrm>
              <a:off x="3651" y="3022"/>
              <a:ext cx="382" cy="37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4"/>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5"/>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dirty="0">
                  <a:solidFill>
                    <a:srgbClr val="FF0000"/>
                  </a:solidFill>
                  <a:latin typeface="Times New Roman" panose="02020603050405020304" pitchFamily="18" charset="0"/>
                  <a:sym typeface="Symbol" panose="05050102010706020507" pitchFamily="18" charset="2"/>
                </a:rPr>
                <a:t>-</a:t>
              </a:r>
              <a:endParaRPr lang="en-US" altLang="zh-CN" sz="2800" dirty="0">
                <a:solidFill>
                  <a:srgbClr val="FF0000"/>
                </a:solidFill>
                <a:latin typeface="Times New Roman" panose="02020603050405020304" pitchFamily="18" charset="0"/>
                <a:sym typeface="Symbol" panose="05050102010706020507" pitchFamily="18" charset="2"/>
              </a:endParaRPr>
            </a:p>
          </p:txBody>
        </p:sp>
        <p:sp>
          <p:nvSpPr>
            <p:cNvPr id="31765" name="Text Box 11"/>
            <p:cNvSpPr txBox="1"/>
            <p:nvPr>
              <p:custDataLst>
                <p:tags r:id="rId14"/>
              </p:custDataLst>
            </p:nvPr>
          </p:nvSpPr>
          <p:spPr>
            <a:xfrm>
              <a:off x="2501" y="3022"/>
              <a:ext cx="668" cy="37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4"/>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5"/>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 </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1766" name="Text Box 12"/>
            <p:cNvSpPr txBox="1"/>
            <p:nvPr>
              <p:custDataLst>
                <p:tags r:id="rId15"/>
              </p:custDataLst>
            </p:nvPr>
          </p:nvSpPr>
          <p:spPr>
            <a:xfrm>
              <a:off x="1972" y="2478"/>
              <a:ext cx="364" cy="37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4"/>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5"/>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1767" name="Text Box 13"/>
            <p:cNvSpPr txBox="1"/>
            <p:nvPr>
              <p:custDataLst>
                <p:tags r:id="rId16"/>
              </p:custDataLst>
            </p:nvPr>
          </p:nvSpPr>
          <p:spPr>
            <a:xfrm>
              <a:off x="2609" y="2432"/>
              <a:ext cx="498" cy="37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4"/>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5"/>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324622" name="Text Box 14"/>
          <p:cNvSpPr txBox="1"/>
          <p:nvPr/>
        </p:nvSpPr>
        <p:spPr>
          <a:xfrm>
            <a:off x="2487930" y="3571717"/>
            <a:ext cx="5184775" cy="521970"/>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4"/>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5"/>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rgbClr val="000000"/>
                </a:solidFill>
                <a:latin typeface="Times New Roman" panose="02020603050405020304" pitchFamily="18" charset="0"/>
                <a:ea typeface="黑体" panose="02010609060101010101" pitchFamily="49" charset="-122"/>
              </a:rPr>
              <a:t>根据电磁感应定律与楞次定律</a:t>
            </a:r>
            <a:endParaRPr lang="zh-CN" altLang="en-US" sz="28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324611" grpId="0"/>
      <p:bldP spid="324612" grpId="0" bldLvl="0" animBg="1"/>
      <p:bldP spid="324613" grpId="0" bldLvl="0" animBg="1"/>
      <p:bldP spid="32462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5635" name="Rectangle 3"/>
          <p:cNvSpPr/>
          <p:nvPr/>
        </p:nvSpPr>
        <p:spPr>
          <a:xfrm>
            <a:off x="696595" y="2057400"/>
            <a:ext cx="9710420" cy="1124585"/>
          </a:xfrm>
          <a:prstGeom prst="rect">
            <a:avLst/>
          </a:prstGeom>
          <a:noFill/>
          <a:ln w="9525">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342900" lvl="0" indent="-342900">
              <a:lnSpc>
                <a:spcPct val="120000"/>
              </a:lnSpc>
              <a:spcBef>
                <a:spcPct val="0"/>
              </a:spcBef>
              <a:buClrTx/>
              <a:buSzTx/>
              <a:buFontTx/>
              <a:buAutoNum type="circleNumDbPlain"/>
            </a:pPr>
            <a:r>
              <a:rPr lang="zh-CN" altLang="en-US" sz="2800" b="1" dirty="0">
                <a:solidFill>
                  <a:srgbClr val="000000"/>
                </a:solidFill>
                <a:latin typeface="Times New Roman" panose="02020603050405020304" pitchFamily="18" charset="0"/>
                <a:ea typeface="黑体" panose="02010609060101010101" pitchFamily="49" charset="-122"/>
              </a:rPr>
              <a:t>电感电压</a:t>
            </a:r>
            <a:r>
              <a:rPr lang="en-US" altLang="zh-CN" sz="2800" i="1" dirty="0">
                <a:solidFill>
                  <a:srgbClr val="000000"/>
                </a:solidFill>
                <a:latin typeface="Times New Roman" panose="02020603050405020304" pitchFamily="18" charset="0"/>
                <a:ea typeface="黑体" panose="02010609060101010101" pitchFamily="49" charset="-122"/>
              </a:rPr>
              <a:t>u</a:t>
            </a:r>
            <a:r>
              <a:rPr lang="en-US" altLang="zh-CN" sz="2800" b="1" i="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的大小取决于</a:t>
            </a:r>
            <a:r>
              <a:rPr lang="en-US" altLang="zh-CN" sz="2800" i="1" dirty="0">
                <a:solidFill>
                  <a:srgbClr val="000000"/>
                </a:solidFill>
                <a:latin typeface="Times New Roman" panose="02020603050405020304" pitchFamily="18" charset="0"/>
                <a:ea typeface="黑体" panose="02010609060101010101" pitchFamily="49" charset="-122"/>
              </a:rPr>
              <a:t>i</a:t>
            </a: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的变化率</a:t>
            </a: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与 </a:t>
            </a:r>
            <a:r>
              <a:rPr lang="en-US" altLang="zh-CN" sz="2800" i="1" dirty="0">
                <a:solidFill>
                  <a:srgbClr val="000000"/>
                </a:solidFill>
                <a:latin typeface="Times New Roman" panose="02020603050405020304" pitchFamily="18" charset="0"/>
                <a:ea typeface="黑体" panose="02010609060101010101" pitchFamily="49" charset="-122"/>
              </a:rPr>
              <a:t>i</a:t>
            </a:r>
            <a:r>
              <a:rPr lang="en-US" altLang="zh-CN" sz="2800" b="1" i="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的大小无关，电感是动态元件；</a:t>
            </a:r>
            <a:endParaRPr lang="zh-CN" altLang="en-US" sz="2800" b="1" dirty="0">
              <a:solidFill>
                <a:srgbClr val="000000"/>
              </a:solidFill>
              <a:latin typeface="Times New Roman" panose="02020603050405020304" pitchFamily="18" charset="0"/>
              <a:ea typeface="黑体" panose="02010609060101010101" pitchFamily="49" charset="-122"/>
            </a:endParaRPr>
          </a:p>
        </p:txBody>
      </p:sp>
      <p:sp>
        <p:nvSpPr>
          <p:cNvPr id="325636" name="Rectangle 4"/>
          <p:cNvSpPr/>
          <p:nvPr/>
        </p:nvSpPr>
        <p:spPr>
          <a:xfrm>
            <a:off x="696278" y="3356452"/>
            <a:ext cx="7848600" cy="52197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342900" lvl="0" indent="-342900">
              <a:spcBef>
                <a:spcPct val="0"/>
              </a:spcBef>
              <a:buClrTx/>
              <a:buSzTx/>
              <a:buFontTx/>
              <a:buAutoNum type="circleNumDbPlain" startAt="2"/>
            </a:pPr>
            <a:r>
              <a:rPr lang="zh-CN" altLang="en-US" sz="2800" b="1" dirty="0">
                <a:solidFill>
                  <a:srgbClr val="000000"/>
                </a:solidFill>
                <a:latin typeface="Times New Roman" panose="02020603050405020304" pitchFamily="18" charset="0"/>
                <a:ea typeface="黑体" panose="02010609060101010101" pitchFamily="49" charset="-122"/>
              </a:rPr>
              <a:t>当</a:t>
            </a:r>
            <a:r>
              <a:rPr lang="en-US" altLang="zh-CN" sz="2800" i="1" dirty="0">
                <a:solidFill>
                  <a:srgbClr val="000000"/>
                </a:solidFill>
                <a:latin typeface="Times New Roman" panose="02020603050405020304" pitchFamily="18" charset="0"/>
                <a:ea typeface="黑体" panose="02010609060101010101" pitchFamily="49" charset="-122"/>
              </a:rPr>
              <a:t>i</a:t>
            </a:r>
            <a:r>
              <a:rPr lang="zh-CN" altLang="en-US" sz="2800" b="1" dirty="0">
                <a:solidFill>
                  <a:srgbClr val="000000"/>
                </a:solidFill>
                <a:latin typeface="Times New Roman" panose="02020603050405020304" pitchFamily="18" charset="0"/>
                <a:ea typeface="黑体" panose="02010609060101010101" pitchFamily="49" charset="-122"/>
              </a:rPr>
              <a:t>为常数</a:t>
            </a:r>
            <a:r>
              <a:rPr lang="en-US" altLang="zh-CN" sz="2800" b="1" dirty="0">
                <a:solidFill>
                  <a:srgbClr val="000000"/>
                </a:solidFill>
                <a:latin typeface="Times New Roman" panose="02020603050405020304" pitchFamily="18" charset="0"/>
                <a:ea typeface="黑体" panose="02010609060101010101" pitchFamily="49" charset="-122"/>
              </a:rPr>
              <a:t>(</a:t>
            </a:r>
            <a:r>
              <a:rPr lang="zh-CN" altLang="en-US" sz="2800" b="1" dirty="0">
                <a:solidFill>
                  <a:srgbClr val="000000"/>
                </a:solidFill>
                <a:latin typeface="Times New Roman" panose="02020603050405020304" pitchFamily="18" charset="0"/>
                <a:ea typeface="黑体" panose="02010609060101010101" pitchFamily="49" charset="-122"/>
              </a:rPr>
              <a:t>直流</a:t>
            </a:r>
            <a:r>
              <a:rPr lang="en-US" altLang="zh-CN" sz="2800" b="1" dirty="0">
                <a:solidFill>
                  <a:srgbClr val="000000"/>
                </a:solidFill>
                <a:latin typeface="Times New Roman" panose="02020603050405020304" pitchFamily="18" charset="0"/>
                <a:ea typeface="黑体" panose="02010609060101010101" pitchFamily="49" charset="-122"/>
              </a:rPr>
              <a:t>)</a:t>
            </a:r>
            <a:r>
              <a:rPr lang="zh-CN" altLang="en-US" sz="2800" b="1" dirty="0">
                <a:solidFill>
                  <a:srgbClr val="000000"/>
                </a:solidFill>
                <a:latin typeface="Times New Roman" panose="02020603050405020304" pitchFamily="18" charset="0"/>
                <a:ea typeface="黑体" panose="02010609060101010101" pitchFamily="49" charset="-122"/>
              </a:rPr>
              <a:t>时，</a:t>
            </a:r>
            <a:r>
              <a:rPr lang="en-US" altLang="zh-CN" sz="2800" i="1" dirty="0">
                <a:solidFill>
                  <a:srgbClr val="000000"/>
                </a:solidFill>
                <a:latin typeface="Times New Roman" panose="02020603050405020304" pitchFamily="18" charset="0"/>
                <a:ea typeface="黑体" panose="02010609060101010101" pitchFamily="49" charset="-122"/>
              </a:rPr>
              <a:t>u </a:t>
            </a:r>
            <a:r>
              <a:rPr lang="en-US" altLang="zh-CN" sz="2800" dirty="0">
                <a:solidFill>
                  <a:srgbClr val="000000"/>
                </a:solidFill>
                <a:latin typeface="Times New Roman" panose="02020603050405020304" pitchFamily="18" charset="0"/>
                <a:ea typeface="黑体" panose="02010609060101010101" pitchFamily="49" charset="-122"/>
              </a:rPr>
              <a:t>=0</a:t>
            </a:r>
            <a:r>
              <a:rPr lang="zh-CN" altLang="en-US" sz="2800" b="1" dirty="0">
                <a:solidFill>
                  <a:srgbClr val="000000"/>
                </a:solidFill>
                <a:latin typeface="Times New Roman" panose="02020603050405020304" pitchFamily="18" charset="0"/>
                <a:ea typeface="黑体" panose="02010609060101010101" pitchFamily="49" charset="-122"/>
              </a:rPr>
              <a:t>。电感相当于短路；</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25637" name="Text Box 5"/>
          <p:cNvSpPr txBox="1"/>
          <p:nvPr/>
        </p:nvSpPr>
        <p:spPr>
          <a:xfrm>
            <a:off x="767715" y="4005580"/>
            <a:ext cx="9510395" cy="112458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342900" lvl="0" indent="-342900">
              <a:lnSpc>
                <a:spcPct val="120000"/>
              </a:lnSpc>
              <a:spcBef>
                <a:spcPct val="50000"/>
              </a:spcBef>
              <a:buClrTx/>
              <a:buSzTx/>
              <a:buFontTx/>
              <a:buAutoNum type="circleNumDbPlain" startAt="3"/>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实际电路中电感的电压</a:t>
            </a:r>
            <a:r>
              <a:rPr lang="zh-CN" altLang="en-US" sz="2800" b="1"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u</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为有限值，则电感电流 </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不能跃变，必定是时间的连续函数</a:t>
            </a: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25654" name="Group 22"/>
          <p:cNvGrpSpPr/>
          <p:nvPr/>
        </p:nvGrpSpPr>
        <p:grpSpPr>
          <a:xfrm>
            <a:off x="839153" y="1268730"/>
            <a:ext cx="1662067" cy="850900"/>
            <a:chOff x="385" y="3022"/>
            <a:chExt cx="1018" cy="536"/>
          </a:xfrm>
        </p:grpSpPr>
        <p:pic>
          <p:nvPicPr>
            <p:cNvPr id="32783" name="Picture 23" descr="123"/>
            <p:cNvPicPr>
              <a:picLocks noChangeAspect="1"/>
            </p:cNvPicPr>
            <p:nvPr/>
          </p:nvPicPr>
          <p:blipFill>
            <a:blip r:embed="rId4"/>
            <a:stretch>
              <a:fillRect/>
            </a:stretch>
          </p:blipFill>
          <p:spPr>
            <a:xfrm>
              <a:off x="385" y="3022"/>
              <a:ext cx="590" cy="536"/>
            </a:xfrm>
            <a:prstGeom prst="rect">
              <a:avLst/>
            </a:prstGeom>
            <a:noFill/>
            <a:ln w="9525">
              <a:noFill/>
            </a:ln>
          </p:spPr>
        </p:pic>
        <p:sp>
          <p:nvSpPr>
            <p:cNvPr id="32784" name="Text Box 24"/>
            <p:cNvSpPr txBox="1"/>
            <p:nvPr/>
          </p:nvSpPr>
          <p:spPr>
            <a:xfrm>
              <a:off x="793" y="3125"/>
              <a:ext cx="610"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dirty="0">
                  <a:solidFill>
                    <a:srgbClr val="000000"/>
                  </a:solidFill>
                  <a:latin typeface="Times New Roman" panose="02020603050405020304" pitchFamily="18" charset="0"/>
                  <a:ea typeface="黑体" panose="02010609060101010101" pitchFamily="49" charset="-122"/>
                </a:rPr>
                <a:t>表明</a:t>
              </a:r>
              <a:endParaRPr lang="zh-CN" altLang="en-US" dirty="0">
                <a:solidFill>
                  <a:srgbClr val="000000"/>
                </a:solidFill>
                <a:latin typeface="Times New Roman" panose="02020603050405020304" pitchFamily="18" charset="0"/>
                <a:ea typeface="黑体" panose="02010609060101010101" pitchFamily="49" charset="-122"/>
              </a:endParaRPr>
            </a:p>
          </p:txBody>
        </p:sp>
      </p:grpSp>
    </p:spTree>
  </p:cSld>
  <p:clrMapOvr>
    <a:masterClrMapping/>
  </p:clrMapOvr>
  <p:transition/>
  <p:timing>
    <p:tnLst>
      <p:par>
        <p:cTn id="1" dur="indefinite" restart="never" nodeType="tmRoot"/>
      </p:par>
    </p:tnLst>
    <p:bldLst>
      <p:bldP spid="325635" grpId="0"/>
      <p:bldP spid="325636" grpId="0"/>
      <p:bldP spid="32563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6659" name="AutoShape 3"/>
          <p:cNvSpPr/>
          <p:nvPr>
            <p:custDataLst>
              <p:tags r:id="rId1"/>
            </p:custDataLst>
          </p:nvPr>
        </p:nvSpPr>
        <p:spPr>
          <a:xfrm>
            <a:off x="7968298" y="5012373"/>
            <a:ext cx="2592387" cy="1081087"/>
          </a:xfrm>
          <a:prstGeom prst="wedgeRoundRectCallout">
            <a:avLst>
              <a:gd name="adj1" fmla="val -79479"/>
              <a:gd name="adj2" fmla="val -101894"/>
              <a:gd name="adj3" fmla="val 16667"/>
            </a:avLst>
          </a:prstGeom>
          <a:solidFill>
            <a:schemeClr val="accent2"/>
          </a:solidFill>
          <a:ln w="9525">
            <a:noFill/>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0"/>
              </a:spcBef>
              <a:buClrTx/>
              <a:buSzTx/>
              <a:buFontTx/>
              <a:buNone/>
            </a:pPr>
            <a:r>
              <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电感元件</a:t>
            </a:r>
            <a:r>
              <a:rPr lang="en-US" altLang="zh-CN" sz="2800" dirty="0">
                <a:solidFill>
                  <a:srgbClr val="FFFFFF"/>
                </a:solidFill>
                <a:latin typeface="Times New Roman" panose="02020603050405020304" pitchFamily="18" charset="0"/>
                <a:ea typeface="黑体" panose="02010609060101010101" pitchFamily="49" charset="-122"/>
                <a:sym typeface="Symbol" panose="05050102010706020507" pitchFamily="18" charset="2"/>
              </a:rPr>
              <a:t>VCR</a:t>
            </a:r>
            <a:r>
              <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的积分关系</a:t>
            </a:r>
            <a:endPar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2" name="对象 1"/>
          <p:cNvGraphicFramePr/>
          <p:nvPr>
            <p:custDataLst>
              <p:tags r:id="rId5"/>
            </p:custDataLst>
          </p:nvPr>
        </p:nvGraphicFramePr>
        <p:xfrm>
          <a:off x="119380" y="1052830"/>
          <a:ext cx="11368405" cy="1306830"/>
        </p:xfrm>
        <a:graphic>
          <a:graphicData uri="http://schemas.openxmlformats.org/presentationml/2006/ole">
            <mc:AlternateContent xmlns:mc="http://schemas.openxmlformats.org/markup-compatibility/2006">
              <mc:Choice xmlns:v="urn:schemas-microsoft-com:vml" Requires="v">
                <p:oleObj spid="_x0000_s3" name="" r:id="rId6" imgW="5143500" imgH="660400" progId="Equation.KSEE3">
                  <p:embed/>
                </p:oleObj>
              </mc:Choice>
              <mc:Fallback>
                <p:oleObj name="" r:id="rId6" imgW="5143500" imgH="660400" progId="Equation.KSEE3">
                  <p:embed/>
                  <p:pic>
                    <p:nvPicPr>
                      <p:cNvPr id="0" name="图片 2"/>
                      <p:cNvPicPr/>
                      <p:nvPr/>
                    </p:nvPicPr>
                    <p:blipFill>
                      <a:blip r:embed="rId7"/>
                      <a:stretch>
                        <a:fillRect/>
                      </a:stretch>
                    </p:blipFill>
                    <p:spPr>
                      <a:xfrm>
                        <a:off x="119380" y="1052830"/>
                        <a:ext cx="11368405" cy="1306830"/>
                      </a:xfrm>
                      <a:prstGeom prst="rect">
                        <a:avLst/>
                      </a:prstGeom>
                    </p:spPr>
                  </p:pic>
                </p:oleObj>
              </mc:Fallback>
            </mc:AlternateContent>
          </a:graphicData>
        </a:graphic>
      </p:graphicFrame>
      <p:graphicFrame>
        <p:nvGraphicFramePr>
          <p:cNvPr id="4" name="对象 3"/>
          <p:cNvGraphicFramePr/>
          <p:nvPr>
            <p:custDataLst>
              <p:tags r:id="rId8"/>
            </p:custDataLst>
          </p:nvPr>
        </p:nvGraphicFramePr>
        <p:xfrm>
          <a:off x="5015865" y="2708910"/>
          <a:ext cx="6265545" cy="1567815"/>
        </p:xfrm>
        <a:graphic>
          <a:graphicData uri="http://schemas.openxmlformats.org/presentationml/2006/ole">
            <mc:AlternateContent xmlns:mc="http://schemas.openxmlformats.org/markup-compatibility/2006">
              <mc:Choice xmlns:v="urn:schemas-microsoft-com:vml" Requires="v">
                <p:oleObj spid="_x0000_s5" name="" r:id="rId9" imgW="6120765" imgH="1438275" progId="Equation.KSEE3">
                  <p:embed/>
                </p:oleObj>
              </mc:Choice>
              <mc:Fallback>
                <p:oleObj name="" r:id="rId9" imgW="6120765" imgH="1438275" progId="Equation.KSEE3">
                  <p:embed/>
                  <p:pic>
                    <p:nvPicPr>
                      <p:cNvPr id="0" name="图片 4"/>
                      <p:cNvPicPr/>
                      <p:nvPr/>
                    </p:nvPicPr>
                    <p:blipFill>
                      <a:blip r:embed="rId10"/>
                      <a:stretch>
                        <a:fillRect/>
                      </a:stretch>
                    </p:blipFill>
                    <p:spPr>
                      <a:xfrm>
                        <a:off x="5015865" y="2708910"/>
                        <a:ext cx="6265545" cy="1567815"/>
                      </a:xfrm>
                      <a:prstGeom prst="rect">
                        <a:avLst/>
                      </a:prstGeom>
                    </p:spPr>
                  </p:pic>
                </p:oleObj>
              </mc:Fallback>
            </mc:AlternateContent>
          </a:graphicData>
        </a:graphic>
      </p:graphicFrame>
    </p:spTree>
  </p:cSld>
  <p:clrMapOvr>
    <a:masterClrMapping/>
  </p:clrMapOvr>
  <p:transition/>
  <p:timing>
    <p:tnLst>
      <p:par>
        <p:cTn id="1" dur="indefinite" restart="never" nodeType="tmRoot"/>
      </p:par>
    </p:tnLst>
    <p:bldLst>
      <p:bldP spid="326659"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26668" name="Group 12"/>
          <p:cNvGrpSpPr/>
          <p:nvPr/>
        </p:nvGrpSpPr>
        <p:grpSpPr>
          <a:xfrm>
            <a:off x="983298" y="1340485"/>
            <a:ext cx="1662067" cy="850900"/>
            <a:chOff x="385" y="3022"/>
            <a:chExt cx="1018" cy="536"/>
          </a:xfrm>
        </p:grpSpPr>
        <p:pic>
          <p:nvPicPr>
            <p:cNvPr id="33806" name="Picture 13" descr="123"/>
            <p:cNvPicPr>
              <a:picLocks noChangeAspect="1"/>
            </p:cNvPicPr>
            <p:nvPr/>
          </p:nvPicPr>
          <p:blipFill>
            <a:blip r:embed="rId1"/>
            <a:stretch>
              <a:fillRect/>
            </a:stretch>
          </p:blipFill>
          <p:spPr>
            <a:xfrm>
              <a:off x="385" y="3022"/>
              <a:ext cx="590" cy="536"/>
            </a:xfrm>
            <a:prstGeom prst="rect">
              <a:avLst/>
            </a:prstGeom>
            <a:noFill/>
            <a:ln w="9525">
              <a:noFill/>
            </a:ln>
          </p:spPr>
        </p:pic>
        <p:sp>
          <p:nvSpPr>
            <p:cNvPr id="33807" name="Text Box 14"/>
            <p:cNvSpPr txBox="1"/>
            <p:nvPr/>
          </p:nvSpPr>
          <p:spPr>
            <a:xfrm>
              <a:off x="793" y="3125"/>
              <a:ext cx="610"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dirty="0">
                  <a:solidFill>
                    <a:srgbClr val="000000"/>
                  </a:solidFill>
                  <a:latin typeface="Times New Roman" panose="02020603050405020304" pitchFamily="18" charset="0"/>
                  <a:ea typeface="黑体" panose="02010609060101010101" pitchFamily="49" charset="-122"/>
                </a:rPr>
                <a:t>表明</a:t>
              </a:r>
              <a:endParaRPr lang="zh-CN" altLang="en-US" dirty="0">
                <a:solidFill>
                  <a:srgbClr val="000000"/>
                </a:solidFill>
                <a:latin typeface="Times New Roman" panose="02020603050405020304" pitchFamily="18" charset="0"/>
                <a:ea typeface="黑体" panose="02010609060101010101" pitchFamily="49" charset="-122"/>
              </a:endParaRPr>
            </a:p>
          </p:txBody>
        </p:sp>
      </p:grpSp>
      <p:sp>
        <p:nvSpPr>
          <p:cNvPr id="326671" name="Text Box 15"/>
          <p:cNvSpPr txBox="1"/>
          <p:nvPr/>
        </p:nvSpPr>
        <p:spPr>
          <a:xfrm>
            <a:off x="1342390" y="2312670"/>
            <a:ext cx="9667875" cy="1124585"/>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342900" lvl="0" indent="-342900">
              <a:lnSpc>
                <a:spcPct val="120000"/>
              </a:lnSpc>
              <a:spcBef>
                <a:spcPct val="0"/>
              </a:spcBef>
              <a:buClrTx/>
              <a:buSzTx/>
              <a:buFontTx/>
              <a:buAutoNum type="circleNumDbPlain"/>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某一时刻的电感电流值与</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到该时刻的所有电流值有关，即电感元件有记忆电压的作用，电感元件也是记忆元件。</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26672" name="Text Box 16"/>
          <p:cNvSpPr txBox="1"/>
          <p:nvPr/>
        </p:nvSpPr>
        <p:spPr>
          <a:xfrm>
            <a:off x="1270635" y="3709670"/>
            <a:ext cx="9505315" cy="1641475"/>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342900" lvl="0" indent="-342900">
              <a:lnSpc>
                <a:spcPct val="120000"/>
              </a:lnSpc>
              <a:spcBef>
                <a:spcPct val="0"/>
              </a:spcBef>
              <a:buClrTx/>
              <a:buSzTx/>
              <a:buFontTx/>
              <a:buAutoNum type="circleNumDbPlain" startAt="2"/>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研究某一初始时刻</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r>
              <a:rPr lang="en-US" altLang="zh-CN" sz="2800" b="1"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以后的电感电流，不需要了解</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以前的电流，只需知道</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时刻开始作用的电压 </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1"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和</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时刻的电流 </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i</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timing>
    <p:tnLst>
      <p:par>
        <p:cTn id="1" dur="indefinite" restart="never" nodeType="tmRoot"/>
      </p:par>
    </p:tnLst>
    <p:bldLst>
      <p:bldP spid="326671" grpId="0"/>
      <p:bldP spid="32667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27689" name="Group 9"/>
          <p:cNvGrpSpPr/>
          <p:nvPr/>
        </p:nvGrpSpPr>
        <p:grpSpPr>
          <a:xfrm>
            <a:off x="263525" y="1268730"/>
            <a:ext cx="1662069" cy="850900"/>
            <a:chOff x="385" y="3022"/>
            <a:chExt cx="1019" cy="536"/>
          </a:xfrm>
        </p:grpSpPr>
        <p:pic>
          <p:nvPicPr>
            <p:cNvPr id="34828" name="Picture 10" descr="123"/>
            <p:cNvPicPr>
              <a:picLocks noChangeAspect="1"/>
            </p:cNvPicPr>
            <p:nvPr/>
          </p:nvPicPr>
          <p:blipFill>
            <a:blip r:embed="rId1"/>
            <a:stretch>
              <a:fillRect/>
            </a:stretch>
          </p:blipFill>
          <p:spPr>
            <a:xfrm>
              <a:off x="385" y="3022"/>
              <a:ext cx="590" cy="536"/>
            </a:xfrm>
            <a:prstGeom prst="rect">
              <a:avLst/>
            </a:prstGeom>
            <a:noFill/>
            <a:ln w="9525">
              <a:noFill/>
            </a:ln>
          </p:spPr>
        </p:pic>
        <p:sp>
          <p:nvSpPr>
            <p:cNvPr id="34829" name="Text Box 11"/>
            <p:cNvSpPr txBox="1"/>
            <p:nvPr/>
          </p:nvSpPr>
          <p:spPr>
            <a:xfrm>
              <a:off x="794" y="3125"/>
              <a:ext cx="610"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dirty="0">
                  <a:solidFill>
                    <a:srgbClr val="000000"/>
                  </a:solidFill>
                  <a:latin typeface="Times New Roman" panose="02020603050405020304" pitchFamily="18" charset="0"/>
                  <a:ea typeface="黑体" panose="02010609060101010101" pitchFamily="49" charset="-122"/>
                </a:rPr>
                <a:t>注意</a:t>
              </a:r>
              <a:endParaRPr lang="zh-CN" altLang="en-US" dirty="0">
                <a:solidFill>
                  <a:srgbClr val="000000"/>
                </a:solidFill>
                <a:latin typeface="Times New Roman" panose="02020603050405020304" pitchFamily="18" charset="0"/>
                <a:ea typeface="黑体" panose="02010609060101010101" pitchFamily="49" charset="-122"/>
              </a:endParaRPr>
            </a:p>
          </p:txBody>
        </p:sp>
      </p:grpSp>
      <p:sp>
        <p:nvSpPr>
          <p:cNvPr id="327692" name="Text Box 12"/>
          <p:cNvSpPr txBox="1"/>
          <p:nvPr/>
        </p:nvSpPr>
        <p:spPr>
          <a:xfrm>
            <a:off x="2424113" y="1380808"/>
            <a:ext cx="7162800" cy="112458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342900" lvl="0" indent="-342900" algn="just">
              <a:lnSpc>
                <a:spcPct val="120000"/>
              </a:lnSpc>
              <a:buClrTx/>
              <a:buSzTx/>
              <a:buFontTx/>
              <a:buAutoNum type="circleNumDbPlain"/>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当电感的 </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u</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1"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为非关联方向时，上述微分和积分表达式前要冠以负号 </a:t>
            </a: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327693" name="Object 13"/>
          <p:cNvGraphicFramePr>
            <a:graphicFrameLocks noChangeAspect="1"/>
          </p:cNvGraphicFramePr>
          <p:nvPr/>
        </p:nvGraphicFramePr>
        <p:xfrm>
          <a:off x="2495550" y="2708275"/>
          <a:ext cx="1911350" cy="1223963"/>
        </p:xfrm>
        <a:graphic>
          <a:graphicData uri="http://schemas.openxmlformats.org/presentationml/2006/ole">
            <mc:AlternateContent xmlns:mc="http://schemas.openxmlformats.org/markup-compatibility/2006">
              <mc:Choice xmlns:v="urn:schemas-microsoft-com:vml" Requires="v">
                <p:oleObj spid="_x0000_s3116" name="" r:id="rId5" imgW="618490" imgH="382905" progId="Equation.3">
                  <p:embed/>
                </p:oleObj>
              </mc:Choice>
              <mc:Fallback>
                <p:oleObj name="" r:id="rId5" imgW="618490" imgH="382905" progId="Equation.3">
                  <p:embed/>
                  <p:pic>
                    <p:nvPicPr>
                      <p:cNvPr id="0" name="图片 3115"/>
                      <p:cNvPicPr/>
                      <p:nvPr/>
                    </p:nvPicPr>
                    <p:blipFill>
                      <a:blip r:embed="rId6">
                        <a:clrChange>
                          <a:clrFrom>
                            <a:srgbClr val="000000"/>
                          </a:clrFrom>
                          <a:clrTo>
                            <a:srgbClr val="990033"/>
                          </a:clrTo>
                        </a:clrChange>
                      </a:blip>
                      <a:stretch>
                        <a:fillRect/>
                      </a:stretch>
                    </p:blipFill>
                    <p:spPr>
                      <a:xfrm>
                        <a:off x="2495550" y="2708275"/>
                        <a:ext cx="1911350" cy="1223963"/>
                      </a:xfrm>
                      <a:prstGeom prst="rect">
                        <a:avLst/>
                      </a:prstGeom>
                      <a:noFill/>
                      <a:ln w="38100">
                        <a:noFill/>
                        <a:miter/>
                      </a:ln>
                    </p:spPr>
                  </p:pic>
                </p:oleObj>
              </mc:Fallback>
            </mc:AlternateContent>
          </a:graphicData>
        </a:graphic>
      </p:graphicFrame>
      <p:graphicFrame>
        <p:nvGraphicFramePr>
          <p:cNvPr id="327694" name="Object 14"/>
          <p:cNvGraphicFramePr>
            <a:graphicFrameLocks noChangeAspect="1"/>
          </p:cNvGraphicFramePr>
          <p:nvPr/>
        </p:nvGraphicFramePr>
        <p:xfrm>
          <a:off x="5202238" y="2705100"/>
          <a:ext cx="4076700" cy="1258888"/>
        </p:xfrm>
        <a:graphic>
          <a:graphicData uri="http://schemas.openxmlformats.org/presentationml/2006/ole">
            <mc:AlternateContent xmlns:mc="http://schemas.openxmlformats.org/markup-compatibility/2006">
              <mc:Choice xmlns:v="urn:schemas-microsoft-com:vml" Requires="v">
                <p:oleObj spid="_x0000_s3115" name="" r:id="rId7" imgW="2268855" imgH="757555" progId="Equation.DSMT4">
                  <p:embed/>
                </p:oleObj>
              </mc:Choice>
              <mc:Fallback>
                <p:oleObj name="" r:id="rId7" imgW="2268855" imgH="757555" progId="Equation.DSMT4">
                  <p:embed/>
                  <p:pic>
                    <p:nvPicPr>
                      <p:cNvPr id="0" name="图片 3114"/>
                      <p:cNvPicPr/>
                      <p:nvPr/>
                    </p:nvPicPr>
                    <p:blipFill>
                      <a:blip r:embed="rId8">
                        <a:clrChange>
                          <a:clrFrom>
                            <a:srgbClr val="000000"/>
                          </a:clrFrom>
                          <a:clrTo>
                            <a:srgbClr val="990033"/>
                          </a:clrTo>
                        </a:clrChange>
                      </a:blip>
                      <a:stretch>
                        <a:fillRect/>
                      </a:stretch>
                    </p:blipFill>
                    <p:spPr>
                      <a:xfrm>
                        <a:off x="5202238" y="2705100"/>
                        <a:ext cx="4076700" cy="1258888"/>
                      </a:xfrm>
                      <a:prstGeom prst="rect">
                        <a:avLst/>
                      </a:prstGeom>
                      <a:noFill/>
                      <a:ln w="38100">
                        <a:noFill/>
                        <a:miter/>
                      </a:ln>
                    </p:spPr>
                  </p:pic>
                </p:oleObj>
              </mc:Fallback>
            </mc:AlternateContent>
          </a:graphicData>
        </a:graphic>
      </p:graphicFrame>
      <p:sp>
        <p:nvSpPr>
          <p:cNvPr id="327695" name="Text Box 15"/>
          <p:cNvSpPr txBox="1"/>
          <p:nvPr/>
        </p:nvSpPr>
        <p:spPr>
          <a:xfrm>
            <a:off x="2351088" y="4217671"/>
            <a:ext cx="7848600" cy="112458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342900" lvl="0" indent="-342900" algn="just">
              <a:lnSpc>
                <a:spcPct val="120000"/>
              </a:lnSpc>
              <a:buClrTx/>
              <a:buSzTx/>
              <a:buFontTx/>
              <a:buAutoNum type="circleNumDbPlain" startAt="2"/>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上式中 </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baseline="-250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0</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称为电感电压的初始值，它反映电感初始时刻的储能状况，也称为初始状态。       </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timing>
    <p:tnLst>
      <p:par>
        <p:cTn id="1" dur="indefinite" restart="never" nodeType="tmRoot"/>
      </p:par>
    </p:tnLst>
    <p:bldLst>
      <p:bldP spid="327692" grpId="0"/>
      <p:bldP spid="32769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8713" name="Text Box 9"/>
          <p:cNvSpPr txBox="1"/>
          <p:nvPr/>
        </p:nvSpPr>
        <p:spPr>
          <a:xfrm>
            <a:off x="47308" y="980281"/>
            <a:ext cx="4392612" cy="58356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b="1" dirty="0">
                <a:solidFill>
                  <a:schemeClr val="accent1"/>
                </a:solidFill>
                <a:latin typeface="Times New Roman" panose="02020603050405020304" pitchFamily="18" charset="0"/>
                <a:ea typeface="黑体" panose="02010609060101010101" pitchFamily="49" charset="-122"/>
              </a:rPr>
              <a:t>4.</a:t>
            </a:r>
            <a:r>
              <a:rPr lang="zh-CN" altLang="en-US" b="1" dirty="0">
                <a:solidFill>
                  <a:schemeClr val="accent1"/>
                </a:solidFill>
                <a:latin typeface="Times New Roman" panose="02020603050405020304" pitchFamily="18" charset="0"/>
                <a:ea typeface="黑体" panose="02010609060101010101" pitchFamily="49" charset="-122"/>
              </a:rPr>
              <a:t>电感的功率和储能</a:t>
            </a:r>
            <a:endParaRPr lang="zh-CN" altLang="en-US" b="1" dirty="0">
              <a:solidFill>
                <a:schemeClr val="accent1"/>
              </a:solidFill>
              <a:latin typeface="Times New Roman" panose="02020603050405020304" pitchFamily="18" charset="0"/>
              <a:ea typeface="黑体" panose="02010609060101010101" pitchFamily="49" charset="-122"/>
            </a:endParaRPr>
          </a:p>
        </p:txBody>
      </p:sp>
      <p:sp>
        <p:nvSpPr>
          <p:cNvPr id="328714" name="Text Box 10"/>
          <p:cNvSpPr txBox="1"/>
          <p:nvPr/>
        </p:nvSpPr>
        <p:spPr>
          <a:xfrm>
            <a:off x="2495550" y="1628775"/>
            <a:ext cx="1512888" cy="521970"/>
          </a:xfrm>
          <a:prstGeom prst="rect">
            <a:avLst/>
          </a:prstGeom>
          <a:noFill/>
          <a:ln w="28575" cap="flat" cmpd="sng">
            <a:solidFill>
              <a:srgbClr val="00FFFF"/>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功率</a:t>
            </a:r>
            <a:endParaRPr lang="zh-CN" altLang="en-US" sz="2800"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328715" name="Object 11"/>
          <p:cNvGraphicFramePr>
            <a:graphicFrameLocks noChangeAspect="1"/>
          </p:cNvGraphicFramePr>
          <p:nvPr/>
        </p:nvGraphicFramePr>
        <p:xfrm>
          <a:off x="4367213" y="1341438"/>
          <a:ext cx="2959100" cy="1235075"/>
        </p:xfrm>
        <a:graphic>
          <a:graphicData uri="http://schemas.openxmlformats.org/presentationml/2006/ole">
            <mc:AlternateContent xmlns:mc="http://schemas.openxmlformats.org/markup-compatibility/2006">
              <mc:Choice xmlns:v="urn:schemas-microsoft-com:vml" Requires="v">
                <p:oleObj spid="_x0000_s3107" name="" r:id="rId4" imgW="966470" imgH="382905" progId="Equation.3">
                  <p:embed/>
                </p:oleObj>
              </mc:Choice>
              <mc:Fallback>
                <p:oleObj name="" r:id="rId4" imgW="966470" imgH="382905" progId="Equation.3">
                  <p:embed/>
                  <p:pic>
                    <p:nvPicPr>
                      <p:cNvPr id="0" name="图片 3106"/>
                      <p:cNvPicPr/>
                      <p:nvPr/>
                    </p:nvPicPr>
                    <p:blipFill>
                      <a:blip r:embed="rId5">
                        <a:clrChange>
                          <a:clrFrom>
                            <a:srgbClr val="000000"/>
                          </a:clrFrom>
                          <a:clrTo>
                            <a:srgbClr val="000080"/>
                          </a:clrTo>
                        </a:clrChange>
                      </a:blip>
                      <a:stretch>
                        <a:fillRect/>
                      </a:stretch>
                    </p:blipFill>
                    <p:spPr>
                      <a:xfrm>
                        <a:off x="4367213" y="1341438"/>
                        <a:ext cx="2959100" cy="1235075"/>
                      </a:xfrm>
                      <a:prstGeom prst="rect">
                        <a:avLst/>
                      </a:prstGeom>
                      <a:noFill/>
                      <a:ln w="38100">
                        <a:noFill/>
                        <a:miter/>
                      </a:ln>
                    </p:spPr>
                  </p:pic>
                </p:oleObj>
              </mc:Fallback>
            </mc:AlternateContent>
          </a:graphicData>
        </a:graphic>
      </p:graphicFrame>
      <p:sp>
        <p:nvSpPr>
          <p:cNvPr id="328716" name="AutoShape 12"/>
          <p:cNvSpPr/>
          <p:nvPr>
            <p:custDataLst>
              <p:tags r:id="rId6"/>
            </p:custDataLst>
          </p:nvPr>
        </p:nvSpPr>
        <p:spPr>
          <a:xfrm>
            <a:off x="7751763" y="836613"/>
            <a:ext cx="2159000" cy="1079500"/>
          </a:xfrm>
          <a:prstGeom prst="wedgeRectCallout">
            <a:avLst>
              <a:gd name="adj1" fmla="val -68384"/>
              <a:gd name="adj2" fmla="val 80000"/>
            </a:avLst>
          </a:prstGeom>
          <a:solidFill>
            <a:schemeClr val="accent2"/>
          </a:solidFill>
          <a:ln w="9525">
            <a:noFill/>
          </a:ln>
        </p:spPr>
        <p:txBody>
          <a:bodyPr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b="1"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u</a:t>
            </a:r>
            <a:r>
              <a:rPr lang="zh-CN" altLang="en-US" sz="2800" b="1"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800" b="1" i="1" dirty="0">
                <a:solidFill>
                  <a:srgbClr val="FFFFFF"/>
                </a:solidFill>
                <a:latin typeface="Times New Roman" panose="02020603050405020304" pitchFamily="18" charset="0"/>
                <a:ea typeface="黑体" panose="02010609060101010101" pitchFamily="49" charset="-122"/>
                <a:sym typeface="Symbol" panose="05050102010706020507" pitchFamily="18" charset="2"/>
              </a:rPr>
              <a:t>i </a:t>
            </a:r>
            <a:r>
              <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rPr>
              <a:t>取关联参考方向</a:t>
            </a:r>
            <a:endParaRPr lang="zh-CN" altLang="en-US" sz="2800" b="1" dirty="0">
              <a:solidFill>
                <a:srgbClr val="FFFFFF"/>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28717" name="Text Box 13"/>
          <p:cNvSpPr txBox="1"/>
          <p:nvPr/>
        </p:nvSpPr>
        <p:spPr>
          <a:xfrm>
            <a:off x="2566988" y="2563972"/>
            <a:ext cx="6983412" cy="521970"/>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342900" lvl="0" indent="-342900">
              <a:spcBef>
                <a:spcPct val="50000"/>
              </a:spcBef>
              <a:buClrTx/>
              <a:buSzTx/>
              <a:buFontTx/>
              <a:buAutoNum type="circleNumDbPlain"/>
            </a:pPr>
            <a:r>
              <a:rPr lang="zh-CN" altLang="en-US" sz="2800" b="1" dirty="0">
                <a:solidFill>
                  <a:srgbClr val="000000"/>
                </a:solidFill>
                <a:latin typeface="Times New Roman" panose="02020603050405020304" pitchFamily="18" charset="0"/>
                <a:ea typeface="黑体" panose="02010609060101010101" pitchFamily="49" charset="-122"/>
              </a:rPr>
              <a:t>当电流增大</a:t>
            </a:r>
            <a:r>
              <a:rPr lang="zh-CN" altLang="en-US" sz="2800" b="1" i="1" dirty="0">
                <a:solidFill>
                  <a:srgbClr val="000000"/>
                </a:solidFill>
                <a:latin typeface="Times New Roman" panose="02020603050405020304" pitchFamily="18" charset="0"/>
                <a:ea typeface="黑体" panose="02010609060101010101" pitchFamily="49" charset="-122"/>
              </a:rPr>
              <a:t>，</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p&gt;0</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电感吸收功率。</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28718" name="Text Box 14"/>
          <p:cNvSpPr txBox="1"/>
          <p:nvPr/>
        </p:nvSpPr>
        <p:spPr>
          <a:xfrm>
            <a:off x="2566988" y="3140234"/>
            <a:ext cx="7127875" cy="521970"/>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342900" lvl="0" indent="-342900">
              <a:spcBef>
                <a:spcPct val="50000"/>
              </a:spcBef>
              <a:buClrTx/>
              <a:buSzTx/>
              <a:buFontTx/>
              <a:buAutoNum type="circleNumDbPlain" startAt="2"/>
            </a:pPr>
            <a:r>
              <a:rPr lang="zh-CN" altLang="en-US" sz="2800" b="1" dirty="0">
                <a:solidFill>
                  <a:srgbClr val="000000"/>
                </a:solidFill>
                <a:latin typeface="Times New Roman" panose="02020603050405020304" pitchFamily="18" charset="0"/>
                <a:ea typeface="黑体" panose="02010609060101010101" pitchFamily="49" charset="-122"/>
              </a:rPr>
              <a:t>当电流减小，</a:t>
            </a:r>
            <a:r>
              <a:rPr lang="en-US" altLang="zh-CN" sz="2800" i="1" dirty="0">
                <a:solidFill>
                  <a:srgbClr val="000000"/>
                </a:solidFill>
                <a:latin typeface="Times New Roman" panose="02020603050405020304" pitchFamily="18" charset="0"/>
                <a:ea typeface="黑体" panose="02010609060101010101" pitchFamily="49" charset="-122"/>
                <a:sym typeface="Symbol" panose="05050102010706020507" pitchFamily="18" charset="2"/>
              </a:rPr>
              <a:t>p</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&lt;0</a:t>
            </a: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电感发出功率。</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28719" name="Text Box 15"/>
          <p:cNvSpPr txBox="1"/>
          <p:nvPr/>
        </p:nvSpPr>
        <p:spPr>
          <a:xfrm>
            <a:off x="2279650" y="3933825"/>
            <a:ext cx="9544050" cy="192214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457200" lvl="0" indent="-457200">
              <a:lnSpc>
                <a:spcPct val="125000"/>
              </a:lnSpc>
              <a:spcBef>
                <a:spcPct val="50000"/>
              </a:spcBef>
              <a:buClrTx/>
              <a:buSzTx/>
              <a:buFont typeface="Arial" panose="020B0604020202020204" pitchFamily="34" charset="0"/>
              <a:buChar char="•"/>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在一段时间内吸收外部供给的能量转化为磁场能量储存在另一段时间内又把能量释放回电路</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a:p>
            <a:pPr marL="457200" lvl="0" indent="-457200">
              <a:lnSpc>
                <a:spcPct val="125000"/>
              </a:lnSpc>
              <a:spcBef>
                <a:spcPct val="50000"/>
              </a:spcBef>
              <a:buClrTx/>
              <a:buSzTx/>
              <a:buFont typeface="Arial" panose="020B0604020202020204" pitchFamily="34" charset="0"/>
              <a:buChar char="•"/>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电感元件是无源元件、是储能元件，它本身不消耗能量</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28720" name="Group 16"/>
          <p:cNvGrpSpPr/>
          <p:nvPr/>
        </p:nvGrpSpPr>
        <p:grpSpPr>
          <a:xfrm>
            <a:off x="263525" y="4004628"/>
            <a:ext cx="1662067" cy="850900"/>
            <a:chOff x="385" y="3022"/>
            <a:chExt cx="1018" cy="536"/>
          </a:xfrm>
        </p:grpSpPr>
        <p:pic>
          <p:nvPicPr>
            <p:cNvPr id="35855" name="Picture 17" descr="123"/>
            <p:cNvPicPr>
              <a:picLocks noChangeAspect="1"/>
            </p:cNvPicPr>
            <p:nvPr/>
          </p:nvPicPr>
          <p:blipFill>
            <a:blip r:embed="rId7"/>
            <a:stretch>
              <a:fillRect/>
            </a:stretch>
          </p:blipFill>
          <p:spPr>
            <a:xfrm>
              <a:off x="385" y="3022"/>
              <a:ext cx="590" cy="536"/>
            </a:xfrm>
            <a:prstGeom prst="rect">
              <a:avLst/>
            </a:prstGeom>
            <a:noFill/>
            <a:ln w="9525">
              <a:noFill/>
            </a:ln>
          </p:spPr>
        </p:pic>
        <p:sp>
          <p:nvSpPr>
            <p:cNvPr id="35856" name="Text Box 18"/>
            <p:cNvSpPr txBox="1"/>
            <p:nvPr/>
          </p:nvSpPr>
          <p:spPr>
            <a:xfrm>
              <a:off x="793" y="3125"/>
              <a:ext cx="610"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dirty="0">
                  <a:solidFill>
                    <a:srgbClr val="000000"/>
                  </a:solidFill>
                  <a:latin typeface="Times New Roman" panose="02020603050405020304" pitchFamily="18" charset="0"/>
                  <a:ea typeface="黑体" panose="02010609060101010101" pitchFamily="49" charset="-122"/>
                </a:rPr>
                <a:t>表明</a:t>
              </a:r>
              <a:endParaRPr lang="zh-CN" altLang="en-US" dirty="0">
                <a:solidFill>
                  <a:srgbClr val="000000"/>
                </a:solidFill>
                <a:latin typeface="Times New Roman" panose="02020603050405020304" pitchFamily="18" charset="0"/>
                <a:ea typeface="黑体" panose="02010609060101010101" pitchFamily="49" charset="-122"/>
              </a:endParaRPr>
            </a:p>
          </p:txBody>
        </p:sp>
      </p:grpSp>
    </p:spTree>
  </p:cSld>
  <p:clrMapOvr>
    <a:masterClrMapping/>
  </p:clrMapOvr>
  <p:transition/>
  <p:timing>
    <p:tnLst>
      <p:par>
        <p:cTn id="1" dur="indefinite" restart="never" nodeType="tmRoot"/>
      </p:par>
    </p:tnLst>
    <p:bldLst>
      <p:bldP spid="328713" grpId="0"/>
      <p:bldP spid="328714" grpId="0" bldLvl="0" animBg="1"/>
      <p:bldP spid="328716" grpId="0" bldLvl="0" animBg="1"/>
      <p:bldP spid="328717" grpId="0"/>
      <p:bldP spid="328718" grpId="0"/>
      <p:bldP spid="32871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0754" name="Text Box 2"/>
          <p:cNvSpPr txBox="1"/>
          <p:nvPr/>
        </p:nvSpPr>
        <p:spPr>
          <a:xfrm>
            <a:off x="2711768" y="4148932"/>
            <a:ext cx="5256212" cy="521970"/>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chemeClr val="accent1"/>
                </a:solidFill>
                <a:latin typeface="Times New Roman" panose="02020603050405020304" pitchFamily="18" charset="0"/>
                <a:ea typeface="黑体" panose="02010609060101010101" pitchFamily="49" charset="-122"/>
              </a:rPr>
              <a:t>从</a:t>
            </a:r>
            <a:r>
              <a:rPr lang="en-US" altLang="zh-CN" sz="2800" i="1" dirty="0">
                <a:solidFill>
                  <a:schemeClr val="accent1"/>
                </a:solidFill>
                <a:latin typeface="Times New Roman" panose="02020603050405020304" pitchFamily="18" charset="0"/>
                <a:ea typeface="黑体" panose="02010609060101010101" pitchFamily="49" charset="-122"/>
              </a:rPr>
              <a:t>t</a:t>
            </a:r>
            <a:r>
              <a:rPr lang="en-US" altLang="zh-CN" sz="2800" baseline="-25000" dirty="0">
                <a:solidFill>
                  <a:schemeClr val="accent1"/>
                </a:solidFill>
                <a:latin typeface="Times New Roman" panose="02020603050405020304" pitchFamily="18" charset="0"/>
                <a:ea typeface="黑体" panose="02010609060101010101" pitchFamily="49" charset="-122"/>
              </a:rPr>
              <a:t>0</a:t>
            </a:r>
            <a:r>
              <a:rPr lang="zh-CN" altLang="en-US" sz="2800" b="1" dirty="0">
                <a:solidFill>
                  <a:schemeClr val="accent1"/>
                </a:solidFill>
                <a:latin typeface="Times New Roman" panose="02020603050405020304" pitchFamily="18" charset="0"/>
                <a:ea typeface="黑体" panose="02010609060101010101" pitchFamily="49" charset="-122"/>
              </a:rPr>
              <a:t>到 </a:t>
            </a:r>
            <a:r>
              <a:rPr lang="en-US" altLang="zh-CN" sz="2800" i="1" dirty="0">
                <a:solidFill>
                  <a:schemeClr val="accent1"/>
                </a:solidFill>
                <a:latin typeface="Times New Roman" panose="02020603050405020304" pitchFamily="18" charset="0"/>
                <a:ea typeface="黑体" panose="02010609060101010101" pitchFamily="49" charset="-122"/>
              </a:rPr>
              <a:t>t</a:t>
            </a:r>
            <a:r>
              <a:rPr lang="en-US" altLang="zh-CN" sz="2800" dirty="0">
                <a:solidFill>
                  <a:schemeClr val="accent1"/>
                </a:solidFill>
                <a:latin typeface="Times New Roman" panose="02020603050405020304" pitchFamily="18" charset="0"/>
                <a:ea typeface="黑体" panose="02010609060101010101" pitchFamily="49" charset="-122"/>
              </a:rPr>
              <a:t> </a:t>
            </a:r>
            <a:r>
              <a:rPr lang="zh-CN" altLang="en-US" sz="2800" b="1" dirty="0">
                <a:solidFill>
                  <a:schemeClr val="accent1"/>
                </a:solidFill>
                <a:latin typeface="Times New Roman" panose="02020603050405020304" pitchFamily="18" charset="0"/>
                <a:ea typeface="黑体" panose="02010609060101010101" pitchFamily="49" charset="-122"/>
              </a:rPr>
              <a:t>电感储能的变化量：</a:t>
            </a:r>
            <a:endParaRPr lang="zh-CN" altLang="en-US" sz="2800" b="1" dirty="0">
              <a:solidFill>
                <a:schemeClr val="accent1"/>
              </a:solidFill>
              <a:latin typeface="Times New Roman" panose="02020603050405020304" pitchFamily="18" charset="0"/>
              <a:ea typeface="黑体" panose="02010609060101010101" pitchFamily="49" charset="-122"/>
            </a:endParaRPr>
          </a:p>
        </p:txBody>
      </p:sp>
      <p:sp>
        <p:nvSpPr>
          <p:cNvPr id="330757" name="Text Box 5"/>
          <p:cNvSpPr txBox="1"/>
          <p:nvPr/>
        </p:nvSpPr>
        <p:spPr>
          <a:xfrm>
            <a:off x="551498" y="908685"/>
            <a:ext cx="3024187" cy="521970"/>
          </a:xfrm>
          <a:prstGeom prst="rect">
            <a:avLst/>
          </a:prstGeom>
          <a:noFill/>
          <a:ln w="28575" cap="flat" cmpd="sng">
            <a:solidFill>
              <a:srgbClr val="00FFFF"/>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电感的储能</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30766" name="Line 14"/>
          <p:cNvSpPr/>
          <p:nvPr/>
        </p:nvSpPr>
        <p:spPr>
          <a:xfrm flipV="1">
            <a:off x="5088255" y="3679190"/>
            <a:ext cx="3810" cy="325120"/>
          </a:xfrm>
          <a:prstGeom prst="line">
            <a:avLst/>
          </a:prstGeom>
          <a:solidFill>
            <a:schemeClr val="accent2"/>
          </a:solidFill>
          <a:ln w="38100" cap="sq" cmpd="sng">
            <a:solidFill>
              <a:srgbClr val="FF0000"/>
            </a:solidFill>
            <a:prstDash val="solid"/>
            <a:headEnd type="none" w="med" len="med"/>
            <a:tailEnd type="triangle" w="med" len="med"/>
          </a:ln>
        </p:spPr>
      </p:sp>
      <p:graphicFrame>
        <p:nvGraphicFramePr>
          <p:cNvPr id="2" name="对象 1"/>
          <p:cNvGraphicFramePr/>
          <p:nvPr>
            <p:custDataLst>
              <p:tags r:id="rId4"/>
            </p:custDataLst>
          </p:nvPr>
        </p:nvGraphicFramePr>
        <p:xfrm>
          <a:off x="983615" y="1430655"/>
          <a:ext cx="8061325" cy="2297430"/>
        </p:xfrm>
        <a:graphic>
          <a:graphicData uri="http://schemas.openxmlformats.org/presentationml/2006/ole">
            <mc:AlternateContent xmlns:mc="http://schemas.openxmlformats.org/markup-compatibility/2006">
              <mc:Choice xmlns:v="urn:schemas-microsoft-com:vml" Requires="v">
                <p:oleObj spid="_x0000_s3" name="" r:id="rId5" imgW="2044700" imgH="889000" progId="Equation.KSEE3">
                  <p:embed/>
                </p:oleObj>
              </mc:Choice>
              <mc:Fallback>
                <p:oleObj name="" r:id="rId5" imgW="2044700" imgH="889000" progId="Equation.KSEE3">
                  <p:embed/>
                  <p:pic>
                    <p:nvPicPr>
                      <p:cNvPr id="0" name="图片 2"/>
                      <p:cNvPicPr/>
                      <p:nvPr/>
                    </p:nvPicPr>
                    <p:blipFill>
                      <a:blip r:embed="rId6"/>
                      <a:stretch>
                        <a:fillRect/>
                      </a:stretch>
                    </p:blipFill>
                    <p:spPr>
                      <a:xfrm>
                        <a:off x="983615" y="1430655"/>
                        <a:ext cx="8061325" cy="2297430"/>
                      </a:xfrm>
                      <a:prstGeom prst="rect">
                        <a:avLst/>
                      </a:prstGeom>
                    </p:spPr>
                  </p:pic>
                </p:oleObj>
              </mc:Fallback>
            </mc:AlternateContent>
          </a:graphicData>
        </a:graphic>
      </p:graphicFrame>
      <p:graphicFrame>
        <p:nvGraphicFramePr>
          <p:cNvPr id="4" name="对象 3"/>
          <p:cNvGraphicFramePr/>
          <p:nvPr>
            <p:custDataLst>
              <p:tags r:id="rId7"/>
            </p:custDataLst>
          </p:nvPr>
        </p:nvGraphicFramePr>
        <p:xfrm>
          <a:off x="1631950" y="4652645"/>
          <a:ext cx="8157845" cy="1274445"/>
        </p:xfrm>
        <a:graphic>
          <a:graphicData uri="http://schemas.openxmlformats.org/presentationml/2006/ole">
            <mc:AlternateContent xmlns:mc="http://schemas.openxmlformats.org/markup-compatibility/2006">
              <mc:Choice xmlns:v="urn:schemas-microsoft-com:vml" Requires="v">
                <p:oleObj spid="_x0000_s5" name="" r:id="rId8" imgW="5704840" imgH="1257300" progId="Equation.KSEE3">
                  <p:embed/>
                </p:oleObj>
              </mc:Choice>
              <mc:Fallback>
                <p:oleObj name="" r:id="rId8" imgW="5704840" imgH="1257300" progId="Equation.KSEE3">
                  <p:embed/>
                  <p:pic>
                    <p:nvPicPr>
                      <p:cNvPr id="0" name="图片 4"/>
                      <p:cNvPicPr/>
                      <p:nvPr/>
                    </p:nvPicPr>
                    <p:blipFill>
                      <a:blip r:embed="rId9"/>
                      <a:stretch>
                        <a:fillRect/>
                      </a:stretch>
                    </p:blipFill>
                    <p:spPr>
                      <a:xfrm>
                        <a:off x="1631950" y="4652645"/>
                        <a:ext cx="8157845" cy="1274445"/>
                      </a:xfrm>
                      <a:prstGeom prst="rect">
                        <a:avLst/>
                      </a:prstGeom>
                    </p:spPr>
                  </p:pic>
                </p:oleObj>
              </mc:Fallback>
            </mc:AlternateContent>
          </a:graphicData>
        </a:graphic>
      </p:graphicFrame>
    </p:spTree>
  </p:cSld>
  <p:clrMapOvr>
    <a:masterClrMapping/>
  </p:clrMapOvr>
  <p:transition/>
  <p:timing>
    <p:tnLst>
      <p:par>
        <p:cTn id="1" dur="indefinite" restart="never" nodeType="tmRoot"/>
      </p:par>
    </p:tnLst>
    <p:bldLst>
      <p:bldP spid="330754" grpId="0"/>
      <p:bldP spid="330757"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1778" name="Text Box 2"/>
          <p:cNvSpPr txBox="1"/>
          <p:nvPr/>
        </p:nvSpPr>
        <p:spPr>
          <a:xfrm>
            <a:off x="1199515" y="4220845"/>
            <a:ext cx="10090150" cy="1770380"/>
          </a:xfrm>
          <a:prstGeom prst="rect">
            <a:avLst/>
          </a:prstGeom>
          <a:noFill/>
          <a:ln w="12700">
            <a:noFill/>
          </a:ln>
        </p:spPr>
        <p:txBody>
          <a:bodyPr wrap="square"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342900" lvl="0" indent="-342900">
              <a:lnSpc>
                <a:spcPct val="120000"/>
              </a:lnSpc>
              <a:spcBef>
                <a:spcPct val="30000"/>
              </a:spcBef>
              <a:buClrTx/>
              <a:buSzTx/>
              <a:buFontTx/>
              <a:buAutoNum type="circleNumDbPlain"/>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电感的储能只与当时的电流值有关，电感电流不能跃变，反映了储能不能跃变。</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a:p>
            <a:pPr marL="342900" lvl="0" indent="-342900">
              <a:lnSpc>
                <a:spcPct val="120000"/>
              </a:lnSpc>
              <a:spcBef>
                <a:spcPct val="30000"/>
              </a:spcBef>
              <a:buClrTx/>
              <a:buSzTx/>
              <a:buFontTx/>
              <a:buAutoNum type="circleNumDbPlain"/>
            </a:pP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电感储存的能量一定大于或等于零。</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37891" name="Object 3"/>
          <p:cNvGraphicFramePr>
            <a:graphicFrameLocks noChangeAspect="1"/>
          </p:cNvGraphicFramePr>
          <p:nvPr/>
        </p:nvGraphicFramePr>
        <p:xfrm>
          <a:off x="4151948" y="2132648"/>
          <a:ext cx="3167062" cy="1154112"/>
        </p:xfrm>
        <a:graphic>
          <a:graphicData uri="http://schemas.openxmlformats.org/presentationml/2006/ole">
            <mc:AlternateContent xmlns:mc="http://schemas.openxmlformats.org/markup-compatibility/2006">
              <mc:Choice xmlns:v="urn:schemas-microsoft-com:vml" Requires="v">
                <p:oleObj spid="_x0000_s3112" name="" r:id="rId4" imgW="1080135" imgH="374650" progId="Equation.3">
                  <p:embed/>
                </p:oleObj>
              </mc:Choice>
              <mc:Fallback>
                <p:oleObj name="" r:id="rId4" imgW="1080135" imgH="374650" progId="Equation.3">
                  <p:embed/>
                  <p:pic>
                    <p:nvPicPr>
                      <p:cNvPr id="0" name="图片 3111"/>
                      <p:cNvPicPr/>
                      <p:nvPr/>
                    </p:nvPicPr>
                    <p:blipFill>
                      <a:blip r:embed="rId5">
                        <a:clrChange>
                          <a:clrFrom>
                            <a:srgbClr val="000000"/>
                          </a:clrFrom>
                          <a:clrTo>
                            <a:srgbClr val="990033"/>
                          </a:clrTo>
                        </a:clrChange>
                      </a:blip>
                      <a:stretch>
                        <a:fillRect/>
                      </a:stretch>
                    </p:blipFill>
                    <p:spPr>
                      <a:xfrm>
                        <a:off x="4151948" y="2132648"/>
                        <a:ext cx="3167062" cy="1154112"/>
                      </a:xfrm>
                      <a:prstGeom prst="rect">
                        <a:avLst/>
                      </a:prstGeom>
                      <a:noFill/>
                      <a:ln w="38100">
                        <a:noFill/>
                        <a:miter/>
                      </a:ln>
                    </p:spPr>
                  </p:pic>
                </p:oleObj>
              </mc:Fallback>
            </mc:AlternateContent>
          </a:graphicData>
        </a:graphic>
      </p:graphicFrame>
      <p:grpSp>
        <p:nvGrpSpPr>
          <p:cNvPr id="331786" name="Group 10"/>
          <p:cNvGrpSpPr/>
          <p:nvPr/>
        </p:nvGrpSpPr>
        <p:grpSpPr>
          <a:xfrm>
            <a:off x="617855" y="1412558"/>
            <a:ext cx="1662067" cy="850900"/>
            <a:chOff x="385" y="3022"/>
            <a:chExt cx="1018" cy="536"/>
          </a:xfrm>
        </p:grpSpPr>
        <p:pic>
          <p:nvPicPr>
            <p:cNvPr id="37898" name="Picture 11" descr="123"/>
            <p:cNvPicPr>
              <a:picLocks noChangeAspect="1"/>
            </p:cNvPicPr>
            <p:nvPr/>
          </p:nvPicPr>
          <p:blipFill>
            <a:blip r:embed="rId6"/>
            <a:stretch>
              <a:fillRect/>
            </a:stretch>
          </p:blipFill>
          <p:spPr>
            <a:xfrm>
              <a:off x="385" y="3022"/>
              <a:ext cx="590" cy="536"/>
            </a:xfrm>
            <a:prstGeom prst="rect">
              <a:avLst/>
            </a:prstGeom>
            <a:noFill/>
            <a:ln w="9525">
              <a:noFill/>
            </a:ln>
          </p:spPr>
        </p:pic>
        <p:sp>
          <p:nvSpPr>
            <p:cNvPr id="37899" name="Text Box 12"/>
            <p:cNvSpPr txBox="1"/>
            <p:nvPr/>
          </p:nvSpPr>
          <p:spPr>
            <a:xfrm>
              <a:off x="793" y="3125"/>
              <a:ext cx="610"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dirty="0">
                  <a:solidFill>
                    <a:srgbClr val="000000"/>
                  </a:solidFill>
                  <a:latin typeface="Times New Roman" panose="02020603050405020304" pitchFamily="18" charset="0"/>
                  <a:ea typeface="黑体" panose="02010609060101010101" pitchFamily="49" charset="-122"/>
                </a:rPr>
                <a:t>表明</a:t>
              </a:r>
              <a:endParaRPr lang="zh-CN" altLang="en-US" dirty="0">
                <a:solidFill>
                  <a:srgbClr val="000000"/>
                </a:solidFill>
                <a:latin typeface="Times New Roman" panose="02020603050405020304" pitchFamily="18" charset="0"/>
                <a:ea typeface="黑体" panose="02010609060101010101" pitchFamily="49" charset="-122"/>
              </a:endParaRPr>
            </a:p>
          </p:txBody>
        </p:sp>
      </p:grpSp>
    </p:spTree>
  </p:cSld>
  <p:clrMapOvr>
    <a:masterClrMapping/>
  </p:clrMapOvr>
  <p:transition/>
  <p:timing>
    <p:tnLst>
      <p:par>
        <p:cTn id="1" dur="indefinite" restart="never" nodeType="tmRoot"/>
      </p:par>
    </p:tnLst>
    <p:bldLst>
      <p:bldP spid="33177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2802" name="Text Box 2"/>
          <p:cNvSpPr txBox="1"/>
          <p:nvPr/>
        </p:nvSpPr>
        <p:spPr>
          <a:xfrm>
            <a:off x="910908" y="1158558"/>
            <a:ext cx="4032250" cy="521970"/>
          </a:xfrm>
          <a:prstGeom prst="rect">
            <a:avLst/>
          </a:prstGeom>
          <a:noFill/>
          <a:ln w="28575" cap="flat" cmpd="sng">
            <a:solidFill>
              <a:srgbClr val="00FFFF"/>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实际电感线圈的模型</a:t>
            </a:r>
            <a:endParaRPr lang="zh-CN" altLang="en-US" sz="28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332848" name="Group 48"/>
          <p:cNvGrpSpPr/>
          <p:nvPr/>
        </p:nvGrpSpPr>
        <p:grpSpPr>
          <a:xfrm>
            <a:off x="2827020" y="4220845"/>
            <a:ext cx="6581775" cy="1635125"/>
            <a:chOff x="521" y="2049"/>
            <a:chExt cx="2178" cy="1030"/>
          </a:xfrm>
        </p:grpSpPr>
        <p:sp>
          <p:nvSpPr>
            <p:cNvPr id="38938" name="Text Box 9"/>
            <p:cNvSpPr txBox="1"/>
            <p:nvPr>
              <p:custDataLst>
                <p:tags r:id="rId4"/>
              </p:custDataLst>
            </p:nvPr>
          </p:nvSpPr>
          <p:spPr>
            <a:xfrm>
              <a:off x="1499" y="2049"/>
              <a:ext cx="293" cy="329"/>
            </a:xfrm>
            <a:prstGeom prst="rect">
              <a:avLst/>
            </a:prstGeom>
            <a:noFill/>
            <a:ln w="2857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8939" name="Line 10"/>
            <p:cNvSpPr/>
            <p:nvPr>
              <p:custDataLst>
                <p:tags r:id="rId5"/>
              </p:custDataLst>
            </p:nvPr>
          </p:nvSpPr>
          <p:spPr>
            <a:xfrm flipH="1" flipV="1">
              <a:off x="793" y="2600"/>
              <a:ext cx="545" cy="14"/>
            </a:xfrm>
            <a:prstGeom prst="line">
              <a:avLst/>
            </a:prstGeom>
            <a:ln w="44450" cap="sq" cmpd="sng">
              <a:solidFill>
                <a:schemeClr val="accent1"/>
              </a:solidFill>
              <a:prstDash val="solid"/>
              <a:headEnd type="none" w="med" len="med"/>
              <a:tailEnd type="none" w="med" len="med"/>
            </a:ln>
          </p:spPr>
        </p:sp>
        <p:sp>
          <p:nvSpPr>
            <p:cNvPr id="38940" name="Line 11"/>
            <p:cNvSpPr/>
            <p:nvPr>
              <p:custDataLst>
                <p:tags r:id="rId6"/>
              </p:custDataLst>
            </p:nvPr>
          </p:nvSpPr>
          <p:spPr>
            <a:xfrm>
              <a:off x="2109" y="2614"/>
              <a:ext cx="408" cy="0"/>
            </a:xfrm>
            <a:prstGeom prst="line">
              <a:avLst/>
            </a:prstGeom>
            <a:ln w="44450" cap="sq" cmpd="sng">
              <a:solidFill>
                <a:schemeClr val="accent1"/>
              </a:solidFill>
              <a:prstDash val="solid"/>
              <a:headEnd type="none" w="med" len="med"/>
              <a:tailEnd type="none" w="med" len="med"/>
            </a:ln>
          </p:spPr>
        </p:sp>
        <p:sp>
          <p:nvSpPr>
            <p:cNvPr id="38941" name="Oval 12"/>
            <p:cNvSpPr/>
            <p:nvPr>
              <p:custDataLst>
                <p:tags r:id="rId7"/>
              </p:custDataLst>
            </p:nvPr>
          </p:nvSpPr>
          <p:spPr>
            <a:xfrm>
              <a:off x="702" y="2429"/>
              <a:ext cx="91" cy="350"/>
            </a:xfrm>
            <a:prstGeom prst="ellipse">
              <a:avLst/>
            </a:prstGeom>
            <a:solidFill>
              <a:schemeClr val="accent1"/>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38942" name="Oval 13"/>
            <p:cNvSpPr/>
            <p:nvPr>
              <p:custDataLst>
                <p:tags r:id="rId8"/>
              </p:custDataLst>
            </p:nvPr>
          </p:nvSpPr>
          <p:spPr>
            <a:xfrm>
              <a:off x="2517" y="2430"/>
              <a:ext cx="91" cy="350"/>
            </a:xfrm>
            <a:prstGeom prst="ellipse">
              <a:avLst/>
            </a:prstGeom>
            <a:solidFill>
              <a:schemeClr val="accent1"/>
            </a:solid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38943" name="Text Box 14"/>
            <p:cNvSpPr txBox="1"/>
            <p:nvPr>
              <p:custDataLst>
                <p:tags r:id="rId9"/>
              </p:custDataLst>
            </p:nvPr>
          </p:nvSpPr>
          <p:spPr>
            <a:xfrm>
              <a:off x="521" y="2614"/>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8944" name="Text Box 15"/>
            <p:cNvSpPr txBox="1"/>
            <p:nvPr>
              <p:custDataLst>
                <p:tags r:id="rId10"/>
              </p:custDataLst>
            </p:nvPr>
          </p:nvSpPr>
          <p:spPr>
            <a:xfrm>
              <a:off x="2336" y="2659"/>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38945" name="Text Box 16"/>
            <p:cNvSpPr txBox="1"/>
            <p:nvPr>
              <p:custDataLst>
                <p:tags r:id="rId11"/>
              </p:custDataLst>
            </p:nvPr>
          </p:nvSpPr>
          <p:spPr>
            <a:xfrm>
              <a:off x="1383" y="2750"/>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8946" name="Text Box 17"/>
            <p:cNvSpPr txBox="1"/>
            <p:nvPr>
              <p:custDataLst>
                <p:tags r:id="rId12"/>
              </p:custDataLst>
            </p:nvPr>
          </p:nvSpPr>
          <p:spPr>
            <a:xfrm>
              <a:off x="1066" y="2205"/>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G</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8947" name="Line 18"/>
            <p:cNvSpPr/>
            <p:nvPr>
              <p:custDataLst>
                <p:tags r:id="rId13"/>
              </p:custDataLst>
            </p:nvPr>
          </p:nvSpPr>
          <p:spPr>
            <a:xfrm>
              <a:off x="612" y="2320"/>
              <a:ext cx="318" cy="0"/>
            </a:xfrm>
            <a:prstGeom prst="line">
              <a:avLst/>
            </a:prstGeom>
            <a:ln w="28575" cap="sq" cmpd="sng">
              <a:solidFill>
                <a:schemeClr val="accent5"/>
              </a:solidFill>
              <a:prstDash val="solid"/>
              <a:headEnd type="none" w="med" len="med"/>
              <a:tailEnd type="triangle" w="med" len="med"/>
            </a:ln>
          </p:spPr>
        </p:sp>
        <p:sp>
          <p:nvSpPr>
            <p:cNvPr id="38948" name="Rectangle 22"/>
            <p:cNvSpPr/>
            <p:nvPr/>
          </p:nvSpPr>
          <p:spPr>
            <a:xfrm>
              <a:off x="975" y="2523"/>
              <a:ext cx="362" cy="136"/>
            </a:xfrm>
            <a:prstGeom prst="rect">
              <a:avLst/>
            </a:prstGeom>
            <a:gradFill rotWithShape="1">
              <a:gsLst>
                <a:gs pos="0">
                  <a:srgbClr val="764700"/>
                </a:gs>
                <a:gs pos="50000">
                  <a:srgbClr val="FF9900"/>
                </a:gs>
                <a:gs pos="100000">
                  <a:srgbClr val="764700"/>
                </a:gs>
              </a:gsLst>
              <a:lin ang="5400000" scaled="1"/>
              <a:tileRect/>
            </a:gradFill>
            <a:ln w="28575">
              <a:noFill/>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aphicFrame>
          <p:nvGraphicFramePr>
            <p:cNvPr id="38949" name="Object 38"/>
            <p:cNvGraphicFramePr>
              <a:graphicFrameLocks noChangeAspect="1"/>
            </p:cNvGraphicFramePr>
            <p:nvPr/>
          </p:nvGraphicFramePr>
          <p:xfrm>
            <a:off x="1338" y="2478"/>
            <a:ext cx="817" cy="229"/>
          </p:xfrm>
          <a:graphic>
            <a:graphicData uri="http://schemas.openxmlformats.org/presentationml/2006/ole">
              <mc:AlternateContent xmlns:mc="http://schemas.openxmlformats.org/markup-compatibility/2006">
                <mc:Choice xmlns:v="urn:schemas-microsoft-com:vml" Requires="v">
                  <p:oleObj spid="_x0000_s3118" name="" r:id="rId14" imgW="895350" imgH="123825" progId="Visio.Drawing.6">
                    <p:embed/>
                  </p:oleObj>
                </mc:Choice>
                <mc:Fallback>
                  <p:oleObj name="" r:id="rId14" imgW="895350" imgH="123825" progId="Visio.Drawing.6">
                    <p:embed/>
                    <p:pic>
                      <p:nvPicPr>
                        <p:cNvPr id="0" name="图片 3117"/>
                        <p:cNvPicPr/>
                        <p:nvPr/>
                      </p:nvPicPr>
                      <p:blipFill>
                        <a:blip r:embed="rId15"/>
                        <a:srcRect l="23508" r="23584" b="-12411"/>
                        <a:stretch>
                          <a:fillRect/>
                        </a:stretch>
                      </p:blipFill>
                      <p:spPr>
                        <a:xfrm>
                          <a:off x="1338" y="2478"/>
                          <a:ext cx="817" cy="229"/>
                        </a:xfrm>
                        <a:prstGeom prst="rect">
                          <a:avLst/>
                        </a:prstGeom>
                        <a:noFill/>
                        <a:ln w="38100">
                          <a:noFill/>
                          <a:miter/>
                        </a:ln>
                      </p:spPr>
                    </p:pic>
                  </p:oleObj>
                </mc:Fallback>
              </mc:AlternateContent>
            </a:graphicData>
          </a:graphic>
        </p:graphicFrame>
      </p:grpSp>
      <p:grpSp>
        <p:nvGrpSpPr>
          <p:cNvPr id="332878" name="Group 78"/>
          <p:cNvGrpSpPr/>
          <p:nvPr/>
        </p:nvGrpSpPr>
        <p:grpSpPr>
          <a:xfrm>
            <a:off x="1199833" y="1980883"/>
            <a:ext cx="2952750" cy="1341437"/>
            <a:chOff x="703" y="754"/>
            <a:chExt cx="1860" cy="845"/>
          </a:xfrm>
        </p:grpSpPr>
        <p:graphicFrame>
          <p:nvGraphicFramePr>
            <p:cNvPr id="38931" name="Object 41"/>
            <p:cNvGraphicFramePr>
              <a:graphicFrameLocks noChangeAspect="1"/>
            </p:cNvGraphicFramePr>
            <p:nvPr/>
          </p:nvGraphicFramePr>
          <p:xfrm>
            <a:off x="737" y="991"/>
            <a:ext cx="1826" cy="242"/>
          </p:xfrm>
          <a:graphic>
            <a:graphicData uri="http://schemas.openxmlformats.org/presentationml/2006/ole">
              <mc:AlternateContent xmlns:mc="http://schemas.openxmlformats.org/markup-compatibility/2006">
                <mc:Choice xmlns:v="urn:schemas-microsoft-com:vml" Requires="v">
                  <p:oleObj spid="_x0000_s3117" name="" r:id="rId16" imgW="895350" imgH="123825" progId="Visio.Drawing.6">
                    <p:embed/>
                  </p:oleObj>
                </mc:Choice>
                <mc:Fallback>
                  <p:oleObj name="" r:id="rId16" imgW="895350" imgH="123825" progId="Visio.Drawing.6">
                    <p:embed/>
                    <p:pic>
                      <p:nvPicPr>
                        <p:cNvPr id="0" name="图片 3116"/>
                        <p:cNvPicPr/>
                        <p:nvPr/>
                      </p:nvPicPr>
                      <p:blipFill>
                        <a:blip r:embed="rId15"/>
                        <a:stretch>
                          <a:fillRect/>
                        </a:stretch>
                      </p:blipFill>
                      <p:spPr>
                        <a:xfrm>
                          <a:off x="737" y="991"/>
                          <a:ext cx="1826" cy="242"/>
                        </a:xfrm>
                        <a:prstGeom prst="rect">
                          <a:avLst/>
                        </a:prstGeom>
                        <a:noFill/>
                        <a:ln w="38100">
                          <a:noFill/>
                          <a:miter/>
                        </a:ln>
                      </p:spPr>
                    </p:pic>
                  </p:oleObj>
                </mc:Fallback>
              </mc:AlternateContent>
            </a:graphicData>
          </a:graphic>
        </p:graphicFrame>
        <p:sp>
          <p:nvSpPr>
            <p:cNvPr id="38932" name="AutoShape 42"/>
            <p:cNvSpPr/>
            <p:nvPr>
              <p:custDataLst>
                <p:tags r:id="rId17"/>
              </p:custDataLst>
            </p:nvPr>
          </p:nvSpPr>
          <p:spPr>
            <a:xfrm>
              <a:off x="940" y="1024"/>
              <a:ext cx="305" cy="68"/>
            </a:xfrm>
            <a:prstGeom prst="rightArrow">
              <a:avLst>
                <a:gd name="adj1" fmla="val 50000"/>
                <a:gd name="adj2" fmla="val 112132"/>
              </a:avLst>
            </a:prstGeom>
            <a:solidFill>
              <a:schemeClr val="accent5"/>
            </a:solidFill>
            <a:ln w="9525">
              <a:noFill/>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38933" name="Text Box 43"/>
            <p:cNvSpPr txBox="1"/>
            <p:nvPr>
              <p:custDataLst>
                <p:tags r:id="rId18"/>
              </p:custDataLst>
            </p:nvPr>
          </p:nvSpPr>
          <p:spPr>
            <a:xfrm>
              <a:off x="703" y="1193"/>
              <a:ext cx="284" cy="40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36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36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8934" name="Text Box 44"/>
            <p:cNvSpPr txBox="1"/>
            <p:nvPr>
              <p:custDataLst>
                <p:tags r:id="rId19"/>
              </p:custDataLst>
            </p:nvPr>
          </p:nvSpPr>
          <p:spPr>
            <a:xfrm>
              <a:off x="2277" y="1193"/>
              <a:ext cx="285"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dirty="0">
                  <a:solidFill>
                    <a:schemeClr val="dk1"/>
                  </a:solidFill>
                  <a:ea typeface="楷体_GB2312" pitchFamily="49" charset="-122"/>
                  <a:sym typeface="Symbol" panose="05050102010706020507" pitchFamily="18" charset="2"/>
                </a:rPr>
                <a:t>－</a:t>
              </a:r>
              <a:endParaRPr lang="zh-CN" altLang="en-US" sz="2800" dirty="0">
                <a:solidFill>
                  <a:schemeClr val="dk1"/>
                </a:solidFill>
                <a:ea typeface="楷体_GB2312" pitchFamily="49" charset="-122"/>
                <a:sym typeface="Symbol" panose="05050102010706020507" pitchFamily="18" charset="2"/>
              </a:endParaRPr>
            </a:p>
          </p:txBody>
        </p:sp>
        <p:sp>
          <p:nvSpPr>
            <p:cNvPr id="38935" name="Text Box 45"/>
            <p:cNvSpPr txBox="1"/>
            <p:nvPr>
              <p:custDataLst>
                <p:tags r:id="rId20"/>
              </p:custDataLst>
            </p:nvPr>
          </p:nvSpPr>
          <p:spPr>
            <a:xfrm>
              <a:off x="1335" y="1193"/>
              <a:ext cx="497"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 </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t</a:t>
              </a:r>
              <a:r>
                <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8936" name="Text Box 46"/>
            <p:cNvSpPr txBox="1"/>
            <p:nvPr>
              <p:custDataLst>
                <p:tags r:id="rId21"/>
              </p:custDataLst>
            </p:nvPr>
          </p:nvSpPr>
          <p:spPr>
            <a:xfrm>
              <a:off x="940" y="788"/>
              <a:ext cx="270"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8937" name="Text Box 47"/>
            <p:cNvSpPr txBox="1"/>
            <p:nvPr>
              <p:custDataLst>
                <p:tags r:id="rId22"/>
              </p:custDataLst>
            </p:nvPr>
          </p:nvSpPr>
          <p:spPr>
            <a:xfrm>
              <a:off x="1413" y="754"/>
              <a:ext cx="37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grpSp>
        <p:nvGrpSpPr>
          <p:cNvPr id="332879" name="Group 79"/>
          <p:cNvGrpSpPr/>
          <p:nvPr/>
        </p:nvGrpSpPr>
        <p:grpSpPr>
          <a:xfrm>
            <a:off x="5663882" y="1158558"/>
            <a:ext cx="4467226" cy="2354263"/>
            <a:chOff x="2789" y="915"/>
            <a:chExt cx="2814" cy="1483"/>
          </a:xfrm>
        </p:grpSpPr>
        <p:sp>
          <p:nvSpPr>
            <p:cNvPr id="38923" name="Line 33"/>
            <p:cNvSpPr/>
            <p:nvPr>
              <p:custDataLst>
                <p:tags r:id="rId23"/>
              </p:custDataLst>
            </p:nvPr>
          </p:nvSpPr>
          <p:spPr>
            <a:xfrm flipV="1">
              <a:off x="3198" y="1797"/>
              <a:ext cx="0" cy="227"/>
            </a:xfrm>
            <a:prstGeom prst="line">
              <a:avLst/>
            </a:prstGeom>
            <a:ln w="28575" cap="sq" cmpd="sng">
              <a:solidFill>
                <a:schemeClr val="accent5"/>
              </a:solidFill>
              <a:prstDash val="solid"/>
              <a:headEnd type="none" w="med" len="med"/>
              <a:tailEnd type="triangle" w="med" len="med"/>
            </a:ln>
          </p:spPr>
        </p:sp>
        <p:sp>
          <p:nvSpPr>
            <p:cNvPr id="38924" name="Text Box 55"/>
            <p:cNvSpPr txBox="1"/>
            <p:nvPr>
              <p:custDataLst>
                <p:tags r:id="rId24"/>
              </p:custDataLst>
            </p:nvPr>
          </p:nvSpPr>
          <p:spPr>
            <a:xfrm>
              <a:off x="3152" y="2024"/>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38925" name="Object 62"/>
            <p:cNvGraphicFramePr>
              <a:graphicFrameLocks noChangeAspect="1"/>
            </p:cNvGraphicFramePr>
            <p:nvPr/>
          </p:nvGraphicFramePr>
          <p:xfrm>
            <a:off x="2789" y="1024"/>
            <a:ext cx="2814" cy="1321"/>
          </p:xfrm>
          <a:graphic>
            <a:graphicData uri="http://schemas.openxmlformats.org/presentationml/2006/ole">
              <mc:AlternateContent xmlns:mc="http://schemas.openxmlformats.org/markup-compatibility/2006">
                <mc:Choice xmlns:v="urn:schemas-microsoft-com:vml" Requires="v">
                  <p:oleObj spid="_x0000_s3119" name="" r:id="rId25" imgW="872490" imgH="410845" progId="Visio.Drawing.6">
                    <p:embed/>
                  </p:oleObj>
                </mc:Choice>
                <mc:Fallback>
                  <p:oleObj name="" r:id="rId25" imgW="872490" imgH="410845" progId="Visio.Drawing.6">
                    <p:embed/>
                    <p:pic>
                      <p:nvPicPr>
                        <p:cNvPr id="0" name="图片 3118"/>
                        <p:cNvPicPr/>
                        <p:nvPr/>
                      </p:nvPicPr>
                      <p:blipFill>
                        <a:blip r:embed="rId26"/>
                        <a:stretch>
                          <a:fillRect/>
                        </a:stretch>
                      </p:blipFill>
                      <p:spPr>
                        <a:xfrm>
                          <a:off x="2789" y="1024"/>
                          <a:ext cx="2814" cy="1321"/>
                        </a:xfrm>
                        <a:prstGeom prst="rect">
                          <a:avLst/>
                        </a:prstGeom>
                        <a:noFill/>
                        <a:ln w="38100">
                          <a:noFill/>
                          <a:miter/>
                        </a:ln>
                      </p:spPr>
                    </p:pic>
                  </p:oleObj>
                </mc:Fallback>
              </mc:AlternateContent>
            </a:graphicData>
          </a:graphic>
        </p:graphicFrame>
        <p:sp>
          <p:nvSpPr>
            <p:cNvPr id="38926" name="Text Box 64"/>
            <p:cNvSpPr txBox="1"/>
            <p:nvPr>
              <p:custDataLst>
                <p:tags r:id="rId27"/>
              </p:custDataLst>
            </p:nvPr>
          </p:nvSpPr>
          <p:spPr>
            <a:xfrm>
              <a:off x="3651" y="915"/>
              <a:ext cx="293" cy="329"/>
            </a:xfrm>
            <a:prstGeom prst="rect">
              <a:avLst/>
            </a:prstGeom>
            <a:noFill/>
            <a:ln w="2857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8927" name="Text Box 70"/>
            <p:cNvSpPr txBox="1"/>
            <p:nvPr>
              <p:custDataLst>
                <p:tags r:id="rId28"/>
              </p:custDataLst>
            </p:nvPr>
          </p:nvSpPr>
          <p:spPr>
            <a:xfrm>
              <a:off x="4876" y="2024"/>
              <a:ext cx="363"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rPr>
                <a:t>－</a:t>
              </a:r>
              <a:endParaRPr lang="zh-CN" altLang="en-US" sz="2800" dirty="0">
                <a:solidFill>
                  <a:schemeClr val="dk1"/>
                </a:solidFill>
                <a:latin typeface="Times New Roman" panose="02020603050405020304" pitchFamily="18" charset="0"/>
                <a:ea typeface="仿宋_GB2312" pitchFamily="49" charset="-122"/>
                <a:sym typeface="Symbol" panose="05050102010706020507" pitchFamily="18" charset="2"/>
              </a:endParaRPr>
            </a:p>
          </p:txBody>
        </p:sp>
        <p:sp>
          <p:nvSpPr>
            <p:cNvPr id="38928" name="Text Box 71"/>
            <p:cNvSpPr txBox="1"/>
            <p:nvPr>
              <p:custDataLst>
                <p:tags r:id="rId29"/>
              </p:custDataLst>
            </p:nvPr>
          </p:nvSpPr>
          <p:spPr>
            <a:xfrm>
              <a:off x="4014" y="2069"/>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8929" name="Text Box 72"/>
            <p:cNvSpPr txBox="1"/>
            <p:nvPr>
              <p:custDataLst>
                <p:tags r:id="rId30"/>
              </p:custDataLst>
            </p:nvPr>
          </p:nvSpPr>
          <p:spPr>
            <a:xfrm>
              <a:off x="4422" y="981"/>
              <a:ext cx="362" cy="329"/>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G</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8930" name="Text Box 76"/>
            <p:cNvSpPr txBox="1"/>
            <p:nvPr>
              <p:custDataLst>
                <p:tags r:id="rId31"/>
              </p:custDataLst>
            </p:nvPr>
          </p:nvSpPr>
          <p:spPr>
            <a:xfrm>
              <a:off x="3787" y="1822"/>
              <a:ext cx="293" cy="329"/>
            </a:xfrm>
            <a:prstGeom prst="rect">
              <a:avLst/>
            </a:prstGeom>
            <a:noFill/>
            <a:ln w="28575">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endPar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Tree>
  </p:cSld>
  <p:clrMapOvr>
    <a:masterClrMapping/>
  </p:clrMapOvr>
  <p:transition/>
  <p:timing>
    <p:tnLst>
      <p:par>
        <p:cTn id="1" dur="indefinite" restart="never" nodeType="tmRoot"/>
      </p:par>
    </p:tnLst>
    <p:bldLst>
      <p:bldP spid="332802"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9940" name="Picture 8" descr="second"/>
          <p:cNvPicPr>
            <a:picLocks noChangeAspect="1"/>
          </p:cNvPicPr>
          <p:nvPr/>
        </p:nvPicPr>
        <p:blipFill>
          <a:blip r:embed="rId1"/>
          <a:srcRect l="4720" t="64671" r="50403" b="2490"/>
          <a:stretch>
            <a:fillRect/>
          </a:stretch>
        </p:blipFill>
        <p:spPr>
          <a:xfrm>
            <a:off x="2999423" y="3716655"/>
            <a:ext cx="6048375" cy="2100263"/>
          </a:xfrm>
          <a:prstGeom prst="rect">
            <a:avLst/>
          </a:prstGeom>
          <a:noFill/>
          <a:ln w="9525">
            <a:noFill/>
          </a:ln>
        </p:spPr>
      </p:pic>
      <p:pic>
        <p:nvPicPr>
          <p:cNvPr id="39941" name="Picture 9" descr="second"/>
          <p:cNvPicPr>
            <a:picLocks noChangeAspect="1"/>
          </p:cNvPicPr>
          <p:nvPr/>
        </p:nvPicPr>
        <p:blipFill>
          <a:blip r:embed="rId1"/>
          <a:srcRect l="4581" t="10455" r="52705" b="54901"/>
          <a:stretch>
            <a:fillRect/>
          </a:stretch>
        </p:blipFill>
        <p:spPr>
          <a:xfrm>
            <a:off x="3142298" y="836930"/>
            <a:ext cx="5761037" cy="2257425"/>
          </a:xfrm>
          <a:prstGeom prst="rect">
            <a:avLst/>
          </a:prstGeom>
          <a:noFill/>
          <a:ln w="9525">
            <a:noFill/>
          </a:ln>
        </p:spPr>
      </p:pic>
      <p:sp>
        <p:nvSpPr>
          <p:cNvPr id="39942" name="Text Box 10" descr="斜纹布"/>
          <p:cNvSpPr txBox="1"/>
          <p:nvPr/>
        </p:nvSpPr>
        <p:spPr>
          <a:xfrm>
            <a:off x="4510723" y="3140393"/>
            <a:ext cx="2951162" cy="521970"/>
          </a:xfrm>
          <a:prstGeom prst="rect">
            <a:avLst/>
          </a:prstGeom>
          <a:noFill/>
          <a:ln w="28575">
            <a:noFill/>
          </a:ln>
          <a:effectLst>
            <a:prstShdw prst="shdw17" dist="17961" dir="2699999">
              <a:schemeClr val="bg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贴片型功率电感</a:t>
            </a:r>
            <a:endParaRPr lang="zh-CN" altLang="en-US" sz="28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9943" name="Text Box 11" descr="斜纹布"/>
          <p:cNvSpPr txBox="1"/>
          <p:nvPr>
            <p:custDataLst>
              <p:tags r:id="rId5"/>
            </p:custDataLst>
          </p:nvPr>
        </p:nvSpPr>
        <p:spPr>
          <a:xfrm>
            <a:off x="4583113" y="5876608"/>
            <a:ext cx="2951162" cy="52197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贴片电感</a:t>
            </a:r>
            <a:endPar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64" name="Picture 8" descr="second"/>
          <p:cNvPicPr>
            <a:picLocks noChangeAspect="1"/>
          </p:cNvPicPr>
          <p:nvPr/>
        </p:nvPicPr>
        <p:blipFill>
          <a:blip r:embed="rId1"/>
          <a:srcRect l="76448" t="63368" r="2419" b="4079"/>
          <a:stretch>
            <a:fillRect/>
          </a:stretch>
        </p:blipFill>
        <p:spPr>
          <a:xfrm>
            <a:off x="6169025" y="3788728"/>
            <a:ext cx="3238500" cy="2233612"/>
          </a:xfrm>
          <a:prstGeom prst="rect">
            <a:avLst/>
          </a:prstGeom>
          <a:noFill/>
          <a:ln w="9525">
            <a:noFill/>
          </a:ln>
        </p:spPr>
      </p:pic>
      <p:sp>
        <p:nvSpPr>
          <p:cNvPr id="40965" name="Text Box 9" descr="斜纹布"/>
          <p:cNvSpPr txBox="1"/>
          <p:nvPr>
            <p:custDataLst>
              <p:tags r:id="rId2"/>
            </p:custDataLst>
          </p:nvPr>
        </p:nvSpPr>
        <p:spPr>
          <a:xfrm>
            <a:off x="2786063" y="3212465"/>
            <a:ext cx="2951162" cy="52197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贴片型空心线圈</a:t>
            </a:r>
            <a:endPar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0966" name="Text Box 10" descr="斜纹布"/>
          <p:cNvSpPr txBox="1"/>
          <p:nvPr>
            <p:custDataLst>
              <p:tags r:id="rId6"/>
            </p:custDataLst>
          </p:nvPr>
        </p:nvSpPr>
        <p:spPr>
          <a:xfrm>
            <a:off x="6240463" y="3212465"/>
            <a:ext cx="2951162" cy="52197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可调式电感</a:t>
            </a:r>
            <a:endPar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pic>
        <p:nvPicPr>
          <p:cNvPr id="40967" name="Picture 11" descr="second"/>
          <p:cNvPicPr>
            <a:picLocks noChangeAspect="1"/>
          </p:cNvPicPr>
          <p:nvPr/>
        </p:nvPicPr>
        <p:blipFill>
          <a:blip r:embed="rId1"/>
          <a:srcRect l="51228" t="63406" r="26009" b="4041"/>
          <a:stretch>
            <a:fillRect/>
          </a:stretch>
        </p:blipFill>
        <p:spPr>
          <a:xfrm>
            <a:off x="2640013" y="3788728"/>
            <a:ext cx="3168650" cy="2233612"/>
          </a:xfrm>
          <a:prstGeom prst="rect">
            <a:avLst/>
          </a:prstGeom>
          <a:noFill/>
          <a:ln w="9525">
            <a:noFill/>
          </a:ln>
        </p:spPr>
      </p:pic>
      <p:pic>
        <p:nvPicPr>
          <p:cNvPr id="40968" name="Picture 12" descr="second"/>
          <p:cNvPicPr>
            <a:picLocks noChangeAspect="1"/>
          </p:cNvPicPr>
          <p:nvPr/>
        </p:nvPicPr>
        <p:blipFill>
          <a:blip r:embed="rId1"/>
          <a:srcRect l="74010" t="10271" r="2419" b="55438"/>
          <a:stretch>
            <a:fillRect/>
          </a:stretch>
        </p:blipFill>
        <p:spPr>
          <a:xfrm>
            <a:off x="6097588" y="837565"/>
            <a:ext cx="3311525" cy="2374900"/>
          </a:xfrm>
          <a:prstGeom prst="rect">
            <a:avLst/>
          </a:prstGeom>
          <a:noFill/>
          <a:ln w="9525">
            <a:noFill/>
          </a:ln>
        </p:spPr>
      </p:pic>
      <p:pic>
        <p:nvPicPr>
          <p:cNvPr id="40969" name="Picture 13" descr="second"/>
          <p:cNvPicPr>
            <a:picLocks noChangeAspect="1"/>
          </p:cNvPicPr>
          <p:nvPr/>
        </p:nvPicPr>
        <p:blipFill>
          <a:blip r:embed="rId1"/>
          <a:srcRect l="50421" t="10309" r="28445" b="55438"/>
          <a:stretch>
            <a:fillRect/>
          </a:stretch>
        </p:blipFill>
        <p:spPr>
          <a:xfrm>
            <a:off x="2640013" y="837565"/>
            <a:ext cx="3167062" cy="2374900"/>
          </a:xfrm>
          <a:prstGeom prst="rect">
            <a:avLst/>
          </a:prstGeom>
          <a:noFill/>
          <a:ln w="9525">
            <a:noFill/>
          </a:ln>
        </p:spPr>
      </p:pic>
      <p:sp>
        <p:nvSpPr>
          <p:cNvPr id="40970" name="Text Box 14" descr="斜纹布"/>
          <p:cNvSpPr txBox="1"/>
          <p:nvPr>
            <p:custDataLst>
              <p:tags r:id="rId7"/>
            </p:custDataLst>
          </p:nvPr>
        </p:nvSpPr>
        <p:spPr>
          <a:xfrm>
            <a:off x="2713038" y="6022340"/>
            <a:ext cx="2951162" cy="52197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环形线圈</a:t>
            </a:r>
            <a:endPar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0971" name="Text Box 15" descr="斜纹布"/>
          <p:cNvSpPr txBox="1"/>
          <p:nvPr>
            <p:custDataLst>
              <p:tags r:id="rId8"/>
            </p:custDataLst>
          </p:nvPr>
        </p:nvSpPr>
        <p:spPr>
          <a:xfrm>
            <a:off x="6313488" y="6022340"/>
            <a:ext cx="2951162" cy="52197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3"/>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4"/>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立式功率型电感</a:t>
            </a:r>
            <a:endPar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1988" name="Picture 11" descr="2005051914051373499">
            <a:hlinkClick r:id="rId1"/>
          </p:cNvPr>
          <p:cNvPicPr>
            <a:picLocks noChangeAspect="1"/>
          </p:cNvPicPr>
          <p:nvPr/>
        </p:nvPicPr>
        <p:blipFill>
          <a:blip r:embed="rId2"/>
          <a:stretch>
            <a:fillRect/>
          </a:stretch>
        </p:blipFill>
        <p:spPr>
          <a:xfrm>
            <a:off x="2350770" y="926465"/>
            <a:ext cx="3206750" cy="4895850"/>
          </a:xfrm>
          <a:prstGeom prst="rect">
            <a:avLst/>
          </a:prstGeom>
          <a:noFill/>
          <a:ln w="9525">
            <a:noFill/>
          </a:ln>
        </p:spPr>
      </p:pic>
      <p:pic>
        <p:nvPicPr>
          <p:cNvPr id="41989" name="Picture 12" descr="u=2959381237,508979978&amp;gp=1">
            <a:hlinkClick r:id="rId3"/>
          </p:cNvPr>
          <p:cNvPicPr>
            <a:picLocks noChangeAspect="1"/>
          </p:cNvPicPr>
          <p:nvPr/>
        </p:nvPicPr>
        <p:blipFill>
          <a:blip r:embed="rId4"/>
          <a:stretch>
            <a:fillRect/>
          </a:stretch>
        </p:blipFill>
        <p:spPr>
          <a:xfrm>
            <a:off x="6095683" y="926465"/>
            <a:ext cx="3816350" cy="4824413"/>
          </a:xfrm>
          <a:prstGeom prst="rect">
            <a:avLst/>
          </a:prstGeom>
          <a:noFill/>
          <a:ln w="9525">
            <a:noFill/>
          </a:ln>
        </p:spPr>
      </p:pic>
      <p:sp>
        <p:nvSpPr>
          <p:cNvPr id="41990" name="Text Box 13" descr="斜纹布"/>
          <p:cNvSpPr txBox="1"/>
          <p:nvPr>
            <p:custDataLst>
              <p:tags r:id="rId5"/>
            </p:custDataLst>
          </p:nvPr>
        </p:nvSpPr>
        <p:spPr>
          <a:xfrm>
            <a:off x="4079558" y="6038215"/>
            <a:ext cx="2951162" cy="52197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6"/>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7"/>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8"/>
              </a:buBlip>
              <a:defRPr sz="2000">
                <a:solidFill>
                  <a:schemeClr val="tx1"/>
                </a:solidFill>
                <a:effectLst/>
                <a:latin typeface="+mn-lt"/>
                <a:ea typeface="+mn-ea"/>
              </a:defRPr>
            </a:lvl5pPr>
          </a:lstStyle>
          <a:p>
            <a:pPr marL="0" lvl="0" indent="0" algn="ctr">
              <a:spcBef>
                <a:spcPct val="50000"/>
              </a:spcBef>
              <a:buClrTx/>
              <a:buSzTx/>
              <a:buFontTx/>
              <a:buNone/>
            </a:pPr>
            <a:r>
              <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rPr>
              <a:t>电抗器</a:t>
            </a:r>
            <a:endParaRPr lang="zh-CN" altLang="en-US" sz="2800" b="1"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extBox 1"/>
          <p:cNvSpPr txBox="1"/>
          <p:nvPr>
            <p:custDataLst>
              <p:tags r:id="rId1"/>
            </p:custDataLst>
          </p:nvPr>
        </p:nvSpPr>
        <p:spPr>
          <a:xfrm>
            <a:off x="1415733" y="1844358"/>
            <a:ext cx="8137525" cy="19380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sz="4000" b="1" dirty="0">
                <a:solidFill>
                  <a:schemeClr val="dk2">
                    <a:lumMod val="25000"/>
                  </a:schemeClr>
                </a:solidFill>
                <a:latin typeface="Times New Roman" panose="02020603050405020304" pitchFamily="18" charset="0"/>
                <a:ea typeface="黑体" panose="02010609060101010101" pitchFamily="49" charset="-122"/>
              </a:rPr>
              <a:t>第六章作业：</a:t>
            </a:r>
            <a:endParaRPr lang="en-US" altLang="zh-CN" sz="4000" b="1" dirty="0">
              <a:solidFill>
                <a:schemeClr val="dk2">
                  <a:lumMod val="25000"/>
                </a:schemeClr>
              </a:solidFill>
              <a:latin typeface="Times New Roman" panose="02020603050405020304" pitchFamily="18" charset="0"/>
              <a:ea typeface="黑体" panose="02010609060101010101" pitchFamily="49" charset="-122"/>
            </a:endParaRPr>
          </a:p>
          <a:p>
            <a:pPr marL="0" lvl="0" indent="0" eaLnBrk="1" hangingPunct="1">
              <a:spcBef>
                <a:spcPct val="0"/>
              </a:spcBef>
              <a:buClrTx/>
              <a:buSzTx/>
              <a:buFontTx/>
              <a:buNone/>
            </a:pPr>
            <a:r>
              <a:rPr lang="en-US" altLang="zh-CN" sz="4000" b="1" dirty="0">
                <a:solidFill>
                  <a:schemeClr val="dk2">
                    <a:lumMod val="25000"/>
                  </a:schemeClr>
                </a:solidFill>
                <a:latin typeface="Times New Roman" panose="02020603050405020304" pitchFamily="18" charset="0"/>
                <a:ea typeface="黑体" panose="02010609060101010101" pitchFamily="49" charset="-122"/>
              </a:rPr>
              <a:t>《</a:t>
            </a:r>
            <a:r>
              <a:rPr lang="zh-CN" altLang="en-US" sz="4000" b="1" dirty="0">
                <a:solidFill>
                  <a:schemeClr val="dk2">
                    <a:lumMod val="25000"/>
                  </a:schemeClr>
                </a:solidFill>
                <a:latin typeface="Times New Roman" panose="02020603050405020304" pitchFamily="18" charset="0"/>
                <a:ea typeface="黑体" panose="02010609060101010101" pitchFamily="49" charset="-122"/>
              </a:rPr>
              <a:t>电路</a:t>
            </a:r>
            <a:r>
              <a:rPr lang="en-US" altLang="zh-CN" sz="4000" b="1" dirty="0">
                <a:solidFill>
                  <a:schemeClr val="dk2">
                    <a:lumMod val="25000"/>
                  </a:schemeClr>
                </a:solidFill>
                <a:latin typeface="Times New Roman" panose="02020603050405020304" pitchFamily="18" charset="0"/>
                <a:ea typeface="黑体" panose="02010609060101010101" pitchFamily="49" charset="-122"/>
              </a:rPr>
              <a:t>》</a:t>
            </a:r>
            <a:r>
              <a:rPr lang="zh-CN" altLang="en-US" sz="4000" b="1" dirty="0">
                <a:solidFill>
                  <a:schemeClr val="dk2">
                    <a:lumMod val="25000"/>
                  </a:schemeClr>
                </a:solidFill>
                <a:latin typeface="Times New Roman" panose="02020603050405020304" pitchFamily="18" charset="0"/>
                <a:ea typeface="黑体" panose="02010609060101010101" pitchFamily="49" charset="-122"/>
              </a:rPr>
              <a:t>第六章习题</a:t>
            </a:r>
            <a:endParaRPr lang="zh-CN" altLang="en-US" sz="4000" b="1" dirty="0">
              <a:solidFill>
                <a:schemeClr val="dk2">
                  <a:lumMod val="25000"/>
                </a:schemeClr>
              </a:solidFill>
              <a:latin typeface="Times New Roman" panose="02020603050405020304" pitchFamily="18" charset="0"/>
              <a:ea typeface="黑体" panose="02010609060101010101" pitchFamily="49" charset="-122"/>
            </a:endParaRPr>
          </a:p>
          <a:p>
            <a:pPr marL="0" lvl="0" indent="0" eaLnBrk="1" hangingPunct="1">
              <a:spcBef>
                <a:spcPct val="0"/>
              </a:spcBef>
              <a:buClrTx/>
              <a:buSzTx/>
              <a:buFontTx/>
              <a:buNone/>
            </a:pPr>
            <a:r>
              <a:rPr lang="en-US" altLang="zh-CN" sz="4000" b="1" dirty="0">
                <a:solidFill>
                  <a:schemeClr val="dk2">
                    <a:lumMod val="25000"/>
                  </a:schemeClr>
                </a:solidFill>
                <a:latin typeface="Times New Roman" panose="02020603050405020304" pitchFamily="18" charset="0"/>
                <a:ea typeface="黑体" panose="02010609060101010101" pitchFamily="49" charset="-122"/>
              </a:rPr>
              <a:t>6-3</a:t>
            </a:r>
            <a:r>
              <a:rPr lang="zh-CN" altLang="en-US" sz="4000" b="1" dirty="0">
                <a:solidFill>
                  <a:schemeClr val="dk2">
                    <a:lumMod val="25000"/>
                  </a:schemeClr>
                </a:solidFill>
                <a:latin typeface="Times New Roman" panose="02020603050405020304" pitchFamily="18" charset="0"/>
                <a:ea typeface="黑体" panose="02010609060101010101" pitchFamily="49" charset="-122"/>
              </a:rPr>
              <a:t>，</a:t>
            </a:r>
            <a:r>
              <a:rPr lang="en-US" altLang="zh-CN" sz="4000" b="1" dirty="0">
                <a:solidFill>
                  <a:schemeClr val="dk2">
                    <a:lumMod val="25000"/>
                  </a:schemeClr>
                </a:solidFill>
                <a:latin typeface="Times New Roman" panose="02020603050405020304" pitchFamily="18" charset="0"/>
                <a:ea typeface="黑体" panose="02010609060101010101" pitchFamily="49" charset="-122"/>
              </a:rPr>
              <a:t>6-5</a:t>
            </a:r>
            <a:endParaRPr lang="zh-CN" altLang="en-US" sz="4000" b="1" dirty="0">
              <a:solidFill>
                <a:schemeClr val="dk2">
                  <a:lumMod val="25000"/>
                </a:schemeClr>
              </a:solidFill>
              <a:latin typeface="Times New Roman" panose="02020603050405020304" pitchFamily="18" charset="0"/>
              <a:ea typeface="黑体" panose="02010609060101010101" pitchFamily="49"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descr="蓝色砂纸"/>
          <p:cNvSpPr txBox="1"/>
          <p:nvPr>
            <p:custDataLst>
              <p:tags r:id="rId1"/>
            </p:custDataLst>
          </p:nvPr>
        </p:nvSpPr>
        <p:spPr>
          <a:xfrm>
            <a:off x="2207578" y="1988820"/>
            <a:ext cx="7507287" cy="2306955"/>
          </a:xfrm>
          <a:prstGeom prst="rect">
            <a:avLst/>
          </a:prstGeom>
          <a:noFill/>
          <a:ln w="9525">
            <a:noFill/>
          </a:ln>
          <a:effectLst>
            <a:prstShdw prst="shdw17" dist="17961" dir="2699999">
              <a:srgbClr val="7A8E99"/>
            </a:prstShdw>
          </a:effectLst>
        </p:spPr>
        <p:txBody>
          <a:bodyPr>
            <a:spAutoFit/>
          </a:bodyPr>
          <a:lstStyle>
            <a:lvl1pPr marL="342900" indent="-342900" algn="l" rtl="0" eaLnBrk="0" fontAlgn="base" hangingPunct="0">
              <a:spcBef>
                <a:spcPct val="20000"/>
              </a:spcBef>
              <a:spcAft>
                <a:spcPct val="0"/>
              </a:spcAft>
              <a:buChar char="•"/>
              <a:defRPr sz="3200" b="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lgn="ctr" eaLnBrk="1" hangingPunct="1">
              <a:spcBef>
                <a:spcPct val="0"/>
              </a:spcBef>
              <a:buNone/>
            </a:pPr>
            <a:r>
              <a:rPr lang="en-US" sz="4800" b="1" dirty="0">
                <a:solidFill>
                  <a:schemeClr val="accent1"/>
                </a:solidFill>
                <a:latin typeface="Times New Roman" panose="02020603050405020304" pitchFamily="18" charset="0"/>
                <a:ea typeface="黑体" panose="02010609060101010101" pitchFamily="49" charset="-122"/>
              </a:rPr>
              <a:t>6-2</a:t>
            </a:r>
            <a:endParaRPr lang="en-US" sz="4800" b="1" dirty="0">
              <a:solidFill>
                <a:schemeClr val="accent1"/>
              </a:solidFill>
              <a:latin typeface="Times New Roman" panose="02020603050405020304" pitchFamily="18" charset="0"/>
              <a:ea typeface="黑体" panose="02010609060101010101" pitchFamily="49" charset="-122"/>
            </a:endParaRPr>
          </a:p>
          <a:p>
            <a:pPr marL="0" lvl="0" indent="0" algn="ctr" eaLnBrk="1" hangingPunct="1">
              <a:spcBef>
                <a:spcPct val="0"/>
              </a:spcBef>
              <a:buNone/>
            </a:pPr>
            <a:r>
              <a:rPr lang="zh-CN" altLang="en-US" sz="4800" b="1" i="1" dirty="0">
                <a:solidFill>
                  <a:schemeClr val="accent1"/>
                </a:solidFill>
                <a:latin typeface="Times New Roman" panose="02020603050405020304" pitchFamily="18" charset="0"/>
                <a:ea typeface="黑体" panose="02010609060101010101" pitchFamily="49" charset="-122"/>
              </a:rPr>
              <a:t>   电容与电感元件的串并联</a:t>
            </a:r>
            <a:endParaRPr lang="en-US" altLang="zh-CN" sz="4800" b="1" i="1" dirty="0">
              <a:solidFill>
                <a:schemeClr val="accent1"/>
              </a:solidFill>
              <a:latin typeface="Times New Roman" panose="02020603050405020304" pitchFamily="18" charset="0"/>
              <a:ea typeface="黑体" panose="02010609060101010101" pitchFamily="49" charset="-122"/>
            </a:endParaRPr>
          </a:p>
          <a:p>
            <a:pPr marL="0" lvl="0" indent="0" algn="ctr" eaLnBrk="1" hangingPunct="1">
              <a:spcBef>
                <a:spcPct val="0"/>
              </a:spcBef>
              <a:buNone/>
            </a:pPr>
            <a:r>
              <a:rPr lang="en-US" altLang="zh-CN" sz="4800" b="1" i="1" dirty="0">
                <a:solidFill>
                  <a:schemeClr val="accent1"/>
                </a:solidFill>
                <a:latin typeface="Times New Roman" panose="02020603050405020304" pitchFamily="18" charset="0"/>
                <a:ea typeface="黑体" panose="02010609060101010101" pitchFamily="49" charset="-122"/>
              </a:rPr>
              <a:t>P129</a:t>
            </a:r>
            <a:endParaRPr lang="en-US" altLang="zh-CN" sz="4800" b="1" i="1" dirty="0">
              <a:solidFill>
                <a:schemeClr val="accent1"/>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2052"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4654" name="Text Box 62"/>
          <p:cNvSpPr txBox="1"/>
          <p:nvPr/>
        </p:nvSpPr>
        <p:spPr>
          <a:xfrm>
            <a:off x="623253" y="946785"/>
            <a:ext cx="8064500" cy="706755"/>
          </a:xfrm>
          <a:prstGeom prst="rect">
            <a:avLst/>
          </a:prstGeom>
          <a:noFill/>
          <a:ln w="12700">
            <a:noFill/>
          </a:ln>
          <a:effectLst>
            <a:prstShdw prst="shdw17" dist="17961" dir="2699999">
              <a:srgbClr val="009900"/>
            </a:prstShdw>
          </a:effectLst>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0"/>
              </a:spcBef>
              <a:buClrTx/>
              <a:buSzTx/>
              <a:buFontTx/>
              <a:buNone/>
            </a:pPr>
            <a:r>
              <a:rPr lang="en-US" altLang="zh-CN" sz="40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6.3 </a:t>
            </a:r>
            <a:r>
              <a:rPr lang="zh-CN" altLang="en-US" sz="40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电容、电感元件的串联与并联</a:t>
            </a:r>
            <a:endParaRPr lang="zh-CN" altLang="en-US" sz="40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4655" name="Text Box 63"/>
          <p:cNvSpPr txBox="1"/>
          <p:nvPr>
            <p:custDataLst>
              <p:tags r:id="rId4"/>
            </p:custDataLst>
          </p:nvPr>
        </p:nvSpPr>
        <p:spPr>
          <a:xfrm>
            <a:off x="767715" y="1773079"/>
            <a:ext cx="3311525" cy="58356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Tx/>
              <a:buSzTx/>
              <a:buFontTx/>
              <a:buNone/>
            </a:pPr>
            <a:r>
              <a:rPr lang="en-US" altLang="zh-CN" b="1" dirty="0">
                <a:solidFill>
                  <a:schemeClr val="dk1"/>
                </a:solidFill>
                <a:latin typeface="Times New Roman" panose="02020603050405020304" pitchFamily="18" charset="0"/>
                <a:ea typeface="黑体" panose="02010609060101010101" pitchFamily="49" charset="-122"/>
              </a:rPr>
              <a:t>1.</a:t>
            </a:r>
            <a:r>
              <a:rPr lang="zh-CN" altLang="en-US" b="1" dirty="0">
                <a:solidFill>
                  <a:schemeClr val="dk1"/>
                </a:solidFill>
                <a:latin typeface="Times New Roman" panose="02020603050405020304" pitchFamily="18" charset="0"/>
                <a:ea typeface="黑体" panose="02010609060101010101" pitchFamily="49" charset="-122"/>
              </a:rPr>
              <a:t>电容的串联</a:t>
            </a:r>
            <a:endParaRPr lang="zh-CN" altLang="en-US" b="1" dirty="0">
              <a:solidFill>
                <a:schemeClr val="dk1"/>
              </a:solidFill>
              <a:latin typeface="Times New Roman" panose="02020603050405020304" pitchFamily="18" charset="0"/>
              <a:ea typeface="黑体" panose="02010609060101010101" pitchFamily="49" charset="-122"/>
            </a:endParaRPr>
          </a:p>
        </p:txBody>
      </p:sp>
      <p:grpSp>
        <p:nvGrpSpPr>
          <p:cNvPr id="494656" name="Group 64"/>
          <p:cNvGrpSpPr/>
          <p:nvPr/>
        </p:nvGrpSpPr>
        <p:grpSpPr>
          <a:xfrm>
            <a:off x="5087303" y="1268413"/>
            <a:ext cx="2520950" cy="2744788"/>
            <a:chOff x="3379" y="164"/>
            <a:chExt cx="1588" cy="1729"/>
          </a:xfrm>
        </p:grpSpPr>
        <p:sp>
          <p:nvSpPr>
            <p:cNvPr id="43023" name="Line 65"/>
            <p:cNvSpPr/>
            <p:nvPr>
              <p:custDataLst>
                <p:tags r:id="rId5"/>
              </p:custDataLst>
            </p:nvPr>
          </p:nvSpPr>
          <p:spPr>
            <a:xfrm>
              <a:off x="3651" y="527"/>
              <a:ext cx="726" cy="0"/>
            </a:xfrm>
            <a:prstGeom prst="line">
              <a:avLst/>
            </a:prstGeom>
            <a:ln w="28575" cap="sq" cmpd="sng">
              <a:solidFill>
                <a:schemeClr val="accent3"/>
              </a:solidFill>
              <a:prstDash val="solid"/>
              <a:headEnd type="none" w="med" len="med"/>
              <a:tailEnd type="none" w="med" len="med"/>
            </a:ln>
          </p:spPr>
        </p:sp>
        <p:sp>
          <p:nvSpPr>
            <p:cNvPr id="43024" name="Line 66"/>
            <p:cNvSpPr/>
            <p:nvPr>
              <p:custDataLst>
                <p:tags r:id="rId6"/>
              </p:custDataLst>
            </p:nvPr>
          </p:nvSpPr>
          <p:spPr>
            <a:xfrm>
              <a:off x="3651" y="1752"/>
              <a:ext cx="726" cy="0"/>
            </a:xfrm>
            <a:prstGeom prst="line">
              <a:avLst/>
            </a:prstGeom>
            <a:ln w="28575" cap="sq" cmpd="sng">
              <a:solidFill>
                <a:schemeClr val="accent3"/>
              </a:solidFill>
              <a:prstDash val="solid"/>
              <a:headEnd type="none" w="med" len="med"/>
              <a:tailEnd type="none" w="med" len="med"/>
            </a:ln>
          </p:spPr>
        </p:sp>
        <p:sp>
          <p:nvSpPr>
            <p:cNvPr id="43025" name="Line 67"/>
            <p:cNvSpPr/>
            <p:nvPr>
              <p:custDataLst>
                <p:tags r:id="rId7"/>
              </p:custDataLst>
            </p:nvPr>
          </p:nvSpPr>
          <p:spPr>
            <a:xfrm>
              <a:off x="4377" y="527"/>
              <a:ext cx="0" cy="272"/>
            </a:xfrm>
            <a:prstGeom prst="line">
              <a:avLst/>
            </a:prstGeom>
            <a:ln w="28575" cap="sq" cmpd="sng">
              <a:solidFill>
                <a:schemeClr val="accent3"/>
              </a:solidFill>
              <a:prstDash val="solid"/>
              <a:headEnd type="none" w="med" len="med"/>
              <a:tailEnd type="none" w="med" len="med"/>
            </a:ln>
          </p:spPr>
        </p:sp>
        <p:sp>
          <p:nvSpPr>
            <p:cNvPr id="43026" name="Line 68"/>
            <p:cNvSpPr/>
            <p:nvPr>
              <p:custDataLst>
                <p:tags r:id="rId8"/>
              </p:custDataLst>
            </p:nvPr>
          </p:nvSpPr>
          <p:spPr>
            <a:xfrm>
              <a:off x="4377" y="890"/>
              <a:ext cx="0" cy="499"/>
            </a:xfrm>
            <a:prstGeom prst="line">
              <a:avLst/>
            </a:prstGeom>
            <a:ln w="28575" cap="sq" cmpd="sng">
              <a:solidFill>
                <a:schemeClr val="accent3"/>
              </a:solidFill>
              <a:prstDash val="solid"/>
              <a:headEnd type="none" w="med" len="med"/>
              <a:tailEnd type="none" w="med" len="med"/>
            </a:ln>
          </p:spPr>
        </p:sp>
        <p:sp>
          <p:nvSpPr>
            <p:cNvPr id="43027" name="Line 69"/>
            <p:cNvSpPr/>
            <p:nvPr>
              <p:custDataLst>
                <p:tags r:id="rId9"/>
              </p:custDataLst>
            </p:nvPr>
          </p:nvSpPr>
          <p:spPr>
            <a:xfrm flipV="1">
              <a:off x="4377" y="1480"/>
              <a:ext cx="0" cy="272"/>
            </a:xfrm>
            <a:prstGeom prst="line">
              <a:avLst/>
            </a:prstGeom>
            <a:ln w="28575" cap="sq" cmpd="sng">
              <a:solidFill>
                <a:schemeClr val="accent3"/>
              </a:solidFill>
              <a:prstDash val="solid"/>
              <a:headEnd type="none" w="med" len="med"/>
              <a:tailEnd type="none" w="med" len="med"/>
            </a:ln>
          </p:spPr>
        </p:sp>
        <p:grpSp>
          <p:nvGrpSpPr>
            <p:cNvPr id="43028" name="Group 70"/>
            <p:cNvGrpSpPr/>
            <p:nvPr/>
          </p:nvGrpSpPr>
          <p:grpSpPr>
            <a:xfrm>
              <a:off x="4241" y="799"/>
              <a:ext cx="318" cy="90"/>
              <a:chOff x="4059" y="1117"/>
              <a:chExt cx="318" cy="90"/>
            </a:xfrm>
          </p:grpSpPr>
          <p:sp>
            <p:nvSpPr>
              <p:cNvPr id="43046" name="Line 71"/>
              <p:cNvSpPr/>
              <p:nvPr>
                <p:custDataLst>
                  <p:tags r:id="rId10"/>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3047" name="Line 72"/>
              <p:cNvSpPr/>
              <p:nvPr>
                <p:custDataLst>
                  <p:tags r:id="rId11"/>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grpSp>
          <p:nvGrpSpPr>
            <p:cNvPr id="43029" name="Group 73"/>
            <p:cNvGrpSpPr/>
            <p:nvPr/>
          </p:nvGrpSpPr>
          <p:grpSpPr>
            <a:xfrm>
              <a:off x="4241" y="1389"/>
              <a:ext cx="318" cy="90"/>
              <a:chOff x="4059" y="1117"/>
              <a:chExt cx="318" cy="90"/>
            </a:xfrm>
          </p:grpSpPr>
          <p:sp>
            <p:nvSpPr>
              <p:cNvPr id="43044" name="Line 74"/>
              <p:cNvSpPr/>
              <p:nvPr>
                <p:custDataLst>
                  <p:tags r:id="rId12"/>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3045" name="Line 75"/>
              <p:cNvSpPr/>
              <p:nvPr>
                <p:custDataLst>
                  <p:tags r:id="rId13"/>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sp>
          <p:nvSpPr>
            <p:cNvPr id="43030" name="Oval 76" descr="斜纹布"/>
            <p:cNvSpPr/>
            <p:nvPr>
              <p:custDataLst>
                <p:tags r:id="rId14"/>
              </p:custDataLst>
            </p:nvPr>
          </p:nvSpPr>
          <p:spPr>
            <a:xfrm>
              <a:off x="3560" y="482"/>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3031" name="Oval 77" descr="斜纹布"/>
            <p:cNvSpPr/>
            <p:nvPr>
              <p:custDataLst>
                <p:tags r:id="rId15"/>
              </p:custDataLst>
            </p:nvPr>
          </p:nvSpPr>
          <p:spPr>
            <a:xfrm>
              <a:off x="3560" y="1706"/>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3032" name="Text Box 78" descr="斜纹布"/>
            <p:cNvSpPr txBox="1"/>
            <p:nvPr>
              <p:custDataLst>
                <p:tags r:id="rId16"/>
              </p:custDataLst>
            </p:nvPr>
          </p:nvSpPr>
          <p:spPr>
            <a:xfrm>
              <a:off x="4513" y="66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3033" name="Text Box 79" descr="斜纹布"/>
            <p:cNvSpPr txBox="1"/>
            <p:nvPr>
              <p:custDataLst>
                <p:tags r:id="rId17"/>
              </p:custDataLst>
            </p:nvPr>
          </p:nvSpPr>
          <p:spPr>
            <a:xfrm>
              <a:off x="3379" y="93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3034" name="Text Box 80" descr="斜纹布"/>
            <p:cNvSpPr txBox="1"/>
            <p:nvPr>
              <p:custDataLst>
                <p:tags r:id="rId18"/>
              </p:custDataLst>
            </p:nvPr>
          </p:nvSpPr>
          <p:spPr>
            <a:xfrm>
              <a:off x="3878" y="125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3035" name="Text Box 81" descr="斜纹布"/>
            <p:cNvSpPr txBox="1"/>
            <p:nvPr>
              <p:custDataLst>
                <p:tags r:id="rId19"/>
              </p:custDataLst>
            </p:nvPr>
          </p:nvSpPr>
          <p:spPr>
            <a:xfrm>
              <a:off x="3833" y="66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3036" name="Text Box 82" descr="斜纹布"/>
            <p:cNvSpPr txBox="1"/>
            <p:nvPr>
              <p:custDataLst>
                <p:tags r:id="rId20"/>
              </p:custDataLst>
            </p:nvPr>
          </p:nvSpPr>
          <p:spPr>
            <a:xfrm>
              <a:off x="4513" y="125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3037" name="Line 83"/>
            <p:cNvSpPr/>
            <p:nvPr/>
          </p:nvSpPr>
          <p:spPr>
            <a:xfrm>
              <a:off x="3742" y="482"/>
              <a:ext cx="317" cy="0"/>
            </a:xfrm>
            <a:prstGeom prst="line">
              <a:avLst/>
            </a:prstGeom>
            <a:ln w="28575" cap="sq" cmpd="sng">
              <a:solidFill>
                <a:srgbClr val="00FFFF"/>
              </a:solidFill>
              <a:prstDash val="solid"/>
              <a:headEnd type="none" w="med" len="med"/>
              <a:tailEnd type="triangle" w="med" len="med"/>
            </a:ln>
          </p:spPr>
        </p:sp>
        <p:sp>
          <p:nvSpPr>
            <p:cNvPr id="43038" name="Text Box 84" descr="斜纹布"/>
            <p:cNvSpPr txBox="1"/>
            <p:nvPr>
              <p:custDataLst>
                <p:tags r:id="rId21"/>
              </p:custDataLst>
            </p:nvPr>
          </p:nvSpPr>
          <p:spPr>
            <a:xfrm>
              <a:off x="4558" y="1026"/>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3039" name="Text Box 85" descr="斜纹布"/>
            <p:cNvSpPr txBox="1"/>
            <p:nvPr>
              <p:custDataLst>
                <p:tags r:id="rId22"/>
              </p:custDataLst>
            </p:nvPr>
          </p:nvSpPr>
          <p:spPr>
            <a:xfrm>
              <a:off x="4558" y="436"/>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3040" name="Text Box 86" descr="斜纹布"/>
            <p:cNvSpPr txBox="1"/>
            <p:nvPr>
              <p:custDataLst>
                <p:tags r:id="rId23"/>
              </p:custDataLst>
            </p:nvPr>
          </p:nvSpPr>
          <p:spPr>
            <a:xfrm>
              <a:off x="3515" y="482"/>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3041" name="Text Box 87" descr="斜纹布"/>
            <p:cNvSpPr txBox="1"/>
            <p:nvPr>
              <p:custDataLst>
                <p:tags r:id="rId24"/>
              </p:custDataLst>
            </p:nvPr>
          </p:nvSpPr>
          <p:spPr>
            <a:xfrm>
              <a:off x="4558" y="888"/>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3042" name="Text Box 88" descr="斜纹布"/>
            <p:cNvSpPr txBox="1"/>
            <p:nvPr>
              <p:custDataLst>
                <p:tags r:id="rId25"/>
              </p:custDataLst>
            </p:nvPr>
          </p:nvSpPr>
          <p:spPr>
            <a:xfrm>
              <a:off x="4558" y="1525"/>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3043" name="Text Box 89" descr="斜纹布"/>
            <p:cNvSpPr txBox="1"/>
            <p:nvPr>
              <p:custDataLst>
                <p:tags r:id="rId26"/>
              </p:custDataLst>
            </p:nvPr>
          </p:nvSpPr>
          <p:spPr>
            <a:xfrm>
              <a:off x="3651" y="16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graphicFrame>
        <p:nvGraphicFramePr>
          <p:cNvPr id="494682" name="Object 90"/>
          <p:cNvGraphicFramePr>
            <a:graphicFrameLocks noChangeAspect="1"/>
          </p:cNvGraphicFramePr>
          <p:nvPr/>
        </p:nvGraphicFramePr>
        <p:xfrm>
          <a:off x="1488440" y="2636520"/>
          <a:ext cx="2735263" cy="1049338"/>
        </p:xfrm>
        <a:graphic>
          <a:graphicData uri="http://schemas.openxmlformats.org/presentationml/2006/ole">
            <mc:AlternateContent xmlns:mc="http://schemas.openxmlformats.org/markup-compatibility/2006">
              <mc:Choice xmlns:v="urn:schemas-microsoft-com:vml" Requires="v">
                <p:oleObj spid="_x0000_s3125" name="" r:id="rId27" imgW="1053465" imgH="417830" progId="Equation.3">
                  <p:embed/>
                </p:oleObj>
              </mc:Choice>
              <mc:Fallback>
                <p:oleObj name="" r:id="rId27" imgW="1053465" imgH="417830" progId="Equation.3">
                  <p:embed/>
                  <p:pic>
                    <p:nvPicPr>
                      <p:cNvPr id="0" name="图片 3124"/>
                      <p:cNvPicPr/>
                      <p:nvPr/>
                    </p:nvPicPr>
                    <p:blipFill>
                      <a:blip r:embed="rId28">
                        <a:clrChange>
                          <a:clrFrom>
                            <a:srgbClr val="000000"/>
                          </a:clrFrom>
                          <a:clrTo>
                            <a:srgbClr val="000080"/>
                          </a:clrTo>
                        </a:clrChange>
                      </a:blip>
                      <a:stretch>
                        <a:fillRect/>
                      </a:stretch>
                    </p:blipFill>
                    <p:spPr>
                      <a:xfrm>
                        <a:off x="1488440" y="2636520"/>
                        <a:ext cx="2735263" cy="1049338"/>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4683" name="Object 91"/>
          <p:cNvGraphicFramePr>
            <a:graphicFrameLocks noChangeAspect="1"/>
          </p:cNvGraphicFramePr>
          <p:nvPr/>
        </p:nvGraphicFramePr>
        <p:xfrm>
          <a:off x="8255953" y="2492693"/>
          <a:ext cx="3024187" cy="1125537"/>
        </p:xfrm>
        <a:graphic>
          <a:graphicData uri="http://schemas.openxmlformats.org/presentationml/2006/ole">
            <mc:AlternateContent xmlns:mc="http://schemas.openxmlformats.org/markup-compatibility/2006">
              <mc:Choice xmlns:v="urn:schemas-microsoft-com:vml" Requires="v">
                <p:oleObj spid="_x0000_s3127" name="" r:id="rId29" imgW="1088390" imgH="417830" progId="Equation.3">
                  <p:embed/>
                </p:oleObj>
              </mc:Choice>
              <mc:Fallback>
                <p:oleObj name="" r:id="rId29" imgW="1088390" imgH="417830" progId="Equation.3">
                  <p:embed/>
                  <p:pic>
                    <p:nvPicPr>
                      <p:cNvPr id="0" name="图片 3126"/>
                      <p:cNvPicPr/>
                      <p:nvPr/>
                    </p:nvPicPr>
                    <p:blipFill>
                      <a:blip r:embed="rId30">
                        <a:clrChange>
                          <a:clrFrom>
                            <a:srgbClr val="000000"/>
                          </a:clrFrom>
                          <a:clrTo>
                            <a:srgbClr val="000080"/>
                          </a:clrTo>
                        </a:clrChange>
                      </a:blip>
                      <a:stretch>
                        <a:fillRect/>
                      </a:stretch>
                    </p:blipFill>
                    <p:spPr>
                      <a:xfrm>
                        <a:off x="8255953" y="2492693"/>
                        <a:ext cx="3024187" cy="1125537"/>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4684" name="Object 92"/>
          <p:cNvGraphicFramePr>
            <a:graphicFrameLocks noChangeAspect="1"/>
          </p:cNvGraphicFramePr>
          <p:nvPr/>
        </p:nvGraphicFramePr>
        <p:xfrm>
          <a:off x="1415733" y="4870768"/>
          <a:ext cx="5689600" cy="1160462"/>
        </p:xfrm>
        <a:graphic>
          <a:graphicData uri="http://schemas.openxmlformats.org/presentationml/2006/ole">
            <mc:AlternateContent xmlns:mc="http://schemas.openxmlformats.org/markup-compatibility/2006">
              <mc:Choice xmlns:v="urn:schemas-microsoft-com:vml" Requires="v">
                <p:oleObj spid="_x0000_s3128" name="" r:id="rId31" imgW="2020570" imgH="417830" progId="Equation.3">
                  <p:embed/>
                </p:oleObj>
              </mc:Choice>
              <mc:Fallback>
                <p:oleObj name="" r:id="rId31" imgW="2020570" imgH="417830" progId="Equation.3">
                  <p:embed/>
                  <p:pic>
                    <p:nvPicPr>
                      <p:cNvPr id="0" name="图片 3127"/>
                      <p:cNvPicPr/>
                      <p:nvPr/>
                    </p:nvPicPr>
                    <p:blipFill>
                      <a:blip r:embed="rId32">
                        <a:clrChange>
                          <a:clrFrom>
                            <a:srgbClr val="000000"/>
                          </a:clrFrom>
                          <a:clrTo>
                            <a:srgbClr val="000080"/>
                          </a:clrTo>
                        </a:clrChange>
                      </a:blip>
                      <a:stretch>
                        <a:fillRect/>
                      </a:stretch>
                    </p:blipFill>
                    <p:spPr>
                      <a:xfrm>
                        <a:off x="1415733" y="4870768"/>
                        <a:ext cx="5689600" cy="1160462"/>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4685" name="Object 93"/>
          <p:cNvGraphicFramePr>
            <a:graphicFrameLocks noChangeAspect="1"/>
          </p:cNvGraphicFramePr>
          <p:nvPr/>
        </p:nvGraphicFramePr>
        <p:xfrm>
          <a:off x="7176135" y="4940935"/>
          <a:ext cx="2305050" cy="985838"/>
        </p:xfrm>
        <a:graphic>
          <a:graphicData uri="http://schemas.openxmlformats.org/presentationml/2006/ole">
            <mc:AlternateContent xmlns:mc="http://schemas.openxmlformats.org/markup-compatibility/2006">
              <mc:Choice xmlns:v="urn:schemas-microsoft-com:vml" Requires="v">
                <p:oleObj spid="_x0000_s3126" name="" r:id="rId33" imgW="870585" imgH="382905" progId="Equation.3">
                  <p:embed/>
                </p:oleObj>
              </mc:Choice>
              <mc:Fallback>
                <p:oleObj name="" r:id="rId33" imgW="870585" imgH="382905" progId="Equation.3">
                  <p:embed/>
                  <p:pic>
                    <p:nvPicPr>
                      <p:cNvPr id="0" name="图片 3125"/>
                      <p:cNvPicPr/>
                      <p:nvPr/>
                    </p:nvPicPr>
                    <p:blipFill>
                      <a:blip r:embed="rId34">
                        <a:clrChange>
                          <a:clrFrom>
                            <a:srgbClr val="000000"/>
                          </a:clrFrom>
                          <a:clrTo>
                            <a:srgbClr val="000080"/>
                          </a:clrTo>
                        </a:clrChange>
                      </a:blip>
                      <a:stretch>
                        <a:fillRect/>
                      </a:stretch>
                    </p:blipFill>
                    <p:spPr>
                      <a:xfrm>
                        <a:off x="7176135" y="4940935"/>
                        <a:ext cx="2305050" cy="985838"/>
                      </a:xfrm>
                      <a:prstGeom prst="rect">
                        <a:avLst/>
                      </a:prstGeom>
                      <a:solidFill>
                        <a:schemeClr val="tx1">
                          <a:lumMod val="75000"/>
                          <a:lumOff val="25000"/>
                        </a:schemeClr>
                      </a:solidFill>
                      <a:ln w="38100">
                        <a:noFill/>
                        <a:miter/>
                      </a:ln>
                    </p:spPr>
                  </p:pic>
                </p:oleObj>
              </mc:Fallback>
            </mc:AlternateContent>
          </a:graphicData>
        </a:graphic>
      </p:graphicFrame>
      <p:sp>
        <p:nvSpPr>
          <p:cNvPr id="494686" name="Text Box 94"/>
          <p:cNvSpPr txBox="1"/>
          <p:nvPr>
            <p:custDataLst>
              <p:tags r:id="rId35"/>
            </p:custDataLst>
          </p:nvPr>
        </p:nvSpPr>
        <p:spPr>
          <a:xfrm>
            <a:off x="983298" y="4076859"/>
            <a:ext cx="2520950" cy="521970"/>
          </a:xfrm>
          <a:prstGeom prst="rect">
            <a:avLst/>
          </a:prstGeom>
          <a:noFill/>
          <a:ln w="28575" cap="flat" cmpd="sng">
            <a:solidFill>
              <a:schemeClr val="accent5"/>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等效电容</a:t>
            </a:r>
            <a:endParaRPr lang="zh-CN" altLang="en-US" sz="28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494654" grpId="0" bldLvl="0" animBg="1"/>
      <p:bldP spid="494655" grpId="0"/>
      <p:bldP spid="494686"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07942" name="Object 38"/>
          <p:cNvGraphicFramePr>
            <a:graphicFrameLocks noChangeAspect="1"/>
          </p:cNvGraphicFramePr>
          <p:nvPr/>
        </p:nvGraphicFramePr>
        <p:xfrm>
          <a:off x="3467735" y="4201160"/>
          <a:ext cx="4272915" cy="2057400"/>
        </p:xfrm>
        <a:graphic>
          <a:graphicData uri="http://schemas.openxmlformats.org/presentationml/2006/ole">
            <mc:AlternateContent xmlns:mc="http://schemas.openxmlformats.org/markup-compatibility/2006">
              <mc:Choice xmlns:v="urn:schemas-microsoft-com:vml" Requires="v">
                <p:oleObj spid="_x0000_s3129" name="" r:id="rId1" imgW="836295" imgH="417830" progId="Equation.3">
                  <p:embed/>
                </p:oleObj>
              </mc:Choice>
              <mc:Fallback>
                <p:oleObj name="" r:id="rId1" imgW="836295" imgH="417830" progId="Equation.3">
                  <p:embed/>
                  <p:pic>
                    <p:nvPicPr>
                      <p:cNvPr id="0" name="图片 3128"/>
                      <p:cNvPicPr/>
                      <p:nvPr/>
                    </p:nvPicPr>
                    <p:blipFill>
                      <a:blip r:embed="rId2">
                        <a:clrChange>
                          <a:clrFrom>
                            <a:srgbClr val="000000"/>
                          </a:clrFrom>
                          <a:clrTo>
                            <a:srgbClr val="990033"/>
                          </a:clrTo>
                        </a:clrChange>
                      </a:blip>
                      <a:stretch>
                        <a:fillRect/>
                      </a:stretch>
                    </p:blipFill>
                    <p:spPr>
                      <a:xfrm>
                        <a:off x="3467735" y="4201160"/>
                        <a:ext cx="4272915" cy="2057400"/>
                      </a:xfrm>
                      <a:prstGeom prst="rect">
                        <a:avLst/>
                      </a:prstGeom>
                      <a:noFill/>
                      <a:ln w="38100">
                        <a:noFill/>
                        <a:miter/>
                      </a:ln>
                    </p:spPr>
                  </p:pic>
                </p:oleObj>
              </mc:Fallback>
            </mc:AlternateContent>
          </a:graphicData>
        </a:graphic>
      </p:graphicFrame>
      <p:grpSp>
        <p:nvGrpSpPr>
          <p:cNvPr id="507943" name="Group 39"/>
          <p:cNvGrpSpPr/>
          <p:nvPr/>
        </p:nvGrpSpPr>
        <p:grpSpPr>
          <a:xfrm>
            <a:off x="6887210" y="1483043"/>
            <a:ext cx="2016125" cy="2093913"/>
            <a:chOff x="4195" y="2523"/>
            <a:chExt cx="1270" cy="1319"/>
          </a:xfrm>
        </p:grpSpPr>
        <p:sp>
          <p:nvSpPr>
            <p:cNvPr id="44070" name="Line 40"/>
            <p:cNvSpPr/>
            <p:nvPr>
              <p:custDataLst>
                <p:tags r:id="rId3"/>
              </p:custDataLst>
            </p:nvPr>
          </p:nvSpPr>
          <p:spPr>
            <a:xfrm>
              <a:off x="4376" y="2569"/>
              <a:ext cx="681" cy="0"/>
            </a:xfrm>
            <a:prstGeom prst="line">
              <a:avLst/>
            </a:prstGeom>
            <a:ln w="28575" cap="sq" cmpd="sng">
              <a:solidFill>
                <a:schemeClr val="accent3"/>
              </a:solidFill>
              <a:prstDash val="solid"/>
              <a:headEnd type="none" w="med" len="med"/>
              <a:tailEnd type="none" w="med" len="med"/>
            </a:ln>
          </p:spPr>
        </p:sp>
        <p:sp>
          <p:nvSpPr>
            <p:cNvPr id="44071" name="Line 41"/>
            <p:cNvSpPr/>
            <p:nvPr>
              <p:custDataLst>
                <p:tags r:id="rId4"/>
              </p:custDataLst>
            </p:nvPr>
          </p:nvSpPr>
          <p:spPr>
            <a:xfrm>
              <a:off x="4376" y="3793"/>
              <a:ext cx="681" cy="0"/>
            </a:xfrm>
            <a:prstGeom prst="line">
              <a:avLst/>
            </a:prstGeom>
            <a:ln w="28575" cap="sq" cmpd="sng">
              <a:solidFill>
                <a:schemeClr val="accent3"/>
              </a:solidFill>
              <a:prstDash val="solid"/>
              <a:headEnd type="none" w="med" len="med"/>
              <a:tailEnd type="none" w="med" len="med"/>
            </a:ln>
          </p:spPr>
        </p:sp>
        <p:sp>
          <p:nvSpPr>
            <p:cNvPr id="44072" name="Line 42"/>
            <p:cNvSpPr/>
            <p:nvPr>
              <p:custDataLst>
                <p:tags r:id="rId5"/>
              </p:custDataLst>
            </p:nvPr>
          </p:nvSpPr>
          <p:spPr>
            <a:xfrm>
              <a:off x="5057" y="2568"/>
              <a:ext cx="0" cy="500"/>
            </a:xfrm>
            <a:prstGeom prst="line">
              <a:avLst/>
            </a:prstGeom>
            <a:ln w="28575" cap="sq" cmpd="sng">
              <a:solidFill>
                <a:schemeClr val="accent3"/>
              </a:solidFill>
              <a:prstDash val="solid"/>
              <a:headEnd type="none" w="med" len="med"/>
              <a:tailEnd type="none" w="med" len="med"/>
            </a:ln>
          </p:spPr>
        </p:sp>
        <p:sp>
          <p:nvSpPr>
            <p:cNvPr id="44073" name="Line 43"/>
            <p:cNvSpPr/>
            <p:nvPr>
              <p:custDataLst>
                <p:tags r:id="rId6"/>
              </p:custDataLst>
            </p:nvPr>
          </p:nvSpPr>
          <p:spPr>
            <a:xfrm flipV="1">
              <a:off x="5057" y="3158"/>
              <a:ext cx="0" cy="635"/>
            </a:xfrm>
            <a:prstGeom prst="line">
              <a:avLst/>
            </a:prstGeom>
            <a:ln w="28575" cap="sq" cmpd="sng">
              <a:solidFill>
                <a:schemeClr val="accent3"/>
              </a:solidFill>
              <a:prstDash val="solid"/>
              <a:headEnd type="none" w="med" len="med"/>
              <a:tailEnd type="none" w="med" len="med"/>
            </a:ln>
          </p:spPr>
        </p:sp>
        <p:grpSp>
          <p:nvGrpSpPr>
            <p:cNvPr id="44074" name="Group 44"/>
            <p:cNvGrpSpPr/>
            <p:nvPr/>
          </p:nvGrpSpPr>
          <p:grpSpPr>
            <a:xfrm>
              <a:off x="4921" y="3068"/>
              <a:ext cx="318" cy="90"/>
              <a:chOff x="4059" y="1117"/>
              <a:chExt cx="318" cy="90"/>
            </a:xfrm>
          </p:grpSpPr>
          <p:sp>
            <p:nvSpPr>
              <p:cNvPr id="44083" name="Line 45"/>
              <p:cNvSpPr/>
              <p:nvPr>
                <p:custDataLst>
                  <p:tags r:id="rId7"/>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4084" name="Line 46"/>
              <p:cNvSpPr/>
              <p:nvPr>
                <p:custDataLst>
                  <p:tags r:id="rId8"/>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sp>
          <p:nvSpPr>
            <p:cNvPr id="44075" name="Oval 47" descr="斜纹布"/>
            <p:cNvSpPr/>
            <p:nvPr>
              <p:custDataLst>
                <p:tags r:id="rId9"/>
              </p:custDataLst>
            </p:nvPr>
          </p:nvSpPr>
          <p:spPr>
            <a:xfrm>
              <a:off x="4286" y="2523"/>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4076" name="Text Box 48" descr="斜纹布"/>
            <p:cNvSpPr txBox="1"/>
            <p:nvPr>
              <p:custDataLst>
                <p:tags r:id="rId13"/>
              </p:custDataLst>
            </p:nvPr>
          </p:nvSpPr>
          <p:spPr>
            <a:xfrm>
              <a:off x="5011" y="261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4077" name="Text Box 49" descr="斜纹布"/>
            <p:cNvSpPr txBox="1"/>
            <p:nvPr>
              <p:custDataLst>
                <p:tags r:id="rId14"/>
              </p:custDataLst>
            </p:nvPr>
          </p:nvSpPr>
          <p:spPr>
            <a:xfrm>
              <a:off x="4195" y="2977"/>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4078" name="Text Box 50" descr="斜纹布"/>
            <p:cNvSpPr txBox="1"/>
            <p:nvPr>
              <p:custDataLst>
                <p:tags r:id="rId15"/>
              </p:custDataLst>
            </p:nvPr>
          </p:nvSpPr>
          <p:spPr>
            <a:xfrm>
              <a:off x="4286" y="2523"/>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4079" name="Text Box 51" descr="斜纹布"/>
            <p:cNvSpPr txBox="1"/>
            <p:nvPr>
              <p:custDataLst>
                <p:tags r:id="rId16"/>
              </p:custDataLst>
            </p:nvPr>
          </p:nvSpPr>
          <p:spPr>
            <a:xfrm>
              <a:off x="4286" y="3474"/>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楷体_GB2312"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楷体_GB2312" pitchFamily="49" charset="-122"/>
                <a:sym typeface="Symbol" panose="05050102010706020507" pitchFamily="18" charset="2"/>
              </a:endParaRPr>
            </a:p>
          </p:txBody>
        </p:sp>
        <p:sp>
          <p:nvSpPr>
            <p:cNvPr id="44080" name="Line 52"/>
            <p:cNvSpPr/>
            <p:nvPr/>
          </p:nvSpPr>
          <p:spPr>
            <a:xfrm>
              <a:off x="5103" y="2705"/>
              <a:ext cx="0" cy="226"/>
            </a:xfrm>
            <a:prstGeom prst="line">
              <a:avLst/>
            </a:prstGeom>
            <a:ln w="28575" cap="sq" cmpd="sng">
              <a:solidFill>
                <a:srgbClr val="00FFFF"/>
              </a:solidFill>
              <a:prstDash val="solid"/>
              <a:headEnd type="none" w="med" len="med"/>
              <a:tailEnd type="triangle" w="med" len="med"/>
            </a:ln>
          </p:spPr>
        </p:sp>
        <p:sp>
          <p:nvSpPr>
            <p:cNvPr id="44081" name="Text Box 53" descr="斜纹布"/>
            <p:cNvSpPr txBox="1"/>
            <p:nvPr>
              <p:custDataLst>
                <p:tags r:id="rId17"/>
              </p:custDataLst>
            </p:nvPr>
          </p:nvSpPr>
          <p:spPr>
            <a:xfrm>
              <a:off x="4966" y="3158"/>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4082" name="Oval 54" descr="斜纹布"/>
            <p:cNvSpPr/>
            <p:nvPr>
              <p:custDataLst>
                <p:tags r:id="rId18"/>
              </p:custDataLst>
            </p:nvPr>
          </p:nvSpPr>
          <p:spPr>
            <a:xfrm>
              <a:off x="4286" y="3747"/>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grpSp>
        <p:nvGrpSpPr>
          <p:cNvPr id="507959" name="Group 55"/>
          <p:cNvGrpSpPr/>
          <p:nvPr/>
        </p:nvGrpSpPr>
        <p:grpSpPr>
          <a:xfrm>
            <a:off x="5628323" y="2563813"/>
            <a:ext cx="1223962" cy="576262"/>
            <a:chOff x="3787" y="2886"/>
            <a:chExt cx="771" cy="363"/>
          </a:xfrm>
        </p:grpSpPr>
        <p:sp>
          <p:nvSpPr>
            <p:cNvPr id="44068" name="Line 56"/>
            <p:cNvSpPr/>
            <p:nvPr/>
          </p:nvSpPr>
          <p:spPr>
            <a:xfrm>
              <a:off x="3877" y="3249"/>
              <a:ext cx="545" cy="0"/>
            </a:xfrm>
            <a:prstGeom prst="line">
              <a:avLst/>
            </a:prstGeom>
            <a:ln w="76200" cap="sq" cmpd="sng">
              <a:solidFill>
                <a:srgbClr val="FF0000"/>
              </a:solidFill>
              <a:prstDash val="solid"/>
              <a:headEnd type="none" w="med" len="med"/>
              <a:tailEnd type="triangle" w="med" len="med"/>
            </a:ln>
          </p:spPr>
        </p:sp>
        <p:sp>
          <p:nvSpPr>
            <p:cNvPr id="44069" name="Text Box 57" descr="斜纹布"/>
            <p:cNvSpPr txBox="1"/>
            <p:nvPr>
              <p:custDataLst>
                <p:tags r:id="rId19"/>
              </p:custDataLst>
            </p:nvPr>
          </p:nvSpPr>
          <p:spPr>
            <a:xfrm>
              <a:off x="3787" y="2886"/>
              <a:ext cx="771" cy="29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zh-CN" altLang="en-US" sz="24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等效</a:t>
              </a:r>
              <a:endParaRPr lang="zh-CN" altLang="en-US" sz="24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grpSp>
        <p:nvGrpSpPr>
          <p:cNvPr id="507963" name="Group 59"/>
          <p:cNvGrpSpPr/>
          <p:nvPr/>
        </p:nvGrpSpPr>
        <p:grpSpPr>
          <a:xfrm>
            <a:off x="2711133" y="1052195"/>
            <a:ext cx="2520950" cy="2744788"/>
            <a:chOff x="3379" y="164"/>
            <a:chExt cx="1588" cy="1729"/>
          </a:xfrm>
        </p:grpSpPr>
        <p:sp>
          <p:nvSpPr>
            <p:cNvPr id="44043" name="Line 60"/>
            <p:cNvSpPr/>
            <p:nvPr>
              <p:custDataLst>
                <p:tags r:id="rId20"/>
              </p:custDataLst>
            </p:nvPr>
          </p:nvSpPr>
          <p:spPr>
            <a:xfrm>
              <a:off x="3651" y="527"/>
              <a:ext cx="726" cy="0"/>
            </a:xfrm>
            <a:prstGeom prst="line">
              <a:avLst/>
            </a:prstGeom>
            <a:ln w="28575" cap="sq" cmpd="sng">
              <a:solidFill>
                <a:schemeClr val="accent3"/>
              </a:solidFill>
              <a:prstDash val="solid"/>
              <a:headEnd type="none" w="med" len="med"/>
              <a:tailEnd type="none" w="med" len="med"/>
            </a:ln>
          </p:spPr>
        </p:sp>
        <p:sp>
          <p:nvSpPr>
            <p:cNvPr id="44044" name="Line 61"/>
            <p:cNvSpPr/>
            <p:nvPr>
              <p:custDataLst>
                <p:tags r:id="rId21"/>
              </p:custDataLst>
            </p:nvPr>
          </p:nvSpPr>
          <p:spPr>
            <a:xfrm>
              <a:off x="3651" y="1752"/>
              <a:ext cx="726" cy="0"/>
            </a:xfrm>
            <a:prstGeom prst="line">
              <a:avLst/>
            </a:prstGeom>
            <a:ln w="28575" cap="sq" cmpd="sng">
              <a:solidFill>
                <a:schemeClr val="accent3"/>
              </a:solidFill>
              <a:prstDash val="solid"/>
              <a:headEnd type="none" w="med" len="med"/>
              <a:tailEnd type="none" w="med" len="med"/>
            </a:ln>
          </p:spPr>
        </p:sp>
        <p:sp>
          <p:nvSpPr>
            <p:cNvPr id="44045" name="Line 62"/>
            <p:cNvSpPr/>
            <p:nvPr>
              <p:custDataLst>
                <p:tags r:id="rId22"/>
              </p:custDataLst>
            </p:nvPr>
          </p:nvSpPr>
          <p:spPr>
            <a:xfrm>
              <a:off x="4377" y="527"/>
              <a:ext cx="0" cy="272"/>
            </a:xfrm>
            <a:prstGeom prst="line">
              <a:avLst/>
            </a:prstGeom>
            <a:ln w="28575" cap="sq" cmpd="sng">
              <a:solidFill>
                <a:schemeClr val="accent3"/>
              </a:solidFill>
              <a:prstDash val="solid"/>
              <a:headEnd type="none" w="med" len="med"/>
              <a:tailEnd type="none" w="med" len="med"/>
            </a:ln>
          </p:spPr>
        </p:sp>
        <p:sp>
          <p:nvSpPr>
            <p:cNvPr id="44046" name="Line 63"/>
            <p:cNvSpPr/>
            <p:nvPr>
              <p:custDataLst>
                <p:tags r:id="rId23"/>
              </p:custDataLst>
            </p:nvPr>
          </p:nvSpPr>
          <p:spPr>
            <a:xfrm>
              <a:off x="4377" y="890"/>
              <a:ext cx="0" cy="499"/>
            </a:xfrm>
            <a:prstGeom prst="line">
              <a:avLst/>
            </a:prstGeom>
            <a:ln w="28575" cap="sq" cmpd="sng">
              <a:solidFill>
                <a:schemeClr val="accent3"/>
              </a:solidFill>
              <a:prstDash val="solid"/>
              <a:headEnd type="none" w="med" len="med"/>
              <a:tailEnd type="none" w="med" len="med"/>
            </a:ln>
          </p:spPr>
        </p:sp>
        <p:sp>
          <p:nvSpPr>
            <p:cNvPr id="44047" name="Line 64"/>
            <p:cNvSpPr/>
            <p:nvPr>
              <p:custDataLst>
                <p:tags r:id="rId24"/>
              </p:custDataLst>
            </p:nvPr>
          </p:nvSpPr>
          <p:spPr>
            <a:xfrm flipV="1">
              <a:off x="4377" y="1480"/>
              <a:ext cx="0" cy="272"/>
            </a:xfrm>
            <a:prstGeom prst="line">
              <a:avLst/>
            </a:prstGeom>
            <a:ln w="28575" cap="sq" cmpd="sng">
              <a:solidFill>
                <a:schemeClr val="accent3"/>
              </a:solidFill>
              <a:prstDash val="solid"/>
              <a:headEnd type="none" w="med" len="med"/>
              <a:tailEnd type="none" w="med" len="med"/>
            </a:ln>
          </p:spPr>
        </p:sp>
        <p:grpSp>
          <p:nvGrpSpPr>
            <p:cNvPr id="44048" name="Group 65"/>
            <p:cNvGrpSpPr/>
            <p:nvPr/>
          </p:nvGrpSpPr>
          <p:grpSpPr>
            <a:xfrm>
              <a:off x="4241" y="799"/>
              <a:ext cx="318" cy="90"/>
              <a:chOff x="4059" y="1117"/>
              <a:chExt cx="318" cy="90"/>
            </a:xfrm>
          </p:grpSpPr>
          <p:sp>
            <p:nvSpPr>
              <p:cNvPr id="44066" name="Line 66"/>
              <p:cNvSpPr/>
              <p:nvPr>
                <p:custDataLst>
                  <p:tags r:id="rId25"/>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4067" name="Line 67"/>
              <p:cNvSpPr/>
              <p:nvPr>
                <p:custDataLst>
                  <p:tags r:id="rId26"/>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grpSp>
          <p:nvGrpSpPr>
            <p:cNvPr id="44049" name="Group 68"/>
            <p:cNvGrpSpPr/>
            <p:nvPr/>
          </p:nvGrpSpPr>
          <p:grpSpPr>
            <a:xfrm>
              <a:off x="4241" y="1389"/>
              <a:ext cx="318" cy="90"/>
              <a:chOff x="4059" y="1117"/>
              <a:chExt cx="318" cy="90"/>
            </a:xfrm>
          </p:grpSpPr>
          <p:sp>
            <p:nvSpPr>
              <p:cNvPr id="44064" name="Line 69"/>
              <p:cNvSpPr/>
              <p:nvPr>
                <p:custDataLst>
                  <p:tags r:id="rId27"/>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4065" name="Line 70"/>
              <p:cNvSpPr/>
              <p:nvPr>
                <p:custDataLst>
                  <p:tags r:id="rId28"/>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sp>
          <p:nvSpPr>
            <p:cNvPr id="44050" name="Oval 71" descr="斜纹布"/>
            <p:cNvSpPr/>
            <p:nvPr>
              <p:custDataLst>
                <p:tags r:id="rId29"/>
              </p:custDataLst>
            </p:nvPr>
          </p:nvSpPr>
          <p:spPr>
            <a:xfrm>
              <a:off x="3560" y="482"/>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4051" name="Oval 72" descr="斜纹布"/>
            <p:cNvSpPr/>
            <p:nvPr>
              <p:custDataLst>
                <p:tags r:id="rId30"/>
              </p:custDataLst>
            </p:nvPr>
          </p:nvSpPr>
          <p:spPr>
            <a:xfrm>
              <a:off x="3560" y="1706"/>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4052" name="Text Box 73" descr="斜纹布"/>
            <p:cNvSpPr txBox="1"/>
            <p:nvPr>
              <p:custDataLst>
                <p:tags r:id="rId31"/>
              </p:custDataLst>
            </p:nvPr>
          </p:nvSpPr>
          <p:spPr>
            <a:xfrm>
              <a:off x="4513" y="66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4053" name="Text Box 74" descr="斜纹布"/>
            <p:cNvSpPr txBox="1"/>
            <p:nvPr>
              <p:custDataLst>
                <p:tags r:id="rId32"/>
              </p:custDataLst>
            </p:nvPr>
          </p:nvSpPr>
          <p:spPr>
            <a:xfrm>
              <a:off x="3379" y="93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4054" name="Text Box 75" descr="斜纹布"/>
            <p:cNvSpPr txBox="1"/>
            <p:nvPr>
              <p:custDataLst>
                <p:tags r:id="rId33"/>
              </p:custDataLst>
            </p:nvPr>
          </p:nvSpPr>
          <p:spPr>
            <a:xfrm>
              <a:off x="3878" y="125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4055" name="Text Box 76" descr="斜纹布"/>
            <p:cNvSpPr txBox="1"/>
            <p:nvPr>
              <p:custDataLst>
                <p:tags r:id="rId34"/>
              </p:custDataLst>
            </p:nvPr>
          </p:nvSpPr>
          <p:spPr>
            <a:xfrm>
              <a:off x="3833" y="66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4056" name="Text Box 77" descr="斜纹布"/>
            <p:cNvSpPr txBox="1"/>
            <p:nvPr>
              <p:custDataLst>
                <p:tags r:id="rId35"/>
              </p:custDataLst>
            </p:nvPr>
          </p:nvSpPr>
          <p:spPr>
            <a:xfrm>
              <a:off x="4513" y="125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4057" name="Line 78"/>
            <p:cNvSpPr/>
            <p:nvPr/>
          </p:nvSpPr>
          <p:spPr>
            <a:xfrm>
              <a:off x="3742" y="482"/>
              <a:ext cx="317" cy="0"/>
            </a:xfrm>
            <a:prstGeom prst="line">
              <a:avLst/>
            </a:prstGeom>
            <a:ln w="28575" cap="sq" cmpd="sng">
              <a:solidFill>
                <a:srgbClr val="00FFFF"/>
              </a:solidFill>
              <a:prstDash val="solid"/>
              <a:headEnd type="none" w="med" len="med"/>
              <a:tailEnd type="triangle" w="med" len="med"/>
            </a:ln>
          </p:spPr>
        </p:sp>
        <p:sp>
          <p:nvSpPr>
            <p:cNvPr id="44058" name="Text Box 79" descr="斜纹布"/>
            <p:cNvSpPr txBox="1"/>
            <p:nvPr>
              <p:custDataLst>
                <p:tags r:id="rId36"/>
              </p:custDataLst>
            </p:nvPr>
          </p:nvSpPr>
          <p:spPr>
            <a:xfrm>
              <a:off x="4558" y="1026"/>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4059" name="Text Box 80" descr="斜纹布"/>
            <p:cNvSpPr txBox="1"/>
            <p:nvPr>
              <p:custDataLst>
                <p:tags r:id="rId37"/>
              </p:custDataLst>
            </p:nvPr>
          </p:nvSpPr>
          <p:spPr>
            <a:xfrm>
              <a:off x="4558" y="436"/>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4060" name="Text Box 81" descr="斜纹布"/>
            <p:cNvSpPr txBox="1"/>
            <p:nvPr>
              <p:custDataLst>
                <p:tags r:id="rId38"/>
              </p:custDataLst>
            </p:nvPr>
          </p:nvSpPr>
          <p:spPr>
            <a:xfrm>
              <a:off x="3515" y="482"/>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4061" name="Text Box 82" descr="斜纹布"/>
            <p:cNvSpPr txBox="1"/>
            <p:nvPr>
              <p:custDataLst>
                <p:tags r:id="rId39"/>
              </p:custDataLst>
            </p:nvPr>
          </p:nvSpPr>
          <p:spPr>
            <a:xfrm>
              <a:off x="4558" y="888"/>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4062" name="Text Box 83" descr="斜纹布"/>
            <p:cNvSpPr txBox="1"/>
            <p:nvPr>
              <p:custDataLst>
                <p:tags r:id="rId40"/>
              </p:custDataLst>
            </p:nvPr>
          </p:nvSpPr>
          <p:spPr>
            <a:xfrm>
              <a:off x="4558" y="1525"/>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4063" name="Text Box 84" descr="斜纹布"/>
            <p:cNvSpPr txBox="1"/>
            <p:nvPr>
              <p:custDataLst>
                <p:tags r:id="rId41"/>
              </p:custDataLst>
            </p:nvPr>
          </p:nvSpPr>
          <p:spPr>
            <a:xfrm>
              <a:off x="3651" y="16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0"/>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1"/>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2"/>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95618" name="Object 2"/>
          <p:cNvGraphicFramePr>
            <a:graphicFrameLocks noChangeAspect="1"/>
          </p:cNvGraphicFramePr>
          <p:nvPr/>
        </p:nvGraphicFramePr>
        <p:xfrm>
          <a:off x="1559243" y="2132330"/>
          <a:ext cx="2879725" cy="1104900"/>
        </p:xfrm>
        <a:graphic>
          <a:graphicData uri="http://schemas.openxmlformats.org/presentationml/2006/ole">
            <mc:AlternateContent xmlns:mc="http://schemas.openxmlformats.org/markup-compatibility/2006">
              <mc:Choice xmlns:v="urn:schemas-microsoft-com:vml" Requires="v">
                <p:oleObj spid="_x0000_s3120" name="" r:id="rId1" imgW="1053465" imgH="417830" progId="Equation.3">
                  <p:embed/>
                </p:oleObj>
              </mc:Choice>
              <mc:Fallback>
                <p:oleObj name="" r:id="rId1" imgW="1053465" imgH="417830" progId="Equation.3">
                  <p:embed/>
                  <p:pic>
                    <p:nvPicPr>
                      <p:cNvPr id="0" name="图片 3119"/>
                      <p:cNvPicPr/>
                      <p:nvPr/>
                    </p:nvPicPr>
                    <p:blipFill>
                      <a:blip r:embed="rId2">
                        <a:clrChange>
                          <a:clrFrom>
                            <a:srgbClr val="000000"/>
                          </a:clrFrom>
                          <a:clrTo>
                            <a:srgbClr val="000080"/>
                          </a:clrTo>
                        </a:clrChange>
                      </a:blip>
                      <a:stretch>
                        <a:fillRect/>
                      </a:stretch>
                    </p:blipFill>
                    <p:spPr>
                      <a:xfrm>
                        <a:off x="1559243" y="2132330"/>
                        <a:ext cx="2879725" cy="1104900"/>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5625" name="Object 9"/>
          <p:cNvGraphicFramePr>
            <a:graphicFrameLocks noChangeAspect="1"/>
          </p:cNvGraphicFramePr>
          <p:nvPr/>
        </p:nvGraphicFramePr>
        <p:xfrm>
          <a:off x="1632268" y="3500755"/>
          <a:ext cx="3095625" cy="1152525"/>
        </p:xfrm>
        <a:graphic>
          <a:graphicData uri="http://schemas.openxmlformats.org/presentationml/2006/ole">
            <mc:AlternateContent xmlns:mc="http://schemas.openxmlformats.org/markup-compatibility/2006">
              <mc:Choice xmlns:v="urn:schemas-microsoft-com:vml" Requires="v">
                <p:oleObj spid="_x0000_s3123" name="" r:id="rId3" imgW="1088390" imgH="417830" progId="Equation.3">
                  <p:embed/>
                </p:oleObj>
              </mc:Choice>
              <mc:Fallback>
                <p:oleObj name="" r:id="rId3" imgW="1088390" imgH="417830" progId="Equation.3">
                  <p:embed/>
                  <p:pic>
                    <p:nvPicPr>
                      <p:cNvPr id="0" name="图片 3122"/>
                      <p:cNvPicPr/>
                      <p:nvPr/>
                    </p:nvPicPr>
                    <p:blipFill>
                      <a:blip r:embed="rId4">
                        <a:clrChange>
                          <a:clrFrom>
                            <a:srgbClr val="000000"/>
                          </a:clrFrom>
                          <a:clrTo>
                            <a:srgbClr val="000080"/>
                          </a:clrTo>
                        </a:clrChange>
                        <a:clrChange>
                          <a:clrFrom>
                            <a:srgbClr val="FFFFFF"/>
                          </a:clrFrom>
                          <a:clrTo>
                            <a:srgbClr val="FFFFFF"/>
                          </a:clrTo>
                        </a:clrChange>
                      </a:blip>
                      <a:stretch>
                        <a:fillRect/>
                      </a:stretch>
                    </p:blipFill>
                    <p:spPr>
                      <a:xfrm>
                        <a:off x="1632268" y="3500755"/>
                        <a:ext cx="3095625" cy="1152525"/>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5626" name="Object 10"/>
          <p:cNvGraphicFramePr>
            <a:graphicFrameLocks noChangeAspect="1"/>
          </p:cNvGraphicFramePr>
          <p:nvPr/>
        </p:nvGraphicFramePr>
        <p:xfrm>
          <a:off x="1631633" y="4944745"/>
          <a:ext cx="2881312" cy="1092200"/>
        </p:xfrm>
        <a:graphic>
          <a:graphicData uri="http://schemas.openxmlformats.org/presentationml/2006/ole">
            <mc:AlternateContent xmlns:mc="http://schemas.openxmlformats.org/markup-compatibility/2006">
              <mc:Choice xmlns:v="urn:schemas-microsoft-com:vml" Requires="v">
                <p:oleObj spid="_x0000_s3122" name="" r:id="rId5" imgW="984250" imgH="382905" progId="Equation.3">
                  <p:embed/>
                </p:oleObj>
              </mc:Choice>
              <mc:Fallback>
                <p:oleObj name="" r:id="rId5" imgW="984250" imgH="382905" progId="Equation.3">
                  <p:embed/>
                  <p:pic>
                    <p:nvPicPr>
                      <p:cNvPr id="0" name="图片 3121"/>
                      <p:cNvPicPr/>
                      <p:nvPr/>
                    </p:nvPicPr>
                    <p:blipFill>
                      <a:blip r:embed="rId6">
                        <a:clrChange>
                          <a:clrFrom>
                            <a:srgbClr val="000000"/>
                          </a:clrFrom>
                          <a:clrTo>
                            <a:srgbClr val="000080"/>
                          </a:clrTo>
                        </a:clrChange>
                      </a:blip>
                      <a:stretch>
                        <a:fillRect/>
                      </a:stretch>
                    </p:blipFill>
                    <p:spPr>
                      <a:xfrm>
                        <a:off x="1631633" y="4944745"/>
                        <a:ext cx="2881312" cy="1092200"/>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5627" name="Object 11"/>
          <p:cNvGraphicFramePr>
            <a:graphicFrameLocks noChangeAspect="1"/>
          </p:cNvGraphicFramePr>
          <p:nvPr/>
        </p:nvGraphicFramePr>
        <p:xfrm>
          <a:off x="7248208" y="3860483"/>
          <a:ext cx="3455987" cy="1084262"/>
        </p:xfrm>
        <a:graphic>
          <a:graphicData uri="http://schemas.openxmlformats.org/presentationml/2006/ole">
            <mc:AlternateContent xmlns:mc="http://schemas.openxmlformats.org/markup-compatibility/2006">
              <mc:Choice xmlns:v="urn:schemas-microsoft-com:vml" Requires="v">
                <p:oleObj spid="_x0000_s3121" name="" r:id="rId7" imgW="1297305" imgH="417830" progId="Equation.3">
                  <p:embed/>
                </p:oleObj>
              </mc:Choice>
              <mc:Fallback>
                <p:oleObj name="" r:id="rId7" imgW="1297305" imgH="417830" progId="Equation.3">
                  <p:embed/>
                  <p:pic>
                    <p:nvPicPr>
                      <p:cNvPr id="0" name="图片 3120"/>
                      <p:cNvPicPr/>
                      <p:nvPr/>
                    </p:nvPicPr>
                    <p:blipFill>
                      <a:blip r:embed="rId8">
                        <a:clrChange>
                          <a:clrFrom>
                            <a:srgbClr val="000000"/>
                          </a:clrFrom>
                          <a:clrTo>
                            <a:srgbClr val="000080"/>
                          </a:clrTo>
                        </a:clrChange>
                      </a:blip>
                      <a:stretch>
                        <a:fillRect/>
                      </a:stretch>
                    </p:blipFill>
                    <p:spPr>
                      <a:xfrm>
                        <a:off x="7248208" y="3860483"/>
                        <a:ext cx="3455987" cy="1084262"/>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5628" name="Object 12"/>
          <p:cNvGraphicFramePr>
            <a:graphicFrameLocks noChangeAspect="1"/>
          </p:cNvGraphicFramePr>
          <p:nvPr/>
        </p:nvGraphicFramePr>
        <p:xfrm>
          <a:off x="7250113" y="5168265"/>
          <a:ext cx="3743325" cy="1154113"/>
        </p:xfrm>
        <a:graphic>
          <a:graphicData uri="http://schemas.openxmlformats.org/presentationml/2006/ole">
            <mc:AlternateContent xmlns:mc="http://schemas.openxmlformats.org/markup-compatibility/2006">
              <mc:Choice xmlns:v="urn:schemas-microsoft-com:vml" Requires="v">
                <p:oleObj spid="_x0000_s3124" name="" r:id="rId9" imgW="1323975" imgH="417830" progId="Equation.3">
                  <p:embed/>
                </p:oleObj>
              </mc:Choice>
              <mc:Fallback>
                <p:oleObj name="" r:id="rId9" imgW="1323975" imgH="417830" progId="Equation.3">
                  <p:embed/>
                  <p:pic>
                    <p:nvPicPr>
                      <p:cNvPr id="0" name="图片 3123"/>
                      <p:cNvPicPr/>
                      <p:nvPr/>
                    </p:nvPicPr>
                    <p:blipFill>
                      <a:blip r:embed="rId10">
                        <a:clrChange>
                          <a:clrFrom>
                            <a:srgbClr val="000000"/>
                          </a:clrFrom>
                          <a:clrTo>
                            <a:srgbClr val="000080"/>
                          </a:clrTo>
                        </a:clrChange>
                      </a:blip>
                      <a:stretch>
                        <a:fillRect/>
                      </a:stretch>
                    </p:blipFill>
                    <p:spPr>
                      <a:xfrm>
                        <a:off x="7250113" y="5168265"/>
                        <a:ext cx="3743325" cy="1154113"/>
                      </a:xfrm>
                      <a:prstGeom prst="rect">
                        <a:avLst/>
                      </a:prstGeom>
                      <a:solidFill>
                        <a:schemeClr val="tx1">
                          <a:lumMod val="75000"/>
                          <a:lumOff val="25000"/>
                        </a:schemeClr>
                      </a:solidFill>
                      <a:ln w="38100">
                        <a:noFill/>
                        <a:miter/>
                      </a:ln>
                    </p:spPr>
                  </p:pic>
                </p:oleObj>
              </mc:Fallback>
            </mc:AlternateContent>
          </a:graphicData>
        </a:graphic>
      </p:graphicFrame>
      <p:grpSp>
        <p:nvGrpSpPr>
          <p:cNvPr id="45065" name="Group 13"/>
          <p:cNvGrpSpPr/>
          <p:nvPr/>
        </p:nvGrpSpPr>
        <p:grpSpPr>
          <a:xfrm>
            <a:off x="9409113" y="1195388"/>
            <a:ext cx="2016125" cy="2093913"/>
            <a:chOff x="4059" y="2160"/>
            <a:chExt cx="1270" cy="1319"/>
          </a:xfrm>
        </p:grpSpPr>
        <p:sp>
          <p:nvSpPr>
            <p:cNvPr id="45096" name="Line 14"/>
            <p:cNvSpPr/>
            <p:nvPr>
              <p:custDataLst>
                <p:tags r:id="rId11"/>
              </p:custDataLst>
            </p:nvPr>
          </p:nvSpPr>
          <p:spPr>
            <a:xfrm>
              <a:off x="4240" y="2206"/>
              <a:ext cx="681" cy="0"/>
            </a:xfrm>
            <a:prstGeom prst="line">
              <a:avLst/>
            </a:prstGeom>
            <a:ln w="28575" cap="sq" cmpd="sng">
              <a:solidFill>
                <a:schemeClr val="accent3"/>
              </a:solidFill>
              <a:prstDash val="solid"/>
              <a:headEnd type="none" w="med" len="med"/>
              <a:tailEnd type="none" w="med" len="med"/>
            </a:ln>
          </p:spPr>
        </p:sp>
        <p:sp>
          <p:nvSpPr>
            <p:cNvPr id="45097" name="Line 15"/>
            <p:cNvSpPr/>
            <p:nvPr>
              <p:custDataLst>
                <p:tags r:id="rId12"/>
              </p:custDataLst>
            </p:nvPr>
          </p:nvSpPr>
          <p:spPr>
            <a:xfrm>
              <a:off x="4240" y="3430"/>
              <a:ext cx="681" cy="0"/>
            </a:xfrm>
            <a:prstGeom prst="line">
              <a:avLst/>
            </a:prstGeom>
            <a:ln w="28575" cap="sq" cmpd="sng">
              <a:solidFill>
                <a:schemeClr val="accent3"/>
              </a:solidFill>
              <a:prstDash val="solid"/>
              <a:headEnd type="none" w="med" len="med"/>
              <a:tailEnd type="none" w="med" len="med"/>
            </a:ln>
          </p:spPr>
        </p:sp>
        <p:sp>
          <p:nvSpPr>
            <p:cNvPr id="45098" name="Line 16"/>
            <p:cNvSpPr/>
            <p:nvPr>
              <p:custDataLst>
                <p:tags r:id="rId13"/>
              </p:custDataLst>
            </p:nvPr>
          </p:nvSpPr>
          <p:spPr>
            <a:xfrm>
              <a:off x="4921" y="2205"/>
              <a:ext cx="0" cy="500"/>
            </a:xfrm>
            <a:prstGeom prst="line">
              <a:avLst/>
            </a:prstGeom>
            <a:ln w="28575" cap="sq" cmpd="sng">
              <a:solidFill>
                <a:schemeClr val="accent3"/>
              </a:solidFill>
              <a:prstDash val="solid"/>
              <a:headEnd type="none" w="med" len="med"/>
              <a:tailEnd type="none" w="med" len="med"/>
            </a:ln>
          </p:spPr>
        </p:sp>
        <p:sp>
          <p:nvSpPr>
            <p:cNvPr id="45099" name="Line 17"/>
            <p:cNvSpPr/>
            <p:nvPr>
              <p:custDataLst>
                <p:tags r:id="rId14"/>
              </p:custDataLst>
            </p:nvPr>
          </p:nvSpPr>
          <p:spPr>
            <a:xfrm flipV="1">
              <a:off x="4921" y="2795"/>
              <a:ext cx="0" cy="635"/>
            </a:xfrm>
            <a:prstGeom prst="line">
              <a:avLst/>
            </a:prstGeom>
            <a:ln w="28575" cap="sq" cmpd="sng">
              <a:solidFill>
                <a:schemeClr val="accent3"/>
              </a:solidFill>
              <a:prstDash val="solid"/>
              <a:headEnd type="none" w="med" len="med"/>
              <a:tailEnd type="none" w="med" len="med"/>
            </a:ln>
          </p:spPr>
        </p:sp>
        <p:grpSp>
          <p:nvGrpSpPr>
            <p:cNvPr id="45100" name="Group 18"/>
            <p:cNvGrpSpPr/>
            <p:nvPr/>
          </p:nvGrpSpPr>
          <p:grpSpPr>
            <a:xfrm>
              <a:off x="4785" y="2705"/>
              <a:ext cx="318" cy="90"/>
              <a:chOff x="4059" y="1117"/>
              <a:chExt cx="318" cy="90"/>
            </a:xfrm>
          </p:grpSpPr>
          <p:sp>
            <p:nvSpPr>
              <p:cNvPr id="45109" name="Line 19"/>
              <p:cNvSpPr/>
              <p:nvPr>
                <p:custDataLst>
                  <p:tags r:id="rId15"/>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5110" name="Line 20"/>
              <p:cNvSpPr/>
              <p:nvPr>
                <p:custDataLst>
                  <p:tags r:id="rId16"/>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sp>
          <p:nvSpPr>
            <p:cNvPr id="45101" name="Oval 21" descr="斜纹布"/>
            <p:cNvSpPr/>
            <p:nvPr>
              <p:custDataLst>
                <p:tags r:id="rId17"/>
              </p:custDataLst>
            </p:nvPr>
          </p:nvSpPr>
          <p:spPr>
            <a:xfrm>
              <a:off x="4150" y="2160"/>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5102" name="Text Box 22" descr="斜纹布"/>
            <p:cNvSpPr txBox="1"/>
            <p:nvPr>
              <p:custDataLst>
                <p:tags r:id="rId21"/>
              </p:custDataLst>
            </p:nvPr>
          </p:nvSpPr>
          <p:spPr>
            <a:xfrm>
              <a:off x="4875" y="2251"/>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5103" name="Text Box 23" descr="斜纹布"/>
            <p:cNvSpPr txBox="1"/>
            <p:nvPr>
              <p:custDataLst>
                <p:tags r:id="rId22"/>
              </p:custDataLst>
            </p:nvPr>
          </p:nvSpPr>
          <p:spPr>
            <a:xfrm>
              <a:off x="4059" y="261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5104" name="Text Box 24" descr="斜纹布"/>
            <p:cNvSpPr txBox="1"/>
            <p:nvPr>
              <p:custDataLst>
                <p:tags r:id="rId23"/>
              </p:custDataLst>
            </p:nvPr>
          </p:nvSpPr>
          <p:spPr>
            <a:xfrm>
              <a:off x="4104" y="2160"/>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5105" name="Text Box 25" descr="斜纹布"/>
            <p:cNvSpPr txBox="1"/>
            <p:nvPr>
              <p:custDataLst>
                <p:tags r:id="rId24"/>
              </p:custDataLst>
            </p:nvPr>
          </p:nvSpPr>
          <p:spPr>
            <a:xfrm>
              <a:off x="4150" y="3111"/>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5106" name="Line 26"/>
            <p:cNvSpPr/>
            <p:nvPr/>
          </p:nvSpPr>
          <p:spPr>
            <a:xfrm>
              <a:off x="4967" y="2342"/>
              <a:ext cx="0" cy="226"/>
            </a:xfrm>
            <a:prstGeom prst="line">
              <a:avLst/>
            </a:prstGeom>
            <a:ln w="28575" cap="sq" cmpd="sng">
              <a:solidFill>
                <a:srgbClr val="00FFFF"/>
              </a:solidFill>
              <a:prstDash val="solid"/>
              <a:headEnd type="none" w="med" len="med"/>
              <a:tailEnd type="triangle" w="med" len="med"/>
            </a:ln>
          </p:spPr>
        </p:sp>
        <p:sp>
          <p:nvSpPr>
            <p:cNvPr id="45107" name="Text Box 27" descr="斜纹布"/>
            <p:cNvSpPr txBox="1"/>
            <p:nvPr>
              <p:custDataLst>
                <p:tags r:id="rId25"/>
              </p:custDataLst>
            </p:nvPr>
          </p:nvSpPr>
          <p:spPr>
            <a:xfrm>
              <a:off x="4830" y="279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5108" name="Oval 28" descr="斜纹布"/>
            <p:cNvSpPr/>
            <p:nvPr>
              <p:custDataLst>
                <p:tags r:id="rId26"/>
              </p:custDataLst>
            </p:nvPr>
          </p:nvSpPr>
          <p:spPr>
            <a:xfrm>
              <a:off x="4150" y="3385"/>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grpSp>
        <p:nvGrpSpPr>
          <p:cNvPr id="45066" name="Group 29"/>
          <p:cNvGrpSpPr/>
          <p:nvPr/>
        </p:nvGrpSpPr>
        <p:grpSpPr>
          <a:xfrm>
            <a:off x="6600825" y="763588"/>
            <a:ext cx="2520950" cy="2744788"/>
            <a:chOff x="3379" y="164"/>
            <a:chExt cx="1588" cy="1729"/>
          </a:xfrm>
        </p:grpSpPr>
        <p:sp>
          <p:nvSpPr>
            <p:cNvPr id="45071" name="Line 30"/>
            <p:cNvSpPr/>
            <p:nvPr>
              <p:custDataLst>
                <p:tags r:id="rId27"/>
              </p:custDataLst>
            </p:nvPr>
          </p:nvSpPr>
          <p:spPr>
            <a:xfrm>
              <a:off x="3651" y="527"/>
              <a:ext cx="726" cy="0"/>
            </a:xfrm>
            <a:prstGeom prst="line">
              <a:avLst/>
            </a:prstGeom>
            <a:ln w="28575" cap="sq" cmpd="sng">
              <a:solidFill>
                <a:schemeClr val="accent3"/>
              </a:solidFill>
              <a:prstDash val="solid"/>
              <a:headEnd type="none" w="med" len="med"/>
              <a:tailEnd type="none" w="med" len="med"/>
            </a:ln>
          </p:spPr>
        </p:sp>
        <p:sp>
          <p:nvSpPr>
            <p:cNvPr id="45072" name="Line 31"/>
            <p:cNvSpPr/>
            <p:nvPr>
              <p:custDataLst>
                <p:tags r:id="rId28"/>
              </p:custDataLst>
            </p:nvPr>
          </p:nvSpPr>
          <p:spPr>
            <a:xfrm>
              <a:off x="3651" y="1752"/>
              <a:ext cx="726" cy="0"/>
            </a:xfrm>
            <a:prstGeom prst="line">
              <a:avLst/>
            </a:prstGeom>
            <a:ln w="28575" cap="sq" cmpd="sng">
              <a:solidFill>
                <a:schemeClr val="accent3"/>
              </a:solidFill>
              <a:prstDash val="solid"/>
              <a:headEnd type="none" w="med" len="med"/>
              <a:tailEnd type="none" w="med" len="med"/>
            </a:ln>
          </p:spPr>
        </p:sp>
        <p:sp>
          <p:nvSpPr>
            <p:cNvPr id="45073" name="Line 32"/>
            <p:cNvSpPr/>
            <p:nvPr>
              <p:custDataLst>
                <p:tags r:id="rId29"/>
              </p:custDataLst>
            </p:nvPr>
          </p:nvSpPr>
          <p:spPr>
            <a:xfrm>
              <a:off x="4377" y="527"/>
              <a:ext cx="0" cy="272"/>
            </a:xfrm>
            <a:prstGeom prst="line">
              <a:avLst/>
            </a:prstGeom>
            <a:ln w="28575" cap="sq" cmpd="sng">
              <a:solidFill>
                <a:schemeClr val="accent3"/>
              </a:solidFill>
              <a:prstDash val="solid"/>
              <a:headEnd type="none" w="med" len="med"/>
              <a:tailEnd type="none" w="med" len="med"/>
            </a:ln>
          </p:spPr>
        </p:sp>
        <p:sp>
          <p:nvSpPr>
            <p:cNvPr id="45074" name="Line 33"/>
            <p:cNvSpPr/>
            <p:nvPr>
              <p:custDataLst>
                <p:tags r:id="rId30"/>
              </p:custDataLst>
            </p:nvPr>
          </p:nvSpPr>
          <p:spPr>
            <a:xfrm>
              <a:off x="4377" y="890"/>
              <a:ext cx="0" cy="499"/>
            </a:xfrm>
            <a:prstGeom prst="line">
              <a:avLst/>
            </a:prstGeom>
            <a:ln w="28575" cap="sq" cmpd="sng">
              <a:solidFill>
                <a:schemeClr val="accent3"/>
              </a:solidFill>
              <a:prstDash val="solid"/>
              <a:headEnd type="none" w="med" len="med"/>
              <a:tailEnd type="none" w="med" len="med"/>
            </a:ln>
          </p:spPr>
        </p:sp>
        <p:sp>
          <p:nvSpPr>
            <p:cNvPr id="45075" name="Line 34"/>
            <p:cNvSpPr/>
            <p:nvPr>
              <p:custDataLst>
                <p:tags r:id="rId31"/>
              </p:custDataLst>
            </p:nvPr>
          </p:nvSpPr>
          <p:spPr>
            <a:xfrm flipV="1">
              <a:off x="4377" y="1480"/>
              <a:ext cx="0" cy="272"/>
            </a:xfrm>
            <a:prstGeom prst="line">
              <a:avLst/>
            </a:prstGeom>
            <a:ln w="28575" cap="sq" cmpd="sng">
              <a:solidFill>
                <a:schemeClr val="accent3"/>
              </a:solidFill>
              <a:prstDash val="solid"/>
              <a:headEnd type="none" w="med" len="med"/>
              <a:tailEnd type="none" w="med" len="med"/>
            </a:ln>
          </p:spPr>
        </p:sp>
        <p:grpSp>
          <p:nvGrpSpPr>
            <p:cNvPr id="45076" name="Group 35"/>
            <p:cNvGrpSpPr/>
            <p:nvPr/>
          </p:nvGrpSpPr>
          <p:grpSpPr>
            <a:xfrm>
              <a:off x="4241" y="799"/>
              <a:ext cx="318" cy="90"/>
              <a:chOff x="4059" y="1117"/>
              <a:chExt cx="318" cy="90"/>
            </a:xfrm>
          </p:grpSpPr>
          <p:sp>
            <p:nvSpPr>
              <p:cNvPr id="45094" name="Line 36"/>
              <p:cNvSpPr/>
              <p:nvPr>
                <p:custDataLst>
                  <p:tags r:id="rId32"/>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5095" name="Line 37"/>
              <p:cNvSpPr/>
              <p:nvPr>
                <p:custDataLst>
                  <p:tags r:id="rId33"/>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grpSp>
          <p:nvGrpSpPr>
            <p:cNvPr id="45077" name="Group 38"/>
            <p:cNvGrpSpPr/>
            <p:nvPr/>
          </p:nvGrpSpPr>
          <p:grpSpPr>
            <a:xfrm>
              <a:off x="4241" y="1389"/>
              <a:ext cx="318" cy="90"/>
              <a:chOff x="4059" y="1117"/>
              <a:chExt cx="318" cy="90"/>
            </a:xfrm>
          </p:grpSpPr>
          <p:sp>
            <p:nvSpPr>
              <p:cNvPr id="45092" name="Line 39"/>
              <p:cNvSpPr/>
              <p:nvPr>
                <p:custDataLst>
                  <p:tags r:id="rId34"/>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5093" name="Line 40"/>
              <p:cNvSpPr/>
              <p:nvPr>
                <p:custDataLst>
                  <p:tags r:id="rId35"/>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sp>
          <p:nvSpPr>
            <p:cNvPr id="45078" name="Oval 41" descr="斜纹布"/>
            <p:cNvSpPr/>
            <p:nvPr>
              <p:custDataLst>
                <p:tags r:id="rId36"/>
              </p:custDataLst>
            </p:nvPr>
          </p:nvSpPr>
          <p:spPr>
            <a:xfrm>
              <a:off x="3560" y="482"/>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5079" name="Oval 42" descr="斜纹布"/>
            <p:cNvSpPr/>
            <p:nvPr>
              <p:custDataLst>
                <p:tags r:id="rId37"/>
              </p:custDataLst>
            </p:nvPr>
          </p:nvSpPr>
          <p:spPr>
            <a:xfrm>
              <a:off x="3560" y="1706"/>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5080" name="Text Box 43" descr="斜纹布"/>
            <p:cNvSpPr txBox="1"/>
            <p:nvPr>
              <p:custDataLst>
                <p:tags r:id="rId38"/>
              </p:custDataLst>
            </p:nvPr>
          </p:nvSpPr>
          <p:spPr>
            <a:xfrm>
              <a:off x="4513" y="66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5081" name="Text Box 44" descr="斜纹布"/>
            <p:cNvSpPr txBox="1"/>
            <p:nvPr>
              <p:custDataLst>
                <p:tags r:id="rId39"/>
              </p:custDataLst>
            </p:nvPr>
          </p:nvSpPr>
          <p:spPr>
            <a:xfrm>
              <a:off x="3379" y="93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5082" name="Text Box 45" descr="斜纹布"/>
            <p:cNvSpPr txBox="1"/>
            <p:nvPr>
              <p:custDataLst>
                <p:tags r:id="rId40"/>
              </p:custDataLst>
            </p:nvPr>
          </p:nvSpPr>
          <p:spPr>
            <a:xfrm>
              <a:off x="3878" y="125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5083" name="Text Box 46" descr="斜纹布"/>
            <p:cNvSpPr txBox="1"/>
            <p:nvPr>
              <p:custDataLst>
                <p:tags r:id="rId41"/>
              </p:custDataLst>
            </p:nvPr>
          </p:nvSpPr>
          <p:spPr>
            <a:xfrm>
              <a:off x="3833" y="66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5084" name="Text Box 47" descr="斜纹布"/>
            <p:cNvSpPr txBox="1"/>
            <p:nvPr>
              <p:custDataLst>
                <p:tags r:id="rId42"/>
              </p:custDataLst>
            </p:nvPr>
          </p:nvSpPr>
          <p:spPr>
            <a:xfrm>
              <a:off x="4513" y="125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5085" name="Line 48"/>
            <p:cNvSpPr/>
            <p:nvPr/>
          </p:nvSpPr>
          <p:spPr>
            <a:xfrm>
              <a:off x="3742" y="482"/>
              <a:ext cx="317" cy="0"/>
            </a:xfrm>
            <a:prstGeom prst="line">
              <a:avLst/>
            </a:prstGeom>
            <a:ln w="28575" cap="sq" cmpd="sng">
              <a:solidFill>
                <a:srgbClr val="00FFFF"/>
              </a:solidFill>
              <a:prstDash val="solid"/>
              <a:headEnd type="none" w="med" len="med"/>
              <a:tailEnd type="triangle" w="med" len="med"/>
            </a:ln>
          </p:spPr>
        </p:sp>
        <p:sp>
          <p:nvSpPr>
            <p:cNvPr id="45086" name="Text Box 49" descr="斜纹布"/>
            <p:cNvSpPr txBox="1"/>
            <p:nvPr>
              <p:custDataLst>
                <p:tags r:id="rId43"/>
              </p:custDataLst>
            </p:nvPr>
          </p:nvSpPr>
          <p:spPr>
            <a:xfrm>
              <a:off x="4558" y="1026"/>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5087" name="Text Box 50" descr="斜纹布"/>
            <p:cNvSpPr txBox="1"/>
            <p:nvPr>
              <p:custDataLst>
                <p:tags r:id="rId44"/>
              </p:custDataLst>
            </p:nvPr>
          </p:nvSpPr>
          <p:spPr>
            <a:xfrm>
              <a:off x="4558" y="436"/>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5088" name="Text Box 51" descr="斜纹布"/>
            <p:cNvSpPr txBox="1"/>
            <p:nvPr>
              <p:custDataLst>
                <p:tags r:id="rId45"/>
              </p:custDataLst>
            </p:nvPr>
          </p:nvSpPr>
          <p:spPr>
            <a:xfrm>
              <a:off x="3515" y="482"/>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5089" name="Text Box 52" descr="斜纹布"/>
            <p:cNvSpPr txBox="1"/>
            <p:nvPr>
              <p:custDataLst>
                <p:tags r:id="rId46"/>
              </p:custDataLst>
            </p:nvPr>
          </p:nvSpPr>
          <p:spPr>
            <a:xfrm>
              <a:off x="4558" y="888"/>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5090" name="Text Box 53" descr="斜纹布"/>
            <p:cNvSpPr txBox="1"/>
            <p:nvPr>
              <p:custDataLst>
                <p:tags r:id="rId47"/>
              </p:custDataLst>
            </p:nvPr>
          </p:nvSpPr>
          <p:spPr>
            <a:xfrm>
              <a:off x="4558" y="1525"/>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5091" name="Text Box 54" descr="斜纹布"/>
            <p:cNvSpPr txBox="1"/>
            <p:nvPr>
              <p:custDataLst>
                <p:tags r:id="rId48"/>
              </p:custDataLst>
            </p:nvPr>
          </p:nvSpPr>
          <p:spPr>
            <a:xfrm>
              <a:off x="3651" y="16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495671" name="Text Box 55"/>
          <p:cNvSpPr txBox="1"/>
          <p:nvPr>
            <p:custDataLst>
              <p:tags r:id="rId49"/>
            </p:custDataLst>
          </p:nvPr>
        </p:nvSpPr>
        <p:spPr>
          <a:xfrm>
            <a:off x="1703388" y="1050449"/>
            <a:ext cx="3311525" cy="521970"/>
          </a:xfrm>
          <a:prstGeom prst="rect">
            <a:avLst/>
          </a:prstGeom>
          <a:noFill/>
          <a:ln w="28575" cap="flat" cmpd="sng">
            <a:solidFill>
              <a:schemeClr val="accent5"/>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20"/>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串联电容的分压</a:t>
            </a:r>
            <a:endParaRPr lang="zh-CN" altLang="en-US" sz="28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495671"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96648" name="Group 8"/>
          <p:cNvGrpSpPr/>
          <p:nvPr/>
        </p:nvGrpSpPr>
        <p:grpSpPr>
          <a:xfrm>
            <a:off x="6239510" y="548640"/>
            <a:ext cx="2520950" cy="2525713"/>
            <a:chOff x="1474" y="527"/>
            <a:chExt cx="1588" cy="1591"/>
          </a:xfrm>
        </p:grpSpPr>
        <p:sp>
          <p:nvSpPr>
            <p:cNvPr id="46114" name="Line 9"/>
            <p:cNvSpPr/>
            <p:nvPr>
              <p:custDataLst>
                <p:tags r:id="rId1"/>
              </p:custDataLst>
            </p:nvPr>
          </p:nvSpPr>
          <p:spPr>
            <a:xfrm>
              <a:off x="1655" y="845"/>
              <a:ext cx="998" cy="0"/>
            </a:xfrm>
            <a:prstGeom prst="line">
              <a:avLst/>
            </a:prstGeom>
            <a:ln w="28575" cap="sq" cmpd="sng">
              <a:solidFill>
                <a:schemeClr val="accent3"/>
              </a:solidFill>
              <a:prstDash val="solid"/>
              <a:headEnd type="none" w="med" len="med"/>
              <a:tailEnd type="none" w="med" len="med"/>
            </a:ln>
          </p:spPr>
        </p:sp>
        <p:sp>
          <p:nvSpPr>
            <p:cNvPr id="46115" name="Line 10"/>
            <p:cNvSpPr/>
            <p:nvPr>
              <p:custDataLst>
                <p:tags r:id="rId2"/>
              </p:custDataLst>
            </p:nvPr>
          </p:nvSpPr>
          <p:spPr>
            <a:xfrm>
              <a:off x="1655" y="2069"/>
              <a:ext cx="998" cy="0"/>
            </a:xfrm>
            <a:prstGeom prst="line">
              <a:avLst/>
            </a:prstGeom>
            <a:ln w="28575" cap="sq" cmpd="sng">
              <a:solidFill>
                <a:schemeClr val="accent3"/>
              </a:solidFill>
              <a:prstDash val="solid"/>
              <a:headEnd type="none" w="med" len="med"/>
              <a:tailEnd type="none" w="med" len="med"/>
            </a:ln>
          </p:spPr>
        </p:sp>
        <p:sp>
          <p:nvSpPr>
            <p:cNvPr id="46116" name="Line 11"/>
            <p:cNvSpPr/>
            <p:nvPr>
              <p:custDataLst>
                <p:tags r:id="rId3"/>
              </p:custDataLst>
            </p:nvPr>
          </p:nvSpPr>
          <p:spPr>
            <a:xfrm>
              <a:off x="2653" y="844"/>
              <a:ext cx="0" cy="500"/>
            </a:xfrm>
            <a:prstGeom prst="line">
              <a:avLst/>
            </a:prstGeom>
            <a:ln w="28575" cap="sq" cmpd="sng">
              <a:solidFill>
                <a:schemeClr val="accent3"/>
              </a:solidFill>
              <a:prstDash val="solid"/>
              <a:headEnd type="none" w="med" len="med"/>
              <a:tailEnd type="none" w="med" len="med"/>
            </a:ln>
          </p:spPr>
        </p:sp>
        <p:sp>
          <p:nvSpPr>
            <p:cNvPr id="46117" name="Line 12"/>
            <p:cNvSpPr/>
            <p:nvPr>
              <p:custDataLst>
                <p:tags r:id="rId4"/>
              </p:custDataLst>
            </p:nvPr>
          </p:nvSpPr>
          <p:spPr>
            <a:xfrm>
              <a:off x="2109" y="845"/>
              <a:ext cx="0" cy="499"/>
            </a:xfrm>
            <a:prstGeom prst="line">
              <a:avLst/>
            </a:prstGeom>
            <a:ln w="28575" cap="sq" cmpd="sng">
              <a:solidFill>
                <a:schemeClr val="accent3"/>
              </a:solidFill>
              <a:prstDash val="solid"/>
              <a:headEnd type="oval" w="med" len="med"/>
              <a:tailEnd type="none" w="med" len="med"/>
            </a:ln>
          </p:spPr>
        </p:sp>
        <p:sp>
          <p:nvSpPr>
            <p:cNvPr id="46118" name="Line 13"/>
            <p:cNvSpPr/>
            <p:nvPr>
              <p:custDataLst>
                <p:tags r:id="rId5"/>
              </p:custDataLst>
            </p:nvPr>
          </p:nvSpPr>
          <p:spPr>
            <a:xfrm flipV="1">
              <a:off x="2653" y="1434"/>
              <a:ext cx="0" cy="635"/>
            </a:xfrm>
            <a:prstGeom prst="line">
              <a:avLst/>
            </a:prstGeom>
            <a:ln w="28575" cap="sq" cmpd="sng">
              <a:solidFill>
                <a:schemeClr val="accent3"/>
              </a:solidFill>
              <a:prstDash val="solid"/>
              <a:headEnd type="none" w="med" len="med"/>
              <a:tailEnd type="none" w="med" len="med"/>
            </a:ln>
          </p:spPr>
        </p:sp>
        <p:grpSp>
          <p:nvGrpSpPr>
            <p:cNvPr id="46119" name="Group 14"/>
            <p:cNvGrpSpPr/>
            <p:nvPr/>
          </p:nvGrpSpPr>
          <p:grpSpPr>
            <a:xfrm>
              <a:off x="2517" y="1344"/>
              <a:ext cx="318" cy="90"/>
              <a:chOff x="4059" y="1117"/>
              <a:chExt cx="318" cy="90"/>
            </a:xfrm>
          </p:grpSpPr>
          <p:sp>
            <p:nvSpPr>
              <p:cNvPr id="46137" name="Line 15"/>
              <p:cNvSpPr/>
              <p:nvPr>
                <p:custDataLst>
                  <p:tags r:id="rId6"/>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6138" name="Line 16"/>
              <p:cNvSpPr/>
              <p:nvPr>
                <p:custDataLst>
                  <p:tags r:id="rId7"/>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grpSp>
          <p:nvGrpSpPr>
            <p:cNvPr id="46120" name="Group 17"/>
            <p:cNvGrpSpPr/>
            <p:nvPr/>
          </p:nvGrpSpPr>
          <p:grpSpPr>
            <a:xfrm>
              <a:off x="1972" y="1344"/>
              <a:ext cx="318" cy="90"/>
              <a:chOff x="4059" y="1117"/>
              <a:chExt cx="318" cy="90"/>
            </a:xfrm>
          </p:grpSpPr>
          <p:sp>
            <p:nvSpPr>
              <p:cNvPr id="46135" name="Line 18"/>
              <p:cNvSpPr/>
              <p:nvPr>
                <p:custDataLst>
                  <p:tags r:id="rId8"/>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6136" name="Line 19"/>
              <p:cNvSpPr/>
              <p:nvPr>
                <p:custDataLst>
                  <p:tags r:id="rId9"/>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sp>
          <p:nvSpPr>
            <p:cNvPr id="46121" name="Oval 20" descr="斜纹布"/>
            <p:cNvSpPr/>
            <p:nvPr>
              <p:custDataLst>
                <p:tags r:id="rId10"/>
              </p:custDataLst>
            </p:nvPr>
          </p:nvSpPr>
          <p:spPr>
            <a:xfrm>
              <a:off x="1565" y="799"/>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6122" name="Oval 21" descr="斜纹布"/>
            <p:cNvSpPr/>
            <p:nvPr>
              <p:custDataLst>
                <p:tags r:id="rId14"/>
              </p:custDataLst>
            </p:nvPr>
          </p:nvSpPr>
          <p:spPr>
            <a:xfrm>
              <a:off x="1565" y="2024"/>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6123" name="Line 22"/>
            <p:cNvSpPr/>
            <p:nvPr>
              <p:custDataLst>
                <p:tags r:id="rId15"/>
              </p:custDataLst>
            </p:nvPr>
          </p:nvSpPr>
          <p:spPr>
            <a:xfrm>
              <a:off x="2109" y="1434"/>
              <a:ext cx="0" cy="635"/>
            </a:xfrm>
            <a:prstGeom prst="line">
              <a:avLst/>
            </a:prstGeom>
            <a:ln w="28575" cap="sq" cmpd="sng">
              <a:solidFill>
                <a:schemeClr val="accent3"/>
              </a:solidFill>
              <a:prstDash val="solid"/>
              <a:headEnd type="none" w="med" len="med"/>
              <a:tailEnd type="oval" w="med" len="med"/>
            </a:ln>
          </p:spPr>
        </p:sp>
        <p:sp>
          <p:nvSpPr>
            <p:cNvPr id="46124" name="Text Box 23" descr="斜纹布"/>
            <p:cNvSpPr txBox="1"/>
            <p:nvPr>
              <p:custDataLst>
                <p:tags r:id="rId16"/>
              </p:custDataLst>
            </p:nvPr>
          </p:nvSpPr>
          <p:spPr>
            <a:xfrm>
              <a:off x="2608" y="93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6125" name="Text Box 24" descr="斜纹布"/>
            <p:cNvSpPr txBox="1"/>
            <p:nvPr>
              <p:custDataLst>
                <p:tags r:id="rId17"/>
              </p:custDataLst>
            </p:nvPr>
          </p:nvSpPr>
          <p:spPr>
            <a:xfrm>
              <a:off x="2064" y="93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6126" name="Text Box 25" descr="斜纹布"/>
            <p:cNvSpPr txBox="1"/>
            <p:nvPr>
              <p:custDataLst>
                <p:tags r:id="rId18"/>
              </p:custDataLst>
            </p:nvPr>
          </p:nvSpPr>
          <p:spPr>
            <a:xfrm>
              <a:off x="1474" y="125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6127" name="Text Box 26" descr="斜纹布"/>
            <p:cNvSpPr txBox="1"/>
            <p:nvPr>
              <p:custDataLst>
                <p:tags r:id="rId19"/>
              </p:custDataLst>
            </p:nvPr>
          </p:nvSpPr>
          <p:spPr>
            <a:xfrm>
              <a:off x="1519" y="799"/>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6128" name="Text Box 27" descr="斜纹布"/>
            <p:cNvSpPr txBox="1"/>
            <p:nvPr>
              <p:custDataLst>
                <p:tags r:id="rId20"/>
              </p:custDataLst>
            </p:nvPr>
          </p:nvSpPr>
          <p:spPr>
            <a:xfrm>
              <a:off x="1565" y="1750"/>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6129" name="Line 28"/>
            <p:cNvSpPr/>
            <p:nvPr/>
          </p:nvSpPr>
          <p:spPr>
            <a:xfrm>
              <a:off x="2154" y="981"/>
              <a:ext cx="0" cy="226"/>
            </a:xfrm>
            <a:prstGeom prst="line">
              <a:avLst/>
            </a:prstGeom>
            <a:ln w="28575" cap="sq" cmpd="sng">
              <a:solidFill>
                <a:srgbClr val="00FFFF"/>
              </a:solidFill>
              <a:prstDash val="solid"/>
              <a:headEnd type="none" w="med" len="med"/>
              <a:tailEnd type="triangle" w="med" len="med"/>
            </a:ln>
          </p:spPr>
        </p:sp>
        <p:sp>
          <p:nvSpPr>
            <p:cNvPr id="46130" name="Line 29"/>
            <p:cNvSpPr/>
            <p:nvPr/>
          </p:nvSpPr>
          <p:spPr>
            <a:xfrm>
              <a:off x="2699" y="981"/>
              <a:ext cx="0" cy="226"/>
            </a:xfrm>
            <a:prstGeom prst="line">
              <a:avLst/>
            </a:prstGeom>
            <a:ln w="28575" cap="sq" cmpd="sng">
              <a:solidFill>
                <a:srgbClr val="00FFFF"/>
              </a:solidFill>
              <a:prstDash val="solid"/>
              <a:headEnd type="none" w="med" len="med"/>
              <a:tailEnd type="triangle" w="med" len="med"/>
            </a:ln>
          </p:spPr>
        </p:sp>
        <p:sp>
          <p:nvSpPr>
            <p:cNvPr id="46131" name="Text Box 30" descr="斜纹布"/>
            <p:cNvSpPr txBox="1"/>
            <p:nvPr>
              <p:custDataLst>
                <p:tags r:id="rId21"/>
              </p:custDataLst>
            </p:nvPr>
          </p:nvSpPr>
          <p:spPr>
            <a:xfrm>
              <a:off x="2064" y="143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6132" name="Text Box 31" descr="斜纹布"/>
            <p:cNvSpPr txBox="1"/>
            <p:nvPr>
              <p:custDataLst>
                <p:tags r:id="rId22"/>
              </p:custDataLst>
            </p:nvPr>
          </p:nvSpPr>
          <p:spPr>
            <a:xfrm>
              <a:off x="2608" y="143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6133" name="Text Box 32" descr="斜纹布"/>
            <p:cNvSpPr txBox="1"/>
            <p:nvPr>
              <p:custDataLst>
                <p:tags r:id="rId23"/>
              </p:custDataLst>
            </p:nvPr>
          </p:nvSpPr>
          <p:spPr>
            <a:xfrm>
              <a:off x="1701" y="527"/>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6134" name="Line 33"/>
            <p:cNvSpPr/>
            <p:nvPr/>
          </p:nvSpPr>
          <p:spPr>
            <a:xfrm>
              <a:off x="1791" y="890"/>
              <a:ext cx="182" cy="0"/>
            </a:xfrm>
            <a:prstGeom prst="line">
              <a:avLst/>
            </a:prstGeom>
            <a:ln w="28575" cap="sq" cmpd="sng">
              <a:solidFill>
                <a:srgbClr val="00FFFF"/>
              </a:solidFill>
              <a:prstDash val="solid"/>
              <a:headEnd type="none" w="med" len="med"/>
              <a:tailEnd type="triangle" w="med" len="med"/>
            </a:ln>
          </p:spPr>
        </p:sp>
      </p:grpSp>
      <p:graphicFrame>
        <p:nvGraphicFramePr>
          <p:cNvPr id="496674" name="Object 34"/>
          <p:cNvGraphicFramePr>
            <a:graphicFrameLocks noChangeAspect="1"/>
          </p:cNvGraphicFramePr>
          <p:nvPr/>
        </p:nvGraphicFramePr>
        <p:xfrm>
          <a:off x="1415733" y="2276158"/>
          <a:ext cx="1655762" cy="1081087"/>
        </p:xfrm>
        <a:graphic>
          <a:graphicData uri="http://schemas.openxmlformats.org/presentationml/2006/ole">
            <mc:AlternateContent xmlns:mc="http://schemas.openxmlformats.org/markup-compatibility/2006">
              <mc:Choice xmlns:v="urn:schemas-microsoft-com:vml" Requires="v">
                <p:oleObj spid="_x0000_s3132" name="" r:id="rId24" imgW="600710" imgH="382905" progId="Equation.3">
                  <p:embed/>
                </p:oleObj>
              </mc:Choice>
              <mc:Fallback>
                <p:oleObj name="" r:id="rId24" imgW="600710" imgH="382905" progId="Equation.3">
                  <p:embed/>
                  <p:pic>
                    <p:nvPicPr>
                      <p:cNvPr id="0" name="图片 3131"/>
                      <p:cNvPicPr/>
                      <p:nvPr/>
                    </p:nvPicPr>
                    <p:blipFill>
                      <a:blip r:embed="rId25">
                        <a:clrChange>
                          <a:clrFrom>
                            <a:srgbClr val="000000"/>
                          </a:clrFrom>
                          <a:clrTo>
                            <a:srgbClr val="000080"/>
                          </a:clrTo>
                        </a:clrChange>
                      </a:blip>
                      <a:stretch>
                        <a:fillRect/>
                      </a:stretch>
                    </p:blipFill>
                    <p:spPr>
                      <a:xfrm>
                        <a:off x="1415733" y="2276158"/>
                        <a:ext cx="1655762" cy="1081087"/>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6675" name="Object 35"/>
          <p:cNvGraphicFramePr>
            <a:graphicFrameLocks noChangeAspect="1"/>
          </p:cNvGraphicFramePr>
          <p:nvPr/>
        </p:nvGraphicFramePr>
        <p:xfrm>
          <a:off x="3648075" y="2276475"/>
          <a:ext cx="1800225" cy="1133475"/>
        </p:xfrm>
        <a:graphic>
          <a:graphicData uri="http://schemas.openxmlformats.org/presentationml/2006/ole">
            <mc:AlternateContent xmlns:mc="http://schemas.openxmlformats.org/markup-compatibility/2006">
              <mc:Choice xmlns:v="urn:schemas-microsoft-com:vml" Requires="v">
                <p:oleObj spid="_x0000_s3134" name="" r:id="rId26" imgW="626745" imgH="382905" progId="Equation.3">
                  <p:embed/>
                </p:oleObj>
              </mc:Choice>
              <mc:Fallback>
                <p:oleObj name="" r:id="rId26" imgW="626745" imgH="382905" progId="Equation.3">
                  <p:embed/>
                  <p:pic>
                    <p:nvPicPr>
                      <p:cNvPr id="0" name="图片 3133"/>
                      <p:cNvPicPr/>
                      <p:nvPr/>
                    </p:nvPicPr>
                    <p:blipFill>
                      <a:blip r:embed="rId27">
                        <a:clrChange>
                          <a:clrFrom>
                            <a:srgbClr val="000000"/>
                          </a:clrFrom>
                          <a:clrTo>
                            <a:srgbClr val="000080"/>
                          </a:clrTo>
                        </a:clrChange>
                      </a:blip>
                      <a:stretch>
                        <a:fillRect/>
                      </a:stretch>
                    </p:blipFill>
                    <p:spPr>
                      <a:xfrm>
                        <a:off x="3648075" y="2276475"/>
                        <a:ext cx="1800225" cy="1133475"/>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6676" name="Object 36"/>
          <p:cNvGraphicFramePr>
            <a:graphicFrameLocks noChangeAspect="1"/>
          </p:cNvGraphicFramePr>
          <p:nvPr/>
        </p:nvGraphicFramePr>
        <p:xfrm>
          <a:off x="1415733" y="3500755"/>
          <a:ext cx="4105275" cy="1133475"/>
        </p:xfrm>
        <a:graphic>
          <a:graphicData uri="http://schemas.openxmlformats.org/presentationml/2006/ole">
            <mc:AlternateContent xmlns:mc="http://schemas.openxmlformats.org/markup-compatibility/2006">
              <mc:Choice xmlns:v="urn:schemas-microsoft-com:vml" Requires="v">
                <p:oleObj spid="_x0000_s3133" name="" r:id="rId28" imgW="1471930" imgH="382905" progId="Equation.3">
                  <p:embed/>
                </p:oleObj>
              </mc:Choice>
              <mc:Fallback>
                <p:oleObj name="" r:id="rId28" imgW="1471930" imgH="382905" progId="Equation.3">
                  <p:embed/>
                  <p:pic>
                    <p:nvPicPr>
                      <p:cNvPr id="0" name="图片 3132"/>
                      <p:cNvPicPr/>
                      <p:nvPr/>
                    </p:nvPicPr>
                    <p:blipFill>
                      <a:blip r:embed="rId29">
                        <a:clrChange>
                          <a:clrFrom>
                            <a:srgbClr val="000000"/>
                          </a:clrFrom>
                          <a:clrTo>
                            <a:srgbClr val="000080"/>
                          </a:clrTo>
                        </a:clrChange>
                      </a:blip>
                      <a:stretch>
                        <a:fillRect/>
                      </a:stretch>
                    </p:blipFill>
                    <p:spPr>
                      <a:xfrm>
                        <a:off x="1415733" y="3500755"/>
                        <a:ext cx="4105275" cy="1133475"/>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6677" name="Object 37"/>
          <p:cNvGraphicFramePr>
            <a:graphicFrameLocks noChangeAspect="1"/>
          </p:cNvGraphicFramePr>
          <p:nvPr/>
        </p:nvGraphicFramePr>
        <p:xfrm>
          <a:off x="3575368" y="4940618"/>
          <a:ext cx="1400175" cy="1195387"/>
        </p:xfrm>
        <a:graphic>
          <a:graphicData uri="http://schemas.openxmlformats.org/presentationml/2006/ole">
            <mc:AlternateContent xmlns:mc="http://schemas.openxmlformats.org/markup-compatibility/2006">
              <mc:Choice xmlns:v="urn:schemas-microsoft-com:vml" Requires="v">
                <p:oleObj spid="_x0000_s3130" name="" r:id="rId30" imgW="452755" imgH="382905" progId="Equation.3">
                  <p:embed/>
                </p:oleObj>
              </mc:Choice>
              <mc:Fallback>
                <p:oleObj name="" r:id="rId30" imgW="452755" imgH="382905" progId="Equation.3">
                  <p:embed/>
                  <p:pic>
                    <p:nvPicPr>
                      <p:cNvPr id="0" name="图片 3129"/>
                      <p:cNvPicPr/>
                      <p:nvPr/>
                    </p:nvPicPr>
                    <p:blipFill>
                      <a:blip r:embed="rId31">
                        <a:clrChange>
                          <a:clrFrom>
                            <a:srgbClr val="000000"/>
                          </a:clrFrom>
                          <a:clrTo>
                            <a:srgbClr val="000080"/>
                          </a:clrTo>
                        </a:clrChange>
                      </a:blip>
                      <a:stretch>
                        <a:fillRect/>
                      </a:stretch>
                    </p:blipFill>
                    <p:spPr>
                      <a:xfrm>
                        <a:off x="3575368" y="4940618"/>
                        <a:ext cx="1400175" cy="1195387"/>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6678" name="Object 38"/>
          <p:cNvGraphicFramePr>
            <a:graphicFrameLocks noChangeAspect="1"/>
          </p:cNvGraphicFramePr>
          <p:nvPr/>
        </p:nvGraphicFramePr>
        <p:xfrm>
          <a:off x="8904288" y="3356293"/>
          <a:ext cx="2565400" cy="630237"/>
        </p:xfrm>
        <a:graphic>
          <a:graphicData uri="http://schemas.openxmlformats.org/presentationml/2006/ole">
            <mc:AlternateContent xmlns:mc="http://schemas.openxmlformats.org/markup-compatibility/2006">
              <mc:Choice xmlns:v="urn:schemas-microsoft-com:vml" Requires="v">
                <p:oleObj spid="_x0000_s3131" name="" r:id="rId32" imgW="862330" imgH="182880" progId="Equation.3">
                  <p:embed/>
                </p:oleObj>
              </mc:Choice>
              <mc:Fallback>
                <p:oleObj name="" r:id="rId32" imgW="862330" imgH="182880" progId="Equation.3">
                  <p:embed/>
                  <p:pic>
                    <p:nvPicPr>
                      <p:cNvPr id="0" name="图片 3130"/>
                      <p:cNvPicPr/>
                      <p:nvPr/>
                    </p:nvPicPr>
                    <p:blipFill>
                      <a:blip r:embed="rId33">
                        <a:clrChange>
                          <a:clrFrom>
                            <a:srgbClr val="000000"/>
                          </a:clrFrom>
                          <a:clrTo>
                            <a:srgbClr val="990033"/>
                          </a:clrTo>
                        </a:clrChange>
                      </a:blip>
                      <a:stretch>
                        <a:fillRect/>
                      </a:stretch>
                    </p:blipFill>
                    <p:spPr>
                      <a:xfrm>
                        <a:off x="8904288" y="3356293"/>
                        <a:ext cx="2565400" cy="630237"/>
                      </a:xfrm>
                      <a:prstGeom prst="rect">
                        <a:avLst/>
                      </a:prstGeom>
                      <a:gradFill rotWithShape="1">
                        <a:gsLst>
                          <a:gs pos="0">
                            <a:srgbClr val="99CCFF"/>
                          </a:gs>
                          <a:gs pos="50000">
                            <a:schemeClr val="tx2"/>
                          </a:gs>
                          <a:gs pos="100000">
                            <a:srgbClr val="99CCFF"/>
                          </a:gs>
                        </a:gsLst>
                        <a:lin ang="5400000" scaled="1"/>
                        <a:tileRect/>
                      </a:gradFill>
                      <a:ln w="38100">
                        <a:noFill/>
                        <a:miter/>
                      </a:ln>
                    </p:spPr>
                  </p:pic>
                </p:oleObj>
              </mc:Fallback>
            </mc:AlternateContent>
          </a:graphicData>
        </a:graphic>
      </p:graphicFrame>
      <p:grpSp>
        <p:nvGrpSpPr>
          <p:cNvPr id="496681" name="Group 41"/>
          <p:cNvGrpSpPr/>
          <p:nvPr/>
        </p:nvGrpSpPr>
        <p:grpSpPr>
          <a:xfrm>
            <a:off x="6599873" y="4220528"/>
            <a:ext cx="2016125" cy="2093913"/>
            <a:chOff x="4059" y="2160"/>
            <a:chExt cx="1270" cy="1319"/>
          </a:xfrm>
        </p:grpSpPr>
        <p:sp>
          <p:nvSpPr>
            <p:cNvPr id="46099" name="Line 42"/>
            <p:cNvSpPr/>
            <p:nvPr>
              <p:custDataLst>
                <p:tags r:id="rId34"/>
              </p:custDataLst>
            </p:nvPr>
          </p:nvSpPr>
          <p:spPr>
            <a:xfrm>
              <a:off x="4240" y="2206"/>
              <a:ext cx="681" cy="0"/>
            </a:xfrm>
            <a:prstGeom prst="line">
              <a:avLst/>
            </a:prstGeom>
            <a:ln w="28575" cap="sq" cmpd="sng">
              <a:solidFill>
                <a:schemeClr val="accent3"/>
              </a:solidFill>
              <a:prstDash val="solid"/>
              <a:headEnd type="none" w="med" len="med"/>
              <a:tailEnd type="none" w="med" len="med"/>
            </a:ln>
          </p:spPr>
        </p:sp>
        <p:sp>
          <p:nvSpPr>
            <p:cNvPr id="46100" name="Line 43"/>
            <p:cNvSpPr/>
            <p:nvPr>
              <p:custDataLst>
                <p:tags r:id="rId35"/>
              </p:custDataLst>
            </p:nvPr>
          </p:nvSpPr>
          <p:spPr>
            <a:xfrm>
              <a:off x="4240" y="3430"/>
              <a:ext cx="681" cy="0"/>
            </a:xfrm>
            <a:prstGeom prst="line">
              <a:avLst/>
            </a:prstGeom>
            <a:ln w="28575" cap="sq" cmpd="sng">
              <a:solidFill>
                <a:schemeClr val="accent3"/>
              </a:solidFill>
              <a:prstDash val="solid"/>
              <a:headEnd type="none" w="med" len="med"/>
              <a:tailEnd type="none" w="med" len="med"/>
            </a:ln>
          </p:spPr>
        </p:sp>
        <p:sp>
          <p:nvSpPr>
            <p:cNvPr id="46101" name="Line 44"/>
            <p:cNvSpPr/>
            <p:nvPr>
              <p:custDataLst>
                <p:tags r:id="rId36"/>
              </p:custDataLst>
            </p:nvPr>
          </p:nvSpPr>
          <p:spPr>
            <a:xfrm>
              <a:off x="4921" y="2205"/>
              <a:ext cx="0" cy="500"/>
            </a:xfrm>
            <a:prstGeom prst="line">
              <a:avLst/>
            </a:prstGeom>
            <a:ln w="28575" cap="sq" cmpd="sng">
              <a:solidFill>
                <a:schemeClr val="accent3"/>
              </a:solidFill>
              <a:prstDash val="solid"/>
              <a:headEnd type="none" w="med" len="med"/>
              <a:tailEnd type="none" w="med" len="med"/>
            </a:ln>
          </p:spPr>
        </p:sp>
        <p:sp>
          <p:nvSpPr>
            <p:cNvPr id="46102" name="Line 45"/>
            <p:cNvSpPr/>
            <p:nvPr>
              <p:custDataLst>
                <p:tags r:id="rId37"/>
              </p:custDataLst>
            </p:nvPr>
          </p:nvSpPr>
          <p:spPr>
            <a:xfrm flipV="1">
              <a:off x="4921" y="2795"/>
              <a:ext cx="0" cy="635"/>
            </a:xfrm>
            <a:prstGeom prst="line">
              <a:avLst/>
            </a:prstGeom>
            <a:ln w="28575" cap="sq" cmpd="sng">
              <a:solidFill>
                <a:schemeClr val="accent3"/>
              </a:solidFill>
              <a:prstDash val="solid"/>
              <a:headEnd type="none" w="med" len="med"/>
              <a:tailEnd type="none" w="med" len="med"/>
            </a:ln>
          </p:spPr>
        </p:sp>
        <p:grpSp>
          <p:nvGrpSpPr>
            <p:cNvPr id="46103" name="Group 46"/>
            <p:cNvGrpSpPr/>
            <p:nvPr/>
          </p:nvGrpSpPr>
          <p:grpSpPr>
            <a:xfrm>
              <a:off x="4785" y="2705"/>
              <a:ext cx="318" cy="90"/>
              <a:chOff x="4059" y="1117"/>
              <a:chExt cx="318" cy="90"/>
            </a:xfrm>
          </p:grpSpPr>
          <p:sp>
            <p:nvSpPr>
              <p:cNvPr id="46112" name="Line 47"/>
              <p:cNvSpPr/>
              <p:nvPr>
                <p:custDataLst>
                  <p:tags r:id="rId38"/>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6113" name="Line 48"/>
              <p:cNvSpPr/>
              <p:nvPr>
                <p:custDataLst>
                  <p:tags r:id="rId39"/>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sp>
          <p:nvSpPr>
            <p:cNvPr id="46104" name="Oval 49" descr="斜纹布"/>
            <p:cNvSpPr/>
            <p:nvPr>
              <p:custDataLst>
                <p:tags r:id="rId40"/>
              </p:custDataLst>
            </p:nvPr>
          </p:nvSpPr>
          <p:spPr>
            <a:xfrm>
              <a:off x="4150" y="2160"/>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6105" name="Text Box 50" descr="斜纹布"/>
            <p:cNvSpPr txBox="1"/>
            <p:nvPr>
              <p:custDataLst>
                <p:tags r:id="rId41"/>
              </p:custDataLst>
            </p:nvPr>
          </p:nvSpPr>
          <p:spPr>
            <a:xfrm>
              <a:off x="4875" y="2251"/>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6106" name="Text Box 51" descr="斜纹布"/>
            <p:cNvSpPr txBox="1"/>
            <p:nvPr>
              <p:custDataLst>
                <p:tags r:id="rId42"/>
              </p:custDataLst>
            </p:nvPr>
          </p:nvSpPr>
          <p:spPr>
            <a:xfrm>
              <a:off x="4059" y="261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6107" name="Text Box 52" descr="斜纹布"/>
            <p:cNvSpPr txBox="1"/>
            <p:nvPr>
              <p:custDataLst>
                <p:tags r:id="rId43"/>
              </p:custDataLst>
            </p:nvPr>
          </p:nvSpPr>
          <p:spPr>
            <a:xfrm>
              <a:off x="4104" y="2160"/>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6108" name="Text Box 53" descr="斜纹布"/>
            <p:cNvSpPr txBox="1"/>
            <p:nvPr>
              <p:custDataLst>
                <p:tags r:id="rId44"/>
              </p:custDataLst>
            </p:nvPr>
          </p:nvSpPr>
          <p:spPr>
            <a:xfrm>
              <a:off x="4150" y="3111"/>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6109" name="Line 54"/>
            <p:cNvSpPr/>
            <p:nvPr/>
          </p:nvSpPr>
          <p:spPr>
            <a:xfrm>
              <a:off x="4967" y="2342"/>
              <a:ext cx="0" cy="226"/>
            </a:xfrm>
            <a:prstGeom prst="line">
              <a:avLst/>
            </a:prstGeom>
            <a:ln w="28575" cap="sq" cmpd="sng">
              <a:solidFill>
                <a:srgbClr val="00FFFF"/>
              </a:solidFill>
              <a:prstDash val="solid"/>
              <a:headEnd type="none" w="med" len="med"/>
              <a:tailEnd type="triangle" w="med" len="med"/>
            </a:ln>
          </p:spPr>
        </p:sp>
        <p:sp>
          <p:nvSpPr>
            <p:cNvPr id="46110" name="Text Box 55" descr="斜纹布"/>
            <p:cNvSpPr txBox="1"/>
            <p:nvPr>
              <p:custDataLst>
                <p:tags r:id="rId45"/>
              </p:custDataLst>
            </p:nvPr>
          </p:nvSpPr>
          <p:spPr>
            <a:xfrm>
              <a:off x="4830" y="279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6111" name="Oval 56" descr="斜纹布"/>
            <p:cNvSpPr/>
            <p:nvPr>
              <p:custDataLst>
                <p:tags r:id="rId46"/>
              </p:custDataLst>
            </p:nvPr>
          </p:nvSpPr>
          <p:spPr>
            <a:xfrm>
              <a:off x="4150" y="3385"/>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grpSp>
        <p:nvGrpSpPr>
          <p:cNvPr id="496697" name="Group 57"/>
          <p:cNvGrpSpPr/>
          <p:nvPr/>
        </p:nvGrpSpPr>
        <p:grpSpPr>
          <a:xfrm>
            <a:off x="6958648" y="3283903"/>
            <a:ext cx="1223962" cy="720725"/>
            <a:chOff x="4014" y="1933"/>
            <a:chExt cx="771" cy="454"/>
          </a:xfrm>
        </p:grpSpPr>
        <p:sp>
          <p:nvSpPr>
            <p:cNvPr id="46097" name="Line 58"/>
            <p:cNvSpPr/>
            <p:nvPr/>
          </p:nvSpPr>
          <p:spPr>
            <a:xfrm>
              <a:off x="4059" y="1933"/>
              <a:ext cx="0" cy="454"/>
            </a:xfrm>
            <a:prstGeom prst="line">
              <a:avLst/>
            </a:prstGeom>
            <a:ln w="76200" cap="sq" cmpd="sng">
              <a:solidFill>
                <a:srgbClr val="FF0000"/>
              </a:solidFill>
              <a:prstDash val="solid"/>
              <a:headEnd type="none" w="med" len="med"/>
              <a:tailEnd type="triangle" w="med" len="med"/>
            </a:ln>
          </p:spPr>
        </p:sp>
        <p:sp>
          <p:nvSpPr>
            <p:cNvPr id="46098" name="Text Box 59" descr="斜纹布"/>
            <p:cNvSpPr txBox="1"/>
            <p:nvPr>
              <p:custDataLst>
                <p:tags r:id="rId47"/>
              </p:custDataLst>
            </p:nvPr>
          </p:nvSpPr>
          <p:spPr>
            <a:xfrm>
              <a:off x="4014" y="1979"/>
              <a:ext cx="771" cy="29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zh-CN" altLang="en-US" sz="24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等效</a:t>
              </a:r>
              <a:endParaRPr lang="zh-CN" altLang="en-US" sz="24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496700" name="Text Box 60"/>
          <p:cNvSpPr txBox="1"/>
          <p:nvPr/>
        </p:nvSpPr>
        <p:spPr>
          <a:xfrm>
            <a:off x="1991678" y="978376"/>
            <a:ext cx="3311525" cy="58356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spcBef>
                <a:spcPct val="50000"/>
              </a:spcBef>
              <a:buClrTx/>
              <a:buSzTx/>
              <a:buFontTx/>
              <a:buNone/>
            </a:pPr>
            <a:r>
              <a:rPr lang="en-US" altLang="zh-CN" b="1" dirty="0">
                <a:solidFill>
                  <a:schemeClr val="accent1"/>
                </a:solidFill>
                <a:latin typeface="Times New Roman" panose="02020603050405020304" pitchFamily="18" charset="0"/>
                <a:ea typeface="黑体" panose="02010609060101010101" pitchFamily="49" charset="-122"/>
              </a:rPr>
              <a:t>2.</a:t>
            </a:r>
            <a:r>
              <a:rPr lang="zh-CN" altLang="en-US" b="1" dirty="0">
                <a:solidFill>
                  <a:schemeClr val="accent1"/>
                </a:solidFill>
                <a:latin typeface="Times New Roman" panose="02020603050405020304" pitchFamily="18" charset="0"/>
                <a:ea typeface="黑体" panose="02010609060101010101" pitchFamily="49" charset="-122"/>
              </a:rPr>
              <a:t>电容的并联</a:t>
            </a:r>
            <a:endParaRPr lang="zh-CN" altLang="en-US" b="1" dirty="0">
              <a:solidFill>
                <a:schemeClr val="accent1"/>
              </a:solidFill>
              <a:latin typeface="Times New Roman" panose="02020603050405020304" pitchFamily="18" charset="0"/>
              <a:ea typeface="黑体" panose="02010609060101010101" pitchFamily="49" charset="-122"/>
            </a:endParaRPr>
          </a:p>
        </p:txBody>
      </p:sp>
      <p:sp>
        <p:nvSpPr>
          <p:cNvPr id="496701" name="Text Box 61"/>
          <p:cNvSpPr txBox="1"/>
          <p:nvPr>
            <p:custDataLst>
              <p:tags r:id="rId48"/>
            </p:custDataLst>
          </p:nvPr>
        </p:nvSpPr>
        <p:spPr>
          <a:xfrm>
            <a:off x="2134553" y="1626712"/>
            <a:ext cx="2376487" cy="521970"/>
          </a:xfrm>
          <a:prstGeom prst="rect">
            <a:avLst/>
          </a:prstGeom>
          <a:noFill/>
          <a:ln w="28575" cap="flat" cmpd="sng">
            <a:solidFill>
              <a:schemeClr val="accent5"/>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等效电容</a:t>
            </a:r>
            <a:endParaRPr lang="zh-CN" altLang="en-US" sz="28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496700" grpId="0"/>
      <p:bldP spid="496701"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8132" name="Group 8"/>
          <p:cNvGrpSpPr/>
          <p:nvPr/>
        </p:nvGrpSpPr>
        <p:grpSpPr>
          <a:xfrm>
            <a:off x="7464425" y="620713"/>
            <a:ext cx="2520950" cy="2525713"/>
            <a:chOff x="1474" y="527"/>
            <a:chExt cx="1588" cy="1591"/>
          </a:xfrm>
        </p:grpSpPr>
        <p:sp>
          <p:nvSpPr>
            <p:cNvPr id="48158" name="Line 9"/>
            <p:cNvSpPr/>
            <p:nvPr>
              <p:custDataLst>
                <p:tags r:id="rId1"/>
              </p:custDataLst>
            </p:nvPr>
          </p:nvSpPr>
          <p:spPr>
            <a:xfrm>
              <a:off x="1655" y="845"/>
              <a:ext cx="998" cy="0"/>
            </a:xfrm>
            <a:prstGeom prst="line">
              <a:avLst/>
            </a:prstGeom>
            <a:ln w="28575" cap="sq" cmpd="sng">
              <a:solidFill>
                <a:schemeClr val="accent3"/>
              </a:solidFill>
              <a:prstDash val="solid"/>
              <a:headEnd type="none" w="med" len="med"/>
              <a:tailEnd type="none" w="med" len="med"/>
            </a:ln>
          </p:spPr>
        </p:sp>
        <p:sp>
          <p:nvSpPr>
            <p:cNvPr id="48159" name="Line 10"/>
            <p:cNvSpPr/>
            <p:nvPr>
              <p:custDataLst>
                <p:tags r:id="rId2"/>
              </p:custDataLst>
            </p:nvPr>
          </p:nvSpPr>
          <p:spPr>
            <a:xfrm>
              <a:off x="1655" y="2069"/>
              <a:ext cx="998" cy="0"/>
            </a:xfrm>
            <a:prstGeom prst="line">
              <a:avLst/>
            </a:prstGeom>
            <a:ln w="28575" cap="sq" cmpd="sng">
              <a:solidFill>
                <a:schemeClr val="accent3"/>
              </a:solidFill>
              <a:prstDash val="solid"/>
              <a:headEnd type="none" w="med" len="med"/>
              <a:tailEnd type="none" w="med" len="med"/>
            </a:ln>
          </p:spPr>
        </p:sp>
        <p:sp>
          <p:nvSpPr>
            <p:cNvPr id="48160" name="Line 11"/>
            <p:cNvSpPr/>
            <p:nvPr>
              <p:custDataLst>
                <p:tags r:id="rId3"/>
              </p:custDataLst>
            </p:nvPr>
          </p:nvSpPr>
          <p:spPr>
            <a:xfrm>
              <a:off x="2653" y="844"/>
              <a:ext cx="0" cy="500"/>
            </a:xfrm>
            <a:prstGeom prst="line">
              <a:avLst/>
            </a:prstGeom>
            <a:ln w="28575" cap="sq" cmpd="sng">
              <a:solidFill>
                <a:schemeClr val="accent3"/>
              </a:solidFill>
              <a:prstDash val="solid"/>
              <a:headEnd type="none" w="med" len="med"/>
              <a:tailEnd type="none" w="med" len="med"/>
            </a:ln>
          </p:spPr>
        </p:sp>
        <p:sp>
          <p:nvSpPr>
            <p:cNvPr id="48161" name="Line 12"/>
            <p:cNvSpPr/>
            <p:nvPr>
              <p:custDataLst>
                <p:tags r:id="rId4"/>
              </p:custDataLst>
            </p:nvPr>
          </p:nvSpPr>
          <p:spPr>
            <a:xfrm>
              <a:off x="2109" y="845"/>
              <a:ext cx="0" cy="499"/>
            </a:xfrm>
            <a:prstGeom prst="line">
              <a:avLst/>
            </a:prstGeom>
            <a:ln w="28575" cap="sq" cmpd="sng">
              <a:solidFill>
                <a:schemeClr val="accent3"/>
              </a:solidFill>
              <a:prstDash val="solid"/>
              <a:headEnd type="oval" w="med" len="med"/>
              <a:tailEnd type="none" w="med" len="med"/>
            </a:ln>
          </p:spPr>
        </p:sp>
        <p:sp>
          <p:nvSpPr>
            <p:cNvPr id="48162" name="Line 13"/>
            <p:cNvSpPr/>
            <p:nvPr>
              <p:custDataLst>
                <p:tags r:id="rId5"/>
              </p:custDataLst>
            </p:nvPr>
          </p:nvSpPr>
          <p:spPr>
            <a:xfrm flipV="1">
              <a:off x="2653" y="1434"/>
              <a:ext cx="0" cy="635"/>
            </a:xfrm>
            <a:prstGeom prst="line">
              <a:avLst/>
            </a:prstGeom>
            <a:ln w="28575" cap="sq" cmpd="sng">
              <a:solidFill>
                <a:schemeClr val="accent3"/>
              </a:solidFill>
              <a:prstDash val="solid"/>
              <a:headEnd type="none" w="med" len="med"/>
              <a:tailEnd type="none" w="med" len="med"/>
            </a:ln>
          </p:spPr>
        </p:sp>
        <p:grpSp>
          <p:nvGrpSpPr>
            <p:cNvPr id="48163" name="Group 14"/>
            <p:cNvGrpSpPr/>
            <p:nvPr/>
          </p:nvGrpSpPr>
          <p:grpSpPr>
            <a:xfrm>
              <a:off x="2517" y="1344"/>
              <a:ext cx="318" cy="90"/>
              <a:chOff x="4059" y="1117"/>
              <a:chExt cx="318" cy="90"/>
            </a:xfrm>
          </p:grpSpPr>
          <p:sp>
            <p:nvSpPr>
              <p:cNvPr id="48181" name="Line 15"/>
              <p:cNvSpPr/>
              <p:nvPr>
                <p:custDataLst>
                  <p:tags r:id="rId6"/>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8182" name="Line 16"/>
              <p:cNvSpPr/>
              <p:nvPr>
                <p:custDataLst>
                  <p:tags r:id="rId7"/>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grpSp>
          <p:nvGrpSpPr>
            <p:cNvPr id="48164" name="Group 17"/>
            <p:cNvGrpSpPr/>
            <p:nvPr/>
          </p:nvGrpSpPr>
          <p:grpSpPr>
            <a:xfrm>
              <a:off x="1972" y="1344"/>
              <a:ext cx="318" cy="90"/>
              <a:chOff x="4059" y="1117"/>
              <a:chExt cx="318" cy="90"/>
            </a:xfrm>
          </p:grpSpPr>
          <p:sp>
            <p:nvSpPr>
              <p:cNvPr id="48179" name="Line 18"/>
              <p:cNvSpPr/>
              <p:nvPr>
                <p:custDataLst>
                  <p:tags r:id="rId8"/>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8180" name="Line 19"/>
              <p:cNvSpPr/>
              <p:nvPr>
                <p:custDataLst>
                  <p:tags r:id="rId9"/>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sp>
          <p:nvSpPr>
            <p:cNvPr id="48165" name="Oval 20" descr="斜纹布"/>
            <p:cNvSpPr/>
            <p:nvPr>
              <p:custDataLst>
                <p:tags r:id="rId10"/>
              </p:custDataLst>
            </p:nvPr>
          </p:nvSpPr>
          <p:spPr>
            <a:xfrm>
              <a:off x="1565" y="799"/>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8166" name="Oval 21" descr="斜纹布"/>
            <p:cNvSpPr/>
            <p:nvPr>
              <p:custDataLst>
                <p:tags r:id="rId14"/>
              </p:custDataLst>
            </p:nvPr>
          </p:nvSpPr>
          <p:spPr>
            <a:xfrm>
              <a:off x="1565" y="2024"/>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8167" name="Line 22"/>
            <p:cNvSpPr/>
            <p:nvPr>
              <p:custDataLst>
                <p:tags r:id="rId15"/>
              </p:custDataLst>
            </p:nvPr>
          </p:nvSpPr>
          <p:spPr>
            <a:xfrm>
              <a:off x="2109" y="1434"/>
              <a:ext cx="0" cy="635"/>
            </a:xfrm>
            <a:prstGeom prst="line">
              <a:avLst/>
            </a:prstGeom>
            <a:ln w="28575" cap="sq" cmpd="sng">
              <a:solidFill>
                <a:schemeClr val="accent3"/>
              </a:solidFill>
              <a:prstDash val="solid"/>
              <a:headEnd type="none" w="med" len="med"/>
              <a:tailEnd type="oval" w="med" len="med"/>
            </a:ln>
          </p:spPr>
        </p:sp>
        <p:sp>
          <p:nvSpPr>
            <p:cNvPr id="48168" name="Text Box 23" descr="斜纹布"/>
            <p:cNvSpPr txBox="1"/>
            <p:nvPr>
              <p:custDataLst>
                <p:tags r:id="rId16"/>
              </p:custDataLst>
            </p:nvPr>
          </p:nvSpPr>
          <p:spPr>
            <a:xfrm>
              <a:off x="2608" y="93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8169" name="Text Box 24" descr="斜纹布"/>
            <p:cNvSpPr txBox="1"/>
            <p:nvPr>
              <p:custDataLst>
                <p:tags r:id="rId17"/>
              </p:custDataLst>
            </p:nvPr>
          </p:nvSpPr>
          <p:spPr>
            <a:xfrm>
              <a:off x="2064" y="93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8170" name="Text Box 25" descr="斜纹布"/>
            <p:cNvSpPr txBox="1"/>
            <p:nvPr>
              <p:custDataLst>
                <p:tags r:id="rId18"/>
              </p:custDataLst>
            </p:nvPr>
          </p:nvSpPr>
          <p:spPr>
            <a:xfrm>
              <a:off x="1474" y="1253"/>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8171" name="Text Box 26" descr="斜纹布"/>
            <p:cNvSpPr txBox="1"/>
            <p:nvPr>
              <p:custDataLst>
                <p:tags r:id="rId19"/>
              </p:custDataLst>
            </p:nvPr>
          </p:nvSpPr>
          <p:spPr>
            <a:xfrm>
              <a:off x="1519" y="799"/>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8172" name="Text Box 27" descr="斜纹布"/>
            <p:cNvSpPr txBox="1"/>
            <p:nvPr>
              <p:custDataLst>
                <p:tags r:id="rId20"/>
              </p:custDataLst>
            </p:nvPr>
          </p:nvSpPr>
          <p:spPr>
            <a:xfrm>
              <a:off x="1565" y="1750"/>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8173" name="Line 28"/>
            <p:cNvSpPr/>
            <p:nvPr/>
          </p:nvSpPr>
          <p:spPr>
            <a:xfrm>
              <a:off x="2154" y="981"/>
              <a:ext cx="0" cy="226"/>
            </a:xfrm>
            <a:prstGeom prst="line">
              <a:avLst/>
            </a:prstGeom>
            <a:ln w="28575" cap="sq" cmpd="sng">
              <a:solidFill>
                <a:srgbClr val="00FFFF"/>
              </a:solidFill>
              <a:prstDash val="solid"/>
              <a:headEnd type="none" w="med" len="med"/>
              <a:tailEnd type="triangle" w="med" len="med"/>
            </a:ln>
          </p:spPr>
        </p:sp>
        <p:sp>
          <p:nvSpPr>
            <p:cNvPr id="48174" name="Line 29"/>
            <p:cNvSpPr/>
            <p:nvPr/>
          </p:nvSpPr>
          <p:spPr>
            <a:xfrm>
              <a:off x="2699" y="981"/>
              <a:ext cx="0" cy="226"/>
            </a:xfrm>
            <a:prstGeom prst="line">
              <a:avLst/>
            </a:prstGeom>
            <a:ln w="28575" cap="sq" cmpd="sng">
              <a:solidFill>
                <a:srgbClr val="00FFFF"/>
              </a:solidFill>
              <a:prstDash val="solid"/>
              <a:headEnd type="none" w="med" len="med"/>
              <a:tailEnd type="triangle" w="med" len="med"/>
            </a:ln>
          </p:spPr>
        </p:sp>
        <p:sp>
          <p:nvSpPr>
            <p:cNvPr id="48175" name="Text Box 30" descr="斜纹布"/>
            <p:cNvSpPr txBox="1"/>
            <p:nvPr>
              <p:custDataLst>
                <p:tags r:id="rId21"/>
              </p:custDataLst>
            </p:nvPr>
          </p:nvSpPr>
          <p:spPr>
            <a:xfrm>
              <a:off x="2064" y="143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8176" name="Text Box 31" descr="斜纹布"/>
            <p:cNvSpPr txBox="1"/>
            <p:nvPr>
              <p:custDataLst>
                <p:tags r:id="rId22"/>
              </p:custDataLst>
            </p:nvPr>
          </p:nvSpPr>
          <p:spPr>
            <a:xfrm>
              <a:off x="2608" y="143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8177" name="Text Box 32" descr="斜纹布"/>
            <p:cNvSpPr txBox="1"/>
            <p:nvPr>
              <p:custDataLst>
                <p:tags r:id="rId23"/>
              </p:custDataLst>
            </p:nvPr>
          </p:nvSpPr>
          <p:spPr>
            <a:xfrm>
              <a:off x="1701" y="527"/>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8178" name="Line 33"/>
            <p:cNvSpPr/>
            <p:nvPr/>
          </p:nvSpPr>
          <p:spPr>
            <a:xfrm>
              <a:off x="1791" y="890"/>
              <a:ext cx="182" cy="0"/>
            </a:xfrm>
            <a:prstGeom prst="line">
              <a:avLst/>
            </a:prstGeom>
            <a:ln w="28575" cap="sq" cmpd="sng">
              <a:solidFill>
                <a:srgbClr val="00FFFF"/>
              </a:solidFill>
              <a:prstDash val="solid"/>
              <a:headEnd type="none" w="med" len="med"/>
              <a:tailEnd type="triangle" w="med" len="med"/>
            </a:ln>
          </p:spPr>
        </p:sp>
      </p:grpSp>
      <p:graphicFrame>
        <p:nvGraphicFramePr>
          <p:cNvPr id="508962" name="Object 34"/>
          <p:cNvGraphicFramePr>
            <a:graphicFrameLocks noChangeAspect="1"/>
          </p:cNvGraphicFramePr>
          <p:nvPr/>
        </p:nvGraphicFramePr>
        <p:xfrm>
          <a:off x="1991678" y="1916113"/>
          <a:ext cx="1655762" cy="1081087"/>
        </p:xfrm>
        <a:graphic>
          <a:graphicData uri="http://schemas.openxmlformats.org/presentationml/2006/ole">
            <mc:AlternateContent xmlns:mc="http://schemas.openxmlformats.org/markup-compatibility/2006">
              <mc:Choice xmlns:v="urn:schemas-microsoft-com:vml" Requires="v">
                <p:oleObj spid="_x0000_s3136" name="" r:id="rId24" imgW="600710" imgH="382905" progId="Equation.3">
                  <p:embed/>
                </p:oleObj>
              </mc:Choice>
              <mc:Fallback>
                <p:oleObj name="" r:id="rId24" imgW="600710" imgH="382905" progId="Equation.3">
                  <p:embed/>
                  <p:pic>
                    <p:nvPicPr>
                      <p:cNvPr id="0" name="图片 3135"/>
                      <p:cNvPicPr/>
                      <p:nvPr/>
                    </p:nvPicPr>
                    <p:blipFill>
                      <a:blip r:embed="rId25">
                        <a:clrChange>
                          <a:clrFrom>
                            <a:srgbClr val="000000"/>
                          </a:clrFrom>
                          <a:clrTo>
                            <a:srgbClr val="000080"/>
                          </a:clrTo>
                        </a:clrChange>
                      </a:blip>
                      <a:stretch>
                        <a:fillRect/>
                      </a:stretch>
                    </p:blipFill>
                    <p:spPr>
                      <a:xfrm>
                        <a:off x="1991678" y="1916113"/>
                        <a:ext cx="1655762" cy="1081087"/>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508963" name="Object 35"/>
          <p:cNvGraphicFramePr>
            <a:graphicFrameLocks noChangeAspect="1"/>
          </p:cNvGraphicFramePr>
          <p:nvPr/>
        </p:nvGraphicFramePr>
        <p:xfrm>
          <a:off x="4655820" y="1935163"/>
          <a:ext cx="1800225" cy="1133475"/>
        </p:xfrm>
        <a:graphic>
          <a:graphicData uri="http://schemas.openxmlformats.org/presentationml/2006/ole">
            <mc:AlternateContent xmlns:mc="http://schemas.openxmlformats.org/markup-compatibility/2006">
              <mc:Choice xmlns:v="urn:schemas-microsoft-com:vml" Requires="v">
                <p:oleObj spid="_x0000_s3135" name="" r:id="rId26" imgW="626745" imgH="382905" progId="Equation.3">
                  <p:embed/>
                </p:oleObj>
              </mc:Choice>
              <mc:Fallback>
                <p:oleObj name="" r:id="rId26" imgW="626745" imgH="382905" progId="Equation.3">
                  <p:embed/>
                  <p:pic>
                    <p:nvPicPr>
                      <p:cNvPr id="0" name="图片 3134"/>
                      <p:cNvPicPr/>
                      <p:nvPr/>
                    </p:nvPicPr>
                    <p:blipFill>
                      <a:blip r:embed="rId27">
                        <a:clrChange>
                          <a:clrFrom>
                            <a:srgbClr val="000000"/>
                          </a:clrFrom>
                          <a:clrTo>
                            <a:srgbClr val="000080"/>
                          </a:clrTo>
                        </a:clrChange>
                      </a:blip>
                      <a:stretch>
                        <a:fillRect/>
                      </a:stretch>
                    </p:blipFill>
                    <p:spPr>
                      <a:xfrm>
                        <a:off x="4655820" y="1935163"/>
                        <a:ext cx="1800225" cy="1133475"/>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508964" name="Object 36"/>
          <p:cNvGraphicFramePr>
            <a:graphicFrameLocks noChangeAspect="1"/>
          </p:cNvGraphicFramePr>
          <p:nvPr/>
        </p:nvGraphicFramePr>
        <p:xfrm>
          <a:off x="3287713" y="3356610"/>
          <a:ext cx="1546225" cy="1133475"/>
        </p:xfrm>
        <a:graphic>
          <a:graphicData uri="http://schemas.openxmlformats.org/presentationml/2006/ole">
            <mc:AlternateContent xmlns:mc="http://schemas.openxmlformats.org/markup-compatibility/2006">
              <mc:Choice xmlns:v="urn:schemas-microsoft-com:vml" Requires="v">
                <p:oleObj spid="_x0000_s3137" name="" r:id="rId28" imgW="531495" imgH="382905" progId="Equation.3">
                  <p:embed/>
                </p:oleObj>
              </mc:Choice>
              <mc:Fallback>
                <p:oleObj name="" r:id="rId28" imgW="531495" imgH="382905" progId="Equation.3">
                  <p:embed/>
                  <p:pic>
                    <p:nvPicPr>
                      <p:cNvPr id="0" name="图片 3136"/>
                      <p:cNvPicPr/>
                      <p:nvPr/>
                    </p:nvPicPr>
                    <p:blipFill>
                      <a:blip r:embed="rId29">
                        <a:clrChange>
                          <a:clrFrom>
                            <a:srgbClr val="000000"/>
                          </a:clrFrom>
                          <a:clrTo>
                            <a:srgbClr val="000080"/>
                          </a:clrTo>
                        </a:clrChange>
                      </a:blip>
                      <a:stretch>
                        <a:fillRect/>
                      </a:stretch>
                    </p:blipFill>
                    <p:spPr>
                      <a:xfrm>
                        <a:off x="3287713" y="3356610"/>
                        <a:ext cx="1546225" cy="1133475"/>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508967" name="Object 39"/>
          <p:cNvGraphicFramePr>
            <a:graphicFrameLocks noChangeAspect="1"/>
          </p:cNvGraphicFramePr>
          <p:nvPr/>
        </p:nvGraphicFramePr>
        <p:xfrm>
          <a:off x="2135188" y="4724718"/>
          <a:ext cx="1296987" cy="1058862"/>
        </p:xfrm>
        <a:graphic>
          <a:graphicData uri="http://schemas.openxmlformats.org/presentationml/2006/ole">
            <mc:AlternateContent xmlns:mc="http://schemas.openxmlformats.org/markup-compatibility/2006">
              <mc:Choice xmlns:v="urn:schemas-microsoft-com:vml" Requires="v">
                <p:oleObj spid="_x0000_s3138" name="" r:id="rId30" imgW="478790" imgH="382905" progId="Equation.3">
                  <p:embed/>
                </p:oleObj>
              </mc:Choice>
              <mc:Fallback>
                <p:oleObj name="" r:id="rId30" imgW="478790" imgH="382905" progId="Equation.3">
                  <p:embed/>
                  <p:pic>
                    <p:nvPicPr>
                      <p:cNvPr id="0" name="图片 3137"/>
                      <p:cNvPicPr/>
                      <p:nvPr/>
                    </p:nvPicPr>
                    <p:blipFill>
                      <a:blip r:embed="rId31">
                        <a:clrChange>
                          <a:clrFrom>
                            <a:srgbClr val="000000"/>
                          </a:clrFrom>
                          <a:clrTo>
                            <a:srgbClr val="000080"/>
                          </a:clrTo>
                        </a:clrChange>
                      </a:blip>
                      <a:stretch>
                        <a:fillRect/>
                      </a:stretch>
                    </p:blipFill>
                    <p:spPr>
                      <a:xfrm>
                        <a:off x="2135188" y="4724718"/>
                        <a:ext cx="1296987" cy="1058862"/>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508968" name="Object 40"/>
          <p:cNvGraphicFramePr>
            <a:graphicFrameLocks noChangeAspect="1"/>
          </p:cNvGraphicFramePr>
          <p:nvPr/>
        </p:nvGraphicFramePr>
        <p:xfrm>
          <a:off x="4655503" y="4652963"/>
          <a:ext cx="1565275" cy="1195387"/>
        </p:xfrm>
        <a:graphic>
          <a:graphicData uri="http://schemas.openxmlformats.org/presentationml/2006/ole">
            <mc:AlternateContent xmlns:mc="http://schemas.openxmlformats.org/markup-compatibility/2006">
              <mc:Choice xmlns:v="urn:schemas-microsoft-com:vml" Requires="v">
                <p:oleObj spid="_x0000_s3139" name="" r:id="rId32" imgW="513715" imgH="382905" progId="Equation.3">
                  <p:embed/>
                </p:oleObj>
              </mc:Choice>
              <mc:Fallback>
                <p:oleObj name="" r:id="rId32" imgW="513715" imgH="382905" progId="Equation.3">
                  <p:embed/>
                  <p:pic>
                    <p:nvPicPr>
                      <p:cNvPr id="0" name="图片 3138"/>
                      <p:cNvPicPr/>
                      <p:nvPr/>
                    </p:nvPicPr>
                    <p:blipFill>
                      <a:blip r:embed="rId33">
                        <a:clrChange>
                          <a:clrFrom>
                            <a:srgbClr val="000000"/>
                          </a:clrFrom>
                          <a:clrTo>
                            <a:srgbClr val="000080"/>
                          </a:clrTo>
                        </a:clrChange>
                      </a:blip>
                      <a:stretch>
                        <a:fillRect/>
                      </a:stretch>
                    </p:blipFill>
                    <p:spPr>
                      <a:xfrm>
                        <a:off x="4655503" y="4652963"/>
                        <a:ext cx="1565275" cy="1195387"/>
                      </a:xfrm>
                      <a:prstGeom prst="rect">
                        <a:avLst/>
                      </a:prstGeom>
                      <a:solidFill>
                        <a:schemeClr val="tx1">
                          <a:lumMod val="75000"/>
                          <a:lumOff val="25000"/>
                        </a:schemeClr>
                      </a:solidFill>
                      <a:ln w="38100">
                        <a:noFill/>
                        <a:miter/>
                      </a:ln>
                    </p:spPr>
                  </p:pic>
                </p:oleObj>
              </mc:Fallback>
            </mc:AlternateContent>
          </a:graphicData>
        </a:graphic>
      </p:graphicFrame>
      <p:grpSp>
        <p:nvGrpSpPr>
          <p:cNvPr id="48138" name="Group 41"/>
          <p:cNvGrpSpPr/>
          <p:nvPr/>
        </p:nvGrpSpPr>
        <p:grpSpPr>
          <a:xfrm>
            <a:off x="7751763" y="3644900"/>
            <a:ext cx="2016125" cy="2093913"/>
            <a:chOff x="4059" y="2160"/>
            <a:chExt cx="1270" cy="1319"/>
          </a:xfrm>
        </p:grpSpPr>
        <p:sp>
          <p:nvSpPr>
            <p:cNvPr id="48143" name="Line 42"/>
            <p:cNvSpPr/>
            <p:nvPr>
              <p:custDataLst>
                <p:tags r:id="rId34"/>
              </p:custDataLst>
            </p:nvPr>
          </p:nvSpPr>
          <p:spPr>
            <a:xfrm>
              <a:off x="4240" y="2206"/>
              <a:ext cx="681" cy="0"/>
            </a:xfrm>
            <a:prstGeom prst="line">
              <a:avLst/>
            </a:prstGeom>
            <a:ln w="28575" cap="sq" cmpd="sng">
              <a:solidFill>
                <a:schemeClr val="accent3"/>
              </a:solidFill>
              <a:prstDash val="solid"/>
              <a:headEnd type="none" w="med" len="med"/>
              <a:tailEnd type="none" w="med" len="med"/>
            </a:ln>
          </p:spPr>
        </p:sp>
        <p:sp>
          <p:nvSpPr>
            <p:cNvPr id="48144" name="Line 43"/>
            <p:cNvSpPr/>
            <p:nvPr>
              <p:custDataLst>
                <p:tags r:id="rId35"/>
              </p:custDataLst>
            </p:nvPr>
          </p:nvSpPr>
          <p:spPr>
            <a:xfrm>
              <a:off x="4240" y="3430"/>
              <a:ext cx="681" cy="0"/>
            </a:xfrm>
            <a:prstGeom prst="line">
              <a:avLst/>
            </a:prstGeom>
            <a:ln w="28575" cap="sq" cmpd="sng">
              <a:solidFill>
                <a:schemeClr val="accent3"/>
              </a:solidFill>
              <a:prstDash val="solid"/>
              <a:headEnd type="none" w="med" len="med"/>
              <a:tailEnd type="none" w="med" len="med"/>
            </a:ln>
          </p:spPr>
        </p:sp>
        <p:sp>
          <p:nvSpPr>
            <p:cNvPr id="48145" name="Line 44"/>
            <p:cNvSpPr/>
            <p:nvPr>
              <p:custDataLst>
                <p:tags r:id="rId36"/>
              </p:custDataLst>
            </p:nvPr>
          </p:nvSpPr>
          <p:spPr>
            <a:xfrm>
              <a:off x="4921" y="2205"/>
              <a:ext cx="0" cy="500"/>
            </a:xfrm>
            <a:prstGeom prst="line">
              <a:avLst/>
            </a:prstGeom>
            <a:ln w="28575" cap="sq" cmpd="sng">
              <a:solidFill>
                <a:schemeClr val="accent3"/>
              </a:solidFill>
              <a:prstDash val="solid"/>
              <a:headEnd type="none" w="med" len="med"/>
              <a:tailEnd type="none" w="med" len="med"/>
            </a:ln>
          </p:spPr>
        </p:sp>
        <p:sp>
          <p:nvSpPr>
            <p:cNvPr id="48146" name="Line 45"/>
            <p:cNvSpPr/>
            <p:nvPr>
              <p:custDataLst>
                <p:tags r:id="rId37"/>
              </p:custDataLst>
            </p:nvPr>
          </p:nvSpPr>
          <p:spPr>
            <a:xfrm flipV="1">
              <a:off x="4921" y="2795"/>
              <a:ext cx="0" cy="635"/>
            </a:xfrm>
            <a:prstGeom prst="line">
              <a:avLst/>
            </a:prstGeom>
            <a:ln w="28575" cap="sq" cmpd="sng">
              <a:solidFill>
                <a:schemeClr val="accent3"/>
              </a:solidFill>
              <a:prstDash val="solid"/>
              <a:headEnd type="none" w="med" len="med"/>
              <a:tailEnd type="none" w="med" len="med"/>
            </a:ln>
          </p:spPr>
        </p:sp>
        <p:grpSp>
          <p:nvGrpSpPr>
            <p:cNvPr id="48147" name="Group 46"/>
            <p:cNvGrpSpPr/>
            <p:nvPr/>
          </p:nvGrpSpPr>
          <p:grpSpPr>
            <a:xfrm>
              <a:off x="4785" y="2705"/>
              <a:ext cx="318" cy="90"/>
              <a:chOff x="4059" y="1117"/>
              <a:chExt cx="318" cy="90"/>
            </a:xfrm>
          </p:grpSpPr>
          <p:sp>
            <p:nvSpPr>
              <p:cNvPr id="48156" name="Line 47"/>
              <p:cNvSpPr/>
              <p:nvPr>
                <p:custDataLst>
                  <p:tags r:id="rId38"/>
                </p:custDataLst>
              </p:nvPr>
            </p:nvSpPr>
            <p:spPr>
              <a:xfrm>
                <a:off x="4059" y="1117"/>
                <a:ext cx="318" cy="0"/>
              </a:xfrm>
              <a:prstGeom prst="line">
                <a:avLst/>
              </a:prstGeom>
              <a:ln w="38100" cap="sq" cmpd="sng">
                <a:solidFill>
                  <a:schemeClr val="accent1"/>
                </a:solidFill>
                <a:prstDash val="solid"/>
                <a:headEnd type="none" w="med" len="med"/>
                <a:tailEnd type="none" w="med" len="med"/>
              </a:ln>
            </p:spPr>
          </p:sp>
          <p:sp>
            <p:nvSpPr>
              <p:cNvPr id="48157" name="Line 48"/>
              <p:cNvSpPr/>
              <p:nvPr>
                <p:custDataLst>
                  <p:tags r:id="rId39"/>
                </p:custDataLst>
              </p:nvPr>
            </p:nvSpPr>
            <p:spPr>
              <a:xfrm>
                <a:off x="4059" y="1207"/>
                <a:ext cx="318" cy="0"/>
              </a:xfrm>
              <a:prstGeom prst="line">
                <a:avLst/>
              </a:prstGeom>
              <a:ln w="38100" cap="sq" cmpd="sng">
                <a:solidFill>
                  <a:schemeClr val="accent1"/>
                </a:solidFill>
                <a:prstDash val="solid"/>
                <a:headEnd type="none" w="med" len="med"/>
                <a:tailEnd type="none" w="med" len="med"/>
              </a:ln>
            </p:spPr>
          </p:sp>
        </p:grpSp>
        <p:sp>
          <p:nvSpPr>
            <p:cNvPr id="48148" name="Oval 49" descr="斜纹布"/>
            <p:cNvSpPr/>
            <p:nvPr>
              <p:custDataLst>
                <p:tags r:id="rId40"/>
              </p:custDataLst>
            </p:nvPr>
          </p:nvSpPr>
          <p:spPr>
            <a:xfrm>
              <a:off x="4150" y="2160"/>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8149" name="Text Box 50" descr="斜纹布"/>
            <p:cNvSpPr txBox="1"/>
            <p:nvPr>
              <p:custDataLst>
                <p:tags r:id="rId41"/>
              </p:custDataLst>
            </p:nvPr>
          </p:nvSpPr>
          <p:spPr>
            <a:xfrm>
              <a:off x="4875" y="2251"/>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8150" name="Text Box 51" descr="斜纹布"/>
            <p:cNvSpPr txBox="1"/>
            <p:nvPr>
              <p:custDataLst>
                <p:tags r:id="rId42"/>
              </p:custDataLst>
            </p:nvPr>
          </p:nvSpPr>
          <p:spPr>
            <a:xfrm>
              <a:off x="4059" y="261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8151" name="Text Box 52" descr="斜纹布"/>
            <p:cNvSpPr txBox="1"/>
            <p:nvPr>
              <p:custDataLst>
                <p:tags r:id="rId43"/>
              </p:custDataLst>
            </p:nvPr>
          </p:nvSpPr>
          <p:spPr>
            <a:xfrm>
              <a:off x="4104" y="2160"/>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8152" name="Text Box 53" descr="斜纹布"/>
            <p:cNvSpPr txBox="1"/>
            <p:nvPr>
              <p:custDataLst>
                <p:tags r:id="rId44"/>
              </p:custDataLst>
            </p:nvPr>
          </p:nvSpPr>
          <p:spPr>
            <a:xfrm>
              <a:off x="4150" y="3111"/>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8153" name="Line 54"/>
            <p:cNvSpPr/>
            <p:nvPr/>
          </p:nvSpPr>
          <p:spPr>
            <a:xfrm>
              <a:off x="4967" y="2342"/>
              <a:ext cx="0" cy="226"/>
            </a:xfrm>
            <a:prstGeom prst="line">
              <a:avLst/>
            </a:prstGeom>
            <a:ln w="28575" cap="sq" cmpd="sng">
              <a:solidFill>
                <a:srgbClr val="00FFFF"/>
              </a:solidFill>
              <a:prstDash val="solid"/>
              <a:headEnd type="none" w="med" len="med"/>
              <a:tailEnd type="triangle" w="med" len="med"/>
            </a:ln>
          </p:spPr>
        </p:sp>
        <p:sp>
          <p:nvSpPr>
            <p:cNvPr id="48154" name="Text Box 55" descr="斜纹布"/>
            <p:cNvSpPr txBox="1"/>
            <p:nvPr>
              <p:custDataLst>
                <p:tags r:id="rId45"/>
              </p:custDataLst>
            </p:nvPr>
          </p:nvSpPr>
          <p:spPr>
            <a:xfrm>
              <a:off x="4830" y="279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C</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8155" name="Oval 56" descr="斜纹布"/>
            <p:cNvSpPr/>
            <p:nvPr>
              <p:custDataLst>
                <p:tags r:id="rId46"/>
              </p:custDataLst>
            </p:nvPr>
          </p:nvSpPr>
          <p:spPr>
            <a:xfrm>
              <a:off x="4150" y="3385"/>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sp>
        <p:nvSpPr>
          <p:cNvPr id="508989" name="Text Box 61"/>
          <p:cNvSpPr txBox="1"/>
          <p:nvPr>
            <p:custDataLst>
              <p:tags r:id="rId47"/>
            </p:custDataLst>
          </p:nvPr>
        </p:nvSpPr>
        <p:spPr>
          <a:xfrm>
            <a:off x="983615" y="1052989"/>
            <a:ext cx="3311525" cy="521970"/>
          </a:xfrm>
          <a:prstGeom prst="rect">
            <a:avLst/>
          </a:prstGeom>
          <a:noFill/>
          <a:ln w="28575" cap="flat" cmpd="sng">
            <a:solidFill>
              <a:schemeClr val="accent5"/>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并联电容的分流</a:t>
            </a:r>
            <a:endParaRPr lang="zh-CN" altLang="en-US" sz="28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508989"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7666" name="Text Box 2"/>
          <p:cNvSpPr txBox="1"/>
          <p:nvPr/>
        </p:nvSpPr>
        <p:spPr>
          <a:xfrm>
            <a:off x="551498" y="908368"/>
            <a:ext cx="4032250" cy="5835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Tx/>
              <a:buSzTx/>
              <a:buFontTx/>
              <a:buNone/>
            </a:pPr>
            <a:r>
              <a:rPr lang="en-US" altLang="zh-CN"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3. </a:t>
            </a:r>
            <a:r>
              <a:rPr lang="zh-CN" altLang="en-US"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电感的串联</a:t>
            </a:r>
            <a:endParaRPr lang="zh-CN" altLang="en-US" b="1" dirty="0">
              <a:solidFill>
                <a:schemeClr val="accent1"/>
              </a:solidFill>
              <a:latin typeface="Times New Roman" panose="02020603050405020304" pitchFamily="18" charset="0"/>
              <a:ea typeface="黑体" panose="02010609060101010101" pitchFamily="49" charset="-122"/>
              <a:sym typeface="Symbol" panose="05050102010706020507" pitchFamily="18" charset="2"/>
            </a:endParaRPr>
          </a:p>
        </p:txBody>
      </p:sp>
      <p:graphicFrame>
        <p:nvGraphicFramePr>
          <p:cNvPr id="497667" name="Object 3"/>
          <p:cNvGraphicFramePr>
            <a:graphicFrameLocks noChangeAspect="1"/>
          </p:cNvGraphicFramePr>
          <p:nvPr/>
        </p:nvGraphicFramePr>
        <p:xfrm>
          <a:off x="1559243" y="2500948"/>
          <a:ext cx="1736725" cy="1071562"/>
        </p:xfrm>
        <a:graphic>
          <a:graphicData uri="http://schemas.openxmlformats.org/presentationml/2006/ole">
            <mc:AlternateContent xmlns:mc="http://schemas.openxmlformats.org/markup-compatibility/2006">
              <mc:Choice xmlns:v="urn:schemas-microsoft-com:vml" Requires="v">
                <p:oleObj spid="_x0000_s3140" name="" r:id="rId4" imgW="592455" imgH="382905" progId="Equation.3">
                  <p:embed/>
                </p:oleObj>
              </mc:Choice>
              <mc:Fallback>
                <p:oleObj name="" r:id="rId4" imgW="592455" imgH="382905" progId="Equation.3">
                  <p:embed/>
                  <p:pic>
                    <p:nvPicPr>
                      <p:cNvPr id="0" name="图片 3139"/>
                      <p:cNvPicPr/>
                      <p:nvPr/>
                    </p:nvPicPr>
                    <p:blipFill>
                      <a:blip r:embed="rId5">
                        <a:clrChange>
                          <a:clrFrom>
                            <a:srgbClr val="000000"/>
                          </a:clrFrom>
                          <a:clrTo>
                            <a:srgbClr val="000080"/>
                          </a:clrTo>
                        </a:clrChange>
                      </a:blip>
                      <a:stretch>
                        <a:fillRect/>
                      </a:stretch>
                    </p:blipFill>
                    <p:spPr>
                      <a:xfrm>
                        <a:off x="1559243" y="2500948"/>
                        <a:ext cx="1736725" cy="1071562"/>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7674" name="Object 10"/>
          <p:cNvGraphicFramePr>
            <a:graphicFrameLocks noChangeAspect="1"/>
          </p:cNvGraphicFramePr>
          <p:nvPr/>
        </p:nvGraphicFramePr>
        <p:xfrm>
          <a:off x="4655503" y="4076700"/>
          <a:ext cx="6018212" cy="1165225"/>
        </p:xfrm>
        <a:graphic>
          <a:graphicData uri="http://schemas.openxmlformats.org/presentationml/2006/ole">
            <mc:AlternateContent xmlns:mc="http://schemas.openxmlformats.org/markup-compatibility/2006">
              <mc:Choice xmlns:v="urn:schemas-microsoft-com:vml" Requires="v">
                <p:oleObj spid="_x0000_s3141" name="" r:id="rId6" imgW="1959610" imgH="382905" progId="Equation.3">
                  <p:embed/>
                </p:oleObj>
              </mc:Choice>
              <mc:Fallback>
                <p:oleObj name="" r:id="rId6" imgW="1959610" imgH="382905" progId="Equation.3">
                  <p:embed/>
                  <p:pic>
                    <p:nvPicPr>
                      <p:cNvPr id="0" name="图片 3140"/>
                      <p:cNvPicPr/>
                      <p:nvPr/>
                    </p:nvPicPr>
                    <p:blipFill>
                      <a:blip r:embed="rId7">
                        <a:clrChange>
                          <a:clrFrom>
                            <a:srgbClr val="000000"/>
                          </a:clrFrom>
                          <a:clrTo>
                            <a:srgbClr val="000080"/>
                          </a:clrTo>
                        </a:clrChange>
                      </a:blip>
                      <a:stretch>
                        <a:fillRect/>
                      </a:stretch>
                    </p:blipFill>
                    <p:spPr>
                      <a:xfrm>
                        <a:off x="4655503" y="4076700"/>
                        <a:ext cx="6018212" cy="1165225"/>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7675" name="Object 11"/>
          <p:cNvGraphicFramePr>
            <a:graphicFrameLocks noChangeAspect="1"/>
          </p:cNvGraphicFramePr>
          <p:nvPr/>
        </p:nvGraphicFramePr>
        <p:xfrm>
          <a:off x="4656138" y="5732463"/>
          <a:ext cx="2808287" cy="758825"/>
        </p:xfrm>
        <a:graphic>
          <a:graphicData uri="http://schemas.openxmlformats.org/presentationml/2006/ole">
            <mc:AlternateContent xmlns:mc="http://schemas.openxmlformats.org/markup-compatibility/2006">
              <mc:Choice xmlns:v="urn:schemas-microsoft-com:vml" Requires="v">
                <p:oleObj spid="_x0000_s3142" name="" r:id="rId8" imgW="722630" imgH="182880" progId="Equation.3">
                  <p:embed/>
                </p:oleObj>
              </mc:Choice>
              <mc:Fallback>
                <p:oleObj name="" r:id="rId8" imgW="722630" imgH="182880" progId="Equation.3">
                  <p:embed/>
                  <p:pic>
                    <p:nvPicPr>
                      <p:cNvPr id="0" name="图片 3141"/>
                      <p:cNvPicPr/>
                      <p:nvPr/>
                    </p:nvPicPr>
                    <p:blipFill>
                      <a:blip r:embed="rId9">
                        <a:clrChange>
                          <a:clrFrom>
                            <a:srgbClr val="000000"/>
                          </a:clrFrom>
                          <a:clrTo>
                            <a:srgbClr val="990033"/>
                          </a:clrTo>
                        </a:clrChange>
                      </a:blip>
                      <a:stretch>
                        <a:fillRect/>
                      </a:stretch>
                    </p:blipFill>
                    <p:spPr>
                      <a:xfrm>
                        <a:off x="4656138" y="5732463"/>
                        <a:ext cx="2808287" cy="758825"/>
                      </a:xfrm>
                      <a:prstGeom prst="rect">
                        <a:avLst/>
                      </a:prstGeom>
                      <a:noFill/>
                      <a:ln w="38100">
                        <a:noFill/>
                        <a:miter/>
                      </a:ln>
                    </p:spPr>
                  </p:pic>
                </p:oleObj>
              </mc:Fallback>
            </mc:AlternateContent>
          </a:graphicData>
        </a:graphic>
      </p:graphicFrame>
      <p:grpSp>
        <p:nvGrpSpPr>
          <p:cNvPr id="497676" name="Group 12"/>
          <p:cNvGrpSpPr/>
          <p:nvPr/>
        </p:nvGrpSpPr>
        <p:grpSpPr>
          <a:xfrm>
            <a:off x="4872990" y="1051560"/>
            <a:ext cx="2520950" cy="2817813"/>
            <a:chOff x="2290" y="2069"/>
            <a:chExt cx="1588" cy="1775"/>
          </a:xfrm>
        </p:grpSpPr>
        <p:sp>
          <p:nvSpPr>
            <p:cNvPr id="49186" name="Line 13"/>
            <p:cNvSpPr/>
            <p:nvPr>
              <p:custDataLst>
                <p:tags r:id="rId10"/>
              </p:custDataLst>
            </p:nvPr>
          </p:nvSpPr>
          <p:spPr>
            <a:xfrm>
              <a:off x="2562" y="2478"/>
              <a:ext cx="726" cy="0"/>
            </a:xfrm>
            <a:prstGeom prst="line">
              <a:avLst/>
            </a:prstGeom>
            <a:ln w="28575" cap="sq" cmpd="sng">
              <a:solidFill>
                <a:schemeClr val="accent3"/>
              </a:solidFill>
              <a:prstDash val="solid"/>
              <a:headEnd type="none" w="med" len="med"/>
              <a:tailEnd type="none" w="med" len="med"/>
            </a:ln>
          </p:spPr>
        </p:sp>
        <p:sp>
          <p:nvSpPr>
            <p:cNvPr id="49187" name="Line 14"/>
            <p:cNvSpPr/>
            <p:nvPr>
              <p:custDataLst>
                <p:tags r:id="rId11"/>
              </p:custDataLst>
            </p:nvPr>
          </p:nvSpPr>
          <p:spPr>
            <a:xfrm>
              <a:off x="2562" y="3703"/>
              <a:ext cx="726" cy="0"/>
            </a:xfrm>
            <a:prstGeom prst="line">
              <a:avLst/>
            </a:prstGeom>
            <a:ln w="28575" cap="sq" cmpd="sng">
              <a:solidFill>
                <a:schemeClr val="accent3"/>
              </a:solidFill>
              <a:prstDash val="solid"/>
              <a:headEnd type="none" w="med" len="med"/>
              <a:tailEnd type="none" w="med" len="med"/>
            </a:ln>
          </p:spPr>
        </p:sp>
        <p:sp>
          <p:nvSpPr>
            <p:cNvPr id="49188" name="Line 15"/>
            <p:cNvSpPr/>
            <p:nvPr>
              <p:custDataLst>
                <p:tags r:id="rId12"/>
              </p:custDataLst>
            </p:nvPr>
          </p:nvSpPr>
          <p:spPr>
            <a:xfrm>
              <a:off x="3288" y="2478"/>
              <a:ext cx="0" cy="136"/>
            </a:xfrm>
            <a:prstGeom prst="line">
              <a:avLst/>
            </a:prstGeom>
            <a:ln w="28575" cap="sq" cmpd="sng">
              <a:solidFill>
                <a:schemeClr val="accent3"/>
              </a:solidFill>
              <a:prstDash val="solid"/>
              <a:headEnd type="none" w="med" len="med"/>
              <a:tailEnd type="none" w="med" len="med"/>
            </a:ln>
          </p:spPr>
        </p:sp>
        <p:sp>
          <p:nvSpPr>
            <p:cNvPr id="49189" name="Line 16"/>
            <p:cNvSpPr/>
            <p:nvPr>
              <p:custDataLst>
                <p:tags r:id="rId13"/>
              </p:custDataLst>
            </p:nvPr>
          </p:nvSpPr>
          <p:spPr>
            <a:xfrm>
              <a:off x="3288" y="2977"/>
              <a:ext cx="0" cy="182"/>
            </a:xfrm>
            <a:prstGeom prst="line">
              <a:avLst/>
            </a:prstGeom>
            <a:ln w="28575" cap="sq" cmpd="sng">
              <a:solidFill>
                <a:schemeClr val="accent3"/>
              </a:solidFill>
              <a:prstDash val="solid"/>
              <a:headEnd type="none" w="med" len="med"/>
              <a:tailEnd type="none" w="med" len="med"/>
            </a:ln>
          </p:spPr>
        </p:sp>
        <p:sp>
          <p:nvSpPr>
            <p:cNvPr id="49190" name="Line 17"/>
            <p:cNvSpPr/>
            <p:nvPr>
              <p:custDataLst>
                <p:tags r:id="rId14"/>
              </p:custDataLst>
            </p:nvPr>
          </p:nvSpPr>
          <p:spPr>
            <a:xfrm flipV="1">
              <a:off x="3288" y="3521"/>
              <a:ext cx="0" cy="182"/>
            </a:xfrm>
            <a:prstGeom prst="line">
              <a:avLst/>
            </a:prstGeom>
            <a:ln w="28575" cap="sq" cmpd="sng">
              <a:solidFill>
                <a:schemeClr val="accent3"/>
              </a:solidFill>
              <a:prstDash val="solid"/>
              <a:headEnd type="none" w="med" len="med"/>
              <a:tailEnd type="none" w="med" len="med"/>
            </a:ln>
          </p:spPr>
        </p:sp>
        <p:sp>
          <p:nvSpPr>
            <p:cNvPr id="49191" name="Oval 18" descr="斜纹布"/>
            <p:cNvSpPr/>
            <p:nvPr>
              <p:custDataLst>
                <p:tags r:id="rId15"/>
              </p:custDataLst>
            </p:nvPr>
          </p:nvSpPr>
          <p:spPr>
            <a:xfrm>
              <a:off x="2471" y="2433"/>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9192" name="Oval 19" descr="斜纹布"/>
            <p:cNvSpPr/>
            <p:nvPr>
              <p:custDataLst>
                <p:tags r:id="rId16"/>
              </p:custDataLst>
            </p:nvPr>
          </p:nvSpPr>
          <p:spPr>
            <a:xfrm>
              <a:off x="2471" y="3657"/>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9193" name="Text Box 20" descr="斜纹布"/>
            <p:cNvSpPr txBox="1"/>
            <p:nvPr>
              <p:custDataLst>
                <p:tags r:id="rId17"/>
              </p:custDataLst>
            </p:nvPr>
          </p:nvSpPr>
          <p:spPr>
            <a:xfrm>
              <a:off x="3424" y="261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194" name="Text Box 21" descr="斜纹布"/>
            <p:cNvSpPr txBox="1"/>
            <p:nvPr>
              <p:custDataLst>
                <p:tags r:id="rId18"/>
              </p:custDataLst>
            </p:nvPr>
          </p:nvSpPr>
          <p:spPr>
            <a:xfrm>
              <a:off x="2290" y="2886"/>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195" name="Text Box 22" descr="斜纹布"/>
            <p:cNvSpPr txBox="1"/>
            <p:nvPr>
              <p:custDataLst>
                <p:tags r:id="rId19"/>
              </p:custDataLst>
            </p:nvPr>
          </p:nvSpPr>
          <p:spPr>
            <a:xfrm>
              <a:off x="2789" y="320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196" name="Text Box 23" descr="斜纹布"/>
            <p:cNvSpPr txBox="1"/>
            <p:nvPr>
              <p:custDataLst>
                <p:tags r:id="rId20"/>
              </p:custDataLst>
            </p:nvPr>
          </p:nvSpPr>
          <p:spPr>
            <a:xfrm>
              <a:off x="2744" y="261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197" name="Text Box 24" descr="斜纹布"/>
            <p:cNvSpPr txBox="1"/>
            <p:nvPr>
              <p:custDataLst>
                <p:tags r:id="rId21"/>
              </p:custDataLst>
            </p:nvPr>
          </p:nvSpPr>
          <p:spPr>
            <a:xfrm>
              <a:off x="3424" y="320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198" name="Line 25"/>
            <p:cNvSpPr/>
            <p:nvPr/>
          </p:nvSpPr>
          <p:spPr>
            <a:xfrm>
              <a:off x="2653" y="2433"/>
              <a:ext cx="317" cy="0"/>
            </a:xfrm>
            <a:prstGeom prst="line">
              <a:avLst/>
            </a:prstGeom>
            <a:ln w="28575" cap="sq" cmpd="sng">
              <a:solidFill>
                <a:srgbClr val="00FFFF"/>
              </a:solidFill>
              <a:prstDash val="solid"/>
              <a:headEnd type="none" w="med" len="med"/>
              <a:tailEnd type="triangle" w="med" len="med"/>
            </a:ln>
          </p:spPr>
        </p:sp>
        <p:sp>
          <p:nvSpPr>
            <p:cNvPr id="49199" name="Text Box 26" descr="斜纹布"/>
            <p:cNvSpPr txBox="1"/>
            <p:nvPr>
              <p:custDataLst>
                <p:tags r:id="rId22"/>
              </p:custDataLst>
            </p:nvPr>
          </p:nvSpPr>
          <p:spPr>
            <a:xfrm>
              <a:off x="3469" y="2977"/>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200" name="Text Box 27" descr="斜纹布"/>
            <p:cNvSpPr txBox="1"/>
            <p:nvPr>
              <p:custDataLst>
                <p:tags r:id="rId23"/>
              </p:custDataLst>
            </p:nvPr>
          </p:nvSpPr>
          <p:spPr>
            <a:xfrm>
              <a:off x="3469" y="2387"/>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201" name="Text Box 28" descr="斜纹布"/>
            <p:cNvSpPr txBox="1"/>
            <p:nvPr>
              <p:custDataLst>
                <p:tags r:id="rId24"/>
              </p:custDataLst>
            </p:nvPr>
          </p:nvSpPr>
          <p:spPr>
            <a:xfrm>
              <a:off x="2426" y="2433"/>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202" name="Text Box 29" descr="斜纹布"/>
            <p:cNvSpPr txBox="1"/>
            <p:nvPr>
              <p:custDataLst>
                <p:tags r:id="rId25"/>
              </p:custDataLst>
            </p:nvPr>
          </p:nvSpPr>
          <p:spPr>
            <a:xfrm>
              <a:off x="3469" y="2839"/>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9203" name="Text Box 30" descr="斜纹布"/>
            <p:cNvSpPr txBox="1"/>
            <p:nvPr>
              <p:custDataLst>
                <p:tags r:id="rId26"/>
              </p:custDataLst>
            </p:nvPr>
          </p:nvSpPr>
          <p:spPr>
            <a:xfrm>
              <a:off x="3469" y="3476"/>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9204" name="Text Box 31" descr="斜纹布"/>
            <p:cNvSpPr txBox="1"/>
            <p:nvPr>
              <p:custDataLst>
                <p:tags r:id="rId27"/>
              </p:custDataLst>
            </p:nvPr>
          </p:nvSpPr>
          <p:spPr>
            <a:xfrm>
              <a:off x="2562" y="2069"/>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49205" name="Group 32"/>
            <p:cNvGrpSpPr/>
            <p:nvPr/>
          </p:nvGrpSpPr>
          <p:grpSpPr>
            <a:xfrm>
              <a:off x="3288" y="3158"/>
              <a:ext cx="91" cy="363"/>
              <a:chOff x="2744" y="2931"/>
              <a:chExt cx="57" cy="283"/>
            </a:xfrm>
          </p:grpSpPr>
          <p:sp>
            <p:nvSpPr>
              <p:cNvPr id="49210" name="Arc 33"/>
              <p:cNvSpPr/>
              <p:nvPr>
                <p:custDataLst>
                  <p:tags r:id="rId28"/>
                </p:custDataLst>
              </p:nvPr>
            </p:nvSpPr>
            <p:spPr>
              <a:xfrm rot="10800000" flipH="1" flipV="1">
                <a:off x="2744" y="2931"/>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49211" name="Arc 34"/>
              <p:cNvSpPr/>
              <p:nvPr>
                <p:custDataLst>
                  <p:tags r:id="rId29"/>
                </p:custDataLst>
              </p:nvPr>
            </p:nvSpPr>
            <p:spPr>
              <a:xfrm rot="10800000" flipH="1" flipV="1">
                <a:off x="2744" y="3027"/>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49212" name="Arc 35"/>
              <p:cNvSpPr/>
              <p:nvPr>
                <p:custDataLst>
                  <p:tags r:id="rId30"/>
                </p:custDataLst>
              </p:nvPr>
            </p:nvSpPr>
            <p:spPr>
              <a:xfrm rot="10800000" flipH="1" flipV="1">
                <a:off x="2744" y="3123"/>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grpSp>
        <p:grpSp>
          <p:nvGrpSpPr>
            <p:cNvPr id="49206" name="Group 36"/>
            <p:cNvGrpSpPr/>
            <p:nvPr/>
          </p:nvGrpSpPr>
          <p:grpSpPr>
            <a:xfrm>
              <a:off x="3288" y="2614"/>
              <a:ext cx="91" cy="363"/>
              <a:chOff x="2744" y="2931"/>
              <a:chExt cx="57" cy="283"/>
            </a:xfrm>
          </p:grpSpPr>
          <p:sp>
            <p:nvSpPr>
              <p:cNvPr id="49207" name="Arc 37"/>
              <p:cNvSpPr/>
              <p:nvPr>
                <p:custDataLst>
                  <p:tags r:id="rId31"/>
                </p:custDataLst>
              </p:nvPr>
            </p:nvSpPr>
            <p:spPr>
              <a:xfrm rot="10800000" flipH="1" flipV="1">
                <a:off x="2744" y="2931"/>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49208" name="Arc 38"/>
              <p:cNvSpPr/>
              <p:nvPr>
                <p:custDataLst>
                  <p:tags r:id="rId32"/>
                </p:custDataLst>
              </p:nvPr>
            </p:nvSpPr>
            <p:spPr>
              <a:xfrm rot="10800000" flipH="1" flipV="1">
                <a:off x="2744" y="3027"/>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49209" name="Arc 39"/>
              <p:cNvSpPr/>
              <p:nvPr>
                <p:custDataLst>
                  <p:tags r:id="rId33"/>
                </p:custDataLst>
              </p:nvPr>
            </p:nvSpPr>
            <p:spPr>
              <a:xfrm rot="10800000" flipH="1" flipV="1">
                <a:off x="2744" y="3123"/>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grpSp>
      </p:grpSp>
      <p:grpSp>
        <p:nvGrpSpPr>
          <p:cNvPr id="497704" name="Group 40"/>
          <p:cNvGrpSpPr/>
          <p:nvPr/>
        </p:nvGrpSpPr>
        <p:grpSpPr>
          <a:xfrm>
            <a:off x="8328978" y="1556385"/>
            <a:ext cx="1512887" cy="2093913"/>
            <a:chOff x="1701" y="1706"/>
            <a:chExt cx="953" cy="1319"/>
          </a:xfrm>
        </p:grpSpPr>
        <p:sp>
          <p:nvSpPr>
            <p:cNvPr id="49170" name="Line 41"/>
            <p:cNvSpPr/>
            <p:nvPr>
              <p:custDataLst>
                <p:tags r:id="rId34"/>
              </p:custDataLst>
            </p:nvPr>
          </p:nvSpPr>
          <p:spPr>
            <a:xfrm>
              <a:off x="1882" y="1752"/>
              <a:ext cx="681" cy="0"/>
            </a:xfrm>
            <a:prstGeom prst="line">
              <a:avLst/>
            </a:prstGeom>
            <a:ln w="28575" cap="sq" cmpd="sng">
              <a:solidFill>
                <a:schemeClr val="accent3"/>
              </a:solidFill>
              <a:prstDash val="solid"/>
              <a:headEnd type="none" w="med" len="med"/>
              <a:tailEnd type="none" w="med" len="med"/>
            </a:ln>
          </p:spPr>
        </p:sp>
        <p:sp>
          <p:nvSpPr>
            <p:cNvPr id="49171" name="Line 42"/>
            <p:cNvSpPr/>
            <p:nvPr>
              <p:custDataLst>
                <p:tags r:id="rId35"/>
              </p:custDataLst>
            </p:nvPr>
          </p:nvSpPr>
          <p:spPr>
            <a:xfrm>
              <a:off x="1882" y="2976"/>
              <a:ext cx="681" cy="0"/>
            </a:xfrm>
            <a:prstGeom prst="line">
              <a:avLst/>
            </a:prstGeom>
            <a:ln w="28575" cap="sq" cmpd="sng">
              <a:solidFill>
                <a:schemeClr val="accent3"/>
              </a:solidFill>
              <a:prstDash val="solid"/>
              <a:headEnd type="none" w="med" len="med"/>
              <a:tailEnd type="none" w="med" len="med"/>
            </a:ln>
          </p:spPr>
        </p:sp>
        <p:sp>
          <p:nvSpPr>
            <p:cNvPr id="49172" name="Line 43"/>
            <p:cNvSpPr/>
            <p:nvPr>
              <p:custDataLst>
                <p:tags r:id="rId36"/>
              </p:custDataLst>
            </p:nvPr>
          </p:nvSpPr>
          <p:spPr>
            <a:xfrm flipH="1">
              <a:off x="2562" y="1751"/>
              <a:ext cx="1" cy="409"/>
            </a:xfrm>
            <a:prstGeom prst="line">
              <a:avLst/>
            </a:prstGeom>
            <a:ln w="28575" cap="sq" cmpd="sng">
              <a:solidFill>
                <a:schemeClr val="accent3"/>
              </a:solidFill>
              <a:prstDash val="solid"/>
              <a:headEnd type="none" w="med" len="med"/>
              <a:tailEnd type="none" w="med" len="med"/>
            </a:ln>
          </p:spPr>
        </p:sp>
        <p:sp>
          <p:nvSpPr>
            <p:cNvPr id="49173" name="Line 44"/>
            <p:cNvSpPr/>
            <p:nvPr>
              <p:custDataLst>
                <p:tags r:id="rId37"/>
              </p:custDataLst>
            </p:nvPr>
          </p:nvSpPr>
          <p:spPr>
            <a:xfrm flipH="1" flipV="1">
              <a:off x="2562" y="2523"/>
              <a:ext cx="1" cy="453"/>
            </a:xfrm>
            <a:prstGeom prst="line">
              <a:avLst/>
            </a:prstGeom>
            <a:ln w="28575" cap="sq" cmpd="sng">
              <a:solidFill>
                <a:schemeClr val="accent3"/>
              </a:solidFill>
              <a:prstDash val="solid"/>
              <a:headEnd type="none" w="med" len="med"/>
              <a:tailEnd type="none" w="med" len="med"/>
            </a:ln>
          </p:spPr>
        </p:sp>
        <p:sp>
          <p:nvSpPr>
            <p:cNvPr id="49174" name="Oval 45" descr="斜纹布"/>
            <p:cNvSpPr/>
            <p:nvPr>
              <p:custDataLst>
                <p:tags r:id="rId38"/>
              </p:custDataLst>
            </p:nvPr>
          </p:nvSpPr>
          <p:spPr>
            <a:xfrm>
              <a:off x="1792" y="1706"/>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49175" name="Text Box 46" descr="斜纹布"/>
            <p:cNvSpPr txBox="1"/>
            <p:nvPr>
              <p:custDataLst>
                <p:tags r:id="rId39"/>
              </p:custDataLst>
            </p:nvPr>
          </p:nvSpPr>
          <p:spPr>
            <a:xfrm>
              <a:off x="2154" y="1797"/>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176" name="Text Box 47" descr="斜纹布"/>
            <p:cNvSpPr txBox="1"/>
            <p:nvPr>
              <p:custDataLst>
                <p:tags r:id="rId40"/>
              </p:custDataLst>
            </p:nvPr>
          </p:nvSpPr>
          <p:spPr>
            <a:xfrm>
              <a:off x="1701" y="2160"/>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177" name="Text Box 48" descr="斜纹布"/>
            <p:cNvSpPr txBox="1"/>
            <p:nvPr>
              <p:custDataLst>
                <p:tags r:id="rId41"/>
              </p:custDataLst>
            </p:nvPr>
          </p:nvSpPr>
          <p:spPr>
            <a:xfrm>
              <a:off x="1792" y="1706"/>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178" name="Text Box 49" descr="斜纹布"/>
            <p:cNvSpPr txBox="1"/>
            <p:nvPr>
              <p:custDataLst>
                <p:tags r:id="rId42"/>
              </p:custDataLst>
            </p:nvPr>
          </p:nvSpPr>
          <p:spPr>
            <a:xfrm>
              <a:off x="1792" y="2657"/>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49179" name="Line 50"/>
            <p:cNvSpPr/>
            <p:nvPr/>
          </p:nvSpPr>
          <p:spPr>
            <a:xfrm>
              <a:off x="2472" y="1842"/>
              <a:ext cx="0" cy="226"/>
            </a:xfrm>
            <a:prstGeom prst="line">
              <a:avLst/>
            </a:prstGeom>
            <a:ln w="28575" cap="sq" cmpd="sng">
              <a:solidFill>
                <a:srgbClr val="00FFFF"/>
              </a:solidFill>
              <a:prstDash val="solid"/>
              <a:headEnd type="none" w="med" len="med"/>
              <a:tailEnd type="triangle" w="med" len="med"/>
            </a:ln>
          </p:spPr>
        </p:sp>
        <p:sp>
          <p:nvSpPr>
            <p:cNvPr id="49180" name="Text Box 51" descr="斜纹布"/>
            <p:cNvSpPr txBox="1"/>
            <p:nvPr>
              <p:custDataLst>
                <p:tags r:id="rId43"/>
              </p:custDataLst>
            </p:nvPr>
          </p:nvSpPr>
          <p:spPr>
            <a:xfrm>
              <a:off x="2200" y="220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181" name="Oval 52" descr="斜纹布"/>
            <p:cNvSpPr/>
            <p:nvPr>
              <p:custDataLst>
                <p:tags r:id="rId44"/>
              </p:custDataLst>
            </p:nvPr>
          </p:nvSpPr>
          <p:spPr>
            <a:xfrm>
              <a:off x="1792" y="2930"/>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nvGrpSpPr>
            <p:cNvPr id="49182" name="Group 53"/>
            <p:cNvGrpSpPr/>
            <p:nvPr/>
          </p:nvGrpSpPr>
          <p:grpSpPr>
            <a:xfrm>
              <a:off x="2562" y="2160"/>
              <a:ext cx="91" cy="363"/>
              <a:chOff x="2744" y="2931"/>
              <a:chExt cx="57" cy="283"/>
            </a:xfrm>
          </p:grpSpPr>
          <p:sp>
            <p:nvSpPr>
              <p:cNvPr id="49183" name="Arc 54"/>
              <p:cNvSpPr/>
              <p:nvPr>
                <p:custDataLst>
                  <p:tags r:id="rId45"/>
                </p:custDataLst>
              </p:nvPr>
            </p:nvSpPr>
            <p:spPr>
              <a:xfrm rot="10800000" flipH="1" flipV="1">
                <a:off x="2744" y="2931"/>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49184" name="Arc 55"/>
              <p:cNvSpPr/>
              <p:nvPr>
                <p:custDataLst>
                  <p:tags r:id="rId46"/>
                </p:custDataLst>
              </p:nvPr>
            </p:nvSpPr>
            <p:spPr>
              <a:xfrm rot="10800000" flipH="1" flipV="1">
                <a:off x="2744" y="3027"/>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49185" name="Arc 56"/>
              <p:cNvSpPr/>
              <p:nvPr>
                <p:custDataLst>
                  <p:tags r:id="rId47"/>
                </p:custDataLst>
              </p:nvPr>
            </p:nvSpPr>
            <p:spPr>
              <a:xfrm rot="10800000" flipH="1" flipV="1">
                <a:off x="2744" y="3123"/>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grpSp>
      </p:grpSp>
      <p:graphicFrame>
        <p:nvGraphicFramePr>
          <p:cNvPr id="497721" name="Object 57"/>
          <p:cNvGraphicFramePr>
            <a:graphicFrameLocks noChangeAspect="1"/>
          </p:cNvGraphicFramePr>
          <p:nvPr/>
        </p:nvGraphicFramePr>
        <p:xfrm>
          <a:off x="1559243" y="4148773"/>
          <a:ext cx="1833562" cy="1071562"/>
        </p:xfrm>
        <a:graphic>
          <a:graphicData uri="http://schemas.openxmlformats.org/presentationml/2006/ole">
            <mc:AlternateContent xmlns:mc="http://schemas.openxmlformats.org/markup-compatibility/2006">
              <mc:Choice xmlns:v="urn:schemas-microsoft-com:vml" Requires="v">
                <p:oleObj spid="_x0000_s3143" name="" r:id="rId48" imgW="626745" imgH="382905" progId="Equation.3">
                  <p:embed/>
                </p:oleObj>
              </mc:Choice>
              <mc:Fallback>
                <p:oleObj name="" r:id="rId48" imgW="626745" imgH="382905" progId="Equation.3">
                  <p:embed/>
                  <p:pic>
                    <p:nvPicPr>
                      <p:cNvPr id="0" name="图片 3142"/>
                      <p:cNvPicPr/>
                      <p:nvPr/>
                    </p:nvPicPr>
                    <p:blipFill>
                      <a:blip r:embed="rId49">
                        <a:clrChange>
                          <a:clrFrom>
                            <a:srgbClr val="000000"/>
                          </a:clrFrom>
                          <a:clrTo>
                            <a:srgbClr val="000080"/>
                          </a:clrTo>
                        </a:clrChange>
                      </a:blip>
                      <a:stretch>
                        <a:fillRect/>
                      </a:stretch>
                    </p:blipFill>
                    <p:spPr>
                      <a:xfrm>
                        <a:off x="1559243" y="4148773"/>
                        <a:ext cx="1833562" cy="1071562"/>
                      </a:xfrm>
                      <a:prstGeom prst="rect">
                        <a:avLst/>
                      </a:prstGeom>
                      <a:solidFill>
                        <a:schemeClr val="tx1">
                          <a:lumMod val="75000"/>
                          <a:lumOff val="25000"/>
                        </a:schemeClr>
                      </a:solidFill>
                      <a:ln w="38100">
                        <a:noFill/>
                        <a:miter/>
                      </a:ln>
                    </p:spPr>
                  </p:pic>
                </p:oleObj>
              </mc:Fallback>
            </mc:AlternateContent>
          </a:graphicData>
        </a:graphic>
      </p:graphicFrame>
      <p:grpSp>
        <p:nvGrpSpPr>
          <p:cNvPr id="497722" name="Group 58"/>
          <p:cNvGrpSpPr/>
          <p:nvPr/>
        </p:nvGrpSpPr>
        <p:grpSpPr>
          <a:xfrm>
            <a:off x="7320915" y="2204085"/>
            <a:ext cx="1223963" cy="576263"/>
            <a:chOff x="2381" y="1298"/>
            <a:chExt cx="771" cy="363"/>
          </a:xfrm>
        </p:grpSpPr>
        <p:sp>
          <p:nvSpPr>
            <p:cNvPr id="49168" name="Line 59"/>
            <p:cNvSpPr/>
            <p:nvPr/>
          </p:nvSpPr>
          <p:spPr>
            <a:xfrm>
              <a:off x="2517" y="1661"/>
              <a:ext cx="545" cy="0"/>
            </a:xfrm>
            <a:prstGeom prst="line">
              <a:avLst/>
            </a:prstGeom>
            <a:ln w="76200" cap="sq" cmpd="sng">
              <a:solidFill>
                <a:srgbClr val="FF0000"/>
              </a:solidFill>
              <a:prstDash val="solid"/>
              <a:headEnd type="none" w="med" len="med"/>
              <a:tailEnd type="triangle" w="med" len="med"/>
            </a:ln>
          </p:spPr>
        </p:sp>
        <p:sp>
          <p:nvSpPr>
            <p:cNvPr id="49169" name="Text Box 60" descr="斜纹布"/>
            <p:cNvSpPr txBox="1"/>
            <p:nvPr>
              <p:custDataLst>
                <p:tags r:id="rId50"/>
              </p:custDataLst>
            </p:nvPr>
          </p:nvSpPr>
          <p:spPr>
            <a:xfrm>
              <a:off x="2381" y="1298"/>
              <a:ext cx="771" cy="29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lgn="ctr">
                <a:spcBef>
                  <a:spcPct val="50000"/>
                </a:spcBef>
                <a:buClrTx/>
                <a:buSzTx/>
                <a:buFontTx/>
                <a:buNone/>
              </a:pPr>
              <a:r>
                <a:rPr lang="zh-CN" altLang="en-US" sz="24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等效</a:t>
              </a:r>
              <a:endParaRPr lang="zh-CN" altLang="en-US" sz="24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497728" name="Text Box 64"/>
          <p:cNvSpPr txBox="1"/>
          <p:nvPr>
            <p:custDataLst>
              <p:tags r:id="rId51"/>
            </p:custDataLst>
          </p:nvPr>
        </p:nvSpPr>
        <p:spPr>
          <a:xfrm>
            <a:off x="1487488" y="1556544"/>
            <a:ext cx="2520950" cy="521970"/>
          </a:xfrm>
          <a:prstGeom prst="rect">
            <a:avLst/>
          </a:prstGeom>
          <a:noFill/>
          <a:ln w="28575" cap="flat" cmpd="sng">
            <a:solidFill>
              <a:schemeClr val="accent5"/>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3"/>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等效电感</a:t>
            </a:r>
            <a:endParaRPr lang="zh-CN" altLang="en-US" sz="28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497666" grpId="0"/>
      <p:bldP spid="497728"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98690" name="Object 2"/>
          <p:cNvGraphicFramePr>
            <a:graphicFrameLocks noChangeAspect="1"/>
          </p:cNvGraphicFramePr>
          <p:nvPr/>
        </p:nvGraphicFramePr>
        <p:xfrm>
          <a:off x="911860" y="1628775"/>
          <a:ext cx="4856163" cy="1160463"/>
        </p:xfrm>
        <a:graphic>
          <a:graphicData uri="http://schemas.openxmlformats.org/presentationml/2006/ole">
            <mc:AlternateContent xmlns:mc="http://schemas.openxmlformats.org/markup-compatibility/2006">
              <mc:Choice xmlns:v="urn:schemas-microsoft-com:vml" Requires="v">
                <p:oleObj spid="_x0000_s3144" name="" r:id="rId1" imgW="1715770" imgH="417830" progId="Equation.3">
                  <p:embed/>
                </p:oleObj>
              </mc:Choice>
              <mc:Fallback>
                <p:oleObj name="" r:id="rId1" imgW="1715770" imgH="417830" progId="Equation.3">
                  <p:embed/>
                  <p:pic>
                    <p:nvPicPr>
                      <p:cNvPr id="0" name="图片 3143"/>
                      <p:cNvPicPr/>
                      <p:nvPr/>
                    </p:nvPicPr>
                    <p:blipFill>
                      <a:blip r:embed="rId2">
                        <a:clrChange>
                          <a:clrFrom>
                            <a:srgbClr val="000000"/>
                          </a:clrFrom>
                          <a:clrTo>
                            <a:srgbClr val="000080"/>
                          </a:clrTo>
                        </a:clrChange>
                      </a:blip>
                      <a:stretch>
                        <a:fillRect/>
                      </a:stretch>
                    </p:blipFill>
                    <p:spPr>
                      <a:xfrm>
                        <a:off x="911860" y="1628775"/>
                        <a:ext cx="4856163" cy="1160463"/>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8697" name="Object 9"/>
          <p:cNvGraphicFramePr>
            <a:graphicFrameLocks noChangeAspect="1"/>
          </p:cNvGraphicFramePr>
          <p:nvPr/>
        </p:nvGraphicFramePr>
        <p:xfrm>
          <a:off x="6240145" y="1629093"/>
          <a:ext cx="4984750" cy="1160462"/>
        </p:xfrm>
        <a:graphic>
          <a:graphicData uri="http://schemas.openxmlformats.org/presentationml/2006/ole">
            <mc:AlternateContent xmlns:mc="http://schemas.openxmlformats.org/markup-compatibility/2006">
              <mc:Choice xmlns:v="urn:schemas-microsoft-com:vml" Requires="v">
                <p:oleObj spid="_x0000_s3145" name="" r:id="rId3" imgW="1767840" imgH="417830" progId="Equation.3">
                  <p:embed/>
                </p:oleObj>
              </mc:Choice>
              <mc:Fallback>
                <p:oleObj name="" r:id="rId3" imgW="1767840" imgH="417830" progId="Equation.3">
                  <p:embed/>
                  <p:pic>
                    <p:nvPicPr>
                      <p:cNvPr id="0" name="图片 3144"/>
                      <p:cNvPicPr/>
                      <p:nvPr/>
                    </p:nvPicPr>
                    <p:blipFill>
                      <a:blip r:embed="rId4">
                        <a:clrChange>
                          <a:clrFrom>
                            <a:srgbClr val="000000"/>
                          </a:clrFrom>
                          <a:clrTo>
                            <a:srgbClr val="000080"/>
                          </a:clrTo>
                        </a:clrChange>
                      </a:blip>
                      <a:stretch>
                        <a:fillRect/>
                      </a:stretch>
                    </p:blipFill>
                    <p:spPr>
                      <a:xfrm>
                        <a:off x="6240145" y="1629093"/>
                        <a:ext cx="4984750" cy="1160462"/>
                      </a:xfrm>
                      <a:prstGeom prst="rect">
                        <a:avLst/>
                      </a:prstGeom>
                      <a:solidFill>
                        <a:schemeClr val="tx1">
                          <a:lumMod val="75000"/>
                          <a:lumOff val="25000"/>
                        </a:schemeClr>
                      </a:solidFill>
                      <a:ln w="38100">
                        <a:noFill/>
                        <a:miter/>
                      </a:ln>
                    </p:spPr>
                  </p:pic>
                </p:oleObj>
              </mc:Fallback>
            </mc:AlternateContent>
          </a:graphicData>
        </a:graphic>
      </p:graphicFrame>
      <p:grpSp>
        <p:nvGrpSpPr>
          <p:cNvPr id="50182" name="Group 10"/>
          <p:cNvGrpSpPr/>
          <p:nvPr/>
        </p:nvGrpSpPr>
        <p:grpSpPr>
          <a:xfrm>
            <a:off x="3001010" y="3154363"/>
            <a:ext cx="2520950" cy="2817813"/>
            <a:chOff x="2290" y="2069"/>
            <a:chExt cx="1588" cy="1775"/>
          </a:xfrm>
        </p:grpSpPr>
        <p:sp>
          <p:nvSpPr>
            <p:cNvPr id="50207" name="Line 11"/>
            <p:cNvSpPr/>
            <p:nvPr>
              <p:custDataLst>
                <p:tags r:id="rId5"/>
              </p:custDataLst>
            </p:nvPr>
          </p:nvSpPr>
          <p:spPr>
            <a:xfrm>
              <a:off x="2562" y="2478"/>
              <a:ext cx="726" cy="0"/>
            </a:xfrm>
            <a:prstGeom prst="line">
              <a:avLst/>
            </a:prstGeom>
            <a:ln w="28575" cap="sq" cmpd="sng">
              <a:solidFill>
                <a:schemeClr val="accent3"/>
              </a:solidFill>
              <a:prstDash val="solid"/>
              <a:headEnd type="none" w="med" len="med"/>
              <a:tailEnd type="none" w="med" len="med"/>
            </a:ln>
          </p:spPr>
        </p:sp>
        <p:sp>
          <p:nvSpPr>
            <p:cNvPr id="50208" name="Line 12"/>
            <p:cNvSpPr/>
            <p:nvPr>
              <p:custDataLst>
                <p:tags r:id="rId6"/>
              </p:custDataLst>
            </p:nvPr>
          </p:nvSpPr>
          <p:spPr>
            <a:xfrm>
              <a:off x="2562" y="3703"/>
              <a:ext cx="726" cy="0"/>
            </a:xfrm>
            <a:prstGeom prst="line">
              <a:avLst/>
            </a:prstGeom>
            <a:ln w="28575" cap="sq" cmpd="sng">
              <a:solidFill>
                <a:schemeClr val="accent3"/>
              </a:solidFill>
              <a:prstDash val="solid"/>
              <a:headEnd type="none" w="med" len="med"/>
              <a:tailEnd type="none" w="med" len="med"/>
            </a:ln>
          </p:spPr>
        </p:sp>
        <p:sp>
          <p:nvSpPr>
            <p:cNvPr id="50209" name="Line 13"/>
            <p:cNvSpPr/>
            <p:nvPr>
              <p:custDataLst>
                <p:tags r:id="rId7"/>
              </p:custDataLst>
            </p:nvPr>
          </p:nvSpPr>
          <p:spPr>
            <a:xfrm>
              <a:off x="3288" y="2478"/>
              <a:ext cx="0" cy="136"/>
            </a:xfrm>
            <a:prstGeom prst="line">
              <a:avLst/>
            </a:prstGeom>
            <a:ln w="28575" cap="sq" cmpd="sng">
              <a:solidFill>
                <a:schemeClr val="accent3"/>
              </a:solidFill>
              <a:prstDash val="solid"/>
              <a:headEnd type="none" w="med" len="med"/>
              <a:tailEnd type="none" w="med" len="med"/>
            </a:ln>
          </p:spPr>
        </p:sp>
        <p:sp>
          <p:nvSpPr>
            <p:cNvPr id="50210" name="Line 14"/>
            <p:cNvSpPr/>
            <p:nvPr>
              <p:custDataLst>
                <p:tags r:id="rId8"/>
              </p:custDataLst>
            </p:nvPr>
          </p:nvSpPr>
          <p:spPr>
            <a:xfrm>
              <a:off x="3288" y="2977"/>
              <a:ext cx="0" cy="182"/>
            </a:xfrm>
            <a:prstGeom prst="line">
              <a:avLst/>
            </a:prstGeom>
            <a:ln w="28575" cap="sq" cmpd="sng">
              <a:solidFill>
                <a:schemeClr val="accent3"/>
              </a:solidFill>
              <a:prstDash val="solid"/>
              <a:headEnd type="none" w="med" len="med"/>
              <a:tailEnd type="none" w="med" len="med"/>
            </a:ln>
          </p:spPr>
        </p:sp>
        <p:sp>
          <p:nvSpPr>
            <p:cNvPr id="50211" name="Line 15"/>
            <p:cNvSpPr/>
            <p:nvPr>
              <p:custDataLst>
                <p:tags r:id="rId9"/>
              </p:custDataLst>
            </p:nvPr>
          </p:nvSpPr>
          <p:spPr>
            <a:xfrm flipV="1">
              <a:off x="3288" y="3521"/>
              <a:ext cx="0" cy="182"/>
            </a:xfrm>
            <a:prstGeom prst="line">
              <a:avLst/>
            </a:prstGeom>
            <a:ln w="28575" cap="sq" cmpd="sng">
              <a:solidFill>
                <a:schemeClr val="accent3"/>
              </a:solidFill>
              <a:prstDash val="solid"/>
              <a:headEnd type="none" w="med" len="med"/>
              <a:tailEnd type="none" w="med" len="med"/>
            </a:ln>
          </p:spPr>
        </p:sp>
        <p:sp>
          <p:nvSpPr>
            <p:cNvPr id="50212" name="Oval 16" descr="斜纹布"/>
            <p:cNvSpPr/>
            <p:nvPr>
              <p:custDataLst>
                <p:tags r:id="rId10"/>
              </p:custDataLst>
            </p:nvPr>
          </p:nvSpPr>
          <p:spPr>
            <a:xfrm>
              <a:off x="2471" y="2433"/>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50213" name="Oval 17" descr="斜纹布"/>
            <p:cNvSpPr/>
            <p:nvPr>
              <p:custDataLst>
                <p:tags r:id="rId14"/>
              </p:custDataLst>
            </p:nvPr>
          </p:nvSpPr>
          <p:spPr>
            <a:xfrm>
              <a:off x="2471" y="3657"/>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50214" name="Text Box 18" descr="斜纹布"/>
            <p:cNvSpPr txBox="1"/>
            <p:nvPr>
              <p:custDataLst>
                <p:tags r:id="rId15"/>
              </p:custDataLst>
            </p:nvPr>
          </p:nvSpPr>
          <p:spPr>
            <a:xfrm>
              <a:off x="3424" y="261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0215" name="Text Box 19" descr="斜纹布"/>
            <p:cNvSpPr txBox="1"/>
            <p:nvPr>
              <p:custDataLst>
                <p:tags r:id="rId16"/>
              </p:custDataLst>
            </p:nvPr>
          </p:nvSpPr>
          <p:spPr>
            <a:xfrm>
              <a:off x="2290" y="2886"/>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0216" name="Text Box 20" descr="斜纹布"/>
            <p:cNvSpPr txBox="1"/>
            <p:nvPr>
              <p:custDataLst>
                <p:tags r:id="rId17"/>
              </p:custDataLst>
            </p:nvPr>
          </p:nvSpPr>
          <p:spPr>
            <a:xfrm>
              <a:off x="2789" y="320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0217" name="Text Box 21" descr="斜纹布"/>
            <p:cNvSpPr txBox="1"/>
            <p:nvPr>
              <p:custDataLst>
                <p:tags r:id="rId18"/>
              </p:custDataLst>
            </p:nvPr>
          </p:nvSpPr>
          <p:spPr>
            <a:xfrm>
              <a:off x="2744" y="261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0218" name="Text Box 22" descr="斜纹布"/>
            <p:cNvSpPr txBox="1"/>
            <p:nvPr>
              <p:custDataLst>
                <p:tags r:id="rId19"/>
              </p:custDataLst>
            </p:nvPr>
          </p:nvSpPr>
          <p:spPr>
            <a:xfrm>
              <a:off x="3424" y="3204"/>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0219" name="Line 23"/>
            <p:cNvSpPr/>
            <p:nvPr/>
          </p:nvSpPr>
          <p:spPr>
            <a:xfrm>
              <a:off x="2653" y="2433"/>
              <a:ext cx="317" cy="0"/>
            </a:xfrm>
            <a:prstGeom prst="line">
              <a:avLst/>
            </a:prstGeom>
            <a:ln w="28575" cap="sq" cmpd="sng">
              <a:solidFill>
                <a:srgbClr val="00FFFF"/>
              </a:solidFill>
              <a:prstDash val="solid"/>
              <a:headEnd type="none" w="med" len="med"/>
              <a:tailEnd type="triangle" w="med" len="med"/>
            </a:ln>
          </p:spPr>
        </p:sp>
        <p:sp>
          <p:nvSpPr>
            <p:cNvPr id="50220" name="Text Box 24" descr="斜纹布"/>
            <p:cNvSpPr txBox="1"/>
            <p:nvPr>
              <p:custDataLst>
                <p:tags r:id="rId20"/>
              </p:custDataLst>
            </p:nvPr>
          </p:nvSpPr>
          <p:spPr>
            <a:xfrm>
              <a:off x="3469" y="2977"/>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0221" name="Text Box 25" descr="斜纹布"/>
            <p:cNvSpPr txBox="1"/>
            <p:nvPr>
              <p:custDataLst>
                <p:tags r:id="rId21"/>
              </p:custDataLst>
            </p:nvPr>
          </p:nvSpPr>
          <p:spPr>
            <a:xfrm>
              <a:off x="3469" y="2387"/>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0222" name="Text Box 26" descr="斜纹布"/>
            <p:cNvSpPr txBox="1"/>
            <p:nvPr>
              <p:custDataLst>
                <p:tags r:id="rId22"/>
              </p:custDataLst>
            </p:nvPr>
          </p:nvSpPr>
          <p:spPr>
            <a:xfrm>
              <a:off x="2426" y="2433"/>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0223" name="Text Box 27" descr="斜纹布"/>
            <p:cNvSpPr txBox="1"/>
            <p:nvPr>
              <p:custDataLst>
                <p:tags r:id="rId23"/>
              </p:custDataLst>
            </p:nvPr>
          </p:nvSpPr>
          <p:spPr>
            <a:xfrm>
              <a:off x="3469" y="2839"/>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50224" name="Text Box 28" descr="斜纹布"/>
            <p:cNvSpPr txBox="1"/>
            <p:nvPr>
              <p:custDataLst>
                <p:tags r:id="rId24"/>
              </p:custDataLst>
            </p:nvPr>
          </p:nvSpPr>
          <p:spPr>
            <a:xfrm>
              <a:off x="3469" y="3476"/>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50225" name="Text Box 29" descr="斜纹布"/>
            <p:cNvSpPr txBox="1"/>
            <p:nvPr>
              <p:custDataLst>
                <p:tags r:id="rId25"/>
              </p:custDataLst>
            </p:nvPr>
          </p:nvSpPr>
          <p:spPr>
            <a:xfrm>
              <a:off x="2562" y="2069"/>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nvGrpSpPr>
            <p:cNvPr id="50226" name="Group 30"/>
            <p:cNvGrpSpPr/>
            <p:nvPr/>
          </p:nvGrpSpPr>
          <p:grpSpPr>
            <a:xfrm>
              <a:off x="3288" y="3158"/>
              <a:ext cx="91" cy="363"/>
              <a:chOff x="2744" y="2931"/>
              <a:chExt cx="57" cy="283"/>
            </a:xfrm>
          </p:grpSpPr>
          <p:sp>
            <p:nvSpPr>
              <p:cNvPr id="50231" name="Arc 31"/>
              <p:cNvSpPr/>
              <p:nvPr>
                <p:custDataLst>
                  <p:tags r:id="rId26"/>
                </p:custDataLst>
              </p:nvPr>
            </p:nvSpPr>
            <p:spPr>
              <a:xfrm rot="10800000" flipH="1" flipV="1">
                <a:off x="2744" y="2931"/>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0232" name="Arc 32"/>
              <p:cNvSpPr/>
              <p:nvPr>
                <p:custDataLst>
                  <p:tags r:id="rId27"/>
                </p:custDataLst>
              </p:nvPr>
            </p:nvSpPr>
            <p:spPr>
              <a:xfrm rot="10800000" flipH="1" flipV="1">
                <a:off x="2744" y="3027"/>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0233" name="Arc 33"/>
              <p:cNvSpPr/>
              <p:nvPr>
                <p:custDataLst>
                  <p:tags r:id="rId28"/>
                </p:custDataLst>
              </p:nvPr>
            </p:nvSpPr>
            <p:spPr>
              <a:xfrm rot="10800000" flipH="1" flipV="1">
                <a:off x="2744" y="3123"/>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grpSp>
        <p:grpSp>
          <p:nvGrpSpPr>
            <p:cNvPr id="50227" name="Group 34"/>
            <p:cNvGrpSpPr/>
            <p:nvPr/>
          </p:nvGrpSpPr>
          <p:grpSpPr>
            <a:xfrm>
              <a:off x="3288" y="2614"/>
              <a:ext cx="91" cy="363"/>
              <a:chOff x="2744" y="2931"/>
              <a:chExt cx="57" cy="283"/>
            </a:xfrm>
          </p:grpSpPr>
          <p:sp>
            <p:nvSpPr>
              <p:cNvPr id="50228" name="Arc 35"/>
              <p:cNvSpPr/>
              <p:nvPr>
                <p:custDataLst>
                  <p:tags r:id="rId29"/>
                </p:custDataLst>
              </p:nvPr>
            </p:nvSpPr>
            <p:spPr>
              <a:xfrm rot="10800000" flipH="1" flipV="1">
                <a:off x="2744" y="2931"/>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0229" name="Arc 36"/>
              <p:cNvSpPr/>
              <p:nvPr>
                <p:custDataLst>
                  <p:tags r:id="rId30"/>
                </p:custDataLst>
              </p:nvPr>
            </p:nvSpPr>
            <p:spPr>
              <a:xfrm rot="10800000" flipH="1" flipV="1">
                <a:off x="2744" y="3027"/>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0230" name="Arc 37"/>
              <p:cNvSpPr/>
              <p:nvPr>
                <p:custDataLst>
                  <p:tags r:id="rId31"/>
                </p:custDataLst>
              </p:nvPr>
            </p:nvSpPr>
            <p:spPr>
              <a:xfrm rot="10800000" flipH="1" flipV="1">
                <a:off x="2744" y="3123"/>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grpSp>
      </p:grpSp>
      <p:grpSp>
        <p:nvGrpSpPr>
          <p:cNvPr id="50183" name="Group 38"/>
          <p:cNvGrpSpPr/>
          <p:nvPr/>
        </p:nvGrpSpPr>
        <p:grpSpPr>
          <a:xfrm>
            <a:off x="6960235" y="3730625"/>
            <a:ext cx="1512888" cy="2093913"/>
            <a:chOff x="1701" y="1706"/>
            <a:chExt cx="953" cy="1319"/>
          </a:xfrm>
        </p:grpSpPr>
        <p:sp>
          <p:nvSpPr>
            <p:cNvPr id="50191" name="Line 39"/>
            <p:cNvSpPr/>
            <p:nvPr>
              <p:custDataLst>
                <p:tags r:id="rId32"/>
              </p:custDataLst>
            </p:nvPr>
          </p:nvSpPr>
          <p:spPr>
            <a:xfrm>
              <a:off x="1882" y="1752"/>
              <a:ext cx="681" cy="0"/>
            </a:xfrm>
            <a:prstGeom prst="line">
              <a:avLst/>
            </a:prstGeom>
            <a:ln w="28575" cap="sq" cmpd="sng">
              <a:solidFill>
                <a:schemeClr val="accent3"/>
              </a:solidFill>
              <a:prstDash val="solid"/>
              <a:headEnd type="none" w="med" len="med"/>
              <a:tailEnd type="none" w="med" len="med"/>
            </a:ln>
          </p:spPr>
        </p:sp>
        <p:sp>
          <p:nvSpPr>
            <p:cNvPr id="50192" name="Line 40"/>
            <p:cNvSpPr/>
            <p:nvPr>
              <p:custDataLst>
                <p:tags r:id="rId33"/>
              </p:custDataLst>
            </p:nvPr>
          </p:nvSpPr>
          <p:spPr>
            <a:xfrm>
              <a:off x="1882" y="2976"/>
              <a:ext cx="681" cy="0"/>
            </a:xfrm>
            <a:prstGeom prst="line">
              <a:avLst/>
            </a:prstGeom>
            <a:ln w="28575" cap="sq" cmpd="sng">
              <a:solidFill>
                <a:schemeClr val="accent3"/>
              </a:solidFill>
              <a:prstDash val="solid"/>
              <a:headEnd type="none" w="med" len="med"/>
              <a:tailEnd type="none" w="med" len="med"/>
            </a:ln>
          </p:spPr>
        </p:sp>
        <p:sp>
          <p:nvSpPr>
            <p:cNvPr id="50193" name="Line 41"/>
            <p:cNvSpPr/>
            <p:nvPr>
              <p:custDataLst>
                <p:tags r:id="rId34"/>
              </p:custDataLst>
            </p:nvPr>
          </p:nvSpPr>
          <p:spPr>
            <a:xfrm flipH="1">
              <a:off x="2562" y="1751"/>
              <a:ext cx="1" cy="409"/>
            </a:xfrm>
            <a:prstGeom prst="line">
              <a:avLst/>
            </a:prstGeom>
            <a:ln w="28575" cap="sq" cmpd="sng">
              <a:solidFill>
                <a:schemeClr val="accent3"/>
              </a:solidFill>
              <a:prstDash val="solid"/>
              <a:headEnd type="none" w="med" len="med"/>
              <a:tailEnd type="none" w="med" len="med"/>
            </a:ln>
          </p:spPr>
        </p:sp>
        <p:sp>
          <p:nvSpPr>
            <p:cNvPr id="50194" name="Line 42"/>
            <p:cNvSpPr/>
            <p:nvPr>
              <p:custDataLst>
                <p:tags r:id="rId35"/>
              </p:custDataLst>
            </p:nvPr>
          </p:nvSpPr>
          <p:spPr>
            <a:xfrm flipH="1" flipV="1">
              <a:off x="2562" y="2523"/>
              <a:ext cx="1" cy="453"/>
            </a:xfrm>
            <a:prstGeom prst="line">
              <a:avLst/>
            </a:prstGeom>
            <a:ln w="28575" cap="sq" cmpd="sng">
              <a:solidFill>
                <a:schemeClr val="accent3"/>
              </a:solidFill>
              <a:prstDash val="solid"/>
              <a:headEnd type="none" w="med" len="med"/>
              <a:tailEnd type="none" w="med" len="med"/>
            </a:ln>
          </p:spPr>
        </p:sp>
        <p:sp>
          <p:nvSpPr>
            <p:cNvPr id="50195" name="Oval 43" descr="斜纹布"/>
            <p:cNvSpPr/>
            <p:nvPr>
              <p:custDataLst>
                <p:tags r:id="rId36"/>
              </p:custDataLst>
            </p:nvPr>
          </p:nvSpPr>
          <p:spPr>
            <a:xfrm>
              <a:off x="1792" y="1706"/>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50196" name="Text Box 44" descr="斜纹布"/>
            <p:cNvSpPr txBox="1"/>
            <p:nvPr>
              <p:custDataLst>
                <p:tags r:id="rId37"/>
              </p:custDataLst>
            </p:nvPr>
          </p:nvSpPr>
          <p:spPr>
            <a:xfrm>
              <a:off x="2154" y="1797"/>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0197" name="Text Box 45" descr="斜纹布"/>
            <p:cNvSpPr txBox="1"/>
            <p:nvPr>
              <p:custDataLst>
                <p:tags r:id="rId38"/>
              </p:custDataLst>
            </p:nvPr>
          </p:nvSpPr>
          <p:spPr>
            <a:xfrm>
              <a:off x="1701" y="2160"/>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0198" name="Text Box 46" descr="斜纹布"/>
            <p:cNvSpPr txBox="1"/>
            <p:nvPr>
              <p:custDataLst>
                <p:tags r:id="rId39"/>
              </p:custDataLst>
            </p:nvPr>
          </p:nvSpPr>
          <p:spPr>
            <a:xfrm>
              <a:off x="1792" y="1706"/>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0199" name="Text Box 47" descr="斜纹布"/>
            <p:cNvSpPr txBox="1"/>
            <p:nvPr>
              <p:custDataLst>
                <p:tags r:id="rId40"/>
              </p:custDataLst>
            </p:nvPr>
          </p:nvSpPr>
          <p:spPr>
            <a:xfrm>
              <a:off x="1792" y="2657"/>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50200" name="Line 48"/>
            <p:cNvSpPr/>
            <p:nvPr/>
          </p:nvSpPr>
          <p:spPr>
            <a:xfrm>
              <a:off x="2472" y="1842"/>
              <a:ext cx="0" cy="226"/>
            </a:xfrm>
            <a:prstGeom prst="line">
              <a:avLst/>
            </a:prstGeom>
            <a:ln w="28575" cap="sq" cmpd="sng">
              <a:solidFill>
                <a:srgbClr val="00FFFF"/>
              </a:solidFill>
              <a:prstDash val="solid"/>
              <a:headEnd type="none" w="med" len="med"/>
              <a:tailEnd type="triangle" w="med" len="med"/>
            </a:ln>
          </p:spPr>
        </p:sp>
        <p:sp>
          <p:nvSpPr>
            <p:cNvPr id="50201" name="Text Box 49" descr="斜纹布"/>
            <p:cNvSpPr txBox="1"/>
            <p:nvPr>
              <p:custDataLst>
                <p:tags r:id="rId41"/>
              </p:custDataLst>
            </p:nvPr>
          </p:nvSpPr>
          <p:spPr>
            <a:xfrm>
              <a:off x="2200" y="220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0202" name="Oval 50" descr="斜纹布"/>
            <p:cNvSpPr/>
            <p:nvPr>
              <p:custDataLst>
                <p:tags r:id="rId42"/>
              </p:custDataLst>
            </p:nvPr>
          </p:nvSpPr>
          <p:spPr>
            <a:xfrm>
              <a:off x="1792" y="2930"/>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nvGrpSpPr>
            <p:cNvPr id="50203" name="Group 51"/>
            <p:cNvGrpSpPr/>
            <p:nvPr/>
          </p:nvGrpSpPr>
          <p:grpSpPr>
            <a:xfrm>
              <a:off x="2562" y="2160"/>
              <a:ext cx="91" cy="363"/>
              <a:chOff x="2744" y="2931"/>
              <a:chExt cx="57" cy="283"/>
            </a:xfrm>
          </p:grpSpPr>
          <p:sp>
            <p:nvSpPr>
              <p:cNvPr id="50204" name="Arc 52"/>
              <p:cNvSpPr/>
              <p:nvPr>
                <p:custDataLst>
                  <p:tags r:id="rId43"/>
                </p:custDataLst>
              </p:nvPr>
            </p:nvSpPr>
            <p:spPr>
              <a:xfrm rot="10800000" flipH="1" flipV="1">
                <a:off x="2744" y="2931"/>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0205" name="Arc 53"/>
              <p:cNvSpPr/>
              <p:nvPr>
                <p:custDataLst>
                  <p:tags r:id="rId44"/>
                </p:custDataLst>
              </p:nvPr>
            </p:nvSpPr>
            <p:spPr>
              <a:xfrm rot="10800000" flipH="1" flipV="1">
                <a:off x="2744" y="3027"/>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0206" name="Arc 54"/>
              <p:cNvSpPr/>
              <p:nvPr>
                <p:custDataLst>
                  <p:tags r:id="rId45"/>
                </p:custDataLst>
              </p:nvPr>
            </p:nvSpPr>
            <p:spPr>
              <a:xfrm rot="10800000" flipH="1" flipV="1">
                <a:off x="2744" y="3123"/>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grpSp>
      </p:grpSp>
      <p:grpSp>
        <p:nvGrpSpPr>
          <p:cNvPr id="50184" name="Group 55"/>
          <p:cNvGrpSpPr/>
          <p:nvPr/>
        </p:nvGrpSpPr>
        <p:grpSpPr>
          <a:xfrm>
            <a:off x="5520373" y="4306888"/>
            <a:ext cx="1223962" cy="576262"/>
            <a:chOff x="2381" y="1298"/>
            <a:chExt cx="771" cy="363"/>
          </a:xfrm>
        </p:grpSpPr>
        <p:sp>
          <p:nvSpPr>
            <p:cNvPr id="50189" name="Line 56"/>
            <p:cNvSpPr/>
            <p:nvPr/>
          </p:nvSpPr>
          <p:spPr>
            <a:xfrm>
              <a:off x="2517" y="1661"/>
              <a:ext cx="545" cy="0"/>
            </a:xfrm>
            <a:prstGeom prst="line">
              <a:avLst/>
            </a:prstGeom>
            <a:ln w="76200" cap="sq" cmpd="sng">
              <a:solidFill>
                <a:srgbClr val="FF0000"/>
              </a:solidFill>
              <a:prstDash val="solid"/>
              <a:headEnd type="none" w="med" len="med"/>
              <a:tailEnd type="triangle" w="med" len="med"/>
            </a:ln>
          </p:spPr>
        </p:sp>
        <p:sp>
          <p:nvSpPr>
            <p:cNvPr id="50190" name="Text Box 57" descr="斜纹布"/>
            <p:cNvSpPr txBox="1"/>
            <p:nvPr>
              <p:custDataLst>
                <p:tags r:id="rId46"/>
              </p:custDataLst>
            </p:nvPr>
          </p:nvSpPr>
          <p:spPr>
            <a:xfrm>
              <a:off x="2381" y="1298"/>
              <a:ext cx="771" cy="29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lgn="ctr">
                <a:spcBef>
                  <a:spcPct val="50000"/>
                </a:spcBef>
                <a:buClrTx/>
                <a:buSzTx/>
                <a:buFontTx/>
                <a:buNone/>
              </a:pPr>
              <a:r>
                <a:rPr lang="zh-CN" altLang="en-US" sz="24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等效</a:t>
              </a:r>
              <a:endParaRPr lang="zh-CN" altLang="en-US" sz="24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498746" name="Text Box 58"/>
          <p:cNvSpPr txBox="1"/>
          <p:nvPr>
            <p:custDataLst>
              <p:tags r:id="rId47"/>
            </p:custDataLst>
          </p:nvPr>
        </p:nvSpPr>
        <p:spPr>
          <a:xfrm>
            <a:off x="1631950" y="116364"/>
            <a:ext cx="3311525" cy="521970"/>
          </a:xfrm>
          <a:prstGeom prst="rect">
            <a:avLst/>
          </a:prstGeom>
          <a:noFill/>
          <a:ln w="28575" cap="flat" cmpd="sng">
            <a:solidFill>
              <a:schemeClr val="accent5"/>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1"/>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2"/>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3"/>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串联电感的分压</a:t>
            </a:r>
            <a:endParaRPr lang="zh-CN" altLang="en-US" sz="28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498746"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99714" name="Object 2"/>
          <p:cNvGraphicFramePr>
            <a:graphicFrameLocks noChangeAspect="1"/>
          </p:cNvGraphicFramePr>
          <p:nvPr/>
        </p:nvGraphicFramePr>
        <p:xfrm>
          <a:off x="1127443" y="1647508"/>
          <a:ext cx="2663825" cy="1044575"/>
        </p:xfrm>
        <a:graphic>
          <a:graphicData uri="http://schemas.openxmlformats.org/presentationml/2006/ole">
            <mc:AlternateContent xmlns:mc="http://schemas.openxmlformats.org/markup-compatibility/2006">
              <mc:Choice xmlns:v="urn:schemas-microsoft-com:vml" Requires="v">
                <p:oleObj spid="_x0000_s3146" name="" r:id="rId1" imgW="1036320" imgH="417830" progId="Equation.3">
                  <p:embed/>
                </p:oleObj>
              </mc:Choice>
              <mc:Fallback>
                <p:oleObj name="" r:id="rId1" imgW="1036320" imgH="417830" progId="Equation.3">
                  <p:embed/>
                  <p:pic>
                    <p:nvPicPr>
                      <p:cNvPr id="0" name="图片 3145"/>
                      <p:cNvPicPr/>
                      <p:nvPr/>
                    </p:nvPicPr>
                    <p:blipFill>
                      <a:blip r:embed="rId2">
                        <a:clrChange>
                          <a:clrFrom>
                            <a:srgbClr val="000000"/>
                          </a:clrFrom>
                          <a:clrTo>
                            <a:srgbClr val="000080"/>
                          </a:clrTo>
                        </a:clrChange>
                      </a:blip>
                      <a:stretch>
                        <a:fillRect/>
                      </a:stretch>
                    </p:blipFill>
                    <p:spPr>
                      <a:xfrm>
                        <a:off x="1127443" y="1647508"/>
                        <a:ext cx="2663825" cy="1044575"/>
                      </a:xfrm>
                      <a:prstGeom prst="rect">
                        <a:avLst/>
                      </a:prstGeom>
                      <a:solidFill>
                        <a:schemeClr val="tx1">
                          <a:lumMod val="75000"/>
                          <a:lumOff val="25000"/>
                        </a:schemeClr>
                      </a:solidFill>
                      <a:ln w="38100">
                        <a:noFill/>
                        <a:miter/>
                      </a:ln>
                    </p:spPr>
                  </p:pic>
                </p:oleObj>
              </mc:Fallback>
            </mc:AlternateContent>
          </a:graphicData>
        </a:graphic>
      </p:graphicFrame>
      <p:grpSp>
        <p:nvGrpSpPr>
          <p:cNvPr id="499721" name="Group 9"/>
          <p:cNvGrpSpPr/>
          <p:nvPr/>
        </p:nvGrpSpPr>
        <p:grpSpPr>
          <a:xfrm>
            <a:off x="5375275" y="1125538"/>
            <a:ext cx="2449513" cy="2093913"/>
            <a:chOff x="3923" y="981"/>
            <a:chExt cx="1543" cy="1319"/>
          </a:xfrm>
        </p:grpSpPr>
        <p:sp>
          <p:nvSpPr>
            <p:cNvPr id="51235" name="Line 10"/>
            <p:cNvSpPr/>
            <p:nvPr>
              <p:custDataLst>
                <p:tags r:id="rId3"/>
              </p:custDataLst>
            </p:nvPr>
          </p:nvSpPr>
          <p:spPr>
            <a:xfrm>
              <a:off x="4104" y="1027"/>
              <a:ext cx="1271" cy="0"/>
            </a:xfrm>
            <a:prstGeom prst="line">
              <a:avLst/>
            </a:prstGeom>
            <a:ln w="28575" cap="sq" cmpd="sng">
              <a:solidFill>
                <a:schemeClr val="accent3"/>
              </a:solidFill>
              <a:prstDash val="solid"/>
              <a:headEnd type="none" w="med" len="med"/>
              <a:tailEnd type="none" w="med" len="med"/>
            </a:ln>
          </p:spPr>
        </p:sp>
        <p:sp>
          <p:nvSpPr>
            <p:cNvPr id="51236" name="Line 11"/>
            <p:cNvSpPr/>
            <p:nvPr>
              <p:custDataLst>
                <p:tags r:id="rId4"/>
              </p:custDataLst>
            </p:nvPr>
          </p:nvSpPr>
          <p:spPr>
            <a:xfrm>
              <a:off x="4104" y="2251"/>
              <a:ext cx="1271" cy="0"/>
            </a:xfrm>
            <a:prstGeom prst="line">
              <a:avLst/>
            </a:prstGeom>
            <a:ln w="28575" cap="sq" cmpd="sng">
              <a:solidFill>
                <a:schemeClr val="accent3"/>
              </a:solidFill>
              <a:prstDash val="solid"/>
              <a:headEnd type="none" w="med" len="med"/>
              <a:tailEnd type="none" w="med" len="med"/>
            </a:ln>
          </p:spPr>
        </p:sp>
        <p:sp>
          <p:nvSpPr>
            <p:cNvPr id="51237" name="Line 12"/>
            <p:cNvSpPr/>
            <p:nvPr>
              <p:custDataLst>
                <p:tags r:id="rId5"/>
              </p:custDataLst>
            </p:nvPr>
          </p:nvSpPr>
          <p:spPr>
            <a:xfrm flipH="1">
              <a:off x="4784" y="1026"/>
              <a:ext cx="1" cy="409"/>
            </a:xfrm>
            <a:prstGeom prst="line">
              <a:avLst/>
            </a:prstGeom>
            <a:ln w="28575" cap="sq" cmpd="sng">
              <a:solidFill>
                <a:schemeClr val="accent3"/>
              </a:solidFill>
              <a:prstDash val="solid"/>
              <a:headEnd type="none" w="med" len="med"/>
              <a:tailEnd type="none" w="med" len="med"/>
            </a:ln>
          </p:spPr>
        </p:sp>
        <p:sp>
          <p:nvSpPr>
            <p:cNvPr id="51238" name="Line 13"/>
            <p:cNvSpPr/>
            <p:nvPr>
              <p:custDataLst>
                <p:tags r:id="rId6"/>
              </p:custDataLst>
            </p:nvPr>
          </p:nvSpPr>
          <p:spPr>
            <a:xfrm flipH="1" flipV="1">
              <a:off x="4784" y="1798"/>
              <a:ext cx="1" cy="453"/>
            </a:xfrm>
            <a:prstGeom prst="line">
              <a:avLst/>
            </a:prstGeom>
            <a:ln w="28575" cap="sq" cmpd="sng">
              <a:solidFill>
                <a:schemeClr val="accent3"/>
              </a:solidFill>
              <a:prstDash val="solid"/>
              <a:headEnd type="none" w="med" len="med"/>
              <a:tailEnd type="none" w="med" len="med"/>
            </a:ln>
          </p:spPr>
        </p:sp>
        <p:sp>
          <p:nvSpPr>
            <p:cNvPr id="51239" name="Oval 14" descr="斜纹布"/>
            <p:cNvSpPr/>
            <p:nvPr>
              <p:custDataLst>
                <p:tags r:id="rId7"/>
              </p:custDataLst>
            </p:nvPr>
          </p:nvSpPr>
          <p:spPr>
            <a:xfrm>
              <a:off x="4014" y="981"/>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51240" name="Text Box 15" descr="斜纹布"/>
            <p:cNvSpPr txBox="1"/>
            <p:nvPr>
              <p:custDataLst>
                <p:tags r:id="rId11"/>
              </p:custDataLst>
            </p:nvPr>
          </p:nvSpPr>
          <p:spPr>
            <a:xfrm>
              <a:off x="3923" y="143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1241" name="Text Box 16" descr="斜纹布"/>
            <p:cNvSpPr txBox="1"/>
            <p:nvPr>
              <p:custDataLst>
                <p:tags r:id="rId12"/>
              </p:custDataLst>
            </p:nvPr>
          </p:nvSpPr>
          <p:spPr>
            <a:xfrm>
              <a:off x="4014" y="981"/>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1242" name="Text Box 17" descr="斜纹布"/>
            <p:cNvSpPr txBox="1"/>
            <p:nvPr>
              <p:custDataLst>
                <p:tags r:id="rId13"/>
              </p:custDataLst>
            </p:nvPr>
          </p:nvSpPr>
          <p:spPr>
            <a:xfrm>
              <a:off x="4014" y="1932"/>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51243" name="Line 18"/>
            <p:cNvSpPr/>
            <p:nvPr/>
          </p:nvSpPr>
          <p:spPr>
            <a:xfrm>
              <a:off x="4694" y="1117"/>
              <a:ext cx="0" cy="226"/>
            </a:xfrm>
            <a:prstGeom prst="line">
              <a:avLst/>
            </a:prstGeom>
            <a:ln w="28575" cap="sq" cmpd="sng">
              <a:solidFill>
                <a:srgbClr val="00FFFF"/>
              </a:solidFill>
              <a:prstDash val="solid"/>
              <a:headEnd type="none" w="med" len="med"/>
              <a:tailEnd type="triangle" w="med" len="med"/>
            </a:ln>
          </p:spPr>
        </p:sp>
        <p:sp>
          <p:nvSpPr>
            <p:cNvPr id="51244" name="Text Box 19" descr="斜纹布"/>
            <p:cNvSpPr txBox="1"/>
            <p:nvPr>
              <p:custDataLst>
                <p:tags r:id="rId14"/>
              </p:custDataLst>
            </p:nvPr>
          </p:nvSpPr>
          <p:spPr>
            <a:xfrm>
              <a:off x="4422" y="1480"/>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1245" name="Oval 20" descr="斜纹布"/>
            <p:cNvSpPr/>
            <p:nvPr>
              <p:custDataLst>
                <p:tags r:id="rId15"/>
              </p:custDataLst>
            </p:nvPr>
          </p:nvSpPr>
          <p:spPr>
            <a:xfrm>
              <a:off x="4014" y="2205"/>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nvGrpSpPr>
            <p:cNvPr id="51246" name="Group 21"/>
            <p:cNvGrpSpPr/>
            <p:nvPr/>
          </p:nvGrpSpPr>
          <p:grpSpPr>
            <a:xfrm>
              <a:off x="4784" y="1435"/>
              <a:ext cx="91" cy="363"/>
              <a:chOff x="2744" y="2931"/>
              <a:chExt cx="57" cy="283"/>
            </a:xfrm>
          </p:grpSpPr>
          <p:sp>
            <p:nvSpPr>
              <p:cNvPr id="51257" name="Arc 22"/>
              <p:cNvSpPr/>
              <p:nvPr>
                <p:custDataLst>
                  <p:tags r:id="rId16"/>
                </p:custDataLst>
              </p:nvPr>
            </p:nvSpPr>
            <p:spPr>
              <a:xfrm rot="10800000" flipH="1" flipV="1">
                <a:off x="2744" y="2931"/>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1258" name="Arc 23"/>
              <p:cNvSpPr/>
              <p:nvPr>
                <p:custDataLst>
                  <p:tags r:id="rId17"/>
                </p:custDataLst>
              </p:nvPr>
            </p:nvSpPr>
            <p:spPr>
              <a:xfrm rot="10800000" flipH="1" flipV="1">
                <a:off x="2744" y="3027"/>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1259" name="Arc 24"/>
              <p:cNvSpPr/>
              <p:nvPr>
                <p:custDataLst>
                  <p:tags r:id="rId18"/>
                </p:custDataLst>
              </p:nvPr>
            </p:nvSpPr>
            <p:spPr>
              <a:xfrm rot="10800000" flipH="1" flipV="1">
                <a:off x="2744" y="3123"/>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grpSp>
        <p:sp>
          <p:nvSpPr>
            <p:cNvPr id="51247" name="Line 25"/>
            <p:cNvSpPr/>
            <p:nvPr>
              <p:custDataLst>
                <p:tags r:id="rId19"/>
              </p:custDataLst>
            </p:nvPr>
          </p:nvSpPr>
          <p:spPr>
            <a:xfrm flipH="1">
              <a:off x="5374" y="1026"/>
              <a:ext cx="1" cy="409"/>
            </a:xfrm>
            <a:prstGeom prst="line">
              <a:avLst/>
            </a:prstGeom>
            <a:ln w="28575" cap="sq" cmpd="sng">
              <a:solidFill>
                <a:schemeClr val="accent3"/>
              </a:solidFill>
              <a:prstDash val="solid"/>
              <a:headEnd type="none" w="med" len="med"/>
              <a:tailEnd type="none" w="med" len="med"/>
            </a:ln>
          </p:spPr>
        </p:sp>
        <p:sp>
          <p:nvSpPr>
            <p:cNvPr id="51248" name="Line 26"/>
            <p:cNvSpPr/>
            <p:nvPr>
              <p:custDataLst>
                <p:tags r:id="rId20"/>
              </p:custDataLst>
            </p:nvPr>
          </p:nvSpPr>
          <p:spPr>
            <a:xfrm flipH="1" flipV="1">
              <a:off x="5374" y="1798"/>
              <a:ext cx="1" cy="453"/>
            </a:xfrm>
            <a:prstGeom prst="line">
              <a:avLst/>
            </a:prstGeom>
            <a:ln w="28575" cap="sq" cmpd="sng">
              <a:solidFill>
                <a:schemeClr val="accent3"/>
              </a:solidFill>
              <a:prstDash val="solid"/>
              <a:headEnd type="none" w="med" len="med"/>
              <a:tailEnd type="none" w="med" len="med"/>
            </a:ln>
          </p:spPr>
        </p:sp>
        <p:sp>
          <p:nvSpPr>
            <p:cNvPr id="51249" name="Line 27"/>
            <p:cNvSpPr/>
            <p:nvPr/>
          </p:nvSpPr>
          <p:spPr>
            <a:xfrm>
              <a:off x="5284" y="1117"/>
              <a:ext cx="0" cy="226"/>
            </a:xfrm>
            <a:prstGeom prst="line">
              <a:avLst/>
            </a:prstGeom>
            <a:ln w="28575" cap="sq" cmpd="sng">
              <a:solidFill>
                <a:srgbClr val="00FFFF"/>
              </a:solidFill>
              <a:prstDash val="solid"/>
              <a:headEnd type="none" w="med" len="med"/>
              <a:tailEnd type="triangle" w="med" len="med"/>
            </a:ln>
          </p:spPr>
        </p:sp>
        <p:grpSp>
          <p:nvGrpSpPr>
            <p:cNvPr id="51250" name="Group 28"/>
            <p:cNvGrpSpPr/>
            <p:nvPr/>
          </p:nvGrpSpPr>
          <p:grpSpPr>
            <a:xfrm>
              <a:off x="5374" y="1435"/>
              <a:ext cx="91" cy="363"/>
              <a:chOff x="2744" y="2931"/>
              <a:chExt cx="57" cy="283"/>
            </a:xfrm>
          </p:grpSpPr>
          <p:sp>
            <p:nvSpPr>
              <p:cNvPr id="51254" name="Arc 29"/>
              <p:cNvSpPr/>
              <p:nvPr>
                <p:custDataLst>
                  <p:tags r:id="rId21"/>
                </p:custDataLst>
              </p:nvPr>
            </p:nvSpPr>
            <p:spPr>
              <a:xfrm rot="10800000" flipH="1" flipV="1">
                <a:off x="2744" y="2931"/>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1255" name="Arc 30"/>
              <p:cNvSpPr/>
              <p:nvPr>
                <p:custDataLst>
                  <p:tags r:id="rId22"/>
                </p:custDataLst>
              </p:nvPr>
            </p:nvSpPr>
            <p:spPr>
              <a:xfrm rot="10800000" flipH="1" flipV="1">
                <a:off x="2744" y="3027"/>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1256" name="Arc 31"/>
              <p:cNvSpPr/>
              <p:nvPr>
                <p:custDataLst>
                  <p:tags r:id="rId23"/>
                </p:custDataLst>
              </p:nvPr>
            </p:nvSpPr>
            <p:spPr>
              <a:xfrm rot="10800000" flipH="1" flipV="1">
                <a:off x="2744" y="3123"/>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grpSp>
        <p:sp>
          <p:nvSpPr>
            <p:cNvPr id="51251" name="Text Box 32" descr="斜纹布"/>
            <p:cNvSpPr txBox="1"/>
            <p:nvPr>
              <p:custDataLst>
                <p:tags r:id="rId24"/>
              </p:custDataLst>
            </p:nvPr>
          </p:nvSpPr>
          <p:spPr>
            <a:xfrm>
              <a:off x="5012" y="1480"/>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1252" name="Text Box 33" descr="斜纹布"/>
            <p:cNvSpPr txBox="1"/>
            <p:nvPr>
              <p:custDataLst>
                <p:tags r:id="rId25"/>
              </p:custDataLst>
            </p:nvPr>
          </p:nvSpPr>
          <p:spPr>
            <a:xfrm>
              <a:off x="4921" y="1026"/>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1253" name="Text Box 34" descr="斜纹布"/>
            <p:cNvSpPr txBox="1"/>
            <p:nvPr>
              <p:custDataLst>
                <p:tags r:id="rId26"/>
              </p:custDataLst>
            </p:nvPr>
          </p:nvSpPr>
          <p:spPr>
            <a:xfrm>
              <a:off x="4332" y="1026"/>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grpSp>
        <p:nvGrpSpPr>
          <p:cNvPr id="499747" name="Group 35"/>
          <p:cNvGrpSpPr/>
          <p:nvPr/>
        </p:nvGrpSpPr>
        <p:grpSpPr>
          <a:xfrm>
            <a:off x="8832850" y="981075"/>
            <a:ext cx="1512888" cy="2093913"/>
            <a:chOff x="1701" y="1706"/>
            <a:chExt cx="953" cy="1319"/>
          </a:xfrm>
        </p:grpSpPr>
        <p:sp>
          <p:nvSpPr>
            <p:cNvPr id="51219" name="Line 36"/>
            <p:cNvSpPr/>
            <p:nvPr>
              <p:custDataLst>
                <p:tags r:id="rId27"/>
              </p:custDataLst>
            </p:nvPr>
          </p:nvSpPr>
          <p:spPr>
            <a:xfrm>
              <a:off x="1882" y="1752"/>
              <a:ext cx="681" cy="0"/>
            </a:xfrm>
            <a:prstGeom prst="line">
              <a:avLst/>
            </a:prstGeom>
            <a:ln w="28575" cap="sq" cmpd="sng">
              <a:solidFill>
                <a:schemeClr val="accent3"/>
              </a:solidFill>
              <a:prstDash val="solid"/>
              <a:headEnd type="none" w="med" len="med"/>
              <a:tailEnd type="none" w="med" len="med"/>
            </a:ln>
          </p:spPr>
        </p:sp>
        <p:sp>
          <p:nvSpPr>
            <p:cNvPr id="51220" name="Line 37"/>
            <p:cNvSpPr/>
            <p:nvPr>
              <p:custDataLst>
                <p:tags r:id="rId28"/>
              </p:custDataLst>
            </p:nvPr>
          </p:nvSpPr>
          <p:spPr>
            <a:xfrm>
              <a:off x="1882" y="2976"/>
              <a:ext cx="681" cy="0"/>
            </a:xfrm>
            <a:prstGeom prst="line">
              <a:avLst/>
            </a:prstGeom>
            <a:ln w="28575" cap="sq" cmpd="sng">
              <a:solidFill>
                <a:schemeClr val="accent3"/>
              </a:solidFill>
              <a:prstDash val="solid"/>
              <a:headEnd type="none" w="med" len="med"/>
              <a:tailEnd type="none" w="med" len="med"/>
            </a:ln>
          </p:spPr>
        </p:sp>
        <p:sp>
          <p:nvSpPr>
            <p:cNvPr id="51221" name="Line 38"/>
            <p:cNvSpPr/>
            <p:nvPr>
              <p:custDataLst>
                <p:tags r:id="rId29"/>
              </p:custDataLst>
            </p:nvPr>
          </p:nvSpPr>
          <p:spPr>
            <a:xfrm flipH="1">
              <a:off x="2562" y="1751"/>
              <a:ext cx="1" cy="409"/>
            </a:xfrm>
            <a:prstGeom prst="line">
              <a:avLst/>
            </a:prstGeom>
            <a:ln w="28575" cap="sq" cmpd="sng">
              <a:solidFill>
                <a:schemeClr val="accent3"/>
              </a:solidFill>
              <a:prstDash val="solid"/>
              <a:headEnd type="none" w="med" len="med"/>
              <a:tailEnd type="none" w="med" len="med"/>
            </a:ln>
          </p:spPr>
        </p:sp>
        <p:sp>
          <p:nvSpPr>
            <p:cNvPr id="51222" name="Line 39"/>
            <p:cNvSpPr/>
            <p:nvPr>
              <p:custDataLst>
                <p:tags r:id="rId30"/>
              </p:custDataLst>
            </p:nvPr>
          </p:nvSpPr>
          <p:spPr>
            <a:xfrm flipH="1" flipV="1">
              <a:off x="2562" y="2523"/>
              <a:ext cx="1" cy="453"/>
            </a:xfrm>
            <a:prstGeom prst="line">
              <a:avLst/>
            </a:prstGeom>
            <a:ln w="28575" cap="sq" cmpd="sng">
              <a:solidFill>
                <a:schemeClr val="accent3"/>
              </a:solidFill>
              <a:prstDash val="solid"/>
              <a:headEnd type="none" w="med" len="med"/>
              <a:tailEnd type="none" w="med" len="med"/>
            </a:ln>
          </p:spPr>
        </p:sp>
        <p:sp>
          <p:nvSpPr>
            <p:cNvPr id="51223" name="Oval 40" descr="斜纹布"/>
            <p:cNvSpPr/>
            <p:nvPr>
              <p:custDataLst>
                <p:tags r:id="rId31"/>
              </p:custDataLst>
            </p:nvPr>
          </p:nvSpPr>
          <p:spPr>
            <a:xfrm>
              <a:off x="1792" y="1706"/>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51224" name="Text Box 41" descr="斜纹布"/>
            <p:cNvSpPr txBox="1"/>
            <p:nvPr>
              <p:custDataLst>
                <p:tags r:id="rId32"/>
              </p:custDataLst>
            </p:nvPr>
          </p:nvSpPr>
          <p:spPr>
            <a:xfrm>
              <a:off x="2154" y="1797"/>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1225" name="Text Box 42" descr="斜纹布"/>
            <p:cNvSpPr txBox="1"/>
            <p:nvPr>
              <p:custDataLst>
                <p:tags r:id="rId33"/>
              </p:custDataLst>
            </p:nvPr>
          </p:nvSpPr>
          <p:spPr>
            <a:xfrm>
              <a:off x="1701" y="2160"/>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1226" name="Text Box 43" descr="斜纹布"/>
            <p:cNvSpPr txBox="1"/>
            <p:nvPr>
              <p:custDataLst>
                <p:tags r:id="rId34"/>
              </p:custDataLst>
            </p:nvPr>
          </p:nvSpPr>
          <p:spPr>
            <a:xfrm>
              <a:off x="1792" y="1706"/>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1227" name="Text Box 44" descr="斜纹布"/>
            <p:cNvSpPr txBox="1"/>
            <p:nvPr>
              <p:custDataLst>
                <p:tags r:id="rId35"/>
              </p:custDataLst>
            </p:nvPr>
          </p:nvSpPr>
          <p:spPr>
            <a:xfrm>
              <a:off x="1792" y="2657"/>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51228" name="Line 45"/>
            <p:cNvSpPr/>
            <p:nvPr/>
          </p:nvSpPr>
          <p:spPr>
            <a:xfrm>
              <a:off x="2472" y="1842"/>
              <a:ext cx="0" cy="226"/>
            </a:xfrm>
            <a:prstGeom prst="line">
              <a:avLst/>
            </a:prstGeom>
            <a:ln w="28575" cap="sq" cmpd="sng">
              <a:solidFill>
                <a:srgbClr val="00FFFF"/>
              </a:solidFill>
              <a:prstDash val="solid"/>
              <a:headEnd type="none" w="med" len="med"/>
              <a:tailEnd type="triangle" w="med" len="med"/>
            </a:ln>
          </p:spPr>
        </p:sp>
        <p:sp>
          <p:nvSpPr>
            <p:cNvPr id="51229" name="Text Box 46" descr="斜纹布"/>
            <p:cNvSpPr txBox="1"/>
            <p:nvPr>
              <p:custDataLst>
                <p:tags r:id="rId36"/>
              </p:custDataLst>
            </p:nvPr>
          </p:nvSpPr>
          <p:spPr>
            <a:xfrm>
              <a:off x="2200" y="220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1230" name="Oval 47" descr="斜纹布"/>
            <p:cNvSpPr/>
            <p:nvPr>
              <p:custDataLst>
                <p:tags r:id="rId37"/>
              </p:custDataLst>
            </p:nvPr>
          </p:nvSpPr>
          <p:spPr>
            <a:xfrm>
              <a:off x="1792" y="2930"/>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nvGrpSpPr>
            <p:cNvPr id="51231" name="Group 48"/>
            <p:cNvGrpSpPr/>
            <p:nvPr/>
          </p:nvGrpSpPr>
          <p:grpSpPr>
            <a:xfrm>
              <a:off x="2562" y="2160"/>
              <a:ext cx="91" cy="363"/>
              <a:chOff x="2744" y="2931"/>
              <a:chExt cx="57" cy="283"/>
            </a:xfrm>
          </p:grpSpPr>
          <p:sp>
            <p:nvSpPr>
              <p:cNvPr id="51232" name="Arc 49"/>
              <p:cNvSpPr/>
              <p:nvPr>
                <p:custDataLst>
                  <p:tags r:id="rId38"/>
                </p:custDataLst>
              </p:nvPr>
            </p:nvSpPr>
            <p:spPr>
              <a:xfrm rot="10800000" flipH="1" flipV="1">
                <a:off x="2744" y="2931"/>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1233" name="Arc 50"/>
              <p:cNvSpPr/>
              <p:nvPr>
                <p:custDataLst>
                  <p:tags r:id="rId39"/>
                </p:custDataLst>
              </p:nvPr>
            </p:nvSpPr>
            <p:spPr>
              <a:xfrm rot="10800000" flipH="1" flipV="1">
                <a:off x="2744" y="3027"/>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1234" name="Arc 51"/>
              <p:cNvSpPr/>
              <p:nvPr>
                <p:custDataLst>
                  <p:tags r:id="rId40"/>
                </p:custDataLst>
              </p:nvPr>
            </p:nvSpPr>
            <p:spPr>
              <a:xfrm rot="10800000" flipH="1" flipV="1">
                <a:off x="2744" y="3123"/>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grpSp>
      </p:grpSp>
      <p:grpSp>
        <p:nvGrpSpPr>
          <p:cNvPr id="499764" name="Group 52"/>
          <p:cNvGrpSpPr/>
          <p:nvPr/>
        </p:nvGrpSpPr>
        <p:grpSpPr>
          <a:xfrm>
            <a:off x="7751763" y="1700213"/>
            <a:ext cx="1223962" cy="647700"/>
            <a:chOff x="3470" y="2840"/>
            <a:chExt cx="771" cy="408"/>
          </a:xfrm>
        </p:grpSpPr>
        <p:sp>
          <p:nvSpPr>
            <p:cNvPr id="51217" name="Line 53"/>
            <p:cNvSpPr/>
            <p:nvPr/>
          </p:nvSpPr>
          <p:spPr>
            <a:xfrm>
              <a:off x="3605" y="3248"/>
              <a:ext cx="545" cy="0"/>
            </a:xfrm>
            <a:prstGeom prst="line">
              <a:avLst/>
            </a:prstGeom>
            <a:ln w="76200" cap="sq" cmpd="sng">
              <a:solidFill>
                <a:srgbClr val="FF0000"/>
              </a:solidFill>
              <a:prstDash val="solid"/>
              <a:headEnd type="none" w="med" len="med"/>
              <a:tailEnd type="triangle" w="med" len="med"/>
            </a:ln>
          </p:spPr>
        </p:sp>
        <p:sp>
          <p:nvSpPr>
            <p:cNvPr id="51218" name="Text Box 54" descr="斜纹布"/>
            <p:cNvSpPr txBox="1"/>
            <p:nvPr>
              <p:custDataLst>
                <p:tags r:id="rId41"/>
              </p:custDataLst>
            </p:nvPr>
          </p:nvSpPr>
          <p:spPr>
            <a:xfrm>
              <a:off x="3470" y="2840"/>
              <a:ext cx="771" cy="29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lgn="ctr">
                <a:spcBef>
                  <a:spcPct val="50000"/>
                </a:spcBef>
                <a:buClrTx/>
                <a:buSzTx/>
                <a:buFontTx/>
                <a:buNone/>
              </a:pPr>
              <a:r>
                <a:rPr lang="zh-CN" altLang="en-US" sz="24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等效</a:t>
              </a:r>
              <a:endParaRPr lang="zh-CN" altLang="en-US" sz="24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graphicFrame>
        <p:nvGraphicFramePr>
          <p:cNvPr id="499767" name="Object 55"/>
          <p:cNvGraphicFramePr>
            <a:graphicFrameLocks noChangeAspect="1"/>
          </p:cNvGraphicFramePr>
          <p:nvPr/>
        </p:nvGraphicFramePr>
        <p:xfrm>
          <a:off x="1127443" y="2780665"/>
          <a:ext cx="2951162" cy="1120775"/>
        </p:xfrm>
        <a:graphic>
          <a:graphicData uri="http://schemas.openxmlformats.org/presentationml/2006/ole">
            <mc:AlternateContent xmlns:mc="http://schemas.openxmlformats.org/markup-compatibility/2006">
              <mc:Choice xmlns:v="urn:schemas-microsoft-com:vml" Requires="v">
                <p:oleObj spid="_x0000_s3147" name="" r:id="rId42" imgW="1071245" imgH="417830" progId="Equation.3">
                  <p:embed/>
                </p:oleObj>
              </mc:Choice>
              <mc:Fallback>
                <p:oleObj name="" r:id="rId42" imgW="1071245" imgH="417830" progId="Equation.3">
                  <p:embed/>
                  <p:pic>
                    <p:nvPicPr>
                      <p:cNvPr id="0" name="图片 3146"/>
                      <p:cNvPicPr/>
                      <p:nvPr/>
                    </p:nvPicPr>
                    <p:blipFill>
                      <a:blip r:embed="rId43">
                        <a:clrChange>
                          <a:clrFrom>
                            <a:srgbClr val="000000"/>
                          </a:clrFrom>
                          <a:clrTo>
                            <a:srgbClr val="000080"/>
                          </a:clrTo>
                        </a:clrChange>
                      </a:blip>
                      <a:stretch>
                        <a:fillRect/>
                      </a:stretch>
                    </p:blipFill>
                    <p:spPr>
                      <a:xfrm>
                        <a:off x="1127443" y="2780665"/>
                        <a:ext cx="2951162" cy="1120775"/>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9768" name="Object 56"/>
          <p:cNvGraphicFramePr>
            <a:graphicFrameLocks noChangeAspect="1"/>
          </p:cNvGraphicFramePr>
          <p:nvPr/>
        </p:nvGraphicFramePr>
        <p:xfrm>
          <a:off x="1056005" y="4004945"/>
          <a:ext cx="5467350" cy="1279525"/>
        </p:xfrm>
        <a:graphic>
          <a:graphicData uri="http://schemas.openxmlformats.org/presentationml/2006/ole">
            <mc:AlternateContent xmlns:mc="http://schemas.openxmlformats.org/markup-compatibility/2006">
              <mc:Choice xmlns:v="urn:schemas-microsoft-com:vml" Requires="v">
                <p:oleObj spid="_x0000_s3151" name="" r:id="rId44" imgW="1941830" imgH="461645" progId="Equation.3">
                  <p:embed/>
                </p:oleObj>
              </mc:Choice>
              <mc:Fallback>
                <p:oleObj name="" r:id="rId44" imgW="1941830" imgH="461645" progId="Equation.3">
                  <p:embed/>
                  <p:pic>
                    <p:nvPicPr>
                      <p:cNvPr id="0" name="图片 3150"/>
                      <p:cNvPicPr/>
                      <p:nvPr/>
                    </p:nvPicPr>
                    <p:blipFill>
                      <a:blip r:embed="rId45">
                        <a:clrChange>
                          <a:clrFrom>
                            <a:srgbClr val="000000"/>
                          </a:clrFrom>
                          <a:clrTo>
                            <a:srgbClr val="000080"/>
                          </a:clrTo>
                        </a:clrChange>
                      </a:blip>
                      <a:stretch>
                        <a:fillRect/>
                      </a:stretch>
                    </p:blipFill>
                    <p:spPr>
                      <a:xfrm>
                        <a:off x="1056005" y="4004945"/>
                        <a:ext cx="5467350" cy="1279525"/>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499769" name="Object 57"/>
          <p:cNvGraphicFramePr>
            <a:graphicFrameLocks noChangeAspect="1"/>
          </p:cNvGraphicFramePr>
          <p:nvPr/>
        </p:nvGraphicFramePr>
        <p:xfrm>
          <a:off x="7608888" y="4005263"/>
          <a:ext cx="2573337" cy="1041400"/>
        </p:xfrm>
        <a:graphic>
          <a:graphicData uri="http://schemas.openxmlformats.org/presentationml/2006/ole">
            <mc:AlternateContent xmlns:mc="http://schemas.openxmlformats.org/markup-compatibility/2006">
              <mc:Choice xmlns:v="urn:schemas-microsoft-com:vml" Requires="v">
                <p:oleObj spid="_x0000_s3149" name="" r:id="rId46" imgW="897255" imgH="374650" progId="Equation.3">
                  <p:embed/>
                </p:oleObj>
              </mc:Choice>
              <mc:Fallback>
                <p:oleObj name="" r:id="rId46" imgW="897255" imgH="374650" progId="Equation.3">
                  <p:embed/>
                  <p:pic>
                    <p:nvPicPr>
                      <p:cNvPr id="0" name="图片 3148"/>
                      <p:cNvPicPr/>
                      <p:nvPr/>
                    </p:nvPicPr>
                    <p:blipFill>
                      <a:blip r:embed="rId47">
                        <a:clrChange>
                          <a:clrFrom>
                            <a:srgbClr val="000000"/>
                          </a:clrFrom>
                          <a:clrTo>
                            <a:srgbClr val="000080"/>
                          </a:clrTo>
                        </a:clrChange>
                      </a:blip>
                      <a:stretch>
                        <a:fillRect/>
                      </a:stretch>
                    </p:blipFill>
                    <p:spPr>
                      <a:xfrm>
                        <a:off x="7608888" y="4005263"/>
                        <a:ext cx="2573337" cy="1041400"/>
                      </a:xfrm>
                      <a:prstGeom prst="rect">
                        <a:avLst/>
                      </a:prstGeom>
                      <a:noFill/>
                      <a:ln w="38100">
                        <a:noFill/>
                        <a:miter/>
                      </a:ln>
                    </p:spPr>
                  </p:pic>
                </p:oleObj>
              </mc:Fallback>
            </mc:AlternateContent>
          </a:graphicData>
        </a:graphic>
      </p:graphicFrame>
      <p:graphicFrame>
        <p:nvGraphicFramePr>
          <p:cNvPr id="499770" name="Object 58"/>
          <p:cNvGraphicFramePr>
            <a:graphicFrameLocks noChangeAspect="1"/>
          </p:cNvGraphicFramePr>
          <p:nvPr/>
        </p:nvGraphicFramePr>
        <p:xfrm>
          <a:off x="6816090" y="4005580"/>
          <a:ext cx="4662488" cy="1279525"/>
        </p:xfrm>
        <a:graphic>
          <a:graphicData uri="http://schemas.openxmlformats.org/presentationml/2006/ole">
            <mc:AlternateContent xmlns:mc="http://schemas.openxmlformats.org/markup-compatibility/2006">
              <mc:Choice xmlns:v="urn:schemas-microsoft-com:vml" Requires="v">
                <p:oleObj spid="_x0000_s3152" name="" r:id="rId48" imgW="1645920" imgH="461645" progId="Equation.3">
                  <p:embed/>
                </p:oleObj>
              </mc:Choice>
              <mc:Fallback>
                <p:oleObj name="" r:id="rId48" imgW="1645920" imgH="461645" progId="Equation.3">
                  <p:embed/>
                  <p:pic>
                    <p:nvPicPr>
                      <p:cNvPr id="0" name="图片 3151"/>
                      <p:cNvPicPr/>
                      <p:nvPr/>
                    </p:nvPicPr>
                    <p:blipFill>
                      <a:blip r:embed="rId49">
                        <a:clrChange>
                          <a:clrFrom>
                            <a:srgbClr val="000000"/>
                          </a:clrFrom>
                          <a:clrTo>
                            <a:srgbClr val="990033"/>
                          </a:clrTo>
                        </a:clrChange>
                      </a:blip>
                      <a:stretch>
                        <a:fillRect/>
                      </a:stretch>
                    </p:blipFill>
                    <p:spPr>
                      <a:xfrm>
                        <a:off x="6816090" y="4005580"/>
                        <a:ext cx="4662488" cy="1279525"/>
                      </a:xfrm>
                      <a:prstGeom prst="rect">
                        <a:avLst/>
                      </a:prstGeom>
                      <a:noFill/>
                      <a:ln w="38100">
                        <a:noFill/>
                        <a:miter/>
                      </a:ln>
                    </p:spPr>
                  </p:pic>
                </p:oleObj>
              </mc:Fallback>
            </mc:AlternateContent>
          </a:graphicData>
        </a:graphic>
      </p:graphicFrame>
      <p:sp>
        <p:nvSpPr>
          <p:cNvPr id="499771" name="Text Box 59"/>
          <p:cNvSpPr txBox="1"/>
          <p:nvPr/>
        </p:nvSpPr>
        <p:spPr>
          <a:xfrm>
            <a:off x="1559243" y="44133"/>
            <a:ext cx="4032250" cy="5835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spcBef>
                <a:spcPct val="50000"/>
              </a:spcBef>
              <a:buClrTx/>
              <a:buSzTx/>
              <a:buFontTx/>
              <a:buNone/>
            </a:pPr>
            <a:r>
              <a:rPr lang="en-US" altLang="zh-CN"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4.</a:t>
            </a:r>
            <a:r>
              <a:rPr lang="zh-CN" altLang="en-US"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电感的并联</a:t>
            </a:r>
            <a:endParaRPr lang="zh-CN" altLang="en-US" b="1" dirty="0">
              <a:solidFill>
                <a:schemeClr val="accent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499772" name="Text Box 60"/>
          <p:cNvSpPr txBox="1"/>
          <p:nvPr>
            <p:custDataLst>
              <p:tags r:id="rId50"/>
            </p:custDataLst>
          </p:nvPr>
        </p:nvSpPr>
        <p:spPr>
          <a:xfrm>
            <a:off x="695643" y="1052989"/>
            <a:ext cx="2663825" cy="521970"/>
          </a:xfrm>
          <a:prstGeom prst="rect">
            <a:avLst/>
          </a:prstGeom>
          <a:noFill/>
          <a:ln w="28575" cap="flat" cmpd="sng">
            <a:solidFill>
              <a:schemeClr val="accent5"/>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8"/>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9"/>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0"/>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等效电感</a:t>
            </a:r>
            <a:endParaRPr lang="zh-CN" altLang="en-US" sz="28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499771" grpId="0"/>
      <p:bldP spid="499772"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00738" name="Object 2"/>
          <p:cNvGraphicFramePr>
            <a:graphicFrameLocks noChangeAspect="1"/>
          </p:cNvGraphicFramePr>
          <p:nvPr/>
        </p:nvGraphicFramePr>
        <p:xfrm>
          <a:off x="1271905" y="4589463"/>
          <a:ext cx="2638425" cy="744537"/>
        </p:xfrm>
        <a:graphic>
          <a:graphicData uri="http://schemas.openxmlformats.org/presentationml/2006/ole">
            <mc:AlternateContent xmlns:mc="http://schemas.openxmlformats.org/markup-compatibility/2006">
              <mc:Choice xmlns:v="urn:schemas-microsoft-com:vml" Requires="v">
                <p:oleObj spid="_x0000_s3153" name="" r:id="rId1" imgW="914400" imgH="252730" progId="Equation.3">
                  <p:embed/>
                </p:oleObj>
              </mc:Choice>
              <mc:Fallback>
                <p:oleObj name="" r:id="rId1" imgW="914400" imgH="252730" progId="Equation.3">
                  <p:embed/>
                  <p:pic>
                    <p:nvPicPr>
                      <p:cNvPr id="0" name="图片 3152"/>
                      <p:cNvPicPr/>
                      <p:nvPr/>
                    </p:nvPicPr>
                    <p:blipFill>
                      <a:blip r:embed="rId2">
                        <a:clrChange>
                          <a:clrFrom>
                            <a:srgbClr val="000000"/>
                          </a:clrFrom>
                          <a:clrTo>
                            <a:srgbClr val="000080"/>
                          </a:clrTo>
                        </a:clrChange>
                      </a:blip>
                      <a:stretch>
                        <a:fillRect/>
                      </a:stretch>
                    </p:blipFill>
                    <p:spPr>
                      <a:xfrm>
                        <a:off x="1271905" y="4589463"/>
                        <a:ext cx="2638425" cy="744537"/>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500745" name="Object 9"/>
          <p:cNvGraphicFramePr>
            <a:graphicFrameLocks noChangeAspect="1"/>
          </p:cNvGraphicFramePr>
          <p:nvPr/>
        </p:nvGraphicFramePr>
        <p:xfrm>
          <a:off x="4601845" y="3429000"/>
          <a:ext cx="5694363" cy="1160463"/>
        </p:xfrm>
        <a:graphic>
          <a:graphicData uri="http://schemas.openxmlformats.org/presentationml/2006/ole">
            <mc:AlternateContent xmlns:mc="http://schemas.openxmlformats.org/markup-compatibility/2006">
              <mc:Choice xmlns:v="urn:schemas-microsoft-com:vml" Requires="v">
                <p:oleObj spid="_x0000_s3148" name="" r:id="rId3" imgW="2020570" imgH="417830" progId="Equation.3">
                  <p:embed/>
                </p:oleObj>
              </mc:Choice>
              <mc:Fallback>
                <p:oleObj name="" r:id="rId3" imgW="2020570" imgH="417830" progId="Equation.3">
                  <p:embed/>
                  <p:pic>
                    <p:nvPicPr>
                      <p:cNvPr id="0" name="图片 3147"/>
                      <p:cNvPicPr/>
                      <p:nvPr/>
                    </p:nvPicPr>
                    <p:blipFill>
                      <a:blip r:embed="rId4">
                        <a:clrChange>
                          <a:clrFrom>
                            <a:srgbClr val="000000"/>
                          </a:clrFrom>
                          <a:clrTo>
                            <a:srgbClr val="000080"/>
                          </a:clrTo>
                        </a:clrChange>
                      </a:blip>
                      <a:stretch>
                        <a:fillRect/>
                      </a:stretch>
                    </p:blipFill>
                    <p:spPr>
                      <a:xfrm>
                        <a:off x="4601845" y="3429000"/>
                        <a:ext cx="5694363" cy="1160463"/>
                      </a:xfrm>
                      <a:prstGeom prst="rect">
                        <a:avLst/>
                      </a:prstGeom>
                      <a:solidFill>
                        <a:schemeClr val="tx1">
                          <a:lumMod val="75000"/>
                          <a:lumOff val="25000"/>
                        </a:schemeClr>
                      </a:solidFill>
                      <a:ln w="38100">
                        <a:noFill/>
                        <a:miter/>
                      </a:ln>
                    </p:spPr>
                  </p:pic>
                </p:oleObj>
              </mc:Fallback>
            </mc:AlternateContent>
          </a:graphicData>
        </a:graphic>
      </p:graphicFrame>
      <p:graphicFrame>
        <p:nvGraphicFramePr>
          <p:cNvPr id="500746" name="Object 10"/>
          <p:cNvGraphicFramePr>
            <a:graphicFrameLocks noChangeAspect="1"/>
          </p:cNvGraphicFramePr>
          <p:nvPr/>
        </p:nvGraphicFramePr>
        <p:xfrm>
          <a:off x="4601845" y="4869180"/>
          <a:ext cx="5822950" cy="1160463"/>
        </p:xfrm>
        <a:graphic>
          <a:graphicData uri="http://schemas.openxmlformats.org/presentationml/2006/ole">
            <mc:AlternateContent xmlns:mc="http://schemas.openxmlformats.org/markup-compatibility/2006">
              <mc:Choice xmlns:v="urn:schemas-microsoft-com:vml" Requires="v">
                <p:oleObj spid="_x0000_s3150" name="" r:id="rId5" imgW="2063750" imgH="417830" progId="Equation.3">
                  <p:embed/>
                </p:oleObj>
              </mc:Choice>
              <mc:Fallback>
                <p:oleObj name="" r:id="rId5" imgW="2063750" imgH="417830" progId="Equation.3">
                  <p:embed/>
                  <p:pic>
                    <p:nvPicPr>
                      <p:cNvPr id="0" name="图片 3149"/>
                      <p:cNvPicPr/>
                      <p:nvPr/>
                    </p:nvPicPr>
                    <p:blipFill>
                      <a:blip r:embed="rId6">
                        <a:clrChange>
                          <a:clrFrom>
                            <a:srgbClr val="000000"/>
                          </a:clrFrom>
                          <a:clrTo>
                            <a:srgbClr val="000080"/>
                          </a:clrTo>
                        </a:clrChange>
                      </a:blip>
                      <a:stretch>
                        <a:fillRect/>
                      </a:stretch>
                    </p:blipFill>
                    <p:spPr>
                      <a:xfrm>
                        <a:off x="4601845" y="4869180"/>
                        <a:ext cx="5822950" cy="1160463"/>
                      </a:xfrm>
                      <a:prstGeom prst="rect">
                        <a:avLst/>
                      </a:prstGeom>
                      <a:solidFill>
                        <a:schemeClr val="tx1">
                          <a:lumMod val="75000"/>
                          <a:lumOff val="25000"/>
                        </a:schemeClr>
                      </a:solidFill>
                      <a:ln w="38100">
                        <a:noFill/>
                        <a:miter/>
                      </a:ln>
                    </p:spPr>
                  </p:pic>
                </p:oleObj>
              </mc:Fallback>
            </mc:AlternateContent>
          </a:graphicData>
        </a:graphic>
      </p:graphicFrame>
      <p:grpSp>
        <p:nvGrpSpPr>
          <p:cNvPr id="52231" name="Group 11"/>
          <p:cNvGrpSpPr/>
          <p:nvPr/>
        </p:nvGrpSpPr>
        <p:grpSpPr>
          <a:xfrm>
            <a:off x="3000375" y="1196975"/>
            <a:ext cx="2449513" cy="2093913"/>
            <a:chOff x="3923" y="981"/>
            <a:chExt cx="1543" cy="1319"/>
          </a:xfrm>
        </p:grpSpPr>
        <p:sp>
          <p:nvSpPr>
            <p:cNvPr id="52256" name="Line 12"/>
            <p:cNvSpPr/>
            <p:nvPr>
              <p:custDataLst>
                <p:tags r:id="rId7"/>
              </p:custDataLst>
            </p:nvPr>
          </p:nvSpPr>
          <p:spPr>
            <a:xfrm>
              <a:off x="4104" y="1027"/>
              <a:ext cx="1271" cy="0"/>
            </a:xfrm>
            <a:prstGeom prst="line">
              <a:avLst/>
            </a:prstGeom>
            <a:ln w="28575" cap="sq" cmpd="sng">
              <a:solidFill>
                <a:schemeClr val="accent3"/>
              </a:solidFill>
              <a:prstDash val="solid"/>
              <a:headEnd type="none" w="med" len="med"/>
              <a:tailEnd type="none" w="med" len="med"/>
            </a:ln>
          </p:spPr>
        </p:sp>
        <p:sp>
          <p:nvSpPr>
            <p:cNvPr id="52257" name="Line 13"/>
            <p:cNvSpPr/>
            <p:nvPr>
              <p:custDataLst>
                <p:tags r:id="rId8"/>
              </p:custDataLst>
            </p:nvPr>
          </p:nvSpPr>
          <p:spPr>
            <a:xfrm>
              <a:off x="4104" y="2251"/>
              <a:ext cx="1271" cy="0"/>
            </a:xfrm>
            <a:prstGeom prst="line">
              <a:avLst/>
            </a:prstGeom>
            <a:ln w="28575" cap="sq" cmpd="sng">
              <a:solidFill>
                <a:schemeClr val="accent3"/>
              </a:solidFill>
              <a:prstDash val="solid"/>
              <a:headEnd type="none" w="med" len="med"/>
              <a:tailEnd type="none" w="med" len="med"/>
            </a:ln>
          </p:spPr>
        </p:sp>
        <p:sp>
          <p:nvSpPr>
            <p:cNvPr id="52258" name="Line 14"/>
            <p:cNvSpPr/>
            <p:nvPr>
              <p:custDataLst>
                <p:tags r:id="rId9"/>
              </p:custDataLst>
            </p:nvPr>
          </p:nvSpPr>
          <p:spPr>
            <a:xfrm flipH="1">
              <a:off x="4784" y="1026"/>
              <a:ext cx="1" cy="409"/>
            </a:xfrm>
            <a:prstGeom prst="line">
              <a:avLst/>
            </a:prstGeom>
            <a:ln w="28575" cap="sq" cmpd="sng">
              <a:solidFill>
                <a:schemeClr val="accent3"/>
              </a:solidFill>
              <a:prstDash val="solid"/>
              <a:headEnd type="none" w="med" len="med"/>
              <a:tailEnd type="none" w="med" len="med"/>
            </a:ln>
          </p:spPr>
        </p:sp>
        <p:sp>
          <p:nvSpPr>
            <p:cNvPr id="52259" name="Line 15"/>
            <p:cNvSpPr/>
            <p:nvPr>
              <p:custDataLst>
                <p:tags r:id="rId10"/>
              </p:custDataLst>
            </p:nvPr>
          </p:nvSpPr>
          <p:spPr>
            <a:xfrm flipH="1" flipV="1">
              <a:off x="4784" y="1798"/>
              <a:ext cx="1" cy="453"/>
            </a:xfrm>
            <a:prstGeom prst="line">
              <a:avLst/>
            </a:prstGeom>
            <a:ln w="28575" cap="sq" cmpd="sng">
              <a:solidFill>
                <a:schemeClr val="accent3"/>
              </a:solidFill>
              <a:prstDash val="solid"/>
              <a:headEnd type="none" w="med" len="med"/>
              <a:tailEnd type="none" w="med" len="med"/>
            </a:ln>
          </p:spPr>
        </p:sp>
        <p:sp>
          <p:nvSpPr>
            <p:cNvPr id="52260" name="Oval 16" descr="斜纹布"/>
            <p:cNvSpPr/>
            <p:nvPr>
              <p:custDataLst>
                <p:tags r:id="rId11"/>
              </p:custDataLst>
            </p:nvPr>
          </p:nvSpPr>
          <p:spPr>
            <a:xfrm>
              <a:off x="4014" y="981"/>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52261" name="Text Box 17" descr="斜纹布"/>
            <p:cNvSpPr txBox="1"/>
            <p:nvPr>
              <p:custDataLst>
                <p:tags r:id="rId15"/>
              </p:custDataLst>
            </p:nvPr>
          </p:nvSpPr>
          <p:spPr>
            <a:xfrm>
              <a:off x="3923" y="143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2262" name="Text Box 18" descr="斜纹布"/>
            <p:cNvSpPr txBox="1"/>
            <p:nvPr>
              <p:custDataLst>
                <p:tags r:id="rId16"/>
              </p:custDataLst>
            </p:nvPr>
          </p:nvSpPr>
          <p:spPr>
            <a:xfrm>
              <a:off x="4014" y="981"/>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2263" name="Text Box 19" descr="斜纹布"/>
            <p:cNvSpPr txBox="1"/>
            <p:nvPr>
              <p:custDataLst>
                <p:tags r:id="rId17"/>
              </p:custDataLst>
            </p:nvPr>
          </p:nvSpPr>
          <p:spPr>
            <a:xfrm>
              <a:off x="4014" y="1932"/>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52264" name="Line 20"/>
            <p:cNvSpPr/>
            <p:nvPr/>
          </p:nvSpPr>
          <p:spPr>
            <a:xfrm>
              <a:off x="4694" y="1117"/>
              <a:ext cx="0" cy="226"/>
            </a:xfrm>
            <a:prstGeom prst="line">
              <a:avLst/>
            </a:prstGeom>
            <a:ln w="28575" cap="sq" cmpd="sng">
              <a:solidFill>
                <a:srgbClr val="00FFFF"/>
              </a:solidFill>
              <a:prstDash val="solid"/>
              <a:headEnd type="none" w="med" len="med"/>
              <a:tailEnd type="triangle" w="med" len="med"/>
            </a:ln>
          </p:spPr>
        </p:sp>
        <p:sp>
          <p:nvSpPr>
            <p:cNvPr id="52265" name="Text Box 21" descr="斜纹布"/>
            <p:cNvSpPr txBox="1"/>
            <p:nvPr>
              <p:custDataLst>
                <p:tags r:id="rId18"/>
              </p:custDataLst>
            </p:nvPr>
          </p:nvSpPr>
          <p:spPr>
            <a:xfrm>
              <a:off x="4422" y="1480"/>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2266" name="Oval 22" descr="斜纹布"/>
            <p:cNvSpPr/>
            <p:nvPr>
              <p:custDataLst>
                <p:tags r:id="rId19"/>
              </p:custDataLst>
            </p:nvPr>
          </p:nvSpPr>
          <p:spPr>
            <a:xfrm>
              <a:off x="4014" y="2205"/>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nvGrpSpPr>
            <p:cNvPr id="52267" name="Group 23"/>
            <p:cNvGrpSpPr/>
            <p:nvPr/>
          </p:nvGrpSpPr>
          <p:grpSpPr>
            <a:xfrm>
              <a:off x="4784" y="1435"/>
              <a:ext cx="91" cy="363"/>
              <a:chOff x="2744" y="2931"/>
              <a:chExt cx="57" cy="283"/>
            </a:xfrm>
          </p:grpSpPr>
          <p:sp>
            <p:nvSpPr>
              <p:cNvPr id="52278" name="Arc 24"/>
              <p:cNvSpPr/>
              <p:nvPr>
                <p:custDataLst>
                  <p:tags r:id="rId20"/>
                </p:custDataLst>
              </p:nvPr>
            </p:nvSpPr>
            <p:spPr>
              <a:xfrm rot="10800000" flipH="1" flipV="1">
                <a:off x="2744" y="2931"/>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2279" name="Arc 25"/>
              <p:cNvSpPr/>
              <p:nvPr>
                <p:custDataLst>
                  <p:tags r:id="rId21"/>
                </p:custDataLst>
              </p:nvPr>
            </p:nvSpPr>
            <p:spPr>
              <a:xfrm rot="10800000" flipH="1" flipV="1">
                <a:off x="2744" y="3027"/>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2280" name="Arc 26"/>
              <p:cNvSpPr/>
              <p:nvPr>
                <p:custDataLst>
                  <p:tags r:id="rId22"/>
                </p:custDataLst>
              </p:nvPr>
            </p:nvSpPr>
            <p:spPr>
              <a:xfrm rot="10800000" flipH="1" flipV="1">
                <a:off x="2744" y="3123"/>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grpSp>
        <p:sp>
          <p:nvSpPr>
            <p:cNvPr id="52268" name="Line 27"/>
            <p:cNvSpPr/>
            <p:nvPr>
              <p:custDataLst>
                <p:tags r:id="rId23"/>
              </p:custDataLst>
            </p:nvPr>
          </p:nvSpPr>
          <p:spPr>
            <a:xfrm flipH="1">
              <a:off x="5374" y="1026"/>
              <a:ext cx="1" cy="409"/>
            </a:xfrm>
            <a:prstGeom prst="line">
              <a:avLst/>
            </a:prstGeom>
            <a:ln w="28575" cap="sq" cmpd="sng">
              <a:solidFill>
                <a:schemeClr val="accent3"/>
              </a:solidFill>
              <a:prstDash val="solid"/>
              <a:headEnd type="none" w="med" len="med"/>
              <a:tailEnd type="none" w="med" len="med"/>
            </a:ln>
          </p:spPr>
        </p:sp>
        <p:sp>
          <p:nvSpPr>
            <p:cNvPr id="52269" name="Line 28"/>
            <p:cNvSpPr/>
            <p:nvPr>
              <p:custDataLst>
                <p:tags r:id="rId24"/>
              </p:custDataLst>
            </p:nvPr>
          </p:nvSpPr>
          <p:spPr>
            <a:xfrm flipH="1" flipV="1">
              <a:off x="5374" y="1798"/>
              <a:ext cx="1" cy="453"/>
            </a:xfrm>
            <a:prstGeom prst="line">
              <a:avLst/>
            </a:prstGeom>
            <a:ln w="28575" cap="sq" cmpd="sng">
              <a:solidFill>
                <a:schemeClr val="accent3"/>
              </a:solidFill>
              <a:prstDash val="solid"/>
              <a:headEnd type="none" w="med" len="med"/>
              <a:tailEnd type="none" w="med" len="med"/>
            </a:ln>
          </p:spPr>
        </p:sp>
        <p:sp>
          <p:nvSpPr>
            <p:cNvPr id="52270" name="Line 29"/>
            <p:cNvSpPr/>
            <p:nvPr/>
          </p:nvSpPr>
          <p:spPr>
            <a:xfrm>
              <a:off x="5284" y="1117"/>
              <a:ext cx="0" cy="226"/>
            </a:xfrm>
            <a:prstGeom prst="line">
              <a:avLst/>
            </a:prstGeom>
            <a:ln w="28575" cap="sq" cmpd="sng">
              <a:solidFill>
                <a:srgbClr val="00FFFF"/>
              </a:solidFill>
              <a:prstDash val="solid"/>
              <a:headEnd type="none" w="med" len="med"/>
              <a:tailEnd type="triangle" w="med" len="med"/>
            </a:ln>
          </p:spPr>
        </p:sp>
        <p:grpSp>
          <p:nvGrpSpPr>
            <p:cNvPr id="52271" name="Group 30"/>
            <p:cNvGrpSpPr/>
            <p:nvPr/>
          </p:nvGrpSpPr>
          <p:grpSpPr>
            <a:xfrm>
              <a:off x="5374" y="1435"/>
              <a:ext cx="91" cy="363"/>
              <a:chOff x="2744" y="2931"/>
              <a:chExt cx="57" cy="283"/>
            </a:xfrm>
          </p:grpSpPr>
          <p:sp>
            <p:nvSpPr>
              <p:cNvPr id="52275" name="Arc 31"/>
              <p:cNvSpPr/>
              <p:nvPr>
                <p:custDataLst>
                  <p:tags r:id="rId25"/>
                </p:custDataLst>
              </p:nvPr>
            </p:nvSpPr>
            <p:spPr>
              <a:xfrm rot="10800000" flipH="1" flipV="1">
                <a:off x="2744" y="2931"/>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2276" name="Arc 32"/>
              <p:cNvSpPr/>
              <p:nvPr>
                <p:custDataLst>
                  <p:tags r:id="rId26"/>
                </p:custDataLst>
              </p:nvPr>
            </p:nvSpPr>
            <p:spPr>
              <a:xfrm rot="10800000" flipH="1" flipV="1">
                <a:off x="2744" y="3027"/>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2277" name="Arc 33"/>
              <p:cNvSpPr/>
              <p:nvPr>
                <p:custDataLst>
                  <p:tags r:id="rId27"/>
                </p:custDataLst>
              </p:nvPr>
            </p:nvSpPr>
            <p:spPr>
              <a:xfrm rot="10800000" flipH="1" flipV="1">
                <a:off x="2744" y="3123"/>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grpSp>
        <p:sp>
          <p:nvSpPr>
            <p:cNvPr id="52272" name="Text Box 34" descr="斜纹布"/>
            <p:cNvSpPr txBox="1"/>
            <p:nvPr>
              <p:custDataLst>
                <p:tags r:id="rId28"/>
              </p:custDataLst>
            </p:nvPr>
          </p:nvSpPr>
          <p:spPr>
            <a:xfrm>
              <a:off x="5012" y="1480"/>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2273" name="Text Box 35" descr="斜纹布"/>
            <p:cNvSpPr txBox="1"/>
            <p:nvPr>
              <p:custDataLst>
                <p:tags r:id="rId29"/>
              </p:custDataLst>
            </p:nvPr>
          </p:nvSpPr>
          <p:spPr>
            <a:xfrm>
              <a:off x="4921" y="1026"/>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2</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2274" name="Text Box 36" descr="斜纹布"/>
            <p:cNvSpPr txBox="1"/>
            <p:nvPr>
              <p:custDataLst>
                <p:tags r:id="rId30"/>
              </p:custDataLst>
            </p:nvPr>
          </p:nvSpPr>
          <p:spPr>
            <a:xfrm>
              <a:off x="4332" y="1026"/>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r>
                <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rPr>
                <a:t>1</a:t>
              </a:r>
              <a:endParaRPr lang="en-US" altLang="zh-CN" sz="2800"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grpSp>
      <p:grpSp>
        <p:nvGrpSpPr>
          <p:cNvPr id="52232" name="Group 37"/>
          <p:cNvGrpSpPr/>
          <p:nvPr/>
        </p:nvGrpSpPr>
        <p:grpSpPr>
          <a:xfrm>
            <a:off x="6743700" y="1196975"/>
            <a:ext cx="1512888" cy="2093913"/>
            <a:chOff x="1701" y="1706"/>
            <a:chExt cx="953" cy="1319"/>
          </a:xfrm>
        </p:grpSpPr>
        <p:sp>
          <p:nvSpPr>
            <p:cNvPr id="52240" name="Line 38"/>
            <p:cNvSpPr/>
            <p:nvPr>
              <p:custDataLst>
                <p:tags r:id="rId31"/>
              </p:custDataLst>
            </p:nvPr>
          </p:nvSpPr>
          <p:spPr>
            <a:xfrm>
              <a:off x="1882" y="1752"/>
              <a:ext cx="681" cy="0"/>
            </a:xfrm>
            <a:prstGeom prst="line">
              <a:avLst/>
            </a:prstGeom>
            <a:ln w="28575" cap="sq" cmpd="sng">
              <a:solidFill>
                <a:schemeClr val="accent3"/>
              </a:solidFill>
              <a:prstDash val="solid"/>
              <a:headEnd type="none" w="med" len="med"/>
              <a:tailEnd type="none" w="med" len="med"/>
            </a:ln>
          </p:spPr>
        </p:sp>
        <p:sp>
          <p:nvSpPr>
            <p:cNvPr id="52241" name="Line 39"/>
            <p:cNvSpPr/>
            <p:nvPr>
              <p:custDataLst>
                <p:tags r:id="rId32"/>
              </p:custDataLst>
            </p:nvPr>
          </p:nvSpPr>
          <p:spPr>
            <a:xfrm>
              <a:off x="1882" y="2976"/>
              <a:ext cx="681" cy="0"/>
            </a:xfrm>
            <a:prstGeom prst="line">
              <a:avLst/>
            </a:prstGeom>
            <a:ln w="28575" cap="sq" cmpd="sng">
              <a:solidFill>
                <a:schemeClr val="accent3"/>
              </a:solidFill>
              <a:prstDash val="solid"/>
              <a:headEnd type="none" w="med" len="med"/>
              <a:tailEnd type="none" w="med" len="med"/>
            </a:ln>
          </p:spPr>
        </p:sp>
        <p:sp>
          <p:nvSpPr>
            <p:cNvPr id="52242" name="Line 40"/>
            <p:cNvSpPr/>
            <p:nvPr>
              <p:custDataLst>
                <p:tags r:id="rId33"/>
              </p:custDataLst>
            </p:nvPr>
          </p:nvSpPr>
          <p:spPr>
            <a:xfrm flipH="1">
              <a:off x="2562" y="1751"/>
              <a:ext cx="1" cy="409"/>
            </a:xfrm>
            <a:prstGeom prst="line">
              <a:avLst/>
            </a:prstGeom>
            <a:ln w="28575" cap="sq" cmpd="sng">
              <a:solidFill>
                <a:schemeClr val="accent3"/>
              </a:solidFill>
              <a:prstDash val="solid"/>
              <a:headEnd type="none" w="med" len="med"/>
              <a:tailEnd type="none" w="med" len="med"/>
            </a:ln>
          </p:spPr>
        </p:sp>
        <p:sp>
          <p:nvSpPr>
            <p:cNvPr id="52243" name="Line 41"/>
            <p:cNvSpPr/>
            <p:nvPr>
              <p:custDataLst>
                <p:tags r:id="rId34"/>
              </p:custDataLst>
            </p:nvPr>
          </p:nvSpPr>
          <p:spPr>
            <a:xfrm flipH="1" flipV="1">
              <a:off x="2562" y="2523"/>
              <a:ext cx="1" cy="453"/>
            </a:xfrm>
            <a:prstGeom prst="line">
              <a:avLst/>
            </a:prstGeom>
            <a:ln w="28575" cap="sq" cmpd="sng">
              <a:solidFill>
                <a:schemeClr val="accent3"/>
              </a:solidFill>
              <a:prstDash val="solid"/>
              <a:headEnd type="none" w="med" len="med"/>
              <a:tailEnd type="none" w="med" len="med"/>
            </a:ln>
          </p:spPr>
        </p:sp>
        <p:sp>
          <p:nvSpPr>
            <p:cNvPr id="52244" name="Oval 42" descr="斜纹布"/>
            <p:cNvSpPr/>
            <p:nvPr>
              <p:custDataLst>
                <p:tags r:id="rId35"/>
              </p:custDataLst>
            </p:nvPr>
          </p:nvSpPr>
          <p:spPr>
            <a:xfrm>
              <a:off x="1792" y="1706"/>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sp>
          <p:nvSpPr>
            <p:cNvPr id="52245" name="Text Box 43" descr="斜纹布"/>
            <p:cNvSpPr txBox="1"/>
            <p:nvPr>
              <p:custDataLst>
                <p:tags r:id="rId36"/>
              </p:custDataLst>
            </p:nvPr>
          </p:nvSpPr>
          <p:spPr>
            <a:xfrm>
              <a:off x="2154" y="1797"/>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i</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2246" name="Text Box 44" descr="斜纹布"/>
            <p:cNvSpPr txBox="1"/>
            <p:nvPr>
              <p:custDataLst>
                <p:tags r:id="rId37"/>
              </p:custDataLst>
            </p:nvPr>
          </p:nvSpPr>
          <p:spPr>
            <a:xfrm>
              <a:off x="1701" y="2160"/>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u</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2247" name="Text Box 45" descr="斜纹布"/>
            <p:cNvSpPr txBox="1"/>
            <p:nvPr>
              <p:custDataLst>
                <p:tags r:id="rId38"/>
              </p:custDataLst>
            </p:nvPr>
          </p:nvSpPr>
          <p:spPr>
            <a:xfrm>
              <a:off x="1792" y="1706"/>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rPr>
                <a:t>+</a:t>
              </a:r>
              <a:endParaRPr lang="en-US" altLang="zh-CN"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2248" name="Text Box 46" descr="斜纹布"/>
            <p:cNvSpPr txBox="1"/>
            <p:nvPr>
              <p:custDataLst>
                <p:tags r:id="rId39"/>
              </p:custDataLst>
            </p:nvPr>
          </p:nvSpPr>
          <p:spPr>
            <a:xfrm>
              <a:off x="1792" y="2657"/>
              <a:ext cx="273" cy="368"/>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en-US" altLang="zh-CN" dirty="0">
                  <a:solidFill>
                    <a:schemeClr val="dk1"/>
                  </a:solidFill>
                  <a:latin typeface="宋体" panose="02010600030101010101" pitchFamily="2" charset="-122"/>
                  <a:sym typeface="Symbol" panose="05050102010706020507" pitchFamily="18" charset="2"/>
                </a:rPr>
                <a:t>-</a:t>
              </a:r>
              <a:endParaRPr lang="en-US" altLang="zh-CN" dirty="0">
                <a:solidFill>
                  <a:schemeClr val="dk1"/>
                </a:solidFill>
                <a:latin typeface="宋体" panose="02010600030101010101" pitchFamily="2" charset="-122"/>
                <a:sym typeface="Symbol" panose="05050102010706020507" pitchFamily="18" charset="2"/>
              </a:endParaRPr>
            </a:p>
          </p:txBody>
        </p:sp>
        <p:sp>
          <p:nvSpPr>
            <p:cNvPr id="52249" name="Line 47"/>
            <p:cNvSpPr/>
            <p:nvPr/>
          </p:nvSpPr>
          <p:spPr>
            <a:xfrm>
              <a:off x="2472" y="1842"/>
              <a:ext cx="0" cy="226"/>
            </a:xfrm>
            <a:prstGeom prst="line">
              <a:avLst/>
            </a:prstGeom>
            <a:ln w="28575" cap="sq" cmpd="sng">
              <a:solidFill>
                <a:srgbClr val="00FFFF"/>
              </a:solidFill>
              <a:prstDash val="solid"/>
              <a:headEnd type="none" w="med" len="med"/>
              <a:tailEnd type="triangle" w="med" len="med"/>
            </a:ln>
          </p:spPr>
        </p:sp>
        <p:sp>
          <p:nvSpPr>
            <p:cNvPr id="52250" name="Text Box 48" descr="斜纹布"/>
            <p:cNvSpPr txBox="1"/>
            <p:nvPr>
              <p:custDataLst>
                <p:tags r:id="rId40"/>
              </p:custDataLst>
            </p:nvPr>
          </p:nvSpPr>
          <p:spPr>
            <a:xfrm>
              <a:off x="2200" y="2205"/>
              <a:ext cx="454" cy="329"/>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en-US" altLang="zh-CN" sz="2800" i="1" dirty="0">
                  <a:solidFill>
                    <a:schemeClr val="dk1"/>
                  </a:solidFill>
                  <a:latin typeface="Times New Roman" panose="02020603050405020304" pitchFamily="18" charset="0"/>
                  <a:ea typeface="黑体" panose="02010609060101010101" pitchFamily="49" charset="-122"/>
                  <a:sym typeface="Symbol" panose="05050102010706020507" pitchFamily="18" charset="2"/>
                </a:rPr>
                <a:t>L</a:t>
              </a:r>
              <a:endParaRPr lang="en-US" altLang="zh-CN" sz="2800" i="1" baseline="-25000" dirty="0">
                <a:solidFill>
                  <a:schemeClr val="dk1"/>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52251" name="Oval 49" descr="斜纹布"/>
            <p:cNvSpPr/>
            <p:nvPr>
              <p:custDataLst>
                <p:tags r:id="rId41"/>
              </p:custDataLst>
            </p:nvPr>
          </p:nvSpPr>
          <p:spPr>
            <a:xfrm>
              <a:off x="1792" y="2930"/>
              <a:ext cx="90" cy="91"/>
            </a:xfrm>
            <a:prstGeom prst="ellipse">
              <a:avLst/>
            </a:prstGeom>
            <a:noFill/>
            <a:ln w="28575" cap="sq" cmpd="sng">
              <a:solidFill>
                <a:schemeClr val="accent3"/>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eaLnBrk="1" hangingPunct="1">
                <a:spcBef>
                  <a:spcPct val="0"/>
                </a:spcBef>
                <a:buClrTx/>
                <a:buSzTx/>
                <a:buFontTx/>
                <a:buNone/>
              </a:pPr>
              <a:endParaRPr lang="en-US" altLang="zh-CN" sz="2800" b="1" dirty="0">
                <a:solidFill>
                  <a:srgbClr val="FFFF00"/>
                </a:solidFill>
                <a:ea typeface="楷体_GB2312" pitchFamily="49" charset="-122"/>
              </a:endParaRPr>
            </a:p>
          </p:txBody>
        </p:sp>
        <p:grpSp>
          <p:nvGrpSpPr>
            <p:cNvPr id="52252" name="Group 50"/>
            <p:cNvGrpSpPr/>
            <p:nvPr/>
          </p:nvGrpSpPr>
          <p:grpSpPr>
            <a:xfrm>
              <a:off x="2562" y="2160"/>
              <a:ext cx="91" cy="363"/>
              <a:chOff x="2744" y="2931"/>
              <a:chExt cx="57" cy="283"/>
            </a:xfrm>
          </p:grpSpPr>
          <p:sp>
            <p:nvSpPr>
              <p:cNvPr id="52253" name="Arc 51"/>
              <p:cNvSpPr/>
              <p:nvPr>
                <p:custDataLst>
                  <p:tags r:id="rId42"/>
                </p:custDataLst>
              </p:nvPr>
            </p:nvSpPr>
            <p:spPr>
              <a:xfrm rot="10800000" flipH="1" flipV="1">
                <a:off x="2744" y="2931"/>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2254" name="Arc 52"/>
              <p:cNvSpPr/>
              <p:nvPr>
                <p:custDataLst>
                  <p:tags r:id="rId43"/>
                </p:custDataLst>
              </p:nvPr>
            </p:nvSpPr>
            <p:spPr>
              <a:xfrm rot="10800000" flipH="1" flipV="1">
                <a:off x="2744" y="3027"/>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sp>
            <p:nvSpPr>
              <p:cNvPr id="52255" name="Arc 53"/>
              <p:cNvSpPr/>
              <p:nvPr>
                <p:custDataLst>
                  <p:tags r:id="rId44"/>
                </p:custDataLst>
              </p:nvPr>
            </p:nvSpPr>
            <p:spPr>
              <a:xfrm rot="10800000" flipH="1" flipV="1">
                <a:off x="2744" y="3123"/>
                <a:ext cx="57" cy="91"/>
              </a:xfrm>
              <a:custGeom>
                <a:avLst/>
                <a:gdLst/>
                <a:ahLst/>
                <a:cxnLst>
                  <a:cxn ang="0">
                    <a:pos x="0" y="0"/>
                  </a:cxn>
                  <a:cxn ang="0">
                    <a:pos x="0" y="0"/>
                  </a:cxn>
                  <a:cxn ang="0">
                    <a:pos x="0" y="0"/>
                  </a:cxn>
                </a:cxnLst>
                <a:pathLst>
                  <a:path w="22723" h="43200" fill="none">
                    <a:moveTo>
                      <a:pt x="1122" y="0"/>
                    </a:moveTo>
                    <a:cubicBezTo>
                      <a:pt x="13052" y="0"/>
                      <a:pt x="22723" y="9670"/>
                      <a:pt x="22723" y="21600"/>
                    </a:cubicBezTo>
                    <a:cubicBezTo>
                      <a:pt x="22723" y="33529"/>
                      <a:pt x="13052" y="43200"/>
                      <a:pt x="1123" y="43200"/>
                    </a:cubicBezTo>
                    <a:cubicBezTo>
                      <a:pt x="748" y="43200"/>
                      <a:pt x="374" y="43190"/>
                      <a:pt x="0" y="43170"/>
                    </a:cubicBezTo>
                  </a:path>
                  <a:path w="22723" h="43200" stroke="0">
                    <a:moveTo>
                      <a:pt x="1122" y="0"/>
                    </a:moveTo>
                    <a:cubicBezTo>
                      <a:pt x="13052" y="0"/>
                      <a:pt x="22723" y="9670"/>
                      <a:pt x="22723" y="21600"/>
                    </a:cubicBezTo>
                    <a:cubicBezTo>
                      <a:pt x="22723" y="33529"/>
                      <a:pt x="13052" y="43200"/>
                      <a:pt x="1123" y="43200"/>
                    </a:cubicBezTo>
                    <a:cubicBezTo>
                      <a:pt x="748" y="43200"/>
                      <a:pt x="374" y="43190"/>
                      <a:pt x="0" y="43170"/>
                    </a:cubicBezTo>
                    <a:lnTo>
                      <a:pt x="1123" y="21600"/>
                    </a:lnTo>
                    <a:lnTo>
                      <a:pt x="1122" y="0"/>
                    </a:lnTo>
                    <a:close/>
                  </a:path>
                </a:pathLst>
              </a:custGeom>
              <a:noFill/>
              <a:ln w="38100" cap="flat" cmpd="sng">
                <a:solidFill>
                  <a:schemeClr val="accent1">
                    <a:alpha val="100000"/>
                  </a:schemeClr>
                </a:solidFill>
                <a:prstDash val="solid"/>
                <a:round/>
                <a:headEnd type="none" w="med" len="med"/>
                <a:tailEnd type="none" w="med" len="med"/>
              </a:ln>
            </p:spPr>
            <p:txBody>
              <a:bodyPr/>
              <a:p>
                <a:endParaRPr lang="zh-CN" altLang="en-US" sz="2800">
                  <a:solidFill>
                    <a:schemeClr val="dk1"/>
                  </a:solidFill>
                </a:endParaRPr>
              </a:p>
            </p:txBody>
          </p:sp>
        </p:grpSp>
      </p:grpSp>
      <p:grpSp>
        <p:nvGrpSpPr>
          <p:cNvPr id="52233" name="Group 54"/>
          <p:cNvGrpSpPr/>
          <p:nvPr/>
        </p:nvGrpSpPr>
        <p:grpSpPr>
          <a:xfrm>
            <a:off x="5519738" y="1773238"/>
            <a:ext cx="1223962" cy="647700"/>
            <a:chOff x="3470" y="2840"/>
            <a:chExt cx="771" cy="408"/>
          </a:xfrm>
        </p:grpSpPr>
        <p:sp>
          <p:nvSpPr>
            <p:cNvPr id="52238" name="Line 55"/>
            <p:cNvSpPr/>
            <p:nvPr/>
          </p:nvSpPr>
          <p:spPr>
            <a:xfrm>
              <a:off x="3605" y="3248"/>
              <a:ext cx="545" cy="0"/>
            </a:xfrm>
            <a:prstGeom prst="line">
              <a:avLst/>
            </a:prstGeom>
            <a:ln w="76200" cap="sq" cmpd="sng">
              <a:solidFill>
                <a:srgbClr val="FF0000"/>
              </a:solidFill>
              <a:prstDash val="solid"/>
              <a:headEnd type="none" w="med" len="med"/>
              <a:tailEnd type="triangle" w="med" len="med"/>
            </a:ln>
          </p:spPr>
        </p:sp>
        <p:sp>
          <p:nvSpPr>
            <p:cNvPr id="52239" name="Text Box 56" descr="斜纹布"/>
            <p:cNvSpPr txBox="1"/>
            <p:nvPr>
              <p:custDataLst>
                <p:tags r:id="rId45"/>
              </p:custDataLst>
            </p:nvPr>
          </p:nvSpPr>
          <p:spPr>
            <a:xfrm>
              <a:off x="3470" y="2840"/>
              <a:ext cx="771" cy="290"/>
            </a:xfrm>
            <a:prstGeom prst="rect">
              <a:avLst/>
            </a:prstGeom>
            <a:noFill/>
            <a:ln w="28575">
              <a:noFill/>
            </a:ln>
            <a:effectLst>
              <a:prstShdw prst="shdw17" dist="17961" dir="2699999">
                <a:schemeClr val="lt2"/>
              </a:prstShdw>
            </a:effectLst>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lgn="ctr">
                <a:spcBef>
                  <a:spcPct val="50000"/>
                </a:spcBef>
                <a:buClrTx/>
                <a:buSzTx/>
                <a:buFontTx/>
                <a:buNone/>
              </a:pPr>
              <a:r>
                <a:rPr lang="zh-CN" altLang="en-US" sz="24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等效</a:t>
              </a:r>
              <a:endParaRPr lang="zh-CN" altLang="en-US" sz="24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grpSp>
      <p:sp>
        <p:nvSpPr>
          <p:cNvPr id="500793" name="Text Box 57"/>
          <p:cNvSpPr txBox="1"/>
          <p:nvPr>
            <p:custDataLst>
              <p:tags r:id="rId46"/>
            </p:custDataLst>
          </p:nvPr>
        </p:nvSpPr>
        <p:spPr>
          <a:xfrm>
            <a:off x="1631950" y="116046"/>
            <a:ext cx="3311525" cy="521970"/>
          </a:xfrm>
          <a:prstGeom prst="rect">
            <a:avLst/>
          </a:prstGeom>
          <a:noFill/>
          <a:ln w="28575" cap="flat" cmpd="sng">
            <a:solidFill>
              <a:schemeClr val="accent5"/>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4"/>
              </a:buBlip>
              <a:defRPr sz="2000">
                <a:solidFill>
                  <a:schemeClr val="tx1"/>
                </a:solidFill>
                <a:effectLst/>
                <a:latin typeface="+mn-lt"/>
                <a:ea typeface="+mn-ea"/>
              </a:defRPr>
            </a:lvl5pPr>
          </a:lstStyle>
          <a:p>
            <a:pPr marL="0" lvl="0" indent="0">
              <a:spcBef>
                <a:spcPct val="50000"/>
              </a:spcBef>
              <a:buClr>
                <a:schemeClr val="tx1"/>
              </a:buClr>
              <a:buSzPct val="80000"/>
              <a:buFont typeface="Wingdings" panose="05000000000000000000" pitchFamily="2" charset="2"/>
              <a:buChar char="l"/>
            </a:pPr>
            <a:r>
              <a:rPr lang="en-US" altLang="zh-CN" sz="2800" b="1" dirty="0">
                <a:solidFill>
                  <a:srgbClr val="000000"/>
                </a:solidFill>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并联电感的分流</a:t>
            </a:r>
            <a:endParaRPr lang="zh-CN" altLang="en-US" sz="28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transition/>
  <p:timing>
    <p:tnLst>
      <p:par>
        <p:cTn id="1" dur="indefinite" restart="never" nodeType="tmRoot"/>
      </p:par>
    </p:tnLst>
    <p:bldLst>
      <p:bldP spid="500793"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2058" name="Group 58"/>
          <p:cNvGrpSpPr/>
          <p:nvPr/>
        </p:nvGrpSpPr>
        <p:grpSpPr>
          <a:xfrm>
            <a:off x="1344613" y="1778000"/>
            <a:ext cx="1662066" cy="850900"/>
            <a:chOff x="385" y="3022"/>
            <a:chExt cx="1017" cy="536"/>
          </a:xfrm>
        </p:grpSpPr>
        <p:pic>
          <p:nvPicPr>
            <p:cNvPr id="53257" name="Picture 59" descr="123"/>
            <p:cNvPicPr>
              <a:picLocks noChangeAspect="1"/>
            </p:cNvPicPr>
            <p:nvPr/>
          </p:nvPicPr>
          <p:blipFill>
            <a:blip r:embed="rId1"/>
            <a:stretch>
              <a:fillRect/>
            </a:stretch>
          </p:blipFill>
          <p:spPr>
            <a:xfrm>
              <a:off x="385" y="3022"/>
              <a:ext cx="590" cy="536"/>
            </a:xfrm>
            <a:prstGeom prst="rect">
              <a:avLst/>
            </a:prstGeom>
            <a:noFill/>
            <a:ln w="9525">
              <a:noFill/>
            </a:ln>
          </p:spPr>
        </p:pic>
        <p:sp>
          <p:nvSpPr>
            <p:cNvPr id="53258" name="Text Box 60"/>
            <p:cNvSpPr txBox="1"/>
            <p:nvPr/>
          </p:nvSpPr>
          <p:spPr>
            <a:xfrm>
              <a:off x="793" y="3125"/>
              <a:ext cx="609" cy="36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dirty="0">
                  <a:solidFill>
                    <a:srgbClr val="000000"/>
                  </a:solidFill>
                  <a:latin typeface="Times New Roman" panose="02020603050405020304" pitchFamily="18" charset="0"/>
                  <a:ea typeface="黑体" panose="02010609060101010101" pitchFamily="49" charset="-122"/>
                </a:rPr>
                <a:t>注意</a:t>
              </a:r>
              <a:endParaRPr lang="zh-CN" altLang="en-US" dirty="0">
                <a:solidFill>
                  <a:srgbClr val="000000"/>
                </a:solidFill>
                <a:latin typeface="Times New Roman" panose="02020603050405020304" pitchFamily="18" charset="0"/>
                <a:ea typeface="黑体" panose="02010609060101010101" pitchFamily="49" charset="-122"/>
              </a:endParaRPr>
            </a:p>
          </p:txBody>
        </p:sp>
      </p:grpSp>
      <p:sp>
        <p:nvSpPr>
          <p:cNvPr id="512061" name="Text Box 61"/>
          <p:cNvSpPr txBox="1"/>
          <p:nvPr/>
        </p:nvSpPr>
        <p:spPr>
          <a:xfrm>
            <a:off x="1487488" y="2348707"/>
            <a:ext cx="7272337" cy="164147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342900" lvl="0" indent="-342900">
              <a:lnSpc>
                <a:spcPct val="120000"/>
              </a:lnSpc>
              <a:spcBef>
                <a:spcPct val="30000"/>
              </a:spcBef>
              <a:buClrTx/>
              <a:buSzTx/>
              <a:buFontTx/>
              <a:buNone/>
            </a:pPr>
            <a:r>
              <a:rPr lang="en-US" altLang="zh-CN"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以上虽然是关于两个电容或两个电感的串联和并联等效，但其结论可以推广到 </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n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个电容或 </a:t>
            </a:r>
            <a:r>
              <a:rPr lang="en-US" altLang="zh-CN" sz="2800" dirty="0">
                <a:solidFill>
                  <a:srgbClr val="000000"/>
                </a:solidFill>
                <a:latin typeface="Times New Roman" panose="02020603050405020304" pitchFamily="18" charset="0"/>
                <a:ea typeface="黑体" panose="02010609060101010101" pitchFamily="49" charset="-122"/>
                <a:sym typeface="Symbol" panose="05050102010706020507" pitchFamily="18" charset="2"/>
              </a:rPr>
              <a:t>n </a:t>
            </a:r>
            <a:r>
              <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rPr>
              <a:t>个电感的串联和并联等效。</a:t>
            </a:r>
            <a:endParaRPr lang="zh-CN" altLang="en-US" sz="2800" b="1" dirty="0">
              <a:solidFill>
                <a:srgbClr val="000000"/>
              </a:solidFill>
              <a:latin typeface="Times New Roman" panose="02020603050405020304" pitchFamily="18" charset="0"/>
              <a:ea typeface="黑体" panose="02010609060101010101" pitchFamily="49" charset="-122"/>
              <a:sym typeface="Symbol" panose="05050102010706020507" pitchFamily="18" charset="2"/>
            </a:endParaRPr>
          </a:p>
        </p:txBody>
      </p:sp>
    </p:spTree>
  </p:cSld>
  <p:clrMapOvr>
    <a:masterClrMapping/>
  </p:clrMapOvr>
  <p:transition/>
  <p:timing>
    <p:tnLst>
      <p:par>
        <p:cTn id="1" dur="indefinite" restart="never" nodeType="tmRoot"/>
      </p:par>
    </p:tnLst>
    <p:bldLst>
      <p:bldP spid="51206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extBox 1"/>
          <p:cNvSpPr txBox="1"/>
          <p:nvPr>
            <p:custDataLst>
              <p:tags r:id="rId1"/>
            </p:custDataLst>
          </p:nvPr>
        </p:nvSpPr>
        <p:spPr>
          <a:xfrm>
            <a:off x="1415733" y="1844358"/>
            <a:ext cx="8137525" cy="255333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2"/>
              </a:buBlip>
              <a:defRPr sz="3200" b="0">
                <a:solidFill>
                  <a:schemeClr val="tx1"/>
                </a:solidFill>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3"/>
              </a:buBlip>
              <a:defRPr sz="2400">
                <a:solidFill>
                  <a:schemeClr val="tx1"/>
                </a:solidFill>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latin typeface="+mn-lt"/>
                <a:ea typeface="+mn-ea"/>
              </a:defRPr>
            </a:lvl5pPr>
          </a:lstStyle>
          <a:p>
            <a:pPr marL="0" lvl="0" indent="0" eaLnBrk="1" hangingPunct="1">
              <a:spcBef>
                <a:spcPct val="0"/>
              </a:spcBef>
              <a:buClrTx/>
              <a:buSzTx/>
              <a:buFontTx/>
              <a:buNone/>
            </a:pPr>
            <a:r>
              <a:rPr lang="zh-CN" altLang="en-US" sz="4000" b="1" dirty="0">
                <a:solidFill>
                  <a:schemeClr val="dk2">
                    <a:lumMod val="25000"/>
                  </a:schemeClr>
                </a:solidFill>
                <a:latin typeface="Times New Roman" panose="02020603050405020304" pitchFamily="18" charset="0"/>
                <a:ea typeface="黑体" panose="02010609060101010101" pitchFamily="49" charset="-122"/>
              </a:rPr>
              <a:t>第六章作业：</a:t>
            </a:r>
            <a:endParaRPr lang="en-US" altLang="zh-CN" sz="4000" b="1" dirty="0">
              <a:solidFill>
                <a:schemeClr val="dk2">
                  <a:lumMod val="25000"/>
                </a:schemeClr>
              </a:solidFill>
              <a:latin typeface="Times New Roman" panose="02020603050405020304" pitchFamily="18" charset="0"/>
              <a:ea typeface="黑体" panose="02010609060101010101" pitchFamily="49" charset="-122"/>
            </a:endParaRPr>
          </a:p>
          <a:p>
            <a:pPr marL="0" lvl="0" indent="0" eaLnBrk="1" hangingPunct="1">
              <a:spcBef>
                <a:spcPct val="0"/>
              </a:spcBef>
              <a:buClrTx/>
              <a:buSzTx/>
              <a:buFontTx/>
              <a:buNone/>
            </a:pPr>
            <a:r>
              <a:rPr lang="en-US" altLang="zh-CN" sz="4000" b="1" dirty="0">
                <a:solidFill>
                  <a:schemeClr val="dk2">
                    <a:lumMod val="25000"/>
                  </a:schemeClr>
                </a:solidFill>
                <a:latin typeface="Times New Roman" panose="02020603050405020304" pitchFamily="18" charset="0"/>
                <a:ea typeface="黑体" panose="02010609060101010101" pitchFamily="49" charset="-122"/>
              </a:rPr>
              <a:t>《</a:t>
            </a:r>
            <a:r>
              <a:rPr lang="zh-CN" altLang="en-US" sz="4000" b="1" dirty="0">
                <a:solidFill>
                  <a:schemeClr val="dk2">
                    <a:lumMod val="25000"/>
                  </a:schemeClr>
                </a:solidFill>
                <a:latin typeface="Times New Roman" panose="02020603050405020304" pitchFamily="18" charset="0"/>
                <a:ea typeface="黑体" panose="02010609060101010101" pitchFamily="49" charset="-122"/>
              </a:rPr>
              <a:t>电路</a:t>
            </a:r>
            <a:r>
              <a:rPr lang="en-US" altLang="zh-CN" sz="4000" b="1" dirty="0">
                <a:solidFill>
                  <a:schemeClr val="dk2">
                    <a:lumMod val="25000"/>
                  </a:schemeClr>
                </a:solidFill>
                <a:latin typeface="Times New Roman" panose="02020603050405020304" pitchFamily="18" charset="0"/>
                <a:ea typeface="黑体" panose="02010609060101010101" pitchFamily="49" charset="-122"/>
              </a:rPr>
              <a:t>》</a:t>
            </a:r>
            <a:r>
              <a:rPr lang="zh-CN" altLang="en-US" sz="4000" b="1" dirty="0">
                <a:solidFill>
                  <a:schemeClr val="dk2">
                    <a:lumMod val="25000"/>
                  </a:schemeClr>
                </a:solidFill>
                <a:latin typeface="Times New Roman" panose="02020603050405020304" pitchFamily="18" charset="0"/>
                <a:ea typeface="黑体" panose="02010609060101010101" pitchFamily="49" charset="-122"/>
              </a:rPr>
              <a:t>第六章习题</a:t>
            </a:r>
            <a:endParaRPr lang="zh-CN" altLang="en-US" sz="4000" b="1" dirty="0">
              <a:solidFill>
                <a:schemeClr val="dk2">
                  <a:lumMod val="25000"/>
                </a:schemeClr>
              </a:solidFill>
              <a:latin typeface="Times New Roman" panose="02020603050405020304" pitchFamily="18" charset="0"/>
              <a:ea typeface="黑体" panose="02010609060101010101" pitchFamily="49" charset="-122"/>
            </a:endParaRPr>
          </a:p>
          <a:p>
            <a:pPr marL="0" lvl="0" indent="0" eaLnBrk="1" hangingPunct="1">
              <a:spcBef>
                <a:spcPct val="0"/>
              </a:spcBef>
              <a:buClrTx/>
              <a:buSzTx/>
              <a:buFontTx/>
              <a:buNone/>
            </a:pPr>
            <a:r>
              <a:rPr lang="en-US" altLang="zh-CN" sz="4000" b="1" dirty="0">
                <a:solidFill>
                  <a:schemeClr val="dk2">
                    <a:lumMod val="25000"/>
                  </a:schemeClr>
                </a:solidFill>
                <a:latin typeface="Times New Roman" panose="02020603050405020304" pitchFamily="18" charset="0"/>
                <a:ea typeface="黑体" panose="02010609060101010101" pitchFamily="49" charset="-122"/>
              </a:rPr>
              <a:t>6-3</a:t>
            </a:r>
            <a:r>
              <a:rPr lang="zh-CN" altLang="en-US" sz="4000" b="1" dirty="0">
                <a:solidFill>
                  <a:schemeClr val="dk2">
                    <a:lumMod val="25000"/>
                  </a:schemeClr>
                </a:solidFill>
                <a:latin typeface="Times New Roman" panose="02020603050405020304" pitchFamily="18" charset="0"/>
                <a:ea typeface="黑体" panose="02010609060101010101" pitchFamily="49" charset="-122"/>
              </a:rPr>
              <a:t>，</a:t>
            </a:r>
            <a:r>
              <a:rPr lang="en-US" altLang="zh-CN" sz="4000" b="1" dirty="0">
                <a:solidFill>
                  <a:schemeClr val="dk2">
                    <a:lumMod val="25000"/>
                  </a:schemeClr>
                </a:solidFill>
                <a:latin typeface="Times New Roman" panose="02020603050405020304" pitchFamily="18" charset="0"/>
                <a:ea typeface="黑体" panose="02010609060101010101" pitchFamily="49" charset="-122"/>
              </a:rPr>
              <a:t>6-5</a:t>
            </a:r>
            <a:r>
              <a:rPr lang="zh-CN" altLang="en-US" sz="4000" b="1" dirty="0">
                <a:solidFill>
                  <a:schemeClr val="dk2">
                    <a:lumMod val="25000"/>
                  </a:schemeClr>
                </a:solidFill>
                <a:latin typeface="Times New Roman" panose="02020603050405020304" pitchFamily="18" charset="0"/>
                <a:ea typeface="黑体" panose="02010609060101010101" pitchFamily="49" charset="-122"/>
              </a:rPr>
              <a:t>，</a:t>
            </a:r>
            <a:r>
              <a:rPr lang="en-US" altLang="zh-CN" sz="4000" b="1" dirty="0">
                <a:solidFill>
                  <a:schemeClr val="dk2">
                    <a:lumMod val="25000"/>
                  </a:schemeClr>
                </a:solidFill>
                <a:latin typeface="Times New Roman" panose="02020603050405020304" pitchFamily="18" charset="0"/>
                <a:ea typeface="黑体" panose="02010609060101010101" pitchFamily="49" charset="-122"/>
              </a:rPr>
              <a:t>6-7</a:t>
            </a:r>
            <a:r>
              <a:rPr lang="zh-CN" altLang="en-US" sz="4000" b="1" dirty="0">
                <a:solidFill>
                  <a:schemeClr val="dk2">
                    <a:lumMod val="25000"/>
                  </a:schemeClr>
                </a:solidFill>
                <a:latin typeface="Times New Roman" panose="02020603050405020304" pitchFamily="18" charset="0"/>
                <a:ea typeface="黑体" panose="02010609060101010101" pitchFamily="49" charset="-122"/>
              </a:rPr>
              <a:t>，</a:t>
            </a:r>
            <a:r>
              <a:rPr lang="en-US" altLang="zh-CN" sz="4000" b="1" dirty="0">
                <a:solidFill>
                  <a:schemeClr val="dk2">
                    <a:lumMod val="25000"/>
                  </a:schemeClr>
                </a:solidFill>
                <a:latin typeface="Times New Roman" panose="02020603050405020304" pitchFamily="18" charset="0"/>
                <a:ea typeface="黑体" panose="02010609060101010101" pitchFamily="49" charset="-122"/>
              </a:rPr>
              <a:t>6-9, 6-10</a:t>
            </a:r>
            <a:endParaRPr lang="en-US" altLang="zh-CN" sz="4000" b="1" dirty="0">
              <a:solidFill>
                <a:schemeClr val="dk2">
                  <a:lumMod val="25000"/>
                </a:schemeClr>
              </a:solidFill>
              <a:latin typeface="Times New Roman" panose="02020603050405020304" pitchFamily="18" charset="0"/>
              <a:ea typeface="黑体" panose="02010609060101010101" pitchFamily="49" charset="-122"/>
            </a:endParaRPr>
          </a:p>
          <a:p>
            <a:pPr marL="0" lvl="0" indent="0" eaLnBrk="1" hangingPunct="1">
              <a:spcBef>
                <a:spcPct val="0"/>
              </a:spcBef>
              <a:buClrTx/>
              <a:buSzTx/>
              <a:buFontTx/>
              <a:buNone/>
            </a:pPr>
            <a:endParaRPr lang="zh-CN" altLang="en-US" sz="4000" b="1" dirty="0">
              <a:solidFill>
                <a:schemeClr val="dk2">
                  <a:lumMod val="25000"/>
                </a:schemeClr>
              </a:solidFill>
              <a:latin typeface="Times New Roman" panose="02020603050405020304" pitchFamily="18" charset="0"/>
              <a:ea typeface="黑体" panose="02010609060101010101" pitchFamily="49" charset="-122"/>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3.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4.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5.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7.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8.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9.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10.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11.xml><?xml version="1.0" encoding="utf-8"?>
<p:tagLst xmlns:p="http://schemas.openxmlformats.org/presentationml/2006/main">
  <p:tag name="KSO_WM_UNIT_SHADOW_SCHEMECOLOR_INDEX_BRIGHTNESS" val="0"/>
  <p:tag name="KSO_WM_UNIT_SHADOW_SCHEMECOLOR_INDEX" val="16"/>
</p:tagLst>
</file>

<file path=ppt/tags/tag12.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p="http://schemas.openxmlformats.org/presentationml/2006/main">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13"/>
  <p:tag name="KSO_WM_UNIT_TEXT_FILL_TYPE" val="1"/>
</p:tagLst>
</file>

<file path=ppt/tags/tag15.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6.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7.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8.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9.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0.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1.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2.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3.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4.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p="http://schemas.openxmlformats.org/presentationml/2006/main">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13"/>
  <p:tag name="KSO_WM_UNIT_TEXT_FILL_TYPE" val="1"/>
</p:tagLst>
</file>

<file path=ppt/tags/tag31.xml><?xml version="1.0" encoding="utf-8"?>
<p:tagLst xmlns:p="http://schemas.openxmlformats.org/presentationml/2006/main">
  <p:tag name="KSO_WM_UNIT_FILL_FORE_SCHEMECOLOR_INDEX_BRIGHTNESS" val="0"/>
  <p:tag name="KSO_WM_UNIT_FILL_FORE_SCHEMECOLOR_INDEX" val="9"/>
  <p:tag name="KSO_WM_UNIT_FILL_TYPE" val="1"/>
  <p:tag name="KSO_WM_UNIT_LINE_FORE_SCHEMECOLOR_INDEX_BRIGHTNESS" val="0"/>
  <p:tag name="KSO_WM_UNIT_LINE_FORE_SCHEMECOLOR_INDEX" val="9"/>
  <p:tag name="KSO_WM_UNIT_LINE_FILL_TYPE" val="2"/>
</p:tagLst>
</file>

<file path=ppt/tags/tag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xml><?xml version="1.0" encoding="utf-8"?>
<p:tagLst xmlns:p="http://schemas.openxmlformats.org/presentationml/2006/main">
  <p:tag name="KSO_WM_UNIT_SHADOW_SCHEMECOLOR_INDEX_BRIGHTNESS" val="0"/>
  <p:tag name="KSO_WM_UNIT_SHADOW_SCHEMECOLOR_INDEX" val="16"/>
</p:tagLst>
</file>

<file path=ppt/tags/tag38.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3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xml><?xml version="1.0" encoding="utf-8"?>
<p:tagLst xmlns:p="http://schemas.openxmlformats.org/presentationml/2006/main">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13"/>
  <p:tag name="KSO_WM_UNIT_TEXT_FILL_TYPE" val="1"/>
</p:tagLst>
</file>

<file path=ppt/tags/tag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0.xml><?xml version="1.0" encoding="utf-8"?>
<p:tagLst xmlns:p="http://schemas.openxmlformats.org/presentationml/2006/main">
  <p:tag name="KSO_WM_UNIT_FILL_FORE_SCHEMECOLOR_INDEX_BRIGHTNESS" val="0"/>
  <p:tag name="KSO_WM_UNIT_FILL_FORE_SCHEMECOLOR_INDEX" val="7"/>
  <p:tag name="KSO_WM_UNIT_FILL_TYPE" val="1"/>
</p:tagLst>
</file>

<file path=ppt/tags/tag51.xml><?xml version="1.0" encoding="utf-8"?>
<p:tagLst xmlns:p="http://schemas.openxmlformats.org/presentationml/2006/main">
  <p:tag name="KSO_WM_UNIT_FILL_FORE_SCHEMECOLOR_INDEX_BRIGHTNESS" val="0"/>
  <p:tag name="KSO_WM_UNIT_FILL_FORE_SCHEMECOLOR_INDEX" val="7"/>
  <p:tag name="KSO_WM_UNIT_FILL_TYPE" val="1"/>
</p:tagLst>
</file>

<file path=ppt/tags/tag52.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53.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60.xml><?xml version="1.0" encoding="utf-8"?>
<p:tagLst xmlns:p="http://schemas.openxmlformats.org/presentationml/2006/main">
  <p:tag name="KSO_WM_UNIT_FILL_FORE_SCHEMECOLOR_INDEX_BRIGHTNESS" val="0"/>
  <p:tag name="KSO_WM_UNIT_FILL_FORE_SCHEMECOLOR_INDEX" val="6"/>
  <p:tag name="KSO_WM_UNIT_FILL_TYPE" val="1"/>
</p:tagLst>
</file>

<file path=ppt/tags/tag61.xml><?xml version="1.0" encoding="utf-8"?>
<p:tagLst xmlns:p="http://schemas.openxmlformats.org/presentationml/2006/main">
  <p:tag name="KSO_WM_UNIT_FILL_FORE_SCHEMECOLOR_INDEX_BRIGHTNESS" val="0"/>
  <p:tag name="KSO_WM_UNIT_FILL_FORE_SCHEMECOLOR_INDEX" val="6"/>
  <p:tag name="KSO_WM_UNIT_FILL_TYPE" val="1"/>
</p:tagLst>
</file>

<file path=ppt/tags/tag62.xml><?xml version="1.0" encoding="utf-8"?>
<p:tagLst xmlns:p="http://schemas.openxmlformats.org/presentationml/2006/main">
  <p:tag name="KSO_WM_UNIT_FILL_FORE_SCHEMECOLOR_INDEX_BRIGHTNESS" val="0"/>
  <p:tag name="KSO_WM_UNIT_FILL_FORE_SCHEMECOLOR_INDEX" val="6"/>
  <p:tag name="KSO_WM_UNIT_FILL_TYPE" val="1"/>
</p:tagLst>
</file>

<file path=ppt/tags/tag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6.xml><?xml version="1.0" encoding="utf-8"?>
<p:tagLst xmlns:p="http://schemas.openxmlformats.org/presentationml/2006/main">
  <p:tag name="KSO_WM_UNIT_FILL_FORE_SCHEMECOLOR_INDEX_BRIGHTNESS" val="0"/>
  <p:tag name="KSO_WM_UNIT_FILL_FORE_SCHEMECOLOR_INDEX" val="7"/>
  <p:tag name="KSO_WM_UNIT_FILL_TYPE" val="1"/>
</p:tagLst>
</file>

<file path=ppt/tags/tag67.xml><?xml version="1.0" encoding="utf-8"?>
<p:tagLst xmlns:p="http://schemas.openxmlformats.org/presentationml/2006/main">
  <p:tag name="KSO_WM_UNIT_FILL_FORE_SCHEMECOLOR_INDEX_BRIGHTNESS" val="0"/>
  <p:tag name="KSO_WM_UNIT_FILL_FORE_SCHEMECOLOR_INDEX" val="7"/>
  <p:tag name="KSO_WM_UNIT_FILL_TYPE" val="1"/>
</p:tagLst>
</file>

<file path=ppt/tags/tag68.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69.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6.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7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78.xml><?xml version="1.0" encoding="utf-8"?>
<p:tagLst xmlns:p="http://schemas.openxmlformats.org/presentationml/2006/main">
  <p:tag name="KSO_WM_UNIT_FILL_FORE_SCHEMECOLOR_INDEX_BRIGHTNESS" val="0"/>
  <p:tag name="KSO_WM_UNIT_FILL_FORE_SCHEMECOLOR_INDEX" val="7"/>
  <p:tag name="KSO_WM_UNIT_FILL_TYPE" val="1"/>
</p:tagLst>
</file>

<file path=ppt/tags/tag79.xml><?xml version="1.0" encoding="utf-8"?>
<p:tagLst xmlns:p="http://schemas.openxmlformats.org/presentationml/2006/main">
  <p:tag name="KSO_WM_UNIT_FILL_FORE_SCHEMECOLOR_INDEX_BRIGHTNESS" val="0"/>
  <p:tag name="KSO_WM_UNIT_FILL_FORE_SCHEMECOLOR_INDEX" val="7"/>
  <p:tag name="KSO_WM_UNIT_FILL_TYPE" val="1"/>
</p:tagLst>
</file>

<file path=ppt/tags/tag80.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81.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p="http://schemas.openxmlformats.org/presentationml/2006/main">
  <p:tag name="KSO_WM_UNIT_SHADOW_SCHEMECOLOR_INDEX_BRIGHTNESS" val="0"/>
  <p:tag name="KSO_WM_UNIT_SHADOW_SCHEMECOLOR_INDEX" val="16"/>
</p:tagLst>
</file>

<file path=ppt/tags/tag8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8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0.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91.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9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93.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94.xml><?xml version="1.0" encoding="utf-8"?>
<p:tagLst xmlns:p="http://schemas.openxmlformats.org/presentationml/2006/main">
  <p:tag name="KSO_WM_UNIT_FILL_FORE_SCHEMECOLOR_INDEX_BRIGHTNESS" val="0"/>
  <p:tag name="KSO_WM_UNIT_FILL_FORE_SCHEMECOLOR_INDEX" val="6"/>
  <p:tag name="KSO_WM_UNIT_FILL_TYPE" val="1"/>
</p:tagLst>
</file>

<file path=ppt/tags/tag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xml><?xml version="1.0" encoding="utf-8"?>
<p:tagLst xmlns:p="http://schemas.openxmlformats.org/presentationml/2006/main">
  <p:tag name="KSO_WM_UNIT_FILL_FORE_SCHEMECOLOR_INDEX_BRIGHTNESS" val="0"/>
  <p:tag name="KSO_WM_UNIT_FILL_FORE_SCHEMECOLOR_INDEX" val="6"/>
  <p:tag name="KSO_WM_UNIT_FILL_TYPE" val="1"/>
</p:tagLst>
</file>

<file path=ppt/tags/tag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8.xml><?xml version="1.0" encoding="utf-8"?>
<p:tagLst xmlns:p="http://schemas.openxmlformats.org/presentationml/2006/main">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1"/>
  <p:tag name="KSO_WM_UNIT_FILL_FORE_SCHEMECOLOR_INDEX_2_TRANS" val="0"/>
  <p:tag name="KSO_WM_UNIT_FILL_GRADIENT_TYPE" val="1"/>
  <p:tag name="KSO_WM_UNIT_FILL_GRADIENT_ANGLE" val="0"/>
  <p:tag name="KSO_WM_UNIT_FILL_GRADIENT_Direction" val="10"/>
  <p:tag name="KSO_WM_UNIT_FILL_TYPE" val="3"/>
  <p:tag name="KSO_WM_UNIT_LINE_FORE_SCHEMECOLOR_INDEX_BRIGHTNESS" val="0"/>
  <p:tag name="KSO_WM_UNIT_LINE_FORE_SCHEMECOLOR_INDEX" val="5"/>
  <p:tag name="KSO_WM_UNIT_LINE_FILL_TYPE" val="2"/>
</p:tagLst>
</file>

<file path=ppt/tags/tag99.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00.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0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102.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103.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10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10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1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1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1.xml><?xml version="1.0" encoding="utf-8"?>
<p:tagLst xmlns:p="http://schemas.openxmlformats.org/presentationml/2006/main">
  <p:tag name="KSO_WM_UNIT_FILL_FORE_SCHEMECOLOR_INDEX_BRIGHTNESS" val="0"/>
  <p:tag name="KSO_WM_UNIT_FILL_FORE_SCHEMECOLOR_INDEX" val="6"/>
  <p:tag name="KSO_WM_UNIT_FILL_TYPE" val="1"/>
</p:tagLst>
</file>

<file path=ppt/tags/tag122.xml><?xml version="1.0" encoding="utf-8"?>
<p:tagLst xmlns:p="http://schemas.openxmlformats.org/presentationml/2006/main">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1"/>
  <p:tag name="KSO_WM_UNIT_FILL_FORE_SCHEMECOLOR_INDEX_2_TRANS" val="0"/>
  <p:tag name="KSO_WM_UNIT_FILL_GRADIENT_TYPE" val="1"/>
  <p:tag name="KSO_WM_UNIT_FILL_GRADIENT_ANGLE" val="0"/>
  <p:tag name="KSO_WM_UNIT_FILL_GRADIENT_Direction" val="10"/>
  <p:tag name="KSO_WM_UNIT_FILL_TYPE" val="3"/>
  <p:tag name="KSO_WM_UNIT_LINE_FORE_SCHEMECOLOR_INDEX_BRIGHTNESS" val="0"/>
  <p:tag name="KSO_WM_UNIT_LINE_FORE_SCHEMECOLOR_INDEX" val="5"/>
  <p:tag name="KSO_WM_UNIT_LINE_FILL_TYPE" val="2"/>
</p:tagLst>
</file>

<file path=ppt/tags/tag123.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24.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2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126.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12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12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12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1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4.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3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4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45.xml><?xml version="1.0" encoding="utf-8"?>
<p:tagLst xmlns:p="http://schemas.openxmlformats.org/presentationml/2006/main">
  <p:tag name="KSO_WM_UNIT_FILL_FORE_SCHEMECOLOR_INDEX_BRIGHTNESS" val="0"/>
  <p:tag name="KSO_WM_UNIT_FILL_FORE_SCHEMECOLOR_INDEX" val="6"/>
  <p:tag name="KSO_WM_UNIT_FILL_TYPE" val="1"/>
</p:tagLst>
</file>

<file path=ppt/tags/tag146.xml><?xml version="1.0" encoding="utf-8"?>
<p:tagLst xmlns:p="http://schemas.openxmlformats.org/presentationml/2006/main">
  <p:tag name="KSO_WM_UNIT_FILL_FORE_SCHEMECOLOR_INDEX_BRIGHTNESS" val="0"/>
  <p:tag name="KSO_WM_UNIT_FILL_FORE_SCHEMECOLOR_INDEX" val="10"/>
  <p:tag name="KSO_WM_UNIT_FILL_TYPE" val="1"/>
  <p:tag name="KSO_WM_UNIT_TEXT_FILL_FORE_SCHEMECOLOR_INDEX_BRIGHTNESS" val="0"/>
  <p:tag name="KSO_WM_UNIT_TEXT_FILL_FORE_SCHEMECOLOR_INDEX" val="13"/>
  <p:tag name="KSO_WM_UNIT_TEXT_FILL_TYPE" val="1"/>
</p:tagLst>
</file>

<file path=ppt/tags/tag14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4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55.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15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3.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7.xml><?xml version="1.0" encoding="utf-8"?>
<p:tagLst xmlns:p="http://schemas.openxmlformats.org/presentationml/2006/main">
  <p:tag name="KSO_WM_UNIT_TEXT_FILL_FORE_SCHEMECOLOR_INDEX_BRIGHTNESS" val="0"/>
  <p:tag name="KSO_WM_UNIT_TEXT_FILL_FORE_SCHEMECOLOR_INDEX" val="16"/>
  <p:tag name="KSO_WM_UNIT_TEXT_FILL_TYPE" val="1"/>
</p:tagLst>
</file>

<file path=ppt/tags/tag168.xml><?xml version="1.0" encoding="utf-8"?>
<p:tagLst xmlns:p="http://schemas.openxmlformats.org/presentationml/2006/main">
  <p:tag name="KSO_WM_UNIT_TEXT_FILL_FORE_SCHEMECOLOR_INDEX_BRIGHTNESS" val="0"/>
  <p:tag name="KSO_WM_UNIT_TEXT_FILL_FORE_SCHEMECOLOR_INDEX" val="16"/>
  <p:tag name="KSO_WM_UNIT_TEXT_FILL_TYPE" val="1"/>
</p:tagLst>
</file>

<file path=ppt/tags/tag16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7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8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8.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189.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90.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91.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92.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93.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94.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95.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96.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97.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98.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1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6"/>
  <p:tag name="KSO_WM_UNIT_TEXT_FILL_TYPE" val="1"/>
</p:tagLst>
</file>

<file path=ppt/tags/tag203.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2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5.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06.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07.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208.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209.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10.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11.xml><?xml version="1.0" encoding="utf-8"?>
<p:tagLst xmlns:p="http://schemas.openxmlformats.org/presentationml/2006/main">
  <p:tag name="KSO_WM_UNIT_TEXT_FILL_FORE_SCHEMECOLOR_INDEX_BRIGHTNESS" val="0"/>
  <p:tag name="KSO_WM_UNIT_TEXT_FILL_FORE_SCHEMECOLOR_INDEX" val="11"/>
  <p:tag name="KSO_WM_UNIT_TEXT_FILL_TYPE" val="1"/>
</p:tagLst>
</file>

<file path=ppt/tags/tag212.xml><?xml version="1.0" encoding="utf-8"?>
<p:tagLst xmlns:p="http://schemas.openxmlformats.org/presentationml/2006/main">
  <p:tag name="KSO_WM_UNIT_TEXT_FILL_FORE_SCHEMECOLOR_INDEX_BRIGHTNESS" val="0"/>
  <p:tag name="KSO_WM_UNIT_TEXT_FILL_FORE_SCHEMECOLOR_INDEX" val="11"/>
  <p:tag name="KSO_WM_UNIT_TEXT_FILL_TYPE" val="1"/>
</p:tagLst>
</file>

<file path=ppt/tags/tag2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5.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216.xml><?xml version="1.0" encoding="utf-8"?>
<p:tagLst xmlns:p="http://schemas.openxmlformats.org/presentationml/2006/main">
  <p:tag name="KSO_WM_UNIT_LINE_FORE_SCHEMECOLOR_INDEX_BRIGHTNESS" val="0"/>
  <p:tag name="KSO_WM_UNIT_LINE_FORE_SCHEMECOLOR_INDEX" val="5"/>
  <p:tag name="KSO_WM_UNIT_LINE_FILL_TYPE" val="2"/>
  <p:tag name="KSO_WM_UNIT_SHADOW_SCHEMECOLOR_INDEX_BRIGHTNESS" val="0"/>
  <p:tag name="KSO_WM_UNIT_SHADOW_SCHEMECOLOR_INDEX" val="16"/>
</p:tagLst>
</file>

<file path=ppt/tags/tag217.xml><?xml version="1.0" encoding="utf-8"?>
<p:tagLst xmlns:p="http://schemas.openxmlformats.org/presentationml/2006/main">
  <p:tag name="KSO_WM_UNIT_LINE_FORE_SCHEMECOLOR_INDEX_BRIGHTNESS" val="0"/>
  <p:tag name="KSO_WM_UNIT_LINE_FORE_SCHEMECOLOR_INDEX" val="5"/>
  <p:tag name="KSO_WM_UNIT_LINE_FILL_TYPE" val="2"/>
  <p:tag name="KSO_WM_UNIT_SHADOW_SCHEMECOLOR_INDEX_BRIGHTNESS" val="0"/>
  <p:tag name="KSO_WM_UNIT_SHADOW_SCHEMECOLOR_INDEX" val="16"/>
</p:tagLst>
</file>

<file path=ppt/tags/tag218.xml><?xml version="1.0" encoding="utf-8"?>
<p:tagLst xmlns:p="http://schemas.openxmlformats.org/presentationml/2006/main">
  <p:tag name="KSO_WM_UNIT_LINE_FORE_SCHEMECOLOR_INDEX_BRIGHTNESS" val="0"/>
  <p:tag name="KSO_WM_UNIT_LINE_FORE_SCHEMECOLOR_INDEX" val="5"/>
  <p:tag name="KSO_WM_UNIT_LINE_FILL_TYPE" val="2"/>
  <p:tag name="KSO_WM_UNIT_SHADOW_SCHEMECOLOR_INDEX_BRIGHTNESS" val="0"/>
  <p:tag name="KSO_WM_UNIT_SHADOW_SCHEMECOLOR_INDEX" val="16"/>
</p:tagLst>
</file>

<file path=ppt/tags/tag219.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2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1.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22.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223.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24.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25.xml><?xml version="1.0" encoding="utf-8"?>
<p:tagLst xmlns:p="http://schemas.openxmlformats.org/presentationml/2006/main">
  <p:tag name="KSO_WM_UNIT_TEXT_FILL_FORE_SCHEMECOLOR_INDEX_BRIGHTNESS" val="0"/>
  <p:tag name="KSO_WM_UNIT_TEXT_FILL_FORE_SCHEMECOLOR_INDEX" val="11"/>
  <p:tag name="KSO_WM_UNIT_TEXT_FILL_TYPE" val="1"/>
</p:tagLst>
</file>

<file path=ppt/tags/tag226.xml><?xml version="1.0" encoding="utf-8"?>
<p:tagLst xmlns:p="http://schemas.openxmlformats.org/presentationml/2006/main">
  <p:tag name="KSO_WM_UNIT_TEXT_FILL_FORE_SCHEMECOLOR_INDEX_BRIGHTNESS" val="0"/>
  <p:tag name="KSO_WM_UNIT_TEXT_FILL_FORE_SCHEMECOLOR_INDEX" val="11"/>
  <p:tag name="KSO_WM_UNIT_TEXT_FILL_TYPE" val="1"/>
</p:tagLst>
</file>

<file path=ppt/tags/tag2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9.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230.xml><?xml version="1.0" encoding="utf-8"?>
<p:tagLst xmlns:p="http://schemas.openxmlformats.org/presentationml/2006/main">
  <p:tag name="KSO_WM_UNIT_LINE_FORE_SCHEMECOLOR_INDEX_BRIGHTNESS" val="0"/>
  <p:tag name="KSO_WM_UNIT_LINE_FORE_SCHEMECOLOR_INDEX" val="5"/>
  <p:tag name="KSO_WM_UNIT_LINE_FILL_TYPE" val="2"/>
  <p:tag name="KSO_WM_UNIT_SHADOW_SCHEMECOLOR_INDEX_BRIGHTNESS" val="0"/>
  <p:tag name="KSO_WM_UNIT_SHADOW_SCHEMECOLOR_INDEX" val="16"/>
</p:tagLst>
</file>

<file path=ppt/tags/tag231.xml><?xml version="1.0" encoding="utf-8"?>
<p:tagLst xmlns:p="http://schemas.openxmlformats.org/presentationml/2006/main">
  <p:tag name="KSO_WM_UNIT_LINE_FORE_SCHEMECOLOR_INDEX_BRIGHTNESS" val="0"/>
  <p:tag name="KSO_WM_UNIT_LINE_FORE_SCHEMECOLOR_INDEX" val="5"/>
  <p:tag name="KSO_WM_UNIT_LINE_FILL_TYPE" val="2"/>
  <p:tag name="KSO_WM_UNIT_SHADOW_SCHEMECOLOR_INDEX_BRIGHTNESS" val="0"/>
  <p:tag name="KSO_WM_UNIT_SHADOW_SCHEMECOLOR_INDEX" val="16"/>
</p:tagLst>
</file>

<file path=ppt/tags/tag232.xml><?xml version="1.0" encoding="utf-8"?>
<p:tagLst xmlns:p="http://schemas.openxmlformats.org/presentationml/2006/main">
  <p:tag name="KSO_WM_UNIT_LINE_FORE_SCHEMECOLOR_INDEX_BRIGHTNESS" val="0"/>
  <p:tag name="KSO_WM_UNIT_LINE_FORE_SCHEMECOLOR_INDEX" val="5"/>
  <p:tag name="KSO_WM_UNIT_LINE_FILL_TYPE" val="2"/>
  <p:tag name="KSO_WM_UNIT_SHADOW_SCHEMECOLOR_INDEX_BRIGHTNESS" val="0"/>
  <p:tag name="KSO_WM_UNIT_SHADOW_SCHEMECOLOR_INDEX" val="16"/>
</p:tagLst>
</file>

<file path=ppt/tags/tag233.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234.xml><?xml version="1.0" encoding="utf-8"?>
<p:tagLst xmlns:p="http://schemas.openxmlformats.org/presentationml/2006/main">
  <p:tag name="KSO_WM_UNIT_LINE_FORE_SCHEMECOLOR_INDEX_BRIGHTNESS" val="0"/>
  <p:tag name="KSO_WM_UNIT_LINE_FORE_SCHEMECOLOR_INDEX" val="5"/>
  <p:tag name="KSO_WM_UNIT_LINE_FILL_TYPE" val="2"/>
  <p:tag name="KSO_WM_UNIT_SHADOW_SCHEMECOLOR_INDEX_BRIGHTNESS" val="0"/>
  <p:tag name="KSO_WM_UNIT_SHADOW_SCHEMECOLOR_INDEX" val="16"/>
</p:tagLst>
</file>

<file path=ppt/tags/tag2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6.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37.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38.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239.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240.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41.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6.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247.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248.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49.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Lst>
</file>

<file path=ppt/tags/tag2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1.xml><?xml version="1.0" encoding="utf-8"?>
<p:tagLst xmlns:p="http://schemas.openxmlformats.org/presentationml/2006/main">
  <p:tag name="KSO_WM_UNIT_TEXT_FILL_FORE_SCHEMECOLOR_INDEX_BRIGHTNESS" val="0"/>
  <p:tag name="KSO_WM_UNIT_TEXT_FILL_FORE_SCHEMECOLOR_INDEX" val="11"/>
  <p:tag name="KSO_WM_UNIT_TEXT_FILL_TYPE" val="1"/>
</p:tagLst>
</file>

<file path=ppt/tags/tag252.xml><?xml version="1.0" encoding="utf-8"?>
<p:tagLst xmlns:p="http://schemas.openxmlformats.org/presentationml/2006/main">
  <p:tag name="KSO_WM_UNIT_TEXT_FILL_FORE_SCHEMECOLOR_INDEX_BRIGHTNESS" val="0"/>
  <p:tag name="KSO_WM_UNIT_TEXT_FILL_FORE_SCHEMECOLOR_INDEX" val="11"/>
  <p:tag name="KSO_WM_UNIT_TEXT_FILL_TYPE" val="1"/>
</p:tagLst>
</file>

<file path=ppt/tags/tag2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4.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5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5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57.xml><?xml version="1.0" encoding="utf-8"?>
<p:tagLst xmlns:p="http://schemas.openxmlformats.org/presentationml/2006/main">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13"/>
  <p:tag name="KSO_WM_UNIT_TEXT_FILL_TYPE" val="1"/>
</p:tagLst>
</file>

<file path=ppt/tags/tag2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9.xml><?xml version="1.0" encoding="utf-8"?>
<p:tagLst xmlns:p="http://schemas.openxmlformats.org/presentationml/2006/main">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13"/>
  <p:tag name="KSO_WM_UNIT_TEXT_FILL_TYPE" val="1"/>
</p:tagLst>
</file>

<file path=ppt/tags/tag2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1.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2.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5.xml><?xml version="1.0" encoding="utf-8"?>
<p:tagLst xmlns:p="http://schemas.openxmlformats.org/presentationml/2006/main">
  <p:tag name="KSO_WM_UNIT_SHADOW_SCHEMECOLOR_INDEX_BRIGHTNESS" val="0"/>
  <p:tag name="KSO_WM_UNIT_SHADOW_SCHEMECOLOR_INDEX" val="16"/>
</p:tagLst>
</file>

<file path=ppt/tags/tag266.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26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2.xml><?xml version="1.0" encoding="utf-8"?>
<p:tagLst xmlns:p="http://schemas.openxmlformats.org/presentationml/2006/main">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13"/>
  <p:tag name="KSO_WM_UNIT_TEXT_FILL_TYPE" val="1"/>
</p:tagLst>
</file>

<file path=ppt/tags/tag2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4.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275.xml><?xml version="1.0" encoding="utf-8"?>
<p:tagLst xmlns:p="http://schemas.openxmlformats.org/presentationml/2006/main">
  <p:tag name="KSO_WM_UNIT_FILL_FORE_SCHEMECOLOR_INDEX_BRIGHTNESS" val="0"/>
  <p:tag name="KSO_WM_UNIT_FILL_FORE_SCHEMECOLOR_INDEX" val="9"/>
  <p:tag name="KSO_WM_UNIT_FILL_TYPE" val="1"/>
</p:tagLst>
</file>

<file path=ppt/tags/tag276.xml><?xml version="1.0" encoding="utf-8"?>
<p:tagLst xmlns:p="http://schemas.openxmlformats.org/presentationml/2006/main">
  <p:tag name="KSO_WM_UNIT_TEXT_FILL_FORE_SCHEMECOLOR_INDEX_BRIGHTNESS" val="0"/>
  <p:tag name="KSO_WM_UNIT_TEXT_FILL_FORE_SCHEMECOLOR_INDEX" val="11"/>
  <p:tag name="KSO_WM_UNIT_TEXT_FILL_TYPE" val="1"/>
</p:tagLst>
</file>

<file path=ppt/tags/tag277.xml><?xml version="1.0" encoding="utf-8"?>
<p:tagLst xmlns:p="http://schemas.openxmlformats.org/presentationml/2006/main">
  <p:tag name="KSO_WM_UNIT_TEXT_FILL_FORE_SCHEMECOLOR_INDEX_BRIGHTNESS" val="0"/>
  <p:tag name="KSO_WM_UNIT_TEXT_FILL_FORE_SCHEMECOLOR_INDEX" val="11"/>
  <p:tag name="KSO_WM_UNIT_TEXT_FILL_TYPE" val="1"/>
</p:tagLst>
</file>

<file path=ppt/tags/tag2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1.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282.xml><?xml version="1.0" encoding="utf-8"?>
<p:tagLst xmlns:p="http://schemas.openxmlformats.org/presentationml/2006/main">
  <p:tag name="KSO_WM_UNIT_FILL_FORE_SCHEMECOLOR_INDEX_BRIGHTNESS" val="0"/>
  <p:tag name="KSO_WM_UNIT_FILL_FORE_SCHEMECOLOR_INDEX" val="6"/>
  <p:tag name="KSO_WM_UNIT_FILL_TYPE" val="1"/>
</p:tagLst>
</file>

<file path=ppt/tags/tag2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4.xml><?xml version="1.0" encoding="utf-8"?>
<p:tagLst xmlns:p="http://schemas.openxmlformats.org/presentationml/2006/main">
  <p:tag name="KSO_WM_UNIT_FILL_FORE_SCHEMECOLOR_INDEX_BRIGHTNESS" val="0"/>
  <p:tag name="KSO_WM_UNIT_FILL_FORE_SCHEMECOLOR_INDEX" val="6"/>
  <p:tag name="KSO_WM_UNIT_FILL_TYPE" val="1"/>
</p:tagLst>
</file>

<file path=ppt/tags/tag285.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Lst>
</file>

<file path=ppt/tags/tag286.xml><?xml version="1.0" encoding="utf-8"?>
<p:tagLst xmlns:p="http://schemas.openxmlformats.org/presentationml/2006/main">
  <p:tag name="KSO_WM_UNIT_TEXT_FILL_FORE_SCHEMECOLOR_INDEX_BRIGHTNESS" val="0"/>
  <p:tag name="KSO_WM_UNIT_TEXT_FILL_FORE_SCHEMECOLOR_INDEX" val="11"/>
  <p:tag name="KSO_WM_UNIT_TEXT_FILL_TYPE" val="1"/>
</p:tagLst>
</file>

<file path=ppt/tags/tag287.xml><?xml version="1.0" encoding="utf-8"?>
<p:tagLst xmlns:p="http://schemas.openxmlformats.org/presentationml/2006/main">
  <p:tag name="KSO_WM_UNIT_TEXT_FILL_FORE_SCHEMECOLOR_INDEX_BRIGHTNESS" val="0"/>
  <p:tag name="KSO_WM_UNIT_TEXT_FILL_FORE_SCHEMECOLOR_INDEX" val="11"/>
  <p:tag name="KSO_WM_UNIT_TEXT_FILL_TYPE" val="1"/>
</p:tagLst>
</file>

<file path=ppt/tags/tag2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1.xml><?xml version="1.0" encoding="utf-8"?>
<p:tagLst xmlns:p="http://schemas.openxmlformats.org/presentationml/2006/main">
  <p:tag name="KSO_WM_UNIT_FILL_FORE_SCHEMECOLOR_INDEX_BRIGHTNESS" val="0"/>
  <p:tag name="KSO_WM_UNIT_FILL_FORE_SCHEMECOLOR_INDEX" val="6"/>
  <p:tag name="KSO_WM_UNIT_FILL_TYPE" val="1"/>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UNIT_FILL_FORE_SCHEMECOLOR_INDEX_BRIGHTNESS" val="0"/>
  <p:tag name="KSO_WM_UNIT_FILL_FORE_SCHEMECOLOR_INDEX" val="6"/>
  <p:tag name="KSO_WM_UNIT_FILL_TYPE" val="1"/>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8.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299.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00.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301.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3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6.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307.xml><?xml version="1.0" encoding="utf-8"?>
<p:tagLst xmlns:p="http://schemas.openxmlformats.org/presentationml/2006/main">
  <p:tag name="KSO_WM_UNIT_FILL_FORE_SCHEMECOLOR_INDEX_BRIGHTNESS" val="0"/>
  <p:tag name="KSO_WM_UNIT_FILL_FORE_SCHEMECOLOR_INDEX" val="9"/>
  <p:tag name="KSO_WM_UNIT_FILL_TYPE" val="1"/>
</p:tagLst>
</file>

<file path=ppt/tags/tag3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3.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3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0.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321.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322.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323.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324.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325.xml><?xml version="1.0" encoding="utf-8"?>
<p:tagLst xmlns:p="http://schemas.openxmlformats.org/presentationml/2006/main">
  <p:tag name="KSO_WM_UNIT_SHADOW_SCHEMECOLOR_INDEX_BRIGHTNESS" val="0"/>
  <p:tag name="KSO_WM_UNIT_SHADOW_SCHEMECOLOR_INDEX" val="16"/>
  <p:tag name="KSO_WM_UNIT_TEXT_FILL_FORE_SCHEMECOLOR_INDEX_BRIGHTNESS" val="0"/>
  <p:tag name="KSO_WM_UNIT_TEXT_FILL_FORE_SCHEMECOLOR_INDEX" val="13"/>
  <p:tag name="KSO_WM_UNIT_TEXT_FILL_TYPE" val="1"/>
</p:tagLst>
</file>

<file path=ppt/tags/tag326.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327.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3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30.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3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32.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33.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34.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35.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36.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37.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3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3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1.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352.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53.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5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5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56.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57.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5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65.xml><?xml version="1.0" encoding="utf-8"?>
<p:tagLst xmlns:p="http://schemas.openxmlformats.org/presentationml/2006/main">
  <p:tag name="KSO_WM_UNIT_SHADOW_SCHEMECOLOR_INDEX_BRIGHTNESS" val="0"/>
  <p:tag name="KSO_WM_UNIT_SHADOW_SCHEMECOLOR_INDEX" val="16"/>
</p:tagLst>
</file>

<file path=ppt/tags/tag366.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6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6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6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70.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71.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72.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73.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74.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7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76.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8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90.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9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92.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93.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39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3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00.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0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02.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03.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0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0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06.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07.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08.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09.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10.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1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3.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42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2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26.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2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2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29.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30.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31.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32.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33.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3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3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4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46.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4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48.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49.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50.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6.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57.xml><?xml version="1.0" encoding="utf-8"?>
<p:tagLst xmlns:p="http://schemas.openxmlformats.org/presentationml/2006/main">
  <p:tag name="KSO_WM_UNIT_SHADOW_SCHEMECOLOR_INDEX_BRIGHTNESS" val="0"/>
  <p:tag name="KSO_WM_UNIT_SHADOW_SCHEMECOLOR_INDEX" val="16"/>
</p:tagLst>
</file>

<file path=ppt/tags/tag458.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45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60.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6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62.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63.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64.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65.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66.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67.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6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6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70.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80.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8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82.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83.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84.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48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92.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493.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9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9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96.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9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9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49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1.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12.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13.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14.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15.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16.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1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1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1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20.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2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28.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29.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30.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31.xml><?xml version="1.0" encoding="utf-8"?>
<p:tagLst xmlns:p="http://schemas.openxmlformats.org/presentationml/2006/main">
  <p:tag name="KSO_WM_UNIT_SHADOW_SCHEMECOLOR_INDEX_BRIGHTNESS" val="0"/>
  <p:tag name="KSO_WM_UNIT_SHADOW_SCHEMECOLOR_INDEX" val="16"/>
</p:tagLst>
</file>

<file path=ppt/tags/tag532.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533.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3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3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36.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3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3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3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1.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52.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53.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54.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55.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56.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5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5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5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60.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6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68.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69.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70.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71.xml><?xml version="1.0" encoding="utf-8"?>
<p:tagLst xmlns:p="http://schemas.openxmlformats.org/presentationml/2006/main">
  <p:tag name="KSO_WM_UNIT_SHADOW_SCHEMECOLOR_INDEX_BRIGHTNESS" val="0"/>
  <p:tag name="KSO_WM_UNIT_SHADOW_SCHEMECOLOR_INDEX" val="16"/>
</p:tagLst>
</file>

<file path=ppt/tags/tag572.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573.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7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7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76.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7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2.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83.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84.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85.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86.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8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88.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89.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90.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5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9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96.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97.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98.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5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05.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06.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07.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08.xml><?xml version="1.0" encoding="utf-8"?>
<p:tagLst xmlns:p="http://schemas.openxmlformats.org/presentationml/2006/main">
  <p:tag name="KSO_WM_UNIT_SHADOW_SCHEMECOLOR_INDEX_BRIGHTNESS" val="0"/>
  <p:tag name="KSO_WM_UNIT_SHADOW_SCHEMECOLOR_INDEX" val="16"/>
</p:tagLst>
</file>

<file path=ppt/tags/tag609.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610.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1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12.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13.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1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1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9.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20.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21.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22.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23.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2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25.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26.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27.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32.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33.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34.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35.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1.xml><?xml version="1.0" encoding="utf-8"?>
<p:tagLst xmlns:p="http://schemas.openxmlformats.org/presentationml/2006/main">
  <p:tag name="KSO_WM_UNIT_LINE_FORE_SCHEMECOLOR_INDEX_BRIGHTNESS" val="0"/>
  <p:tag name="KSO_WM_UNIT_LINE_FORE_SCHEMECOLOR_INDEX" val="7"/>
  <p:tag name="KSO_WM_UNIT_LINE_FILL_TYPE" val="2"/>
</p:tagLst>
</file>

<file path=ppt/tags/tag642.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43.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44.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645.xml><?xml version="1.0" encoding="utf-8"?>
<p:tagLst xmlns:p="http://schemas.openxmlformats.org/presentationml/2006/main">
  <p:tag name="KSO_WM_UNIT_SHADOW_SCHEMECOLOR_INDEX_BRIGHTNESS" val="0"/>
  <p:tag name="KSO_WM_UNIT_SHADOW_SCHEMECOLOR_INDEX" val="16"/>
</p:tagLst>
</file>

<file path=ppt/tags/tag646.xml><?xml version="1.0" encoding="utf-8"?>
<p:tagLst xmlns:p="http://schemas.openxmlformats.org/presentationml/2006/main">
  <p:tag name="KSO_WM_UNIT_LINE_FORE_SCHEMECOLOR_INDEX_BRIGHTNESS" val="0"/>
  <p:tag name="KSO_WM_UNIT_LINE_FORE_SCHEMECOLOR_INDEX" val="9"/>
  <p:tag name="KSO_WM_UNIT_LINE_FILL_TYPE" val="2"/>
</p:tagLst>
</file>

<file path=ppt/tags/tag647.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648.xml><?xml version="1.0" encoding="utf-8"?>
<p:tagLst xmlns:p="http://schemas.openxmlformats.org/presentationml/2006/main">
  <p:tag name="KSO_WPP_MARK_KEY" val="dcc788e3-d5fb-4aa1-8d6d-034548140528"/>
  <p:tag name="FULLTEXTBEAUTIFYED" val="1"/>
  <p:tag name="COMMONDATA" val="eyJoZGlkIjoiMTQxYWZkOWY5MDg5YjRjODViZDcyNzhhYTM3MGI2ZmIifQ=="/>
</p:tagLst>
</file>

<file path=ppt/theme/theme1.xml><?xml version="1.0" encoding="utf-8"?>
<a:theme xmlns:a="http://schemas.openxmlformats.org/drawingml/2006/main" name="72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6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7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8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9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20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5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2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6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7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8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9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30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32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33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4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5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6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7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8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9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40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41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1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42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43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44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45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46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47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48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49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50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51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52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56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1.xml><?xml version="1.0" encoding="utf-8"?>
<a:theme xmlns:a="http://schemas.openxmlformats.org/drawingml/2006/main" name="58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2.xml><?xml version="1.0" encoding="utf-8"?>
<a:theme xmlns:a="http://schemas.openxmlformats.org/drawingml/2006/main" name="59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3.xml><?xml version="1.0" encoding="utf-8"?>
<a:theme xmlns:a="http://schemas.openxmlformats.org/drawingml/2006/main" name="24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4.xml><?xml version="1.0" encoding="utf-8"?>
<a:theme xmlns:a="http://schemas.openxmlformats.org/drawingml/2006/main" name="23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5.xml><?xml version="1.0" encoding="utf-8"?>
<a:theme xmlns:a="http://schemas.openxmlformats.org/drawingml/2006/main" name="25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6.xml><?xml version="1.0" encoding="utf-8"?>
<a:theme xmlns:a="http://schemas.openxmlformats.org/drawingml/2006/main" name="12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7.xml><?xml version="1.0" encoding="utf-8"?>
<a:theme xmlns:a="http://schemas.openxmlformats.org/drawingml/2006/main" name="53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8.xml><?xml version="1.0" encoding="utf-8"?>
<a:theme xmlns:a="http://schemas.openxmlformats.org/drawingml/2006/main" name="54_默认设计模板">
  <a:themeElements>
    <a:clrScheme name="">
      <a:dk1>
        <a:srgbClr val="000000"/>
      </a:dk1>
      <a:lt1>
        <a:srgbClr val="FFFFFF"/>
      </a:lt1>
      <a:dk2>
        <a:srgbClr val="FAFAFA"/>
      </a:dk2>
      <a:lt2>
        <a:srgbClr val="FFFFFF"/>
      </a:lt2>
      <a:accent1>
        <a:srgbClr val="C30000"/>
      </a:accent1>
      <a:accent2>
        <a:srgbClr val="3B3E4D"/>
      </a:accent2>
      <a:accent3>
        <a:srgbClr val="C30000"/>
      </a:accent3>
      <a:accent4>
        <a:srgbClr val="3B3E4D"/>
      </a:accent4>
      <a:accent5>
        <a:srgbClr val="C30000"/>
      </a:accent5>
      <a:accent6>
        <a:srgbClr val="3B3E4D"/>
      </a:accent6>
      <a:hlink>
        <a:srgbClr val="5FCBFB"/>
      </a:hlink>
      <a:folHlink>
        <a:srgbClr val="B759BC"/>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2610</Words>
  <Application>WPS 演示</Application>
  <PresentationFormat>全屏显示(4:3)</PresentationFormat>
  <Paragraphs>844</Paragraphs>
  <Slides>57</Slides>
  <Notes>7</Notes>
  <HiddenSlides>0</HiddenSlides>
  <MMClips>0</MMClips>
  <ScaleCrop>false</ScaleCrop>
  <HeadingPairs>
    <vt:vector size="8" baseType="variant">
      <vt:variant>
        <vt:lpstr>已用的字体</vt:lpstr>
      </vt:variant>
      <vt:variant>
        <vt:i4>16</vt:i4>
      </vt:variant>
      <vt:variant>
        <vt:lpstr>主题</vt:lpstr>
      </vt:variant>
      <vt:variant>
        <vt:i4>58</vt:i4>
      </vt:variant>
      <vt:variant>
        <vt:lpstr>嵌入 OLE 服务器</vt:lpstr>
      </vt:variant>
      <vt:variant>
        <vt:i4>84</vt:i4>
      </vt:variant>
      <vt:variant>
        <vt:lpstr>幻灯片标题</vt:lpstr>
      </vt:variant>
      <vt:variant>
        <vt:i4>57</vt:i4>
      </vt:variant>
    </vt:vector>
  </HeadingPairs>
  <TitlesOfParts>
    <vt:vector size="215" baseType="lpstr">
      <vt:lpstr>Arial</vt:lpstr>
      <vt:lpstr>宋体</vt:lpstr>
      <vt:lpstr>Wingdings</vt:lpstr>
      <vt:lpstr>仿宋_GB2312</vt:lpstr>
      <vt:lpstr>仿宋</vt:lpstr>
      <vt:lpstr>隶书</vt:lpstr>
      <vt:lpstr>Times New Roman</vt:lpstr>
      <vt:lpstr>黑体</vt:lpstr>
      <vt:lpstr>Symbol</vt:lpstr>
      <vt:lpstr>Monotype Sorts</vt:lpstr>
      <vt:lpstr>Wingdings</vt:lpstr>
      <vt:lpstr>楷体_GB2312</vt:lpstr>
      <vt:lpstr>微软雅黑</vt:lpstr>
      <vt:lpstr>Arial Unicode MS</vt:lpstr>
      <vt:lpstr>等线</vt:lpstr>
      <vt:lpstr>新宋体</vt:lpstr>
      <vt:lpstr>72_默认设计模板</vt:lpstr>
      <vt:lpstr>2_默认设计模板</vt:lpstr>
      <vt:lpstr>3_默认设计模板</vt:lpstr>
      <vt:lpstr>4_默认设计模板</vt:lpstr>
      <vt:lpstr>1_默认设计模板</vt:lpstr>
      <vt:lpstr>5_默认设计模板</vt:lpstr>
      <vt:lpstr>6_默认设计模板</vt:lpstr>
      <vt:lpstr>7_默认设计模板</vt:lpstr>
      <vt:lpstr>8_默认设计模板</vt:lpstr>
      <vt:lpstr>9_默认设计模板</vt:lpstr>
      <vt:lpstr>10_默认设计模板</vt:lpstr>
      <vt:lpstr>11_默认设计模板</vt:lpstr>
      <vt:lpstr>13_默认设计模板</vt:lpstr>
      <vt:lpstr>14_默认设计模板</vt:lpstr>
      <vt:lpstr>16_默认设计模板</vt:lpstr>
      <vt:lpstr>17_默认设计模板</vt:lpstr>
      <vt:lpstr>18_默认设计模板</vt:lpstr>
      <vt:lpstr>19_默认设计模板</vt:lpstr>
      <vt:lpstr>20_默认设计模板</vt:lpstr>
      <vt:lpstr>15_默认设计模板</vt:lpstr>
      <vt:lpstr>21_默认设计模板</vt:lpstr>
      <vt:lpstr>22_默认设计模板</vt:lpstr>
      <vt:lpstr>26_默认设计模板</vt:lpstr>
      <vt:lpstr>27_默认设计模板</vt:lpstr>
      <vt:lpstr>28_默认设计模板</vt:lpstr>
      <vt:lpstr>29_默认设计模板</vt:lpstr>
      <vt:lpstr>30_默认设计模板</vt:lpstr>
      <vt:lpstr>32_默认设计模板</vt:lpstr>
      <vt:lpstr>33_默认设计模板</vt:lpstr>
      <vt:lpstr>34_默认设计模板</vt:lpstr>
      <vt:lpstr>35_默认设计模板</vt:lpstr>
      <vt:lpstr>36_默认设计模板</vt:lpstr>
      <vt:lpstr>37_默认设计模板</vt:lpstr>
      <vt:lpstr>38_默认设计模板</vt:lpstr>
      <vt:lpstr>39_默认设计模板</vt:lpstr>
      <vt:lpstr>40_默认设计模板</vt:lpstr>
      <vt:lpstr>41_默认设计模板</vt:lpstr>
      <vt:lpstr>31_默认设计模板</vt:lpstr>
      <vt:lpstr>42_默认设计模板</vt:lpstr>
      <vt:lpstr>43_默认设计模板</vt:lpstr>
      <vt:lpstr>44_默认设计模板</vt:lpstr>
      <vt:lpstr>45_默认设计模板</vt:lpstr>
      <vt:lpstr>46_默认设计模板</vt:lpstr>
      <vt:lpstr>47_默认设计模板</vt:lpstr>
      <vt:lpstr>48_默认设计模板</vt:lpstr>
      <vt:lpstr>49_默认设计模板</vt:lpstr>
      <vt:lpstr>50_默认设计模板</vt:lpstr>
      <vt:lpstr>51_默认设计模板</vt:lpstr>
      <vt:lpstr>52_默认设计模板</vt:lpstr>
      <vt:lpstr>56_默认设计模板</vt:lpstr>
      <vt:lpstr>58_默认设计模板</vt:lpstr>
      <vt:lpstr>59_默认设计模板</vt:lpstr>
      <vt:lpstr>24_默认设计模板</vt:lpstr>
      <vt:lpstr>23_默认设计模板</vt:lpstr>
      <vt:lpstr>25_默认设计模板</vt:lpstr>
      <vt:lpstr>12_默认设计模板</vt:lpstr>
      <vt:lpstr>53_默认设计模板</vt:lpstr>
      <vt:lpstr>54_默认设计模板</vt:lpstr>
      <vt:lpstr>Equation.3</vt:lpstr>
      <vt:lpstr>Equation.3</vt:lpstr>
      <vt:lpstr>Equation.3</vt:lpstr>
      <vt:lpstr>Equation.DSMT4</vt:lpstr>
      <vt:lpstr>Equation.3</vt:lpstr>
      <vt:lpstr>Equation.3</vt:lpstr>
      <vt:lpstr>Equation.KSEE3</vt:lpstr>
      <vt:lpstr>Equation.KSEE3</vt:lpstr>
      <vt:lpstr>Equation.KSEE3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Visio.Drawing.6</vt:lpstr>
      <vt:lpstr>Visio.Drawing.6</vt:lpstr>
      <vt:lpstr>Equation.3</vt:lpstr>
      <vt:lpstr>Equation.3</vt:lpstr>
      <vt:lpstr>Equation.3</vt:lpstr>
      <vt:lpstr>Visio.Drawing.6</vt:lpstr>
      <vt:lpstr>Equation.3</vt:lpstr>
      <vt:lpstr>Visio.Drawing.6</vt:lpstr>
      <vt:lpstr>Equation.3</vt:lpstr>
      <vt:lpstr>Equation.KSEE3</vt:lpstr>
      <vt:lpstr>Equation.KSEE3</vt:lpstr>
      <vt:lpstr>Equation.3</vt:lpstr>
      <vt:lpstr>Equation.DSMT4</vt:lpstr>
      <vt:lpstr>Equation.3</vt:lpstr>
      <vt:lpstr>Equation.KSEE3</vt:lpstr>
      <vt:lpstr>Equation.KSEE3</vt:lpstr>
      <vt:lpstr>Equation.3</vt:lpstr>
      <vt:lpstr>Visio.Drawing.6</vt:lpstr>
      <vt:lpstr>Visio.Drawing.6</vt:lpstr>
      <vt:lpstr>Equation.3</vt:lpstr>
      <vt:lpstr>Visio.Drawing.6</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wzy</dc:creator>
  <cp:lastModifiedBy>苏为</cp:lastModifiedBy>
  <cp:revision>237</cp:revision>
  <dcterms:created xsi:type="dcterms:W3CDTF">2002-08-01T02:57:00Z</dcterms:created>
  <dcterms:modified xsi:type="dcterms:W3CDTF">2026-04-02T08:59:18Z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F49B65273A9446298E12753298B82DE3_13</vt:lpwstr>
  </property>
  <property fmtid="{D5CDD505-2E9C-101B-9397-08002B2CF9AE}" pid="3" name="KSOProductBuildVer">
    <vt:lpwstr>2052-12.1.0.25225</vt:lpwstr>
  </property>
</Properties>
</file>