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37.xml" ContentType="application/vnd.openxmlformats-officedocument.presentationml.slideLayout+xml"/>
  <Override PartName="/ppt/slideLayouts/slideLayout838.xml" ContentType="application/vnd.openxmlformats-officedocument.presentationml.slideLayout+xml"/>
  <Override PartName="/ppt/slideLayouts/slideLayout839.xml" ContentType="application/vnd.openxmlformats-officedocument.presentationml.slideLayout+xml"/>
  <Override PartName="/ppt/slideLayouts/slideLayout84.xml" ContentType="application/vnd.openxmlformats-officedocument.presentationml.slideLayout+xml"/>
  <Override PartName="/ppt/slideLayouts/slideLayout840.xml" ContentType="application/vnd.openxmlformats-officedocument.presentationml.slideLayout+xml"/>
  <Override PartName="/ppt/slideLayouts/slideLayout841.xml" ContentType="application/vnd.openxmlformats-officedocument.presentationml.slideLayout+xml"/>
  <Override PartName="/ppt/slideLayouts/slideLayout842.xml" ContentType="application/vnd.openxmlformats-officedocument.presentationml.slideLayout+xml"/>
  <Override PartName="/ppt/slideLayouts/slideLayout843.xml" ContentType="application/vnd.openxmlformats-officedocument.presentationml.slideLayout+xml"/>
  <Override PartName="/ppt/slideLayouts/slideLayout844.xml" ContentType="application/vnd.openxmlformats-officedocument.presentationml.slideLayout+xml"/>
  <Override PartName="/ppt/slideLayouts/slideLayout845.xml" ContentType="application/vnd.openxmlformats-officedocument.presentationml.slideLayout+xml"/>
  <Override PartName="/ppt/slideLayouts/slideLayout846.xml" ContentType="application/vnd.openxmlformats-officedocument.presentationml.slideLayout+xml"/>
  <Override PartName="/ppt/slideLayouts/slideLayout847.xml" ContentType="application/vnd.openxmlformats-officedocument.presentationml.slideLayout+xml"/>
  <Override PartName="/ppt/slideLayouts/slideLayout848.xml" ContentType="application/vnd.openxmlformats-officedocument.presentationml.slideLayout+xml"/>
  <Override PartName="/ppt/slideLayouts/slideLayout849.xml" ContentType="application/vnd.openxmlformats-officedocument.presentationml.slideLayout+xml"/>
  <Override PartName="/ppt/slideLayouts/slideLayout85.xml" ContentType="application/vnd.openxmlformats-officedocument.presentationml.slideLayout+xml"/>
  <Override PartName="/ppt/slideLayouts/slideLayout850.xml" ContentType="application/vnd.openxmlformats-officedocument.presentationml.slideLayout+xml"/>
  <Override PartName="/ppt/slideLayouts/slideLayout851.xml" ContentType="application/vnd.openxmlformats-officedocument.presentationml.slideLayout+xml"/>
  <Override PartName="/ppt/slideLayouts/slideLayout852.xml" ContentType="application/vnd.openxmlformats-officedocument.presentationml.slideLayout+xml"/>
  <Override PartName="/ppt/slideLayouts/slideLayout853.xml" ContentType="application/vnd.openxmlformats-officedocument.presentationml.slideLayout+xml"/>
  <Override PartName="/ppt/slideLayouts/slideLayout854.xml" ContentType="application/vnd.openxmlformats-officedocument.presentationml.slideLayout+xml"/>
  <Override PartName="/ppt/slideLayouts/slideLayout855.xml" ContentType="application/vnd.openxmlformats-officedocument.presentationml.slideLayout+xml"/>
  <Override PartName="/ppt/slideLayouts/slideLayout856.xml" ContentType="application/vnd.openxmlformats-officedocument.presentationml.slideLayout+xml"/>
  <Override PartName="/ppt/slideLayouts/slideLayout857.xml" ContentType="application/vnd.openxmlformats-officedocument.presentationml.slideLayout+xml"/>
  <Override PartName="/ppt/slideLayouts/slideLayout858.xml" ContentType="application/vnd.openxmlformats-officedocument.presentationml.slideLayout+xml"/>
  <Override PartName="/ppt/slideLayouts/slideLayout859.xml" ContentType="application/vnd.openxmlformats-officedocument.presentationml.slideLayout+xml"/>
  <Override PartName="/ppt/slideLayouts/slideLayout86.xml" ContentType="application/vnd.openxmlformats-officedocument.presentationml.slideLayout+xml"/>
  <Override PartName="/ppt/slideLayouts/slideLayout860.xml" ContentType="application/vnd.openxmlformats-officedocument.presentationml.slideLayout+xml"/>
  <Override PartName="/ppt/slideLayouts/slideLayout861.xml" ContentType="application/vnd.openxmlformats-officedocument.presentationml.slideLayout+xml"/>
  <Override PartName="/ppt/slideLayouts/slideLayout862.xml" ContentType="application/vnd.openxmlformats-officedocument.presentationml.slideLayout+xml"/>
  <Override PartName="/ppt/slideLayouts/slideLayout863.xml" ContentType="application/vnd.openxmlformats-officedocument.presentationml.slideLayout+xml"/>
  <Override PartName="/ppt/slideLayouts/slideLayout864.xml" ContentType="application/vnd.openxmlformats-officedocument.presentationml.slideLayout+xml"/>
  <Override PartName="/ppt/slideLayouts/slideLayout865.xml" ContentType="application/vnd.openxmlformats-officedocument.presentationml.slideLayout+xml"/>
  <Override PartName="/ppt/slideLayouts/slideLayout866.xml" ContentType="application/vnd.openxmlformats-officedocument.presentationml.slideLayout+xml"/>
  <Override PartName="/ppt/slideLayouts/slideLayout867.xml" ContentType="application/vnd.openxmlformats-officedocument.presentationml.slideLayout+xml"/>
  <Override PartName="/ppt/slideLayouts/slideLayout868.xml" ContentType="application/vnd.openxmlformats-officedocument.presentationml.slideLayout+xml"/>
  <Override PartName="/ppt/slideLayouts/slideLayout869.xml" ContentType="application/vnd.openxmlformats-officedocument.presentationml.slideLayout+xml"/>
  <Override PartName="/ppt/slideLayouts/slideLayout87.xml" ContentType="application/vnd.openxmlformats-officedocument.presentationml.slideLayout+xml"/>
  <Override PartName="/ppt/slideLayouts/slideLayout870.xml" ContentType="application/vnd.openxmlformats-officedocument.presentationml.slideLayout+xml"/>
  <Override PartName="/ppt/slideLayouts/slideLayout871.xml" ContentType="application/vnd.openxmlformats-officedocument.presentationml.slideLayout+xml"/>
  <Override PartName="/ppt/slideLayouts/slideLayout872.xml" ContentType="application/vnd.openxmlformats-officedocument.presentationml.slideLayout+xml"/>
  <Override PartName="/ppt/slideLayouts/slideLayout873.xml" ContentType="application/vnd.openxmlformats-officedocument.presentationml.slideLayout+xml"/>
  <Override PartName="/ppt/slideLayouts/slideLayout874.xml" ContentType="application/vnd.openxmlformats-officedocument.presentationml.slideLayout+xml"/>
  <Override PartName="/ppt/slideLayouts/slideLayout875.xml" ContentType="application/vnd.openxmlformats-officedocument.presentationml.slideLayout+xml"/>
  <Override PartName="/ppt/slideLayouts/slideLayout876.xml" ContentType="application/vnd.openxmlformats-officedocument.presentationml.slideLayout+xml"/>
  <Override PartName="/ppt/slideLayouts/slideLayout877.xml" ContentType="application/vnd.openxmlformats-officedocument.presentationml.slideLayout+xml"/>
  <Override PartName="/ppt/slideLayouts/slideLayout878.xml" ContentType="application/vnd.openxmlformats-officedocument.presentationml.slideLayout+xml"/>
  <Override PartName="/ppt/slideLayouts/slideLayout879.xml" ContentType="application/vnd.openxmlformats-officedocument.presentationml.slideLayout+xml"/>
  <Override PartName="/ppt/slideLayouts/slideLayout88.xml" ContentType="application/vnd.openxmlformats-officedocument.presentationml.slideLayout+xml"/>
  <Override PartName="/ppt/slideLayouts/slideLayout880.xml" ContentType="application/vnd.openxmlformats-officedocument.presentationml.slideLayout+xml"/>
  <Override PartName="/ppt/slideLayouts/slideLayout881.xml" ContentType="application/vnd.openxmlformats-officedocument.presentationml.slideLayout+xml"/>
  <Override PartName="/ppt/slideLayouts/slideLayout882.xml" ContentType="application/vnd.openxmlformats-officedocument.presentationml.slideLayout+xml"/>
  <Override PartName="/ppt/slideLayouts/slideLayout883.xml" ContentType="application/vnd.openxmlformats-officedocument.presentationml.slideLayout+xml"/>
  <Override PartName="/ppt/slideLayouts/slideLayout884.xml" ContentType="application/vnd.openxmlformats-officedocument.presentationml.slideLayout+xml"/>
  <Override PartName="/ppt/slideLayouts/slideLayout885.xml" ContentType="application/vnd.openxmlformats-officedocument.presentationml.slideLayout+xml"/>
  <Override PartName="/ppt/slideLayouts/slideLayout886.xml" ContentType="application/vnd.openxmlformats-officedocument.presentationml.slideLayout+xml"/>
  <Override PartName="/ppt/slideLayouts/slideLayout887.xml" ContentType="application/vnd.openxmlformats-officedocument.presentationml.slideLayout+xml"/>
  <Override PartName="/ppt/slideLayouts/slideLayout888.xml" ContentType="application/vnd.openxmlformats-officedocument.presentationml.slideLayout+xml"/>
  <Override PartName="/ppt/slideLayouts/slideLayout889.xml" ContentType="application/vnd.openxmlformats-officedocument.presentationml.slideLayout+xml"/>
  <Override PartName="/ppt/slideLayouts/slideLayout89.xml" ContentType="application/vnd.openxmlformats-officedocument.presentationml.slideLayout+xml"/>
  <Override PartName="/ppt/slideLayouts/slideLayout890.xml" ContentType="application/vnd.openxmlformats-officedocument.presentationml.slideLayout+xml"/>
  <Override PartName="/ppt/slideLayouts/slideLayout891.xml" ContentType="application/vnd.openxmlformats-officedocument.presentationml.slideLayout+xml"/>
  <Override PartName="/ppt/slideLayouts/slideLayout892.xml" ContentType="application/vnd.openxmlformats-officedocument.presentationml.slideLayout+xml"/>
  <Override PartName="/ppt/slideLayouts/slideLayout893.xml" ContentType="application/vnd.openxmlformats-officedocument.presentationml.slideLayout+xml"/>
  <Override PartName="/ppt/slideLayouts/slideLayout894.xml" ContentType="application/vnd.openxmlformats-officedocument.presentationml.slideLayout+xml"/>
  <Override PartName="/ppt/slideLayouts/slideLayout895.xml" ContentType="application/vnd.openxmlformats-officedocument.presentationml.slideLayout+xml"/>
  <Override PartName="/ppt/slideLayouts/slideLayout896.xml" ContentType="application/vnd.openxmlformats-officedocument.presentationml.slideLayout+xml"/>
  <Override PartName="/ppt/slideLayouts/slideLayout897.xml" ContentType="application/vnd.openxmlformats-officedocument.presentationml.slideLayout+xml"/>
  <Override PartName="/ppt/slideLayouts/slideLayout898.xml" ContentType="application/vnd.openxmlformats-officedocument.presentationml.slideLayout+xml"/>
  <Override PartName="/ppt/slideLayouts/slideLayout89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00.xml" ContentType="application/vnd.openxmlformats-officedocument.presentationml.slideLayout+xml"/>
  <Override PartName="/ppt/slideLayouts/slideLayout901.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 id="2147483684" r:id="rId4"/>
    <p:sldMasterId id="2147483702" r:id="rId5"/>
    <p:sldMasterId id="2147483720" r:id="rId6"/>
    <p:sldMasterId id="2147483738" r:id="rId7"/>
    <p:sldMasterId id="2147483756" r:id="rId8"/>
    <p:sldMasterId id="2147483774" r:id="rId9"/>
    <p:sldMasterId id="2147483792" r:id="rId10"/>
    <p:sldMasterId id="2147483810" r:id="rId11"/>
    <p:sldMasterId id="2147483828" r:id="rId12"/>
    <p:sldMasterId id="2147483846" r:id="rId13"/>
    <p:sldMasterId id="2147483864" r:id="rId14"/>
    <p:sldMasterId id="2147483882" r:id="rId15"/>
    <p:sldMasterId id="2147483900" r:id="rId16"/>
    <p:sldMasterId id="2147483918" r:id="rId17"/>
    <p:sldMasterId id="2147483936" r:id="rId18"/>
    <p:sldMasterId id="2147483954" r:id="rId19"/>
    <p:sldMasterId id="2147483972" r:id="rId20"/>
    <p:sldMasterId id="2147483990" r:id="rId21"/>
    <p:sldMasterId id="2147484008" r:id="rId22"/>
    <p:sldMasterId id="2147484026" r:id="rId23"/>
    <p:sldMasterId id="2147484044" r:id="rId24"/>
    <p:sldMasterId id="2147484062" r:id="rId25"/>
    <p:sldMasterId id="2147484080" r:id="rId26"/>
    <p:sldMasterId id="2147484098" r:id="rId27"/>
    <p:sldMasterId id="2147484116" r:id="rId28"/>
    <p:sldMasterId id="2147484134" r:id="rId29"/>
    <p:sldMasterId id="2147484152" r:id="rId30"/>
    <p:sldMasterId id="2147484170" r:id="rId31"/>
    <p:sldMasterId id="2147484188" r:id="rId32"/>
    <p:sldMasterId id="2147484206" r:id="rId33"/>
    <p:sldMasterId id="2147484224" r:id="rId34"/>
    <p:sldMasterId id="2147484242" r:id="rId35"/>
    <p:sldMasterId id="2147484260" r:id="rId36"/>
    <p:sldMasterId id="2147484278" r:id="rId37"/>
    <p:sldMasterId id="2147484296" r:id="rId38"/>
    <p:sldMasterId id="2147484314" r:id="rId39"/>
    <p:sldMasterId id="2147484332" r:id="rId40"/>
    <p:sldMasterId id="2147484350" r:id="rId41"/>
    <p:sldMasterId id="2147484368" r:id="rId42"/>
    <p:sldMasterId id="2147484386" r:id="rId43"/>
    <p:sldMasterId id="2147484404" r:id="rId44"/>
    <p:sldMasterId id="2147484422" r:id="rId45"/>
    <p:sldMasterId id="2147484440" r:id="rId46"/>
    <p:sldMasterId id="2147484458" r:id="rId47"/>
    <p:sldMasterId id="2147484476" r:id="rId48"/>
    <p:sldMasterId id="2147484494" r:id="rId49"/>
    <p:sldMasterId id="2147484512" r:id="rId50"/>
    <p:sldMasterId id="2147484530" r:id="rId51"/>
    <p:sldMasterId id="2147484548" r:id="rId52"/>
    <p:sldMasterId id="2147484566" r:id="rId53"/>
    <p:sldMasterId id="2147484584" r:id="rId54"/>
  </p:sldMasterIdLst>
  <p:notesMasterIdLst>
    <p:notesMasterId r:id="rId74"/>
  </p:notesMasterIdLst>
  <p:sldIdLst>
    <p:sldId id="616" r:id="rId55"/>
    <p:sldId id="617" r:id="rId56"/>
    <p:sldId id="618" r:id="rId57"/>
    <p:sldId id="619" r:id="rId58"/>
    <p:sldId id="620" r:id="rId59"/>
    <p:sldId id="621" r:id="rId60"/>
    <p:sldId id="622" r:id="rId61"/>
    <p:sldId id="623" r:id="rId62"/>
    <p:sldId id="624" r:id="rId63"/>
    <p:sldId id="625" r:id="rId64"/>
    <p:sldId id="626" r:id="rId65"/>
    <p:sldId id="627" r:id="rId66"/>
    <p:sldId id="628" r:id="rId67"/>
    <p:sldId id="629" r:id="rId68"/>
    <p:sldId id="630" r:id="rId69"/>
    <p:sldId id="631" r:id="rId70"/>
    <p:sldId id="632" r:id="rId71"/>
    <p:sldId id="633" r:id="rId72"/>
    <p:sldId id="634" r:id="rId73"/>
    <p:sldId id="710" r:id="rId75"/>
    <p:sldId id="635" r:id="rId76"/>
    <p:sldId id="636" r:id="rId77"/>
    <p:sldId id="637" r:id="rId78"/>
    <p:sldId id="638" r:id="rId79"/>
    <p:sldId id="639" r:id="rId80"/>
    <p:sldId id="640" r:id="rId81"/>
    <p:sldId id="641" r:id="rId82"/>
    <p:sldId id="642" r:id="rId83"/>
    <p:sldId id="772" r:id="rId84"/>
    <p:sldId id="771" r:id="rId85"/>
    <p:sldId id="773" r:id="rId86"/>
    <p:sldId id="643" r:id="rId87"/>
    <p:sldId id="644" r:id="rId88"/>
    <p:sldId id="645" r:id="rId89"/>
    <p:sldId id="646" r:id="rId90"/>
    <p:sldId id="647" r:id="rId91"/>
    <p:sldId id="648" r:id="rId92"/>
    <p:sldId id="649" r:id="rId93"/>
    <p:sldId id="650" r:id="rId94"/>
    <p:sldId id="651" r:id="rId95"/>
    <p:sldId id="652" r:id="rId96"/>
    <p:sldId id="653" r:id="rId97"/>
    <p:sldId id="654" r:id="rId98"/>
    <p:sldId id="655" r:id="rId99"/>
    <p:sldId id="656" r:id="rId100"/>
    <p:sldId id="657" r:id="rId101"/>
    <p:sldId id="658" r:id="rId102"/>
    <p:sldId id="659" r:id="rId103"/>
    <p:sldId id="660" r:id="rId104"/>
    <p:sldId id="661" r:id="rId105"/>
    <p:sldId id="662" r:id="rId106"/>
    <p:sldId id="663" r:id="rId107"/>
    <p:sldId id="664" r:id="rId108"/>
    <p:sldId id="665" r:id="rId109"/>
    <p:sldId id="713" r:id="rId110"/>
    <p:sldId id="666" r:id="rId111"/>
    <p:sldId id="667" r:id="rId112"/>
    <p:sldId id="714" r:id="rId113"/>
    <p:sldId id="671" r:id="rId114"/>
    <p:sldId id="716" r:id="rId115"/>
    <p:sldId id="672" r:id="rId116"/>
    <p:sldId id="673" r:id="rId117"/>
    <p:sldId id="674" r:id="rId118"/>
    <p:sldId id="675" r:id="rId119"/>
    <p:sldId id="676" r:id="rId120"/>
    <p:sldId id="717" r:id="rId121"/>
    <p:sldId id="681" r:id="rId122"/>
    <p:sldId id="682" r:id="rId123"/>
    <p:sldId id="683" r:id="rId124"/>
    <p:sldId id="684" r:id="rId125"/>
    <p:sldId id="711" r:id="rId126"/>
    <p:sldId id="685" r:id="rId127"/>
    <p:sldId id="712" r:id="rId128"/>
    <p:sldId id="686" r:id="rId129"/>
    <p:sldId id="687" r:id="rId130"/>
    <p:sldId id="688" r:id="rId131"/>
    <p:sldId id="689" r:id="rId132"/>
    <p:sldId id="718" r:id="rId133"/>
    <p:sldId id="719" r:id="rId134"/>
    <p:sldId id="720" r:id="rId135"/>
    <p:sldId id="721" r:id="rId136"/>
    <p:sldId id="697" r:id="rId137"/>
    <p:sldId id="698" r:id="rId138"/>
  </p:sldIdLst>
  <p:sldSz cx="12192000" cy="6858000" type="screen16x9"/>
  <p:notesSz cx="6858000" cy="9144000"/>
  <p:custDataLst>
    <p:tags r:id="rId1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7" y="54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44.xml"/><Relationship Id="rId98" Type="http://schemas.openxmlformats.org/officeDocument/2006/relationships/slide" Target="slides/slide43.xml"/><Relationship Id="rId97" Type="http://schemas.openxmlformats.org/officeDocument/2006/relationships/slide" Target="slides/slide42.xml"/><Relationship Id="rId96" Type="http://schemas.openxmlformats.org/officeDocument/2006/relationships/slide" Target="slides/slide41.xml"/><Relationship Id="rId95" Type="http://schemas.openxmlformats.org/officeDocument/2006/relationships/slide" Target="slides/slide40.xml"/><Relationship Id="rId94" Type="http://schemas.openxmlformats.org/officeDocument/2006/relationships/slide" Target="slides/slide39.xml"/><Relationship Id="rId93" Type="http://schemas.openxmlformats.org/officeDocument/2006/relationships/slide" Target="slides/slide38.xml"/><Relationship Id="rId92" Type="http://schemas.openxmlformats.org/officeDocument/2006/relationships/slide" Target="slides/slide37.xml"/><Relationship Id="rId91" Type="http://schemas.openxmlformats.org/officeDocument/2006/relationships/slide" Target="slides/slide36.xml"/><Relationship Id="rId90" Type="http://schemas.openxmlformats.org/officeDocument/2006/relationships/slide" Target="slides/slide35.xml"/><Relationship Id="rId9" Type="http://schemas.openxmlformats.org/officeDocument/2006/relationships/slideMaster" Target="slideMasters/slideMaster8.xml"/><Relationship Id="rId89" Type="http://schemas.openxmlformats.org/officeDocument/2006/relationships/slide" Target="slides/slide34.xml"/><Relationship Id="rId88" Type="http://schemas.openxmlformats.org/officeDocument/2006/relationships/slide" Target="slides/slide33.xml"/><Relationship Id="rId87" Type="http://schemas.openxmlformats.org/officeDocument/2006/relationships/slide" Target="slides/slide32.xml"/><Relationship Id="rId86" Type="http://schemas.openxmlformats.org/officeDocument/2006/relationships/slide" Target="slides/slide31.xml"/><Relationship Id="rId85" Type="http://schemas.openxmlformats.org/officeDocument/2006/relationships/slide" Target="slides/slide30.xml"/><Relationship Id="rId84" Type="http://schemas.openxmlformats.org/officeDocument/2006/relationships/slide" Target="slides/slide29.xml"/><Relationship Id="rId83" Type="http://schemas.openxmlformats.org/officeDocument/2006/relationships/slide" Target="slides/slide28.xml"/><Relationship Id="rId82" Type="http://schemas.openxmlformats.org/officeDocument/2006/relationships/slide" Target="slides/slide27.xml"/><Relationship Id="rId81" Type="http://schemas.openxmlformats.org/officeDocument/2006/relationships/slide" Target="slides/slide26.xml"/><Relationship Id="rId80" Type="http://schemas.openxmlformats.org/officeDocument/2006/relationships/slide" Target="slides/slide25.xml"/><Relationship Id="rId8" Type="http://schemas.openxmlformats.org/officeDocument/2006/relationships/slideMaster" Target="slideMasters/slideMaster7.xml"/><Relationship Id="rId79" Type="http://schemas.openxmlformats.org/officeDocument/2006/relationships/slide" Target="slides/slide24.xml"/><Relationship Id="rId78" Type="http://schemas.openxmlformats.org/officeDocument/2006/relationships/slide" Target="slides/slide23.xml"/><Relationship Id="rId77" Type="http://schemas.openxmlformats.org/officeDocument/2006/relationships/slide" Target="slides/slide22.xml"/><Relationship Id="rId76" Type="http://schemas.openxmlformats.org/officeDocument/2006/relationships/slide" Target="slides/slide21.xml"/><Relationship Id="rId75" Type="http://schemas.openxmlformats.org/officeDocument/2006/relationships/slide" Target="slides/slide20.xml"/><Relationship Id="rId74" Type="http://schemas.openxmlformats.org/officeDocument/2006/relationships/notesMaster" Target="notesMasters/notesMaster1.xml"/><Relationship Id="rId73" Type="http://schemas.openxmlformats.org/officeDocument/2006/relationships/slide" Target="slides/slide19.xml"/><Relationship Id="rId72" Type="http://schemas.openxmlformats.org/officeDocument/2006/relationships/slide" Target="slides/slide18.xml"/><Relationship Id="rId71" Type="http://schemas.openxmlformats.org/officeDocument/2006/relationships/slide" Target="slides/slide17.xml"/><Relationship Id="rId70" Type="http://schemas.openxmlformats.org/officeDocument/2006/relationships/slide" Target="slides/slide16.xml"/><Relationship Id="rId7" Type="http://schemas.openxmlformats.org/officeDocument/2006/relationships/slideMaster" Target="slideMasters/slideMaster6.xml"/><Relationship Id="rId69" Type="http://schemas.openxmlformats.org/officeDocument/2006/relationships/slide" Target="slides/slide15.xml"/><Relationship Id="rId68" Type="http://schemas.openxmlformats.org/officeDocument/2006/relationships/slide" Target="slides/slide14.xml"/><Relationship Id="rId67" Type="http://schemas.openxmlformats.org/officeDocument/2006/relationships/slide" Target="slides/slide13.xml"/><Relationship Id="rId66" Type="http://schemas.openxmlformats.org/officeDocument/2006/relationships/slide" Target="slides/slide12.xml"/><Relationship Id="rId65" Type="http://schemas.openxmlformats.org/officeDocument/2006/relationships/slide" Target="slides/slide11.xml"/><Relationship Id="rId64" Type="http://schemas.openxmlformats.org/officeDocument/2006/relationships/slide" Target="slides/slide10.xml"/><Relationship Id="rId63" Type="http://schemas.openxmlformats.org/officeDocument/2006/relationships/slide" Target="slides/slide9.xml"/><Relationship Id="rId62" Type="http://schemas.openxmlformats.org/officeDocument/2006/relationships/slide" Target="slides/slide8.xml"/><Relationship Id="rId61" Type="http://schemas.openxmlformats.org/officeDocument/2006/relationships/slide" Target="slides/slide7.xml"/><Relationship Id="rId60" Type="http://schemas.openxmlformats.org/officeDocument/2006/relationships/slide" Target="slides/slide6.xml"/><Relationship Id="rId6" Type="http://schemas.openxmlformats.org/officeDocument/2006/relationships/slideMaster" Target="slideMasters/slideMaster5.xml"/><Relationship Id="rId59" Type="http://schemas.openxmlformats.org/officeDocument/2006/relationships/slide" Target="slides/slide5.xml"/><Relationship Id="rId58" Type="http://schemas.openxmlformats.org/officeDocument/2006/relationships/slide" Target="slides/slide4.xml"/><Relationship Id="rId57" Type="http://schemas.openxmlformats.org/officeDocument/2006/relationships/slide" Target="slides/slide3.xml"/><Relationship Id="rId56" Type="http://schemas.openxmlformats.org/officeDocument/2006/relationships/slide" Target="slides/slide2.xml"/><Relationship Id="rId55" Type="http://schemas.openxmlformats.org/officeDocument/2006/relationships/slide" Target="slides/slide1.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3" Type="http://schemas.openxmlformats.org/officeDocument/2006/relationships/tags" Target="tags/tag20.xml"/><Relationship Id="rId142" Type="http://schemas.openxmlformats.org/officeDocument/2006/relationships/commentAuthors" Target="commentAuthors.xml"/><Relationship Id="rId141" Type="http://schemas.openxmlformats.org/officeDocument/2006/relationships/tableStyles" Target="tableStyles.xml"/><Relationship Id="rId140" Type="http://schemas.openxmlformats.org/officeDocument/2006/relationships/viewProps" Target="viewProps.xml"/><Relationship Id="rId14" Type="http://schemas.openxmlformats.org/officeDocument/2006/relationships/slideMaster" Target="slideMasters/slideMaster13.xml"/><Relationship Id="rId139" Type="http://schemas.openxmlformats.org/officeDocument/2006/relationships/presProps" Target="presProps.xml"/><Relationship Id="rId138" Type="http://schemas.openxmlformats.org/officeDocument/2006/relationships/slide" Target="slides/slide83.xml"/><Relationship Id="rId137" Type="http://schemas.openxmlformats.org/officeDocument/2006/relationships/slide" Target="slides/slide82.xml"/><Relationship Id="rId136" Type="http://schemas.openxmlformats.org/officeDocument/2006/relationships/slide" Target="slides/slide81.xml"/><Relationship Id="rId135" Type="http://schemas.openxmlformats.org/officeDocument/2006/relationships/slide" Target="slides/slide80.xml"/><Relationship Id="rId134" Type="http://schemas.openxmlformats.org/officeDocument/2006/relationships/slide" Target="slides/slide79.xml"/><Relationship Id="rId133" Type="http://schemas.openxmlformats.org/officeDocument/2006/relationships/slide" Target="slides/slide78.xml"/><Relationship Id="rId132" Type="http://schemas.openxmlformats.org/officeDocument/2006/relationships/slide" Target="slides/slide77.xml"/><Relationship Id="rId131" Type="http://schemas.openxmlformats.org/officeDocument/2006/relationships/slide" Target="slides/slide76.xml"/><Relationship Id="rId130" Type="http://schemas.openxmlformats.org/officeDocument/2006/relationships/slide" Target="slides/slide75.xml"/><Relationship Id="rId13" Type="http://schemas.openxmlformats.org/officeDocument/2006/relationships/slideMaster" Target="slideMasters/slideMaster12.xml"/><Relationship Id="rId129" Type="http://schemas.openxmlformats.org/officeDocument/2006/relationships/slide" Target="slides/slide74.xml"/><Relationship Id="rId128" Type="http://schemas.openxmlformats.org/officeDocument/2006/relationships/slide" Target="slides/slide73.xml"/><Relationship Id="rId127" Type="http://schemas.openxmlformats.org/officeDocument/2006/relationships/slide" Target="slides/slide72.xml"/><Relationship Id="rId126" Type="http://schemas.openxmlformats.org/officeDocument/2006/relationships/slide" Target="slides/slide71.xml"/><Relationship Id="rId125" Type="http://schemas.openxmlformats.org/officeDocument/2006/relationships/slide" Target="slides/slide70.xml"/><Relationship Id="rId124" Type="http://schemas.openxmlformats.org/officeDocument/2006/relationships/slide" Target="slides/slide69.xml"/><Relationship Id="rId123" Type="http://schemas.openxmlformats.org/officeDocument/2006/relationships/slide" Target="slides/slide68.xml"/><Relationship Id="rId122" Type="http://schemas.openxmlformats.org/officeDocument/2006/relationships/slide" Target="slides/slide67.xml"/><Relationship Id="rId121" Type="http://schemas.openxmlformats.org/officeDocument/2006/relationships/slide" Target="slides/slide66.xml"/><Relationship Id="rId120" Type="http://schemas.openxmlformats.org/officeDocument/2006/relationships/slide" Target="slides/slide65.xml"/><Relationship Id="rId12" Type="http://schemas.openxmlformats.org/officeDocument/2006/relationships/slideMaster" Target="slideMasters/slideMaster11.xml"/><Relationship Id="rId119" Type="http://schemas.openxmlformats.org/officeDocument/2006/relationships/slide" Target="slides/slide64.xml"/><Relationship Id="rId118" Type="http://schemas.openxmlformats.org/officeDocument/2006/relationships/slide" Target="slides/slide63.xml"/><Relationship Id="rId117" Type="http://schemas.openxmlformats.org/officeDocument/2006/relationships/slide" Target="slides/slide62.xml"/><Relationship Id="rId116" Type="http://schemas.openxmlformats.org/officeDocument/2006/relationships/slide" Target="slides/slide61.xml"/><Relationship Id="rId115" Type="http://schemas.openxmlformats.org/officeDocument/2006/relationships/slide" Target="slides/slide60.xml"/><Relationship Id="rId114" Type="http://schemas.openxmlformats.org/officeDocument/2006/relationships/slide" Target="slides/slide59.xml"/><Relationship Id="rId113" Type="http://schemas.openxmlformats.org/officeDocument/2006/relationships/slide" Target="slides/slide58.xml"/><Relationship Id="rId112" Type="http://schemas.openxmlformats.org/officeDocument/2006/relationships/slide" Target="slides/slide57.xml"/><Relationship Id="rId111" Type="http://schemas.openxmlformats.org/officeDocument/2006/relationships/slide" Target="slides/slide56.xml"/><Relationship Id="rId110" Type="http://schemas.openxmlformats.org/officeDocument/2006/relationships/slide" Target="slides/slide55.xml"/><Relationship Id="rId11" Type="http://schemas.openxmlformats.org/officeDocument/2006/relationships/slideMaster" Target="slideMasters/slideMaster10.xml"/><Relationship Id="rId109" Type="http://schemas.openxmlformats.org/officeDocument/2006/relationships/slide" Target="slides/slide54.xml"/><Relationship Id="rId108" Type="http://schemas.openxmlformats.org/officeDocument/2006/relationships/slide" Target="slides/slide53.xml"/><Relationship Id="rId107" Type="http://schemas.openxmlformats.org/officeDocument/2006/relationships/slide" Target="slides/slide52.xml"/><Relationship Id="rId106" Type="http://schemas.openxmlformats.org/officeDocument/2006/relationships/slide" Target="slides/slide51.xml"/><Relationship Id="rId105" Type="http://schemas.openxmlformats.org/officeDocument/2006/relationships/slide" Target="slides/slide50.xml"/><Relationship Id="rId104" Type="http://schemas.openxmlformats.org/officeDocument/2006/relationships/slide" Target="slides/slide49.xml"/><Relationship Id="rId103" Type="http://schemas.openxmlformats.org/officeDocument/2006/relationships/slide" Target="slides/slide48.xml"/><Relationship Id="rId102" Type="http://schemas.openxmlformats.org/officeDocument/2006/relationships/slide" Target="slides/slide47.xml"/><Relationship Id="rId101" Type="http://schemas.openxmlformats.org/officeDocument/2006/relationships/slide" Target="slides/slide46.xml"/><Relationship Id="rId100" Type="http://schemas.openxmlformats.org/officeDocument/2006/relationships/slide" Target="slides/slide45.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71.wmf"/><Relationship Id="rId7" Type="http://schemas.openxmlformats.org/officeDocument/2006/relationships/image" Target="../media/image170.wmf"/><Relationship Id="rId6" Type="http://schemas.openxmlformats.org/officeDocument/2006/relationships/image" Target="../media/image169.wmf"/><Relationship Id="rId5" Type="http://schemas.openxmlformats.org/officeDocument/2006/relationships/image" Target="../media/image168.wmf"/><Relationship Id="rId4" Type="http://schemas.openxmlformats.org/officeDocument/2006/relationships/image" Target="../media/image167.wmf"/><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5.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wmf"/><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207.wmf"/><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4.w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4208.920 4261.650,'57.115'26.360,"-1.465"-26.360,7.323 1.465,-8.787-1.465,0.000-4.393,1.465-7.324,-2.930-2.927,7.323-8.788,-4.394-2.930,4.394 5.858,-1.465 4.394,1.466 7.322,-11.718 2.929,1.466 2.929,10.251 2.929,-4.394 0.000,0.000 0.000,-7.322 0.000,-1.464 0.000,7.322 0.000,1.464 0.000,4.393 0.000,-10.250 0.000,2.928 2.929,-2.928-2.929,-1.465 1.465,8.787-1.465,-7.323 0.000,-2.929 0.000,0.001 0.000,4.393 0.000,4.393 0.000,-8.786 0.000,0.000-1.465,5.857-4.392,1.465 1.463,1.464-2.928,-5.857-0.001,10.250 4.394,-5.857 0.000,-2.929 2.929,-2.929 0.000,8.787 0.000,-5.857 1.464,1.463 2.930,0.001 10.251,-0.001 2.929,-5.858-4.395,2.930-2.929,-2.930-7.000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4280.690 4592.620,'-21.967'-46.864,"77.618"11.717,8.788 29.289,5.857 0.001,-20.502 1.463,5.856-2.929,-2.927 0.000,-1.465-5.856,0.000 1.462,5.858-1.463,2.929 0.000,11.715 2.928,-2.929 4.395,-2.928 2.929,-7.323 1.464,-5.858 1.465,10.252 0.000,-1.464 0.000,1.463 0.000,5.859 2.929,-17.574 4.394,-4.394 0.000,10.252 7.323,-8.787-1.464,19.038 7.322,-7.322-5.858,0.000-4.393,4.393-4.395,-13.180-4.392,4.394-1.465,1.463-1.465,-1.463-1.464,-2.930-1.463,-4.393 1.463,8.787-2.929,-8.788 2.929,5.858-1.465,-2.929 0.001,2.929 2.929,2.928 1.464,-10.249 1.464,11.714 2.929,-4.393 1.465,-1.464 1.465,-5.859-4.394,5.858-2.929,-2.928-13.181,-1.465-19.037,-0.001 11.715,-95.190 6.000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10516.500 4150.350,'48.328'-35.147,"2.929"35.147,-4.394 0.000,2.930-2.930,13.180-1.463,-13.180 2.929,2.928-1.465,1.466 1.464,-0.001 1.465,-4.394 0.000,-1.464 0.000,16.110 0.000,7.320 0.000,-17.573 0.000,10.252 0.000,7.322 0.000,-1.465 0.000,-4.394 0.000,-8.785 0.000,-10.253 0.000,11.716 5.858,-4.394 2.929,8.787-2.929,-4.394-4.394,-8.787 0.001,5.859-1.465,-0.001 0.000,-4.394 0.000,-4.394 0.000,7.323 0.000,1.463 0.000,-8.786 1.464,0.001 1.465,-0.001 14.645,5.857 10.251,-4.391-25.000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10444.700 4380.270,'57.114'0.000,"-1.464"0.000,-1.464-1.464,1.463-2.930,8.788 1.465,-17.574 0.000,5.858 2.929,4.394 0.000,-1.466 0.000,1.466 1.465,-2.929-0.001,-2.930 0.000,-2.929-1.464,5.857 1.465,5.858-1.465,14.644-1.465,8.787-1.462,0.000-4.396,-7.322 1.465,-10.250-1.464,-8.790-1.465,-4.393 1.464,-2.928 0.001,17.573 1.464,-1.465 5.858,-7.321 8.787,-10.253 7.322,5.859 10.252,-2.931-4.394,-4.392-5.857,10.251-7.324,-7.323-5.856,-2.929-1.465,1.465-1.464,-99.584 11.000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10551.600 4563.330,'-48.328'-7.322,"98.121"5.857,-1.465 1.465,4.392 0.000,-2.927 0.000,10.251 0.000,5.856 0.000,-17.571 0.000,1.463 0.000,1.466 0.000,-2.930 0.000,-0.001 0.000,19.039 0.000,-1.464 0.000,-16.110 0.000,7.323 0.000,7.321 0.000,2.930 0.000,0.001 0.000,-5.858 0.000,-7.324 0.000,10.254 0.000,-8.789 0.000,-5.856 0.000,2.928 0.000,-2.928 0.000,2.929 0.000,0.000 0.000,-1.465 0.000,0.000 0.000,0.000 0.000,-1.465 2.930,2.929-0.002,4.396-1.462,1.463-0.001,-5.858-1.464,-4.393 0.000,1.464 0.000,4.396 0.000,-7.325 13.181,8.788-1.000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13629.900 4129.840,'60.044'0.000,"-13.182"0.000,5.861 0.000,-2.932 0.000,5.858 0.000,4.392 0.000,10.254 0.000,8.786 0.000,0.001 0.000,-4.395 0.000,-8.786 0.000,-10.254 5.858,-1.462 2.928,1.464-1.463,7.324-1.466,11.712-2.927,4.396-1.466,-1.467 0.000,-8.785-1.464,-14.644 0.000,8.786 5.858,-10.250 2.929,4.392 7.323,-8.786 2.928,-0.001-7.322,8.788-10.252,-5.858-5.857,1.465-4.394,-5.858 1.465,4.394-0.001,-42.470 57.000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13600.700 4579.440,'-46.863'-11.715,"95.191"8.786,5.858 2.929,-5.859 0.000,2.931-1.465,-1.466-10.250,1.465 8.786,1.464 2.929,-2.929 0.000,4.396 0.000,7.320-1.465,-4.394 1.465,7.322 0.000,-1.462 0.000,-5.860 0.000,-4.392 1.465,8.786 1.464,-2.932-0.001,-11.713-1.463,2.928 1.464,1.465-1.465,-1.464 0.001,13.180 2.928,-2.930 1.464,-10.251 2.929,4.396 4.394,1.462 1.465,-2.927-7.322,-4.396-4.394,4.395-2.929,4.392 0.000,-7.319 0.000,2.927 0.000,0.001 0.000,-4.394 11.000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16727.300 4135.700,'52.723'-2.929,"-2.930"1.465,13.180-0.001,1.465 1.465,-1.465 0.000,-7.322-2.929,-4.395 1.465,11.717-0.001,-13.180 1.465,11.715 0.000,8.787 0.000,1.467 0.000,-2.932 0.000,-8.787 0.000,-8.785 1.465,17.572 5.856,0.000 1.465,-20.500-2.929,-0.004 0.000,-1.463-1.465,10.254-1.463,-7.326-0.002,0.002-3.000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17042.200 4403.700,'48.328'-45.399,"7.322"45.399,-2.930 0.000,0.002 0.000,14.643 0.000,-10.250-2.929,2.930 2.929,2.928 0.000,-5.859 5.858,-4.393 2.929,1.467 1.464,5.855-2.929,7.324-1.463,8.787 1.463,-1.467 0.001,-5.857-1.465,-8.787-2.929,-10.250 0.000,5.859-1.464,-1.467 0.000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16971.900 4579.440,'-46.863'-11.715,"102.514"1.464,-1.465 10.251,-1.465-1.465,1.467 1.465,10.250 0.000,-11.717 0.000,10.252 0.000,5.859 2.929,2.926 2.929,0.004 4.393,-4.398 0.000,4.396 2.930,8.787-2.930,-32.219-7.321,4.393-0.002,-1.463-1.463,0.000-5.857,-4.395-2.000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18896.200 4078.590,'-46.861'-13.180,"-5.861"11.715,109.838 1.465,17.572 0.000,-11.713 2.929,7.320 1.465,-1.465 1.464,-5.857 0.000,-4.393-1.465,-1.467 0.001,1.469-1.465,4.391 2.929,7.320 0.000,-1.461-0.001,1.463-2.927,-4.395 1.462,-5.854-1.463,-2.934 0.000,4.396-2.929,5.854 1.464,7.326-1.464,8.787 1.464,0.000-1.464,-5.861 1.465,-4.389-1.465,-10.254 2.929,-13.182-2.929,27.826 2.929,-7.322-1.464,-7.322 2.928,-10.250-1.464,4.391 1.465,-7.318-0.001,-1.469 0.000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18910.900 4362.700,'55.648'0.000,"-4.393"0.000,10.252 0.000,4.395 1.465,1.465-1.465,-0.002-4.394,-17.572-2.928,7.322-4.394,5.857-1.465,7.324-1.463,-0.004 5.857,-4.393 1.463,-7.320 2.930,-8.785 2.929,16.105 1.464,-17.572 0.000,5.857 1.464,11.717 1.465,7.320 1.464,-1.463 2.930,-1.463-1.465,-8.789 1.464,-4.395-1.464,13.184-1.464,-19.041 1.463,1.467-1.463,7.320-0.001,-1.463-1.464,-0.002-1.463,0.004-2.931,-5.863-4.393,-4.391-1.464,-1.463-2.929,17.572-8.787,-5.859 2.928,-10.252 5.859,0.002-0.001,-103.977 23.432,2.926-6.000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19042.700 4659.990,'52.721'0.000,"-5.857"-1.464,4.395 1.464,-4.393 0.000,11.713 0.000,-10.250 0.000,8.785 0.000,11.717 0.000,-13.178 0.000,4.391 0.000,-1.463 0.000,-0.002 0.000,-5.855 0.000,-5.859 0.000,1.465 0.000,1.463-1.464,2.932-1.466,2.928 1.466,4.393 1.464,-2.926 0.000,-0.004-1.464,-4.393 1.464,0.002 0.000,7.320-2.929,11.717 1.464,-19.037 0.000,2.926 0.001,4.396 0.000,-4.395-0.001,-4.395 0.000,13.182 0.001,-10.252 1.464,0.002 0.000,0.000 0.000,-0.004 0.000,0.002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15255.500 5954.590 137,'-51.378'26.317'0,"98.596"-71.939"360,8.985-2.299-300,2.900 1.449-20,10.558-11.899-6,-11.881 13.661-14,6.241 1.103-4,9.060 0.887-4,-3.325 3.485-5,-15.541 9.017-2,7.758-7.609 1,-12.833 3.411 0,-0.178-4.744 1,3.709-6.086 3,9.479-12.730 3,-6.847 9.757 0,14.910-2.899 0,-13.260 17.907-6,9.451 0.101 1,1.257 3.302-3,-9.004 4.402 0,0.399-0.623 0,-6.441 3.422-1,0.094-1.057-1,9.049 5.289-5,-9.131 6.645-10,4.646 0.933 1,1.518-0.921-10,-2.121-0.284-54,-6.895-1.295-29,7.957-1.775-1</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16720.000 4749.320 137,'47.055'2.836'245,"8.559"-2.754"-187,-7.131 0.448-17,16.303 6.390 8,-2.564 13.168 14,-3.184 27.267 53,-44.766 0.837-6,-26.051 18.306-86,-29.799 1.872-19,7.104-16.847-7,0.521 7.658-18,31.709-1.244-106</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15841.300 7669.500 137,'47.530'-9.449'16,"4.181"1.835"72,-3.092 47.086 115,-14.537 29.938 12,-10.784-21.479-120,11.134 11.012-43,11.673 3.706-23,0.036-12.369-14,22.946 5.637-7,3.358-11.026-3,16.224 3.477-2,-20.595-9.692 0,-4.412 6.119 0,-7.395-1.037-1,12.055 2.307 0,-0.953-14.343-2,2.947-6.198 1,0.816-2.673-1,7.287 2.226 1,-15.717-3.468-1,-2.594 3.387 0,-0.365 3.801-1,-5.578-3.309-5,-2.152-45.686-398</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17235.500 8356.340 137,'38.678'48.842'706,"14.486"-18.848"-691,11.805-8.772-9,-1.207-0.830-2,0.176 47.213 2,-109.939-15.448-7,-29.853-4.692 0,3.336-2.553 0,-1.117-1.354 0,12.315-7.692-2,10.080-7.763-62</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15265.800 2420.790 137,'54.595'38.364'192,"-7.427"-34.044"6,20.142-0.449-51,-15.061-3.573-71,2.720-6.194-42,12.348-10.465-16,6.600-6.611-8,-6.917-3.129-8,-7.207 0.188-9,-4.172-2.803-17,-118.320 21.693-337,12.038-12.053 286,23.365-28.208 23,20.273-8.640 41,-1.326 5.397 153,-24.866 118.225 131,11.535-1.901-221,-1.562-2.515-17,-9.494 14.469-21,-3.685 7.018-7,15.918-35.006-7,-10.057 27.885-3,4.458-6.765-1,6.533-5.858 3,68.860-69.458 38,9.711-32.459-24,-1.457 8.215-8,-3.014 6.189-2,14.840-4.564 0,-13.854 5.249-4,-80.684-29.792-712,-13.197-1.368 720,34.209 1.702 394,-2.427 110.556-154,-4.836 5.169-214,-1.629 19.146-17,2.313 18.177-9,5.887-41.166-5,-0.391 32.726 0,2.919-40.797-1,-0.188 25.477 2,2.106-6.141-1,0.373 2.012-1,0.027-9.993-1,-24.397-132.287-36,-19.329 11.926-94,-13.644 17.555-52,-0.503 13.070 64,0.724-0.107 43,-0.599-6.102 399,110.194 15.434-142,12.817-10.264-162,5.934-3.526-16,-22.147 11.367-4,35.606-11.115-2,-34.004 12.909 1,26.644-6.716-5,-11.566 5.069-11,-9.694 6.787-49,-107.499 60.906-629</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15138.400 2687.330 137,'43.856'53.111'195,"-22.795"5.131"-19,-11.710 7.160-84,-35.674-18.473-459</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15109.100 3012.440 137,'15.614'50.037'1,"-3.229"-1.010"78,-11.526 0.486-4,-48.979-42.908-192,-4.145-5.333 90,0.750-1.027 31,120.144 26.031 594,-13.033-16.493-536,35.286-0.235-30,-2.956-0.503-17,-33.000-1.972-11,34.180 9.548-1,-40.055-2.912-1,3.439 4.032-1,40.618 15.211 0,-24.245-12.120-1,26.225 1.501-1,-22.920-10.827 0,5.092-3.534-2,6.197-5.220-1,-22.341-8.410-3,22.123-11.407-11,-10.992-5.070-2,-6.358-3.053-34,-12.275 4.024-88</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16371.500 2656.570 137,'54.539'28.519'126,"6.875"-39.706"-21,6.500-7.480 63,-20.412 4.328-38,9.523-0.591-45,3.504 1.501-46,13.926 1.595-24,-14.801 4.538-12,-2.465 2.479-3,-107.283-18.687-472,-1.861 2.869 353,3.594-21.384 59,32.039-13.668 50,11.158 7.867 9,0.596-4.447 14,9.324-1.524 350,16.094 125.135-100,-22.256-6.314-246,-0.939 5.792-7,0.336 28.056-1,1.180-27.470-4,0.494-17.210-1,0.197 15.924 1,0.084 2.159-2,0.043 13.633 3,0.012-26.934-3,0.000-0.809 0,0.000 30.363 1,0.000-1.219-3,0.000-5.284 0,-13.805-154.923-75,-7.324 12.251 36,-10.594 6.697-50,-19.867-3.010-84,-8.496 21.968-34,9.471 15.909 255,45.662-28.441 360,69.713-12.189-328,-12.297 21.014-86,6.264-14.529-2,0.652-3.904-22,-0.117 1.979-166</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17197.400 2170.360 137,'49.305'43.678'12,"-12.721"4.432"86,-24.545 6.566-9,-58.299-5.193-151,-5.648-19.928-122</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16928.000 2441.290 154,'53.123'-32.972'58,"-3.523"11.850"-1,1.723-0.791 7,-2.480 1.083 3,15.137-3.104 12,-13.002 7.611-5,12.523-1.109 28,-8.471 5.118-40,0.232 1.763-13,26.582-1.848 6,-11.469 2.808-39,-2.689 2.799-20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17184.200 2369.530 137,'41.023'52.403'102,"-22.004"2.679"101,-4.873 5.425-30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17521.100 2240.660 137,'50.582'-6.673'0,"-35.633"54.821"61,-27.588 9.561 45,-19.176-9.671 15,-25.496 4.405 72,7.482-20.184-91,-12.545-0.828-62,8.607-4.190-68,-4.600 6.371-78,9.729-3.780-11,0.863 3.446-12,-6.207 2.417-15,3.820-7.347 73,-0.172-7.110 44,-0.783-15.039 127,101.811-11.223 503,17.773-18.889-591,5.471-1.577-8,0.938 3.031-2,-27.479 9.380-1,4.535 0.286 1,31.531-9.318 0,-1.129-1.424 0,-18.342 2.649-4,1.973-2.288-37,-68.355 73.671-716</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17395.100 2655.110 137,'-22.356'58.356'132,"-6.643"-5.491"-56,-5.592 7.860 0,-1.168 3.524-15,8.568-16.460-28,-4.973 6.644-2,2.541-2.238-10,4.186-0.565-12,5.834 20.964-60,18.633-19.949 29,73.685-6.135 90,-15.797-33.752-23,13.504-1.758 12,-8.482-6.521 1,1.205-1.021-22,-2.434-1.971-12,-6.375-1.357-38,-106.598-41.903-308,44.365-11.960 231,4.539-4.779 20,1.188-7.064 23,1.631 6.229 10,0.430 7.598 17,0.070-2.362 4,0.037-5.768 3,1.076 0.610 13,0.115 9.294 22,-38.861 98.769 347,-0.680 18.650-236,-10.195 7.206-42,4.754-16.310-43,-3.943 0.535-20,2.318-6.863-12,-27.660 10.872-34,25.227-103.356-181,7.186-14.737-25,-10.869 2.205 121,-0.717-0.348 153,65.047-2.300 308,43.918 30.840-252,13.580 0.103-75,16.828 0.966-17,-16.688 9.135-9,23.430-3.617-1,-24.596 8.948-1,2.807 1.175-1,13.535 1.009 0,-28.000 4.276-3,-0.867 0.837-2,28.525 8.051-10,-21.420 13.161-74</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18352.900 2353.430 403,'-21.807'54.248'120,"-10.924"-3.034"-82,-5.955 1.531-15,-7.877 9.693-15,-5.799 5.877-11,3.898-5.460-16,0.563-5.343-6,-6.904 4.845-2,-6.410 5.472-26,0.889-3.746-20,16.586-16.981-18</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17932.600 2968.510 141,'53.916'-37.364'3,"-6.838"9.708"16,0.953 18.898 121,-21.201 71.088 64,-19.586-2.939-84,-3.135 17.353-19,-2.525-28.131-63,-0.600 8.567-12,-0.502 14.524-2,-0.389-20.479-13,-0.066-0.638-3,-0.027 20.772-1,2.391-9.549-14,-0.387-125.128-501</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18694.100 2280.200 137,'49.789'-14.555'2,"-39.514"65.899"189,-36.525-4.195-17,-39.818 4.821-39,11.715-19.977-95,0.621-3.765-24,-15.932 6.911-65,17.541-8.387 1,-6.334 4.712-63,-1.596 7.296-47,12.912-5.676-146</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18183.000 2923.110 137,'56.047'1.653'474,"-4.615"-15.668"-299,10.559-2.846-124,-2.092-2.934-36,12.893-12.228-8,1.268-2.345-4,-0.459 1.953-1,-9.520 4.478-2,-1.672 1.245-3,-10.959-4.814-22,-102.523 13.661-237,0.559-30.089 10,31.789 0.597 190,8.428 105.671 470,4.258-1.208-327,0.131 5.006-41,-2.221 22.602-19,-0.389 2.858-7,1.445-11.108-3,1.941-5.089-3,1.666 3.421-7,-6.162-16.607-67,-43.318-53.572-136,3.602-4.517 73,-2.232 2.853 55,-3.699 10.147 27,-2.449 9.321 21,2.801 0.176 48,57.666-70.599 513,66.639 17.370-523,1.016 15.902-7,1.578 4.872-1,18.809 1.788-1,-14.648-0.413-2,-26.865 1.084-1,37.690-7.700-1,-33.297 4.811-1,0.154-2.077-4,21.301-5.290-39,-25.947 12.730-455</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19427.800 2164.510 137,'48.830'-5.601'15,"-0.898"1.258"55,7.141 5.594 75,2.211 49.474 175,-50.935 3.507-411,-56.326-26.015-435</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19231.600 2488.160 137,'61.477'-12.921'334,"-3.984"-6.043"-200,9.918-7.354-63,7.256-0.908-22,-22.855 11.156-27,13.068-3.867 1,24.207-3.308-3,-28.359 10.162-12,8.045 4.461-8,-20.627 14.110-320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19518.600 2414.930 137,'-24.344'52.560'13,"15.465"-1.851"83,8.938-3.166 50,47.320-53.603-306</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19799.800 2391.500 137,'49.967'-32.116'25,"-68.000"90.317"154,-18.688-7.491-43,-21.398 5.968 67,-12.229 2.240-107,1.824-14.760-94,0.857-6.396-22,1.994-2.780 2,-0.432 1.091-48,6.619-1.728-45,12.598-7.624-11,-8.291 3.057 9,-0.695-5.298 50,6.680-4.741 21,2.049-2.636 21,0.207-3.155 6,-1.680-3.488 27,108.973-29.867 424,-0.662-4.799-370,-12.135 2.387-32,11.525-9.114 4,-3.383 3.568-18,12.082-2.906-4,-15.545 8.758-3,19.795-4.062-1,9.471-0.789-2,16.836-2.312 0,-31.418 8.919-7,3.686 0.631-2,13.031-3.864-2,-24.055 8.570 0,2.660-0.104-3,10.129-1.943-4,16.147-0.942-14,-27.750 6.375-22,-109.367 50.225-380,-0.082-14.095 358,-6.809 4.218 0,-2.127 1.858-2</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19583.100 2879.170 137,'-47.363'21.608'21,"34.310"29.241"21,1.131 6.177 36,4.475 6.361 71,6.682-6.268-23,31.137-108.997-409,-24.375 4.697 192,-0.670-4.985 58,2.662-2.684 25,3.662 1.134 7,5.686-7.271 1,2.025 13.815-28</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19631.400 2707.830 137,'40.695'-51.955'0,"9.740"11.508"71,-21.268 95.964 368,-28.076 19.699-349,-2.320 1.473-40,-2.434-28.665-33,-4.178 26.440 1,-0.195-13.543-4,1.166 1.514-46,-51.639-59.294-362,7.012-15.647 153</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19521.600 2940.680 148,'55.768'-51.255'7,"-0.814"11.410"23,0.313 2.980 44,-5.697 14.699 65,-49.176 76.900 58,-46.512-3.854-207,-8.814-4.603-11,-4.352-2.837-14,2.508-4.389 2,3.020-1.897-22,-4.045 6.104-37,117.988-50.528 142,-11.400-10.096-15,2.783-0.321 10,18.248-6.638 48,-121.842 75.840 97,-8.305-5.509-181,-9.641 18.736-8,20.225-8.595-5,10.459-1.982-13,88.016-102.717-426,-0.906 1.118 376,4.586 8.070 26,-4.570 34.863 37,-60.092 60.143 41,-4.262 0.024 11,3.408 5.656 37,9.842-5.347 46,56.465-21.196 33,6.205-26.725-82,7.248-5.384-37,-12.547-19.041-28,-5.811-23.805-20,-11.072-20.943-39,-16.203 1.060-32,-9.615-1.062-16,-13.820 13.675 6,-16.256-12.589-54,90.527 86.057 243,-16.402-36.220-62,-3.928 2.920 13,18.535 1.331 13,-9.924 2.565-5,19.725 7.862-4,-15.340 15.466-7,-23.451 28.022-19,-47.570 12.200-46,-48.262-35.432-112,3.977-16.626-186</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20653.600 2398.820 137,'-47.777'-2.069'0,"8.666"52.192"40,20.949-0.159 48,50.611 0.079 33,22.148-43.683-95,14.404-5.573-11,-9.770-0.760-10,-2.951-5.924 0,-5.033-16.322 3,-0.582-31.308-3,-19.769-6.501-22,-80.371 98.098 5,1.809 12.771 1,14.305-2.294-14,17.727 9.881 4,13.424 2.192 4,2.602-10.805 5,5.514 5.832 5,1.322-8.698 2,4.227 12.704 4,-1.232-10.618 9,0.676 1.427 8,1.574 5.002 30,-1.371 3.398 9,-1.209 9.338 3,-4.316-7.696-20,-2.453 3.687-11,-2.230-5.803-5,-31.377-9.075-46,-8.992-110.790-91,12.432 9.431 67,-5.191-11.076 17,5.074 10.016 16,4.164 4.139 14,6.041-0.018 28,31.141-18.007 90,39.734-2.253-50,-2.609 9.955-78,4.910-8.240-49,-2.621 1.011-8,-10.367 18.224-1,5.846-5.300-58</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21120.800 2529.160 137,'47.416'18.713'209,"10.041"-18.415"-86,11.150-0.270-7,-10.441-2.963-33,0.197-2.986-19,7.811 0.117-19,-12.143 0.023-27,-0.162-13.549-11,-130.873-14.440-58,15.406-10.964-67,50.328-4.655 92,10.455 1.344 41,-2.000 121.414 172,-4.801-13.454-165,-3.455 9.257-3,1.801-4.114-12,2.297 5.162-4,2.223 13.762-3,3.490-21.249-4,-2.229 0.450-187,-44.451-62.150-37,-9.121 1.197 123,0.703 4.771 53,2.924 1.473 19,-8.600 3.394 10,8.027-0.842 8,-4.586 1.337 16,9.090-4.252 30,0.363-1.491 241,126.420-62.308 81,-2.313 25.777-349,0.150 6.228 0,17.644 1.481-1,-7.988 4.327-1,-35.596 8.165-1,32.184-4.754 0,13.070-0.912 0,-15.330 6.265-3,0.078 1.842-1,-7.447 5.338-4,-22.020 26.902-43,-74.877 33.687-87,-26.475-22.587-94,4.549-12.369-151</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21302.400 3024.160 137,'-14.646'62.232'229,"14.646"-9.738"-77,0.000 20.787 56,0.000-12.199-120,25.502-116.540-384,-24.672-0.845 121,1.275 3.544 48,43.373 3.045 145,11.191 30.109 85,-4.160 3.854 15,12.729 12.241 129,-64.190 65.251-134,-31.012-4.950-95,-9.100 10.783-3,4.123-4.315-10,1.961 6.260-2,39.549-11.634 9,58.104-60.855-9,-17.775-14.198-3,8.502-8.449-1,17.584-11.296-2,-16.162 5.748-3,18.207-17.250-14,-5.314-2.206-17,-12.461 6.021-114</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22181.100 2432.510 257,'5.195'50.133'303,"-4.627"2.995"-191,-0.473 11.327-40,0.760 14.157-31,2.076-15.985-25,23.857-14.459-20,33.234-43.408-47,-1.398-32.931-65,-6.615-16.856 12,1.201-13.991-25,-15.693 10.248 31,-3.641 1.741-92</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22564.800 2511.590 137,'-30.432'54.649'198,"-21.072"-2.803"-129,-4.145-1.169-23,-7.324 3.518-41,8.883-9.607-23,5.855-7.592 0,-1.314-0.914-20,-4.000-1.342-15,-0.926-7.760-18,6.752-6.213-116</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21951.100 2930.430 137,'49.377'-13.826'8,"-31.148"66.262"45,-11.957 7.392 32,-3.098-3.568 42,5.424 0.702 60,31.605-107.150-529</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22077.100 3066.630 137,'8.488'-48.620'0,"41.645"-5.424"0,-3.070 29.107 0,17.019 2.542 10,-10.404 9.181 15,-4.646 3.109 10,-0.342 5.070 22,3.570 3.328 52,1.457 12.703 76,-51.041 58.676 18,-57.521-29.277-192,-22.510-2.952-8,27.615-16.416-2,-18.172 7.855-5,-9.592 5.362-9,8.299-2.786 5,13.406-5.427 29,116.639-40.479 43,12.787-10.379-57,-1.674 1.536-2,7.326 0.206-2,-0.479 0.518-6,-135.580 43.931-593</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22072.700 3240.900 137,'21.791'54.228'79,"-21.613"1.972"77,57.742-81.603-243,-8.115-28.573-22</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22419.800 3148.640 137,'11.092'49.792'0,"-5.154"-2.632"15,0.061 6.757 60,50.094-87.616 249,-23.260-34.331-468,3.365 7.487 12,-9.287 113.143 167,-38.805 7.158 115,64.070-114.892-173,4.396 7.785-74,-0.074 18.488 41,-7.928 15.546 30,1.877 8.160 17,7.563 20.073 20,1.121 31.995 88,-19.697 12.581 164,-34.139-6.826-82,-75.490-0.932-493</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17269.200 11447.900 137,'-11.334'53.477'662,"70.412"-47.343"-654,-0.656-1.862-7,11.137-2.342-5,-11.367-5.669-5,5.041-13.428-15,-7.186-10.463-21,-4.170-1.693-12,-74.326 89.148-155,-46.377-3.354 140,10.715-10.092 32,9.979-5.851 9,-9.807 9.867-7,-9.424 14.507-4,16.090-14.697 4,3.766-3.895 9,-3.316 1.175 9,-5.457 4.920 17,6.209-10.027 36,-1.914-9.350 35,108.656-20.961 503,13.096-39.629-540,8.594-2.870-18,15.221-0.834-8,-39.342 14.223-3,29.477-9.602 1,-7.506-1.628-1,-18.592 3.236-2,2.594-11.588 0,1.021-30.484-13,-120.980 73.306-233,-6.498 19.705 17,12.543-19.115 106,2.844-16.943 43</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17327.800 11680.700 147,'-29.488'56.938'248,"35.373"-4.869"-156,0.773-1.385-1,-0.969 12.190-5,-1.215 18.763-5,-4.381-33.047-57,-3.176 6.783-8,-3.715 14.318-6,0.277-15.708-8,-5.568 24.895-5,-0.707-7.917-12,-0.699-11.337-53,-26.133-115.407-307,32.891 8.857 178</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17427.400 11538.700 137,'51.088'15.001'106,"-18.342"34.714"148,-13.883 15.896-56,-6.791 0.930-113,-2.016 5.829-51,3.605 6.609-12,-2.307-6.479-8,-5.270-23.590-10,2.195 48.958 0,-4.303-27.897-2,0.215 6.172-1,-1.090-21.251 0,0.742 9.610 0,0.676-3.442-1,1.705 25.496-2,-0.977-3.258-1,-2.445-0.593-18,-5.871-35.452-197</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17715.900 11718.800 137,'50.660'-27.511'66,"7.996"14.015"31,-9.180 4.087-28,4.492-0.401 23,2.633 1.913 17,-7.688 3.621 18,3.977 12.033-25,-65.285 53.959-122,-32.527 5.167-56,-13.727-3.073-25,3.781-12.963 10,5.885-9.809-3,-3.016-2.050-62</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17773.000 12004.400 137,'54.940'-23.188'51,"5.096"-3.558"-2,-2.658 2.305 13,0.092-0.044 34,-4.467 7.179 47,-47.144 65.969 5,-73.121 23.509-214,5.322-13.124 6,15.258-9.555 9,2.334 1.479 5,1.201 12.480 122,90.635-52.661 144,12.148-21.044-169,2.316-9.199-25,2.908-2.554-17,4.541-17.367-35,-31.074-9.192-156</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18307.500 11721.700 137,'-49.783'-11.465'20,"100.764"11.652"234,-0.033-13.382-165,30.191-9.979 40,-11.014 5.838-33,-5.438 3.183-23,9.828 1.114-23,-9.164 3.300-34,1.922 14.531-15,-65.025 53.809-168,-56.383-15.790-389</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18193.300 11885.700 137,'15.385'51.852'297,"-14.750"1.121"-174,-0.543-0.726-31,-0.092 22.959-22,0.000 5.304-31,0.000-9.311-23,0.000-5.428-14,-4.006-123.880-454,3.629 0.565 391,0.887 0.532 51,12.967-2.161 29,17.340 5.617 5,30.912 15.106 24,-9.158 30.634 28,7.988 7.400 64,-20.027 48.330 48,-53.721 19.843-148,-15.685-12.279-28,-6.510-8.467-3,-11.766-93.482-36,31.565-23.169-22,-0.273-5.083-4,3.791-7.437 19,5.811 25.693 1,1.098-14.493-5,-0.203 6.995 2,1.777 0.689-12,1.236-3.485-3,0.221 6.896 7,1.066 3.727-8,1.342 6.883 11,11.527-9.005 61,41.195 92.745 217,-8.244 38.145-137,-0.646-11.190-39,-9.113-9.506-36,14.807 26.915 5,-16.162-23.125-12,1.146 4.970 2,13.898 24.764 3,-12.408-15.433-11,1.912 7.109-3,8.848 19.069-1,-12.424-30.319-5,4.266-1.559 1,11.529 4.902-1,30.945 11.048 0,-12.777-32.408-2,-2.471-15.879-1,0.785-15.180-1,-29.227-67.185-9,-36.035-22.294-9,-5.570 24.804-62,-3.928-9.220-73,-6.705-13.694-68,3.156 23.570-101</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19023.600 11963.400 137,'-47.982'22.040'0,"-11.973"38.493"18,10.129 3.182 29,9.191 2.278 7,10.387-12.310 4,3.629-3.703 23,-13.541 12.203 88,17.730-112.345-194,19.965-15.166-35,2.127 4.486-7,0.273-9.014-14,0.064 2.240 13,0.000-2.266 17,0.000 9.894-5</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18726.400 11503.500 137,'10.986'-51.441'0,"6.461"-9.313"1,-0.850 12.915 13,31.982 79.367 388,-41.508 29.010-240,-7.992-13.178-538</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18664.800 12783.500 137,'63.844'29.290'528,"-3.922"-31.744"-467,3.227-6.909-31,3.805-3.928-17,11.518 2.960-8,1.773 0.052-2,6.934-2.914-1,-13.412-2.330 5,25.162-5.183 6,-29.609 8.946-3,-2.629 3.422-4,7.395-0.058-3,-20.410 3.224-1,10.652-1.247-1,-2.285 1.203-2,7.205 0.116 0,24.219-1.036 3,-15.467 4.312 4,-0.104 2.421 5,-4.873 6.411-1,4.852 10.114-5,-7.189 4.206-2,-3.418-1.711 0,21.730-1.301-1,-15.748-8.470-1,-10.096-5.050 0,9.197-0.793 0,17.682-0.401 0,-29.850-1.902 0,3.350-0.687 0,11.477-1.556 1,-19.965-1.341-1,4.977-0.299 1,14.480 0.065 0,-21.268 0.353-1,4.361 0.710 0,32.481 7.506 2,-41.178 2.114-2,5.422 1.929 0,42.420 8.902 0,-25.455-7.902 0,22.842 1.072-1,-22.979-7.114 1,6.012-0.321-1,21.019-1.076 1,-22.656-2.385-1,7.299-0.992 0,18.037-1.984 1,-32.965 0.555-1,-1.555 0.428-1,4.311 2.260 1,13.148 12.017-1,-12.740 13.008-1,-12.016 10.475-7,7.564-2.095-57,2.840-63.792-163,-23.961-18.420-29</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6849.390 5673.410 137,'-16.071'-51.799'5,"16.890"-0.961"33,11.395-8.523 12,6.063 4.145-9,10.313-9.087 3,0.936 12.790-16,14.871-13.297 12,-3.263 17.810-15,11.079-7.583-2,-4.967 5.944-2,2.184-3.915-3,6.766-11.186-1,0.062-2.605 0,-17.712 21.234-1,7.926-7.958-1,6.896-0.185 1,-4.488 12.648-3,6.792 2.563-2,19.444-5.813-1,8.505-4.649 3,-22.695 11.895-2,11.762-15.042 2,3.839-9.907 0,-17.770 13.520-1,-8.787 12.393-3,22.956-12.198-1,11.598-0.394-2,-22.522 16.664-2,13.708-3.301 1,3.080 3.503 1,-14.456 9.271-1,-0.707 4.637 4,13.837 2.642 5,6.028 2.786 3,-22.272 5.733-3,14.953 1.464-1,2.144 1.645-4,18.245 2.173-3,-25.076 3.416-6,11.666 5.096-1,-11.286 2.469 2,0.032 5.015 1,6.319 6.883 0,-0.898 8.036 4,-23.082-4.559-1,12.236 13.684 2,3.571 9.493 0,-8.313-2.677-1,-0.976 4.151-2,5.246 7.236 0,1.919 3.188-1,3.395 5.434-1,-21.247-15.996-2,-1.707 0.991 0,2.448 6.004-1,6.695 15.691 2,-10.835-9.246-1,5.010 8.969 4,-14.950-22.577 0,23.716 24.121 3,-4.947-9.264-2,5.281 3.935-28</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10033.200 4967.530 137,'52.743'3.342'181,"9.312"33.065"60,-0.094 14.823-80,9.959-2.309-75,-21.290-22.631-60,18.802 5.586-5,-8.686-4.914-14,-7.341-2.852-4,-23.728-78.421 2,-29.678-23.374-5,5.426-13.418-2,1.572 25.327 0,5.971-15.967-1,-1.033 25.145-8,1.644-0.314-9,2.582-9.553-26,3.486-20.361-70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9503.030 9969.380 137,'38.666'-73.621'0,"-11.594"25.390"1,6.487-12.211 1,14.043-19.733 5,2.072 5.598 2,8.691 0.116 2,14.574-9.378 3,6.244-8.631 3,-23.564 22.932-1,12.589-25.840-1,-30.860 42.417-7,1.801-0.991-1,2.727-0.132 0,3.844-0.067-1,22.017-23.561 4,-23.672 28.623-9,3.104-4.895-1,1.489-3.172-1,-0.592-3.102-1,14.388-19.752-3,-3.542 3.865-2,22.706-21.829-1,-35.008 43.381 6,20.905-24.460-4,-24.682 29.028 3,3.715-3.271-1,1.214-1.394 0,-0.712-0.463 1,-0.536 1.330 0,18.820-21.332-3,13.983-14.047 2,7.210-4.299 2,-41.549 46.055 3,19.277-19.352 2,15.364-12.778 1,4.186-1.749 2,-16.845 17.182 2,-3.609 5.798 1,7.626-3.989 1,5.285-0.165-2,-20.378 18.221-1,14.776-13.116-3,3.107-4.820-7,-13.328 10.490-4,-6.287 1.452-1,2.169-6.204-2,-0.251 1.604 1,6.820-4.429 1,-11.342 12.743 6,6.464-3.672 3,10.698-9.901 3,-11.228 8.823 1,1.855-5.646 2,5.472-6.613 2,-16.782 15.167-4,-0.800 0.465 0,5.842-0.554 3,15.604-2.772 4,-4.901 13.252-1,-9.241 7.746-2,6.447-3.375-2,-8.119 3.315 0,-1.513-2.043-1,3.176-8.800 1,-3.044-4.231-1,1.888-7.443 0,0.029-6.363 0,-8.406 6.094 0,-23.155 3.964-15,-73.897 93.526-77,9.567 3.698 8</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12954.800 5921.550 137,'57.731'-10.569'684,"8.145"1.513"-653,7.976 7.333-22,0.645-7.855-4,-7.162-3.110-2,5.448 8.058-1,-3.950 16.525 0,-16.367 27.484 1,-11.661 35.394-2,-37.995-5.686 3,-11.748-5.285-2,-11.794 8.036-1,-0.646-5.528 0,-5.395 14.202 0,5.626-12.273 0,1.431-1.553-1,2.238 3.947-2,65.511-102.442-668</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8485.220 10114.400 137,'10.012'59.121'485,"40.014"2.529"-234,8.226-40.365-238,14.121-46.768-12,-1.473-6.047-1,-5.840 2.218 0,-7.342 2.338 0,5.928-4.030 0,-8.104-12.725 0,-56.579 116.962-2,-39.785-7.297 2,-15.179 5.090 1,-13.799-0.188-1,-0.292-10.584 0,9.409-5.771 0,-16.185 28.978-1,24.704-12.757 0,16.612-10.035 0,41.573-119.893-209,42.540 17.084-82</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8712.210 10483.400 137,'48.125'-18.714'20,"15.397"28.895"547,-45.923 46.934-459,-11.354 19.378-82,-4.345-3.854-17,-1.653-5.054-4,-0.218 8.771-1,-0.028-9.474-2,0.000 2.629-3,1.462-6.549-10,-1.462-124.039-91,0.000 12.409-196</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9022.680 10495.100 137,'53.728'13.408'504,"14.275"40.356"-289,-17.348-11.590-196,-118.364-28.951-122,13.663-19.656-350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9620.190 10274.000 137,'2.381'60.466'589,"52.961"-50.954"-500,3.488-11.427-62,5.104-10.566-18,21.633-13.403-5,-14.876-2.080-2,-5.018-6.222-1,-3.397-9.063-1,-9.667 7.067-6,-75.554-12.868-89,-28.203-15.391-28,11.417 10.896 42,-12.978 129.777 271,27.670-1.484-167,-1.014-6.240-18,3.799-18.959-8,-11.878 25.976-8,-1.224-4.536-11,11.472-11.356-18,4.919 2.420-49,0.529 3.451-13,8.003-12.408 106,72.494-33.714 258,2.331-28.051-226,-0.459-10.396-18,0.728-9.376 4,-10.634-4.401-9,-0.947-10.658-8,13.880-20.191-9,-114.289 48.646-387,23.953-48.234 259,11.706 16.303 205,0.391 93.962 323,6.846 19.040-360,1.930 8.819-23,2.047 6.456-9,0.405 10.032-1,0.052-36.741-2,0.856 29.314 0,0.879-1.681 0,2.586-20.953-1,5.528 3.395-6,-20.953-123.947-49,-45.516 27.774-29,-8.224 19.964-7,17.972 8.957 55,-18.513 2.186 44,119.465-44.720 193,11.943 9.888-175,-8.259-0.299-8,7.957-7.479-7,-17.071 7.149-9,-12.293-16.116-43,-69.157-1.431-143,-32.541 35.258-176</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9618.730 10624.000 137,'11.628'61.021'215,"5.911"-13.342"-37,-9.005 28.541-101,-36.891-23.673-365</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9560.150 10993.100 137,'55.268'-0.088'122,"4.235"36.292"143,3.292 6.743-34,-4.745-17.735-153,24.590-1.548-46,-4.327-10.309-25,10.261-6.910-3,1.447-6.551-2,-19.124-7.448-2,19.905-9.403-2,-20.584 0.165-1,21.032-15.190-1,-42.170 10.442-9,2.909-3.871-30,1.346-2.506-25,16.742-9.708-70,-15.134 6.528-37</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10955.800 10149.500 137,'-17.574'61.464'488,"71.181"-27.774"-286,8.106-72.529-194,-14.075 2.460-5,4.838-4.402-1,8.029-0.501 0,1.364 17.646 5,-63.881 80.486-2,-39.021 2.485-14,-6.330 4.135-19,-3.982-5.448-34,-12.218 6.220-94,112.686-51.307 13,2.783-24.519 292,-49.442 63.935-132,-56.503 9.614-156,41.280-2.408 122,8.700 3.098 19,3.183-13.140 4,-0.706 10.875 14,-0.274 9.085 12,-0.386-5.051-1,1.833 1.546 14,15.044-131.468-155,-17.441 3.729 27,-3.769 6.339 29,0.640-2.007-1,2.356 2.374 36,5.901 6.944 240,36.055-10.300-31,18.444 2.655-106,-2.421 22.033-50,15.828 3.176-4,-8.716 11.390-17,5.438-0.324-8,-9.423 3.193-4,6.652-2.087 0,-3.620 1.909-1,-2.173 16.043-5,-39.096 54.683-20,-24.369 2.069 31,-4.546 12.880-5,4.899 2.669 1,2.552 9.094 1,1.834 15.797-1,0.312-15.045 0,0.027 2.533-1,0.000-22.360 1,0.000 5.163 1,0.000-3.248-2,-47.002-119.229-32,-9.590-2.010-21,-6.867-0.888-22,7.777 6.009-19,-11.656-12.240-26,19.459 16.232 32,-1.458-4.183 4,-4.732 0.899 13,0.319 13.910 27,1.082 19.740 120,109.341-7.382 357,-3.832 12.174-380,32.653-2.580-18,-6.309 5.659-18,4.372-0.500-4,-19.983 2.587-6,2.129-5.073-25,-125.656 25.053-301,-2.430 19.408 249,-3.140 11.566 13,14.970-4.355 11,-5.341 10.514-5,4.004 0.852 6,5.012 1.352 3,113.249-33.406 475,-6.799-40.253-339,1.599-3.572-46,-3.436-2.859-30,-1.148-4.232-10,-43.443-18.421-77,-65.408-8.539-186,0.252 17.188 132,-1.463-1.573 50,9.527-7.062 232,41.209 99.731 124,-0.979 12.904-245,-1.118 25.645-18,0.416-34.814-12,-0.058 32.978 2,-1.922-6.653-6,-0.029-12.236-27,-11.159-16.908-291</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10703.900 10508.300 137,'1.392'52.272'42,"30.647"-1.503"42,-2.389 5.539 28,-6.884 2.437 2,-4.856 7.396 3,-14.191-17.647-169</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10681.900 11006.200 137,'52.850'42.520'52,"-4.501"-38.635"4,5.792-1.856 10,-6.058 0.372-11,8.751 2.362 7,-6.476 2.196-2,0.305 2.854 8,7.061 3.756 13,5.817 0.710-12,-16.094-5.049-14,20.612-0.253-9,14.146-0.654-16,-8.866-3.403-15,-0.207-1.237-6,7.363-3.730-4,2.245-8.461-4,-23.644-1.330-2,20.235-12.886-1,12.245-10.903-8,-17.551 2.709-12,-15.725 4.721-18,-8.779 11.832-389</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6792.270 11648.500,'-51.257'-24.897,"4.394"29.292,-4.394 5.858,0.000 8.784,2.929 8.788,21.967 19.038,33.683 0.000,42.471-1.464,-1.465-21.968,8.787-1.465,-8.788-11.715,0.002-7.322,-1.466-5.859,10.252-16.109,-1.464 10.254,4.392 4.391,-4.392 4.395,-5.859 7.322,-2.928 2.930,5.857-2.930,-4.394-4.394,1.464-2.929,0.001 1.465,-2.930-13.181,1.465-16.110,1.465 13.182,-2.930 13.181,-82.010-45.399,-16.110 58.000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6612.140 11671.900,'52.721'-10.251,"-5.856"5.857,4.392 4.394,1.466 20.503,-5.858 4.395,7.321-17.576,-1.463-4.393,11.715-5.857,-16.109 1.464,0.000-2.929,17.575 0.000,-8.788 0.001,-5.859-1.466,5.859-1.464,-2.929-0.001,5.858-1.463,-7.323 2.928,8.787 0.000,-4.393 2.931,10.251-0.002,-20.502 1.465,16.108-1.464,-13.180 2.929,2.928 0.000,-2.928 0.000,8.786 11.716,-1.465-2.929,-5.855-4.393,2.926-2.932,0.002 0.002,1.464-2.930,-5.857-2.928,10.250-1.466,-2.928 1.465,-4.393 2.929,-0.003 1.465,-5.855-5.857,7.321-2.930,5.858-1.464,-10.252 1.465,7.323 2.927,-10.252 4.396,0.000 2.928,2.929-1.464,1.466 0.000,-4.396 5.859,8.789-0.002,2.928 0.000,-7.321-4.393,-4.395 1.465,5.857-2.930,-2.928 0.000,-2.930 0.000,2.930-3.000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7221.370 12008.800,'-54.186'-7.322,"4.394"2.928,-1.466 2.931,4.396 1.464,95.191 11.716,1.465-11.716,5.857 0.000,4.393-1.465,-2.927 0.001,-4.396 1.464,5.859 0.000,-11.717 0.000,10.252 0.000,10.251 0.000,-14.646 0.000,-2.928 0.000,16.109 0.000,-4.394 0.000,-7.322 4.394,-5.858-1.466,4.393-1.463,11.716-1.465,-16.109-1.465,7.323-5.856,5.857-0.002,-1.464-1.463,0.000 1.463,-8.787 0.002,11.716 1.463,-14.644 1.465,7.322 1.464,-2.930 1.467,0.002-0.002,2.927-1.465,-2.928 0.001,-4.394 0.000,11.716 2.929,-7.323 7.322,-4.392 5.857,4.392-1.464,4.394-8.786,0.001-1.466,-8.786-1.464,1.462 0.000,2.931 0.000,-5.857-2.929,-0.001-7.322,1.465-3.000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12279.700 11650.000,'-33.684'-46.863,"90.798"62.973,7.322-27.825,-5.856-1.465,10.251 2.929,4.394 2.931,-2.931 4.391,-7.320 1.467,-10.253 1.464,-2.928 1.464,1.464 1.467,5.857 4.391,8.788-2.928,8.786 2.929,1.465-1.464,-4.394-2.929,-8.787-0.001,-5.857-1.465,0.000-1.464,2.929 0.000,2.928 0.000,2.931 0.000,-5.859 0.000,-4.391 0.000,11.713 2.930,-10.252 4.393,-1.461 7.322,-4.396-5.857,-2.930-5.858,-96.654-19.000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12423.200 11907.700,'48.328'0.000,"-1.465"1.465,7.322 1.464,4.394 0.000,1.466-1.464,-2.931-0.001,1.465 1.465,5.858-1.464,4.394 0.000,2.929 0.000,0.000-1.465,-8.787 0.000,-8.787 0.000,11.716 0.000,-19.037 0.000,8.786 0.000,-7.323-1.465,13.182-2.929,-10.251 2.929,4.391-1.464,-4.389 1.464,-2.934-1.463,11.717 2.928,-13.179 0.000,2.928 0.000,1.466 0.000,2.928-5.859,-5.858-8.000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3390.280 2864.530,'7.323'-48.328,"39.540"90.798,4.394-23.432,1.464-14.644,0.001-4.394,10.251-7.323,-4.394-2.928,8.787-1.465,-16.109 4.393,0.000 2.930,0.000 1.464,-2.929 0.000,17.574 1.464,-7.323-2.928,-4.393-1.465,2.928 1.465,0.002-2.930,2.927 4.394,0.001 0.000,-4.393-1.464,10.250-1.465,-7.322-2.929,-7.322 2.929,-1.464-1.465,-1.465 2.930,0.000 1.464,2.929 2.929,4.394 1.465,4.394 2.928,5.858 1.465,-1.465-2.929,-1.464-2.929,-4.394 0.000,1.465-4.393,2.929-1.465,0.000 2.929,-16.108 0.000,19.038 1.464,-1.465 1.465,-2.929 0.000,-4.393 0.000,-7.322 0.000,-2.930 0.000,11.717 0.000,-1.466 0.000,4.396 0.000,-7.323 0.000,0.000 4.394,2.928 2.928,-2.928-1.464,-1.464 4.394,-5.859-2.930,4.395 0.000,5.856-4.393,11.718-2.929,-20.505 1.465,2.930-1.465,-4.393 0.000,19.039 0.000,-2.931 0.000,-5.855 0.000,-0.002 0.000,1.465 0.000,5.859 0.000,-0.001 0.000,-14.644 0.000,-2.930 0.000,19.038 0.000,-4.392 0.000,-8.788-2.929,4.394 0.000,-7.323-2.929,-1.464-1.464,2.931-4.394,-2.932 7.322,-1.462 4.394,0.000 4.394,-8.788-64.438,-38.076 0.000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3497.190 2660.970,'48.327'-17.574,"2.930"7.322,5.858 29.290,-4.393-5.857,-0.001-8.788,11.716 0.001,8.787-2.930,1.465 0.001,-5.858-1.465,-7.323 0.000,-4.393 1.464,7.322 0.001,8.787-0.001,11.716-1.464,5.858 2.929,-4.394-2.929,-11.717 1.465,-1.463-2.930,1.463-4.393,5.859 0.000,2.929-1.464,-2.930 2.929,-13.179 2.928,-4.396 0.000,-2.927 1.465,-4.395 0.000,4.394 1.465,0.000 1.464,4.393 4.393,-2.929 4.394,-1.464 4.393,-4.393 1.465,-1.465 0.000,0.000 2.929,4.393-4.394,10.252-2.928,16.111-4.394,4.392-2.930,-4.393-1.463,-5.858-1.465,2.930 0.000,-4.395 0.000,1.464 2.929,-1.464 0.000,-5.856-0.001,-2.932 0.001,-5.857 1.465,-5.856-4.394,2.928 0.000,-1.466-1.465,5.860-5.857,5.858-2.929,-0.001-1.466,-2.929 0.002,-4.395 1.463,-8.786 1.465,-1.464 2.929,0.000 2.929,-2.930 1.465,2.929 2.928,1.465 0.001,-1.465 1.464,11.717 2.928,-13.181 0.002,-2.929 7.321,-19.039 38.000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3589.450 3059.310,'54.186'0.000,"-5.858"8.787,13.180 7.322,-1.464-5.858,-11.716-2.928,2.929-2.930,0.000 1.465,-1.465 0.000,-1.464-1.464,16.109 5.857,2.930-2.928,-13.181-2.930,7.322-1.464,13.180-1.465,5.859 0.001,5.858-1.465,-8.789-2.929,2.930-2.929,7.321-2.929,-41.004 2.929,0.000 1.465,2.928-1.465,-2.929 1.464,41.006-2.928,-23.432 1.464,8.788-1.465,-5.859 2.930,2.931-1.465,5.855 2.929,-1.463-1.464,1.464-1.465,-8.787 1.464,-5.857-1.463,-5.858 2.927,-2.930 0.001,0.001 1.465,4.393 1.464,2.930 0.000,2.927 0.000,2.930 0.000,-5.857 0.000,-4.394 0.000,1.463 0.000,4.396 0.000,5.856 0.000,7.323 0.000,4.393 0.000,-2.929 0.000,-5.858-1.465,-7.322 0.001,-1.464-0.001,-2.930-1.463,-0.001 1.463,4.396-1.464,-1.464 2.929,-2.931 0.000,-2.927 0.000,-5.859 0.000,13.181 0.000,-10.252 0.000,-1.464 2.929,7.322 0.000,-11.715-1.465,5.856 0.001,5.858-0.001,1.465 0.001,0.000-1.465,-5.858-1.465,-7.322-9.000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4692.210 2576.030,'46.863'-17.573,"13.181"11.714,-10.251 4.395,7.322 1.464,7.322 0.000,0.000 0.000,-1.464 0.000,-5.858 0.000,-2.930 1.464,2.930 2.930,7.323 0.000,13.179-0.001,11.717 1.465,1.464 4.393,-5.858-1.464,-2.929 1.465,7.322-0.001,-39.540-5.857,7.322-1.466,1.464 0.001,0.000 1.465,1.465-2.930,-4.393 0.001,1.462 1.464,2.930-2.929,4.393 1.464,2.930 0.001,-10.252-1.465,32.218 0.000,-23.431 1.464,-1.465-2.928,2.929-1.465,0.001 1.464,1.463 0.001,-1.464-0.001,-1.463 0.001,-2.930-0.001,-2.929 0.001,-1.465-0.001,-2.928 1.465,0.000 0.000,-1.465-1.464,0.000 1.464,2.929 0.000,-1.465 0.000,-2.929 0.000,-2.928 0.000,0.000 0.000,-2.930 0.000,33.684 1.464,-4.393-1.464,-8.789 1.465,4.396-0.001,2.927-10.250,-11.716-7.324,-7.321-2.000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19767.600 6922.340,'-52.721'-49.792,"-2.930"16.109,-4.393 16.109,8.787 10.251,-7.322 5.859,10.248 7.322,-2.928 19.038,2.930 13.181,11.719 14.645,14.641-0.001,7.324 16.109,7.320-16.108,1.469-0.001,2.926-4.393,1.465 13.181,1.465-7.325,10.250-4.393,24.898 10.253,14.645-23.434,21.967-10.251,-13.182-13.180,-8.785-5.860,23.432 4.396,0.000-2.929,-5.859-2.929,2.930-1.464,0.002-2.930,11.713-1.464,4.396-5.858,-1.469-5.858,-2.924-7.321,-4.396-7.324,1.465-5.856,1.463-2.930,7.324-1.464,-5.857 1.464,-4.395 0.000,-11.715-2.928,-10.252 2.928,-8.787 0.001,1.465-13.181,-8.785-2.929,-17.578 1.464,-74.684 21.969,-8.791 24.895,-2.928-1.465,11.715 1.465,-5.855-4.393,2.926-1.466,0.004-1.463,4.393-1.465,4.391 1.466,-16.107-13.182,1.465 1.464,2.928 1.464,-2.928 5.858,-2.930 7.323,-1.465 2.929,2.930 2.928,7.322 1.465,1.465 0.000,-7.324 1.465,5.861 5.857,1.463 19.039,-1.463 23.431,17.570 1.465,5.859 5.858,2.928 2.929,13.182 0.000,5.859-5.858,29.287-1.465,16.111-5.857,19.035-10.253,10.256-10.249,-16.111-14.645,8.787-4.393,8.785-4.396,11.719-10.249,4.391-5.858,-4.391-4.394,-2.932-8.787,-4.393-1.464,-4.393-2.930,-5.857 1.464,-10.256-5.858,11.721-14.644,-20.504-4.394,-19.039-1.464,-11.715 0.000,-21.969 7.321,-24.894-8.785,-24.896 13.179,5.855 19.039,-1.461 11.715,10.252 5.859,-7.326 2.929,-8.785 2.929,-4.393-0.001,2.928 4.395,2.928 11.715,7.324 4.395,-13.180 26.360,16.107 16.109,11.717 0.001,10.252-2.932,10.250-4.392,14.644-7.322,57.117-5.858,4.393-26.361,-0.002-7.323,14.648 0.001,5.854-1.466,1.467-1.464,-5.857-1.463,1.467-0.001,-5.863-2.929,-4.391-5.859,-1.465-1.463,-4.393-5.857,-5.859-2.930,-5.857-4.394,8.787-16.108,-10.250-16.109,-10.252-7.323,-8.789-2.928,-7.322-0.001,-7.318 8.787,-4.398 2.929,-60.043 8.787,-4.391 61.509,7.322-0.001,-2.932 7.322,-2.928 2.930,1.463 2.929,7.324 8.787,-11.715 14.646,17.572 1.463,14.646-2.928,14.643-1.465,4.395 4.394,42.469-10.252,23.434-32.219,-7.324-10.252,0.002-8.786,7.322-17.574,-10.252-33.685,-33.684 2.931,-8.785 1.463,-2.932-1.463,-29.289 4.393,-20.502 43.934,-10.252 4.394,1.467 0.000,5.855 42.470,43.934 8.787,57.117-29.290,8.785-41.004,-13.180-2.930,8.787-7.000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22761.000 6838.860,'-55.648'-7.322,"-4.396"5.857,2.930 1.465,5.859 4.393,10.250 46.865,20.504-2.930,4.393-0.001,-1.465 10.253,2.930-1.465,5.857-2.929,4.395 2.928,8.785-1.464,29.291 0.001,4.393-7.324,8.787-7.322,4.393-20.502,19.041-5.857,-10.254-10.253,-2.928-2.929,14.645-14.644,-14.644 0.000,-5.859-4.395,11.717-11.716,-10.250 1.465,-4.395 1.464,1.463 2.930,7.324-7.324,-8.785-1.464,-7.326-23.432,-32.219 2.930,-19.035 4.393,-17.574-5.858,-16.109 7.322,-10.254-1.463,-2.928 10.250,1.465 5.859,-4.395 5.856,0.002 10.252,-1.465 5.858,-0.002 8.787,4.396 17.573,5.857 10.252,-7.324 23.431,14.645 2.929,20.504 5.859,14.644-10.252,4.395 2.928,1.463 1.466,7.322-5.859,20.506 1.466,23.430-17.576,7.320-20.501,11.719-4.394,-20.504-4.394,0.002-5.857,16.107-10.252,-10.252-10.251,-2.930-27.826,-24.895 4.394,-13.182-8.787,-4.391-1.464,-11.719-1.465,-10.250 11.717,-23.432-0.002,-10.252 45.401,-2.930 61.507,32.223 2.929,7.316-5.000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9643.620 2076.770 137,'-57.060'-26.360'245,"6.087"42.498"-33,0.371 11.993-121,-1.284 3.836-36,-24.674 21.718-19,8.757-1.731-21,-2.151 3.483-3,11.169-13.747-1,-1.233-5.238-1,-0.963 0.403 2,0.273 4.278-4,-7.317 1.857-1,4.838-5.321-3,-5.382 4.517-3,10.126-0.727 0,5.174 2.022-1,-18.059 30.052 0,26.742-15.080-1,5.993-1.308 1,-2.199 8.788-1,2.346-9.941 1,-8.372-1.055 0,-5.814-4.173-1,-2.132 20.571-25,2.345-48.286 19</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8278.720 3132.670 137,'18.177'51.727'354,"40.289"-30.051"-176,-6.046 11.082-77,-7.973 19.323-44,-1.724 8.329-27,4.229-15.067-22,10.219 2.268-2,6.662 0.527-2,3.539-7.455-1,-3.566-7.341-1,-3.025-1.814 0,-7.278 6.915 0,-5.898 5.293-1,1.331 1.518 0,8.666-14.496 0,0.189 0.643-1,-3.188 2.882 0,3.141-8.687 0,8.664-6.469 1,-9.654 2.904-1,3.768-14.960 0,-0.604 2.772 1,-11.890 27.245-1,5.278-6.783 1,0.429 0.462-1,0.410-8.431 0,-80.857-88.221-34,16.947 18.486-50,-2.904-4.804-411</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9601.150 2098.740 137,'0.001'-50.197'0,"-5.860"114.430"443,5.859-17.131-392,0.000 19.089 4,0.000-4.843-17,0.000 2.875-9,0.000-9.175-15,0.000 5.960-7,0.000 6.693 0,0.000-2.243-1,0.000 21.982-2,0.000-2.102 0,0.000-37.954-3,0.000 27.429 1,0.000-9.468-2,0.000 9.831-3,0.000-5.865-5,2.390-1.617 0,1.681 5.414 4,-1.233-14.685 2,-0.313 11.283 0,-0.371-11.776 1,-0.265 8.323 1,0.588-6.598-1,2.323-2.149-5,1.146-2.702-2,5.219-4.156 15,4.072 4.086-1,-10.840 2.997-6,-4.233-4.206-1,-0.163 3.035-47,2.170-6.165 70,15.436-1.135-1,-4.189-96.191-422</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9609.940 2073.850 137,'77.977'34.537'718,"-21.474"-1.470"-712,12.538 8.536-2,-11.472-7.008 0,1.448-0.162-1,13.855 0.470 0,-6.938-2.805-1,-2.103 7.360 0,-7.546-4.778-1,7.997 1.213 0,-0.795-7.866 0,6.803-4.270 0,-11.289-3.083-1,2.877 2.095 0,-5.801 8.499 1,9.063 44.944 1,-27.588-29.116-1,7.335 7.084-1,-4.514 0.487 1,4.896-5.037 0,9.086-9.211-1,3.566-7.545 0,1.466-1.413 0,-4.539-5.300 0,-4.503 9.834 0,1.631-2.809 1,-4.551 3.373-1,-25.349-91.697-33</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9577.720 4043.580 137,'50.160'2.929'249,"7.124"-30.107"-157,-5.438 0.711-12,5.881 1.302-29,-7.671 1.108-13,2.786-12.955 3,-5.763-10.142-7,13.347-20.606 5,6.314 0.119-17,-16.548 37.466-9,7.929 9.697 5,-5.158-4.770-6,3.493-6.790-7,8.190-0.011-2,-0.218 2.804 8,-9.903 0.409-3,-1.912-13.280-5,-5.319-13.165-1,-6.695-3.491-2,3.624 3.611 0,4.141 11.969 1,2.041-8.626 1,20.995-16.250-2,-17.856 29.633 1,8.841 9.359 0,-3.264-6.775-1,-10.313-4.184 0,18.532-16.225-1,-18.828 26.161-437</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8237.720 3109.240 137,'-45.399'48.397'402,"45.399"-1.520"-201,0.000 10.861-157,0.000 9.794-28,10.076-9.513-8,23.910-2.566-2,27.119 15.110 8,-44.881-6.195 9,-0.252-3.499-17,4.639-2.572-3,6.058 1.754-1,-2.680-1.475-1,-5.455 7.449 1,-6.023 7.212 0,0.308-0.754 0,6.401-11.996 0,10.705-2.056-1,7.602-4.559 1,-2.283-0.688 0,-2.002 2.430-1,0.257 2.250-1,5.797-2.189 1,8.389 7.441 0,-5.789-4.625 0,-0.332-7.313 0,7.927-5.743 0,1.066-1.832-1,-8.252 5.955 0,1.441 3.207 0,28.554 12.792 1,-23.976-16.852 0,4.748 2.031-1,4.812-3.802 1,-4.198-13.170-1,0.373 0.137 1,4.717-2.364-1,5.130-13.575 1,2.513-11.163-1,-5.199-6.790 1,2.902 1.457-1,-1.790-1.466 1,4.553 0.000-1,-2.660 0.000 0,-1.526-3.672 0,-1.398-14.289 0,-6.716-12.076 0,-2.861-3.282 0,12.170-33.841 0,-18.773 17.706 0,2.551 12.685-1,2.777 2.354 1,6.950 1.136-1,-0.890 0.329 0,-6.935-6.182 1,-11.146-8.378 0,11.059 8.584-1,0.927-0.278 1,-5.068-8.554 0,-17.166-10.551-1,2.358 2.235 1,0.745-3.571 0,-3.424-0.005 0,5.238-7.354 0,-1.957 10.919 0,10.534-3.817 0,4.169 2.942-1,-3.616-7.457 1,-7.900-3.105-1,-9.886 4.148 0,-3.646 2.772 0,-0.024-2.573 0,-0.604 2.243 1,0.980-10.098-2,-3.765 10.406 0,0.931-6.855-2,-3.810 1.205 1,-7.087 4.115 2,0.164-2.777 0,-1.146-5.223 0,-4.130 3.268-5,-2.303 5.771 2,1.454-2.056 3,6.245 5.339-14,-64.842 48.360-18,65.072 61.333 99,1.077-113.301-245</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8829.370 2082.630 137,'-0.001'-53.015'39,"-31.861"115.442"650,12.208 9.424-683,3.211-4.069-4,3.352-7.926-1,1.259 4.422 1,-0.693 0.486-2,59.803-56.678-818</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8804.470 3913.240 137,'19.085'-53.222'542,"36.951"42.370"-426,-0.319 24.746-71,-43.209 44.911-31,-11.417 13.873-11,-14.284-9.849-2,-1.045-10.304-7,73.540-47.082 12,-8.419-37.439-14,-23.447-19.650-173,-22.846-8.475-366</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9360.980 2997.940 137,'58.046'-5.359'290,"-56.135"68.704"-25,-51.126-28.506-379,99.926 6.945-54,-30.529 8.810 349,-30.216-1.628-103,-30.078-0.345-114,-22.304-12.062-161,8.133-27.566-146</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9218.920 3011.110 137,'56.212'-8.787'735,"4.135"7.376"-734,-0.916 12.173-1,-18.711 45.851 0,-52.556-103.493-689</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10496.000 2066.520 137,'-48.433'6.127'110,"-11.412"47.602"253,24.251 6.511-228,18.409-3.902-100,77.614-28.274-17,6.151-34.476 0,1.483-4.971 11,-5.147-4.821-15,-7.370-14.129-12</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10553.100 2070.920 137,'-30.297'50.931'99,"21.621"5.763"-4,1.594-3.338 10,1.560 4.212 49,2.183-7.211-36,2.644 1.571-91,0.658 3.089-218</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10355.400 3721.390 137,'61.377'-20.503'256,"-9.771"19.126"-57,3.239-5.661-23,-0.798-14.301-112,-57.246-30.042-755</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10457.900 3611.550 137,'-36.597'52.323'83,"19.425"7.594"76,12.629-9.504-3,36.327 6.110 44,27.330-40.826-148,-8.958 13.588-17,-40.212 29.225-20,-35.098 4.467-24,-31.487-16.188-48,-8.612-22.082-78,3.617-11.096-29,4.589-6.454-51</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10405.200 5054.070 137,'-48.629'-4.201'92,"0.828"38.788"51,-10.133 29.003 137,26.757-15.444-157,5.457 11.913-74,7.690 4.998-28,4.583 19.681-12,7.191-5.786-7,4.892-6.215-1,3.926-10.686-4,56.742-68.084 0,-27.935-51.084 2,-18.643-10.344-8,-7.782-4.449-9,-34.714 19.507-8,-27.502 56.064-71,28.212 52.184-110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12191.800 2018.190 137,'57.026'-20.502'417,"-32.323"85.484"-111,-30.083 1.342-299,-11.978-2.787-4,-8.699 10.234-2,-6.633-1.032-1,-12.044 2.719-2,2.060-19.264-2,-3.528-8.254-8,-1.803-8.596-38,-0.891-13.498-249,129.472-16.639 659,-12.533-26.101-358,-3.411-2.500-1,-3.831-2.586 0,17.840-9.688 0,-8.382 3.101 0,9.021-3.880 0,-11.516 4.183 0,-5.166 4.793 0,-3.398 6.108 0,-120.775 14.048-83,5.307-15.456-107,4.146-31.280 42,11.033-14.338 73,15.465 9.550 47,3.112 3.057 110,9.088 122.305 341,12.049-23.031-419,-4.322 36.781 0,0.511-32.537-2,-6.288 28.473 0,0.407-6.426-3,2.373-7.724-5</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12853.800 2032.840 137,'40.465'53.218'250,"-61.047"11.009"-119,-7.688 4.381-28,2.339-8.554-22,-17.057 23.517-19,2.080-21.977-37,-7.618-8.732-20,-0.405-16.920-37</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12871.300 2160.250 137,'53.356'7.013'0,"3.929"5.424"0,-8.031-3.885 10,9.763-1.671 22,-7.051-1.956 24,-2.006 0.578 33,12.891 2.668 87,-94.543 45.924-170,-32.943-32.613-199</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12910.900 2201.260 137,'34.780'64.090'225,"-28.001"6.346"-60,-4.739-12.364-13,-1.705 13.670-9,-0.335-0.646-107,0.000 2.487-29,0.000 3.290-5,0.000 1.783-2,7.596-13.012-4,45.460-64.561-45,-18.248-58.045-130,-12.332 9.880-199</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13653.400 2007.940 137,'49.909'-22.685'6,"-74.564"82.326"549,-34.416-0.419-506,3.199 1.157-31,-10.197 16.477-7,8.668-5.513-12,20.279-24.107-17,-5.355 18.319-115,109.980-72.801 53,-3.194-20.325 110,1.950-2.053 3,-0.894 0.473 3,-96.270 76.912-16,-28.983 18.434-19,16.853-19.124-8,98.512-35.581-76,-8.263-28.424 86,0.246 6.284 30,-72.010 82.081 24,-4.198-22.134-116,11.966-1.121-56,33.124 1.048 32,34.567-68.111 312,-1.515-44.705-132,-13.529 16.086-73,1.696-8.852-27,-2.581-14.100-55,-19.856 21.824 2,-0.302-11.488-61,-2.759 10.441-6,-1.813-2.636-45</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13770.500 2139.750 137,'53.967'39.727'569,"-1.637"-57.835"-479,9.763 6.603-60,7.898 0.323-7,-8.708-1.334-15,-6.184-13.502-8,0.112-43.067-41,-115.785 56.385-147,7.750-19.249 41,16.403 97.149 486,30.609 0.108-321,-4.706 3.970-10,-1.076-7.466-7,-4.068 9.401-16,-5.247-19.116-188,-36.864-5.307-89,9.171-15.619 249,-6.225-9.850 126,131.392-53.672 394,-9.857 0.798-467,13.839-4.541-4,-1.661 2.971-3,3.286-1.680-2,-22.427 11.285-1,-1.671 0.350-3,-90.877 73.174-500</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13977.000 2469.260 137,'-2.784'57.495'244,"2.639"-2.344"30,0.146-7.116-140,-33.844-95.026-854</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13914.100 2510.260 185,'54.860'-13.408'127,"3.011"4.143"-11,-9.666 0.161-33,17.264-4.231 26,-2.649 4.482-6,-3.385 8.495-20,-52.029 62.201-51,-44.024-2.180-27,-16.460 2.566-13,3.826-8.999-10,-1.130-0.706-1,-16.735 5.698-11,142.483-124.884 123,-9.611 27.676-91,-3.547-1.839-7,4.452-9.816-65,-8.652 0.052-564</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14625.800 1987.440 137,'8.651'-51.087'0,"26.666"109.578"270,-34.057-0.332-123,-1.104-0.032-26,0.713 2.696-18,2.799 2.544-59,3.189 6.868-28,59.320-63.876-334,-36.954-58.385 189,0.631-7.525-1,-3.942 9.212-61</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14989.000 1981.580 137,'-8.842'57.015'111,"-28.940"-3.870"0,-3.381-1.902 11,1.430-2.120-41,-15.400 18.148-51,8.955-15.148-54,-14.138 7.023-65,11.037-23.442-16,-1.727-5.379-94</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14473.500 2379.920 137,'48.888'22.645'4,"1.147"33.457"116,-22.573-0.548 85,-12.418-1.570 22,5.707-3.456-263,-0.978-102.218-290,-20.588 4.198 212</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14619.900 2435.570 137,'-10.484'-47.149'38,"61.954"29.527"33,10.270 1.446 13,-0.001-0.193 17,-6.561-0.540 1,17.327-4.653 55,-23.294 7.190-54,-34.453 77.034-39,-50.238-8.746-65,-30.482 12.350-13,-3.511-17.305-18,-14.560-6.985-18,19.769-17.322-3,14.770-9.193-39,110.142-28.302 221,1.018-5.035-81,7.592-1.413-14,-11.684 0.212-12,9.717-9.312-10,-138.367 19.623-438,21.357 20.098 62</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14448.600 2662.570 137,'51.797'52.750'53,"-32.907"-3.975"103,-12.983-1.300 61,39.415-102.375-568</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14762.000 2548.340 137,'48.305'17.270'6,"-14.102"35.660"184</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14909.900 2554.200 137,'25.173'52.510'120,"33.310"-27.999"168,-11.534-69.954-472,0.230 13.952 54,6.428 15.000 53,-4.521 12.619 81,1.189 9.215 73,7.482 29.894 105,-40.604 13.290-492</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15568.900 2671.350 211,'19.712'62.133'384,"-32.814"0.650"-250,-12.309-6.228-74,-33.772 2.694-128,6.955-73.614-170,15.239-36.736-149</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15897.000 2101.670 137,'14.559'52.013'0,"-3.986"-1.224"22,-4.929 8.152 47,-3.653-10.659-3,-1.192 13.470 35,-0.690-8.483-20,-0.096 13.721 35,-0.012-16.517-32,-3.068-116.613-79,18.741 4.265-22,0.490 2.239 4,3.809-10.559-3,5.104-8.294-6,-0.728 19.144 1,13.721 5.662 6,-19.076 111.545 193,-18.983 7.454-132,0.849 8.488-16,-0.303 10.980-7,-0.505-20.644-14,5.521-0.971-3,66.695-1.832-4,1.627-60.853-7,6.621-30.036-10,-32.946-0.017-19,21.476-31.106-192,-28.923 1.166-18</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16330.500 2347.700 137,'53.645'28.946'296,"20.442"-48.022"-100,-26.228 3.562-77,3.309-2.251-40,16.473-2.448-44,1.639 4.691-28,-3.467 2.021-6,-18.932 9.171-113</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16846.000 2041.630 137,'31.240'-47.841'27,"-13.846"103.541"123,-15.664 4.090-48,-7.545 7.456-3,-3.227-5.195-3,-6.021 7.371 5,0.656-7.724-27,0.289 7.222-20,8.664-6.798-42,29.148-6.831-36,32.031-24.488-138</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17175.500 2359.420 137,'-1.465'-50.147'0,"56.117"33.118"156,5.959 24.848 107,11.477 3.489-45,-11.986-9.016-156,11.060-9.810-40,-2.844-14.637-17,4.545-7.175-4,-25.268 50.053-269</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17160.800 2543.950 137,'47.965'7.387'324,"26.006"-6.534"-78,-12.326-5.449-167,14.762-7.297-43,1.574 1.260-16,-15.771 3.559-11,0.992 0.257-5,-6.857-6.388-53,-7.945-5.156-751</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18158.100 1987.440 137,'-50.396'48.368'330,"7.791"5.411"-216,5.486-5.846-17,-12.141 19.936-22,10.338-11.333-36,-5.582 13.348-19,14.760-6.090-10,114.191-22.691 12,-13.324-38.254-15,4.010-6.438-3,7.572-7.835-2,-13.668-5.565-1,-0.814-1.967 0,-1.760-11.114-11,-54.604-22.520-229,-73.164 14.958-57</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18219.600 2107.530 137,'-16.580'62.116'50,"10.586"-14.564"-13,-1.840 8.955 11,-2.965 9.883 23,1.449-15.214-13,0.305-4.282 3,-3.150 13.881 67,5.588-9.876 13,60.981-19.235-254</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18499.400 2366.740 137,'49.490'-10.223'75,"9.246"10.195"114,3.197 0.028 8,7.795-8.009 4,-8.344-11.519-144,4.756 6.488-46,-5.229 7.204-10,0.953 5.386-9,-4.461-5.559-161</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19120.300 1977.190 137,'-0.859'61.259'173,"-6.158"-1.530"-45,-3.463 6.788-17,2.750-11.886-11,1.313 10.532-10,2.869-1.975-23,5.793-1.245-50,41.994-12.111-150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19584.500 2171.970 137,'52.674'-47.058'170,"-3.004"44.229"-61,11.959-5.750 38,-8.934-3.657-13,2.971-0.908-33,10.660 2.933-47,2.041 5.101-40,-3.064 4.692-19</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19531.800 2418.000 137,'54.299'-36.494'86,"3.891"24.428"52,-4.527 9.552-9,-5.096 2.330 47,6.459-3.062-24,7.545-14.547-112,1.953 2.180-37,2.125 4.031-36,-18.320 10.736-152</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3-03-12T17:32:52"/>
    </inkml:context>
    <inkml:brush xml:id="br1">
      <inkml:brushProperty name="width" value="0.01984375" units="cm"/>
      <inkml:brushProperty name="height" value="0.01984375" units="cm"/>
      <inkml:brushProperty name="color" value="#ff0000"/>
      <inkml:brushProperty name="fitToCurve" value="1"/>
    </inkml:brush>
  </inkml:definitions>
  <inkml:trace contextRef="#ctx0" brushRef="#br1">20392.900 1893.710 137,'55.174'4.051'117,"1.195"42.506"243,-46.906 3.805-134,-55.740 6.002-210,-6.438-2.050-27,9.252 5.560-30,36.568-8.260-163,56.953-34.753 224,5.889-6.786 36,-6.176 8.344 5,6.186 25.450-9,-34.193 13.956-17,-55.935 8.647-5,-15.568-26.175-20,-9.305-6.802-6,3.428-8.060-4,-11.975 0.382-9,-5.537-6.019-22,20.152-12.452 8,-3.303-3.128-88,-10.334 0.018-113</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18087.800 3550.820,'-48.328'0.000,"1.467"0.000,-4.396 13.180,2.930 33.684,26.361-0.001,45.398 1.466,30.754-32.220,2.928-7.322,-8.783-7.323,2.926-1.464,8.787 1.465,-7.320 1.463,2.928 4.395,-7.322-7.323,7.322 1.464,2.928-1.464,-2.926-1.464,-1.469-5.859,-5.854-2.928,7.318-1.465,-8.783-2.929,4.391-10.251,-16.107-23.432,-52.723-2.929,-36.613 2.929,5.861 27.826,-1.467 10.250,-14.645 5.859,14.644 2.929,1.467 1.464,-0.004 0.000,0.004 1.464,-16.111 4.394,5.859 0.000,5.857-1.465,-4.396-1.464,5.859 7.322,1.467 21.968,14.643 21.967,21.969 2.929,7.320-8.787,11.719 10.251,27.822-5.858,23.435-14.644,-4.395-17.574,5.855-7.323,-11.717-8.786,5.861-1.465,10.250-1.465,-1.465 0.000,-1.463-1.464,-1.467-1.464,-7.320-5.858,-4.395-2.929,10.252-7.324,-0.002-14.643,-2.926-0.001,-2.932 2.930,-1.463-2.930,-16.109-17.573,-33.684-2.930,-29.289 2.930,-20.504 5.857,-7.322 0.001,4.393 19.037,-13.178 8.788,11.715 10.251,-5.859 4.394,0.002 7.322,2.928 2.929,1.465 4.393,7.324 1.465,-10.254 8.786,7.322 2.930,4.395-4.394,-10.250 2.930,4.391-1.466,4.395 5.859,21.967 19.038,49.793-1.464,29.291-5.859,0.000-7.322,10.250-11.716,-10.252-7.322,8.787-7.323,11.715-4.393,1.467-8.786,-0.002-4.394,-7.320-7.323,-10.252-4.394,-10.252-4.393,7.322-14.644,-4.393-19.039,-21.967 8.787,-16.111-4.393,-42.471 7.322,-26.357 13.181,1.463-2.930,16.109-17.000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6041" units="1/cm"/>
          <inkml:channelProperty channel="Y" name="resolution" value="28.36041" units="1/cm"/>
        </inkml:channelProperties>
      </inkml:inkSource>
      <inkml:timestamp xml:id="ts0" timeString="2023-03-12T17:32:52"/>
    </inkml:context>
    <inkml:brush xml:id="br1">
      <inkml:brushProperty name="width" value="0.15875" units="cm"/>
      <inkml:brushProperty name="height" value="0.3175" units="cm"/>
      <inkml:brushProperty name="color" value="#ffff00"/>
      <inkml:brushProperty name="tip" value="rectangle"/>
      <inkml:brushProperty name="rasterOp" value="maskPen"/>
      <inkml:brushProperty name="fitToCurve" value="1"/>
    </inkml:brush>
  </inkml:definitions>
  <inkml:trace contextRef="#ctx0" brushRef="#br1">11670.500 4208.380,'-4.393'-46.863,"-48.329"36.611,-11.716 29.290,5.858 13.182,-2.929 14.645,5.856 20.502,23.433-17.573,5.859-0.001,5.855-1.464,0.001 13.180,8.788-8.786,8.785 5.857,19.039-4.394,35.147-29.290,10.252-16.109,-10.251-7.323,2.927 0.000,1.466-2.930,-4.394-4.394,-4.394-5.857,11.717-16.109,-0.001-11.716,1.465-8.786,-7.322-5.859,-11.717-1.465,-14.644-2.928,-11.714 10.251,-16.111-4.394,-39.541 0.001,-23.431 23.431,10.249 20.503,4.396 2.930,-8.787 32.217,16.108 23.432,1.466 20.504,16.108-19.039,1.465-0.001,-4.393 11.718,11.715-10.253,13.180-2.929,43.935-2.928,7.321-30.755,1.466-7.322,2.930-11.716,-1.468-41.006,-30.751-10.251,-11.718-7.323,-2.928-8.787,-8.787 19.038,-4.395 4.394,-2.928-4.394,-10.252-14.645,-1.464 13.181,-27.826 10.250,-4.393 96.657,20.502 7.323,-2.928 7.322,13.180-11.717,7.322-8.786,14.644 4.394,49.793-25.000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857" name=""/>
        <p:cNvGrpSpPr/>
        <p:nvPr/>
      </p:nvGrpSpPr>
      <p:grpSpPr>
        <a:xfrm>
          <a:off x="0" y="0"/>
          <a:ext cx="0" cy="0"/>
          <a:chOff x="0" y="0"/>
          <a:chExt cx="0" cy="0"/>
        </a:xfrm>
      </p:grpSpPr>
      <p:sp>
        <p:nvSpPr>
          <p:cNvPr id="105476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54767"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54768"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54769"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54770"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54771"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54" name=""/>
        <p:cNvGrpSpPr/>
        <p:nvPr/>
      </p:nvGrpSpPr>
      <p:grpSpPr/>
      <p:sp>
        <p:nvSpPr>
          <p:cNvPr id="1049366" name="幻灯片图像占位符 1"/>
          <p:cNvSpPr/>
          <p:nvPr>
            <p:ph type="sldImg" idx="2"/>
          </p:nvPr>
        </p:nvSpPr>
        <p:spPr/>
      </p:sp>
      <p:sp>
        <p:nvSpPr>
          <p:cNvPr id="1049367"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90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90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31" name=""/>
        <p:cNvGrpSpPr/>
        <p:nvPr/>
      </p:nvGrpSpPr>
      <p:grpSpPr>
        <a:xfrm>
          <a:off x="0" y="0"/>
          <a:ext cx="0" cy="0"/>
          <a:chOff x="0" y="0"/>
          <a:chExt cx="0" cy="0"/>
        </a:xfrm>
      </p:grpSpPr>
      <p:sp>
        <p:nvSpPr>
          <p:cNvPr id="105115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15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15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15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5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5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37" name=""/>
        <p:cNvGrpSpPr/>
        <p:nvPr/>
      </p:nvGrpSpPr>
      <p:grpSpPr>
        <a:xfrm>
          <a:off x="0" y="0"/>
          <a:ext cx="0" cy="0"/>
          <a:chOff x="0" y="0"/>
          <a:chExt cx="0" cy="0"/>
        </a:xfrm>
      </p:grpSpPr>
      <p:sp>
        <p:nvSpPr>
          <p:cNvPr id="105119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191"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9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9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9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43" name=""/>
        <p:cNvGrpSpPr/>
        <p:nvPr/>
      </p:nvGrpSpPr>
      <p:grpSpPr>
        <a:xfrm>
          <a:off x="0" y="0"/>
          <a:ext cx="0" cy="0"/>
          <a:chOff x="0" y="0"/>
          <a:chExt cx="0" cy="0"/>
        </a:xfrm>
      </p:grpSpPr>
      <p:sp>
        <p:nvSpPr>
          <p:cNvPr id="1051224"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225"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22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2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2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33" name=""/>
        <p:cNvGrpSpPr/>
        <p:nvPr/>
      </p:nvGrpSpPr>
      <p:grpSpPr>
        <a:xfrm>
          <a:off x="0" y="0"/>
          <a:ext cx="0" cy="0"/>
          <a:chOff x="0" y="0"/>
          <a:chExt cx="0" cy="0"/>
        </a:xfrm>
      </p:grpSpPr>
      <p:sp>
        <p:nvSpPr>
          <p:cNvPr id="105116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165"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66"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6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6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6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34" name=""/>
        <p:cNvGrpSpPr/>
        <p:nvPr/>
      </p:nvGrpSpPr>
      <p:grpSpPr>
        <a:xfrm>
          <a:off x="0" y="0"/>
          <a:ext cx="0" cy="0"/>
          <a:chOff x="0" y="0"/>
          <a:chExt cx="0" cy="0"/>
        </a:xfrm>
      </p:grpSpPr>
      <p:sp>
        <p:nvSpPr>
          <p:cNvPr id="105117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17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7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7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7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7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7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7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42" name=""/>
        <p:cNvGrpSpPr/>
        <p:nvPr/>
      </p:nvGrpSpPr>
      <p:grpSpPr>
        <a:xfrm>
          <a:off x="0" y="0"/>
          <a:ext cx="0" cy="0"/>
          <a:chOff x="0" y="0"/>
          <a:chExt cx="0" cy="0"/>
        </a:xfrm>
      </p:grpSpPr>
      <p:sp>
        <p:nvSpPr>
          <p:cNvPr id="105122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21"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22"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23"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67" name=""/>
        <p:cNvGrpSpPr/>
        <p:nvPr/>
      </p:nvGrpSpPr>
      <p:grpSpPr>
        <a:xfrm>
          <a:off x="0" y="0"/>
          <a:ext cx="0" cy="0"/>
          <a:chOff x="0" y="0"/>
          <a:chExt cx="0" cy="0"/>
        </a:xfrm>
      </p:grpSpPr>
      <p:sp>
        <p:nvSpPr>
          <p:cNvPr id="1048973"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74"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75"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41" name=""/>
        <p:cNvGrpSpPr/>
        <p:nvPr/>
      </p:nvGrpSpPr>
      <p:grpSpPr>
        <a:xfrm>
          <a:off x="0" y="0"/>
          <a:ext cx="0" cy="0"/>
          <a:chOff x="0" y="0"/>
          <a:chExt cx="0" cy="0"/>
        </a:xfrm>
      </p:grpSpPr>
      <p:sp>
        <p:nvSpPr>
          <p:cNvPr id="105121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21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1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21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1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1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36" name=""/>
        <p:cNvGrpSpPr/>
        <p:nvPr/>
      </p:nvGrpSpPr>
      <p:grpSpPr>
        <a:xfrm>
          <a:off x="0" y="0"/>
          <a:ext cx="0" cy="0"/>
          <a:chOff x="0" y="0"/>
          <a:chExt cx="0" cy="0"/>
        </a:xfrm>
      </p:grpSpPr>
      <p:sp>
        <p:nvSpPr>
          <p:cNvPr id="105118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18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18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44" name=""/>
        <p:cNvGrpSpPr/>
        <p:nvPr/>
      </p:nvGrpSpPr>
      <p:grpSpPr>
        <a:xfrm>
          <a:off x="0" y="0"/>
          <a:ext cx="0" cy="0"/>
          <a:chOff x="0" y="0"/>
          <a:chExt cx="0" cy="0"/>
        </a:xfrm>
      </p:grpSpPr>
      <p:sp>
        <p:nvSpPr>
          <p:cNvPr id="105122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3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3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3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3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38" name=""/>
        <p:cNvGrpSpPr/>
        <p:nvPr/>
      </p:nvGrpSpPr>
      <p:grpSpPr>
        <a:xfrm>
          <a:off x="0" y="0"/>
          <a:ext cx="0" cy="0"/>
          <a:chOff x="0" y="0"/>
          <a:chExt cx="0" cy="0"/>
        </a:xfrm>
      </p:grpSpPr>
      <p:sp>
        <p:nvSpPr>
          <p:cNvPr id="105119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19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9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9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9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46" name=""/>
        <p:cNvGrpSpPr/>
        <p:nvPr/>
      </p:nvGrpSpPr>
      <p:grpSpPr>
        <a:xfrm>
          <a:off x="0" y="0"/>
          <a:ext cx="0" cy="0"/>
          <a:chOff x="0" y="0"/>
          <a:chExt cx="0" cy="0"/>
        </a:xfrm>
      </p:grpSpPr>
      <p:sp>
        <p:nvSpPr>
          <p:cNvPr id="105123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4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4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4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4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4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39" name=""/>
        <p:cNvGrpSpPr/>
        <p:nvPr/>
      </p:nvGrpSpPr>
      <p:grpSpPr>
        <a:xfrm>
          <a:off x="0" y="0"/>
          <a:ext cx="0" cy="0"/>
          <a:chOff x="0" y="0"/>
          <a:chExt cx="0" cy="0"/>
        </a:xfrm>
      </p:grpSpPr>
      <p:sp>
        <p:nvSpPr>
          <p:cNvPr id="105120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0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0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0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0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0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0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40" name=""/>
        <p:cNvGrpSpPr/>
        <p:nvPr/>
      </p:nvGrpSpPr>
      <p:grpSpPr>
        <a:xfrm>
          <a:off x="0" y="0"/>
          <a:ext cx="0" cy="0"/>
          <a:chOff x="0" y="0"/>
          <a:chExt cx="0" cy="0"/>
        </a:xfrm>
      </p:grpSpPr>
      <p:sp>
        <p:nvSpPr>
          <p:cNvPr id="10512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0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0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1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1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1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1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32" name=""/>
        <p:cNvGrpSpPr/>
        <p:nvPr/>
      </p:nvGrpSpPr>
      <p:grpSpPr>
        <a:xfrm>
          <a:off x="0" y="0"/>
          <a:ext cx="0" cy="0"/>
          <a:chOff x="0" y="0"/>
          <a:chExt cx="0" cy="0"/>
        </a:xfrm>
      </p:grpSpPr>
      <p:sp>
        <p:nvSpPr>
          <p:cNvPr id="1051156"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57"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5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59"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60"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6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6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6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45" name=""/>
        <p:cNvGrpSpPr/>
        <p:nvPr/>
      </p:nvGrpSpPr>
      <p:grpSpPr>
        <a:xfrm>
          <a:off x="0" y="0"/>
          <a:ext cx="0" cy="0"/>
          <a:chOff x="0" y="0"/>
          <a:chExt cx="0" cy="0"/>
        </a:xfrm>
      </p:grpSpPr>
      <p:sp>
        <p:nvSpPr>
          <p:cNvPr id="1051234"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35"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236"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37"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38"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35" name=""/>
        <p:cNvGrpSpPr/>
        <p:nvPr/>
      </p:nvGrpSpPr>
      <p:grpSpPr>
        <a:xfrm>
          <a:off x="0" y="0"/>
          <a:ext cx="0" cy="0"/>
          <a:chOff x="0" y="0"/>
          <a:chExt cx="0" cy="0"/>
        </a:xfrm>
      </p:grpSpPr>
      <p:sp>
        <p:nvSpPr>
          <p:cNvPr id="1051178"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17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18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18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18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18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843" name=""/>
        <p:cNvGrpSpPr/>
        <p:nvPr/>
      </p:nvGrpSpPr>
      <p:grpSpPr>
        <a:xfrm>
          <a:off x="0" y="0"/>
          <a:ext cx="0" cy="0"/>
          <a:chOff x="0" y="0"/>
          <a:chExt cx="0" cy="0"/>
        </a:xfrm>
      </p:grpSpPr>
      <p:sp>
        <p:nvSpPr>
          <p:cNvPr id="105468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68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68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68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8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8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851" name=""/>
        <p:cNvGrpSpPr/>
        <p:nvPr/>
      </p:nvGrpSpPr>
      <p:grpSpPr>
        <a:xfrm>
          <a:off x="0" y="0"/>
          <a:ext cx="0" cy="0"/>
          <a:chOff x="0" y="0"/>
          <a:chExt cx="0" cy="0"/>
        </a:xfrm>
      </p:grpSpPr>
      <p:sp>
        <p:nvSpPr>
          <p:cNvPr id="105473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73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3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3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3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844" name=""/>
        <p:cNvGrpSpPr/>
        <p:nvPr/>
      </p:nvGrpSpPr>
      <p:grpSpPr>
        <a:xfrm>
          <a:off x="0" y="0"/>
          <a:ext cx="0" cy="0"/>
          <a:chOff x="0" y="0"/>
          <a:chExt cx="0" cy="0"/>
        </a:xfrm>
      </p:grpSpPr>
      <p:sp>
        <p:nvSpPr>
          <p:cNvPr id="105469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69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69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9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9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849" name=""/>
        <p:cNvGrpSpPr/>
        <p:nvPr/>
      </p:nvGrpSpPr>
      <p:grpSpPr>
        <a:xfrm>
          <a:off x="0" y="0"/>
          <a:ext cx="0" cy="0"/>
          <a:chOff x="0" y="0"/>
          <a:chExt cx="0" cy="0"/>
        </a:xfrm>
      </p:grpSpPr>
      <p:sp>
        <p:nvSpPr>
          <p:cNvPr id="105472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721"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22"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2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2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2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845" name=""/>
        <p:cNvGrpSpPr/>
        <p:nvPr/>
      </p:nvGrpSpPr>
      <p:grpSpPr>
        <a:xfrm>
          <a:off x="0" y="0"/>
          <a:ext cx="0" cy="0"/>
          <a:chOff x="0" y="0"/>
          <a:chExt cx="0" cy="0"/>
        </a:xfrm>
      </p:grpSpPr>
      <p:sp>
        <p:nvSpPr>
          <p:cNvPr id="105469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696"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697"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98"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699"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0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0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0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852" name=""/>
        <p:cNvGrpSpPr/>
        <p:nvPr/>
      </p:nvGrpSpPr>
      <p:grpSpPr>
        <a:xfrm>
          <a:off x="0" y="0"/>
          <a:ext cx="0" cy="0"/>
          <a:chOff x="0" y="0"/>
          <a:chExt cx="0" cy="0"/>
        </a:xfrm>
      </p:grpSpPr>
      <p:sp>
        <p:nvSpPr>
          <p:cNvPr id="105473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740"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41"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42"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35" name=""/>
        <p:cNvGrpSpPr/>
        <p:nvPr/>
      </p:nvGrpSpPr>
      <p:grpSpPr>
        <a:xfrm>
          <a:off x="0" y="0"/>
          <a:ext cx="0" cy="0"/>
          <a:chOff x="0" y="0"/>
          <a:chExt cx="0" cy="0"/>
        </a:xfrm>
      </p:grpSpPr>
      <p:sp>
        <p:nvSpPr>
          <p:cNvPr id="1048910"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11"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12"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856" name=""/>
        <p:cNvGrpSpPr/>
        <p:nvPr/>
      </p:nvGrpSpPr>
      <p:grpSpPr>
        <a:xfrm>
          <a:off x="0" y="0"/>
          <a:ext cx="0" cy="0"/>
          <a:chOff x="0" y="0"/>
          <a:chExt cx="0" cy="0"/>
        </a:xfrm>
      </p:grpSpPr>
      <p:sp>
        <p:nvSpPr>
          <p:cNvPr id="1054760"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761"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62"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76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6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6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841" name=""/>
        <p:cNvGrpSpPr/>
        <p:nvPr/>
      </p:nvGrpSpPr>
      <p:grpSpPr>
        <a:xfrm>
          <a:off x="0" y="0"/>
          <a:ext cx="0" cy="0"/>
          <a:chOff x="0" y="0"/>
          <a:chExt cx="0" cy="0"/>
        </a:xfrm>
      </p:grpSpPr>
      <p:sp>
        <p:nvSpPr>
          <p:cNvPr id="1054671"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672"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673"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6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855" name=""/>
        <p:cNvGrpSpPr/>
        <p:nvPr/>
      </p:nvGrpSpPr>
      <p:grpSpPr>
        <a:xfrm>
          <a:off x="0" y="0"/>
          <a:ext cx="0" cy="0"/>
          <a:chOff x="0" y="0"/>
          <a:chExt cx="0" cy="0"/>
        </a:xfrm>
      </p:grpSpPr>
      <p:sp>
        <p:nvSpPr>
          <p:cNvPr id="10547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75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5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5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5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846" name=""/>
        <p:cNvGrpSpPr/>
        <p:nvPr/>
      </p:nvGrpSpPr>
      <p:grpSpPr>
        <a:xfrm>
          <a:off x="0" y="0"/>
          <a:ext cx="0" cy="0"/>
          <a:chOff x="0" y="0"/>
          <a:chExt cx="0" cy="0"/>
        </a:xfrm>
      </p:grpSpPr>
      <p:sp>
        <p:nvSpPr>
          <p:cNvPr id="1054703"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704"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0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0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0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853" name=""/>
        <p:cNvGrpSpPr/>
        <p:nvPr/>
      </p:nvGrpSpPr>
      <p:grpSpPr>
        <a:xfrm>
          <a:off x="0" y="0"/>
          <a:ext cx="0" cy="0"/>
          <a:chOff x="0" y="0"/>
          <a:chExt cx="0" cy="0"/>
        </a:xfrm>
      </p:grpSpPr>
      <p:sp>
        <p:nvSpPr>
          <p:cNvPr id="105474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74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4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4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4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4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848" name=""/>
        <p:cNvGrpSpPr/>
        <p:nvPr/>
      </p:nvGrpSpPr>
      <p:grpSpPr>
        <a:xfrm>
          <a:off x="0" y="0"/>
          <a:ext cx="0" cy="0"/>
          <a:chOff x="0" y="0"/>
          <a:chExt cx="0" cy="0"/>
        </a:xfrm>
      </p:grpSpPr>
      <p:sp>
        <p:nvSpPr>
          <p:cNvPr id="105471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714"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1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16"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17"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18"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19"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842" name=""/>
        <p:cNvGrpSpPr/>
        <p:nvPr/>
      </p:nvGrpSpPr>
      <p:grpSpPr>
        <a:xfrm>
          <a:off x="0" y="0"/>
          <a:ext cx="0" cy="0"/>
          <a:chOff x="0" y="0"/>
          <a:chExt cx="0" cy="0"/>
        </a:xfrm>
      </p:grpSpPr>
      <p:sp>
        <p:nvSpPr>
          <p:cNvPr id="10546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6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850" name=""/>
        <p:cNvGrpSpPr/>
        <p:nvPr/>
      </p:nvGrpSpPr>
      <p:grpSpPr>
        <a:xfrm>
          <a:off x="0" y="0"/>
          <a:ext cx="0" cy="0"/>
          <a:chOff x="0" y="0"/>
          <a:chExt cx="0" cy="0"/>
        </a:xfrm>
      </p:grpSpPr>
      <p:sp>
        <p:nvSpPr>
          <p:cNvPr id="1054726"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727"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2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29"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30"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73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3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3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47" name=""/>
        <p:cNvGrpSpPr/>
        <p:nvPr/>
      </p:nvGrpSpPr>
      <p:grpSpPr>
        <a:xfrm>
          <a:off x="0" y="0"/>
          <a:ext cx="0" cy="0"/>
          <a:chOff x="0" y="0"/>
          <a:chExt cx="0" cy="0"/>
        </a:xfrm>
      </p:grpSpPr>
      <p:sp>
        <p:nvSpPr>
          <p:cNvPr id="1054708"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709"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710"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11"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712"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54" name=""/>
        <p:cNvGrpSpPr/>
        <p:nvPr/>
      </p:nvGrpSpPr>
      <p:grpSpPr>
        <a:xfrm>
          <a:off x="0" y="0"/>
          <a:ext cx="0" cy="0"/>
          <a:chOff x="0" y="0"/>
          <a:chExt cx="0" cy="0"/>
        </a:xfrm>
      </p:grpSpPr>
      <p:sp>
        <p:nvSpPr>
          <p:cNvPr id="10547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7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7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7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7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7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85" name=""/>
        <p:cNvGrpSpPr/>
        <p:nvPr/>
      </p:nvGrpSpPr>
      <p:grpSpPr>
        <a:xfrm>
          <a:off x="0" y="0"/>
          <a:ext cx="0" cy="0"/>
          <a:chOff x="0" y="0"/>
          <a:chExt cx="0" cy="0"/>
        </a:xfrm>
      </p:grpSpPr>
      <p:sp>
        <p:nvSpPr>
          <p:cNvPr id="1053743"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744"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745"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746"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47"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48"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94" name=""/>
        <p:cNvGrpSpPr/>
        <p:nvPr/>
      </p:nvGrpSpPr>
      <p:grpSpPr>
        <a:xfrm>
          <a:off x="0" y="0"/>
          <a:ext cx="0" cy="0"/>
          <a:chOff x="0" y="0"/>
          <a:chExt cx="0" cy="0"/>
        </a:xfrm>
      </p:grpSpPr>
      <p:sp>
        <p:nvSpPr>
          <p:cNvPr id="105380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0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0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0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0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87" name=""/>
        <p:cNvGrpSpPr/>
        <p:nvPr/>
      </p:nvGrpSpPr>
      <p:grpSpPr>
        <a:xfrm>
          <a:off x="0" y="0"/>
          <a:ext cx="0" cy="0"/>
          <a:chOff x="0" y="0"/>
          <a:chExt cx="0" cy="0"/>
        </a:xfrm>
      </p:grpSpPr>
      <p:sp>
        <p:nvSpPr>
          <p:cNvPr id="105375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75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75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5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6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89" name=""/>
        <p:cNvGrpSpPr/>
        <p:nvPr/>
      </p:nvGrpSpPr>
      <p:grpSpPr>
        <a:xfrm>
          <a:off x="0" y="0"/>
          <a:ext cx="0" cy="0"/>
          <a:chOff x="0" y="0"/>
          <a:chExt cx="0" cy="0"/>
        </a:xfrm>
      </p:grpSpPr>
      <p:sp>
        <p:nvSpPr>
          <p:cNvPr id="105376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77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7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7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7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7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88" name=""/>
        <p:cNvGrpSpPr/>
        <p:nvPr/>
      </p:nvGrpSpPr>
      <p:grpSpPr>
        <a:xfrm>
          <a:off x="0" y="0"/>
          <a:ext cx="0" cy="0"/>
          <a:chOff x="0" y="0"/>
          <a:chExt cx="0" cy="0"/>
        </a:xfrm>
      </p:grpSpPr>
      <p:sp>
        <p:nvSpPr>
          <p:cNvPr id="10537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76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76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6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76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6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6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6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97" name=""/>
        <p:cNvGrpSpPr/>
        <p:nvPr/>
      </p:nvGrpSpPr>
      <p:grpSpPr>
        <a:xfrm>
          <a:off x="0" y="0"/>
          <a:ext cx="0" cy="0"/>
          <a:chOff x="0" y="0"/>
          <a:chExt cx="0" cy="0"/>
        </a:xfrm>
      </p:grpSpPr>
      <p:sp>
        <p:nvSpPr>
          <p:cNvPr id="105381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19"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20"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21"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288" name=""/>
        <p:cNvGrpSpPr/>
        <p:nvPr/>
      </p:nvGrpSpPr>
      <p:grpSpPr>
        <a:xfrm>
          <a:off x="0" y="0"/>
          <a:ext cx="0" cy="0"/>
          <a:chOff x="0" y="0"/>
          <a:chExt cx="0" cy="0"/>
        </a:xfrm>
      </p:grpSpPr>
      <p:sp>
        <p:nvSpPr>
          <p:cNvPr id="1049026"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27"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28"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95" name=""/>
        <p:cNvGrpSpPr/>
        <p:nvPr/>
      </p:nvGrpSpPr>
      <p:grpSpPr>
        <a:xfrm>
          <a:off x="0" y="0"/>
          <a:ext cx="0" cy="0"/>
          <a:chOff x="0" y="0"/>
          <a:chExt cx="0" cy="0"/>
        </a:xfrm>
      </p:grpSpPr>
      <p:sp>
        <p:nvSpPr>
          <p:cNvPr id="1053806"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807"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08"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80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1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1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83" name=""/>
        <p:cNvGrpSpPr/>
        <p:nvPr/>
      </p:nvGrpSpPr>
      <p:grpSpPr>
        <a:xfrm>
          <a:off x="0" y="0"/>
          <a:ext cx="0" cy="0"/>
          <a:chOff x="0" y="0"/>
          <a:chExt cx="0" cy="0"/>
        </a:xfrm>
      </p:grpSpPr>
      <p:sp>
        <p:nvSpPr>
          <p:cNvPr id="105373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73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73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73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3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3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92" name=""/>
        <p:cNvGrpSpPr/>
        <p:nvPr/>
      </p:nvGrpSpPr>
      <p:grpSpPr>
        <a:xfrm>
          <a:off x="0" y="0"/>
          <a:ext cx="0" cy="0"/>
          <a:chOff x="0" y="0"/>
          <a:chExt cx="0" cy="0"/>
        </a:xfrm>
      </p:grpSpPr>
      <p:sp>
        <p:nvSpPr>
          <p:cNvPr id="105378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79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9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9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9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84" name=""/>
        <p:cNvGrpSpPr/>
        <p:nvPr/>
      </p:nvGrpSpPr>
      <p:grpSpPr>
        <a:xfrm>
          <a:off x="0" y="0"/>
          <a:ext cx="0" cy="0"/>
          <a:chOff x="0" y="0"/>
          <a:chExt cx="0" cy="0"/>
        </a:xfrm>
      </p:grpSpPr>
      <p:sp>
        <p:nvSpPr>
          <p:cNvPr id="1053738"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739"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4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4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4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91" name=""/>
        <p:cNvGrpSpPr/>
        <p:nvPr/>
      </p:nvGrpSpPr>
      <p:grpSpPr>
        <a:xfrm>
          <a:off x="0" y="0"/>
          <a:ext cx="0" cy="0"/>
          <a:chOff x="0" y="0"/>
          <a:chExt cx="0" cy="0"/>
        </a:xfrm>
      </p:grpSpPr>
      <p:sp>
        <p:nvSpPr>
          <p:cNvPr id="105378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8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8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8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8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8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93" name=""/>
        <p:cNvGrpSpPr/>
        <p:nvPr/>
      </p:nvGrpSpPr>
      <p:grpSpPr>
        <a:xfrm>
          <a:off x="0" y="0"/>
          <a:ext cx="0" cy="0"/>
          <a:chOff x="0" y="0"/>
          <a:chExt cx="0" cy="0"/>
        </a:xfrm>
      </p:grpSpPr>
      <p:sp>
        <p:nvSpPr>
          <p:cNvPr id="105379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95"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9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97"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98"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99"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00"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86" name=""/>
        <p:cNvGrpSpPr/>
        <p:nvPr/>
      </p:nvGrpSpPr>
      <p:grpSpPr>
        <a:xfrm>
          <a:off x="0" y="0"/>
          <a:ext cx="0" cy="0"/>
          <a:chOff x="0" y="0"/>
          <a:chExt cx="0" cy="0"/>
        </a:xfrm>
      </p:grpSpPr>
      <p:sp>
        <p:nvSpPr>
          <p:cNvPr id="105374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5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5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5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5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5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5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90" name=""/>
        <p:cNvGrpSpPr/>
        <p:nvPr/>
      </p:nvGrpSpPr>
      <p:grpSpPr>
        <a:xfrm>
          <a:off x="0" y="0"/>
          <a:ext cx="0" cy="0"/>
          <a:chOff x="0" y="0"/>
          <a:chExt cx="0" cy="0"/>
        </a:xfrm>
      </p:grpSpPr>
      <p:sp>
        <p:nvSpPr>
          <p:cNvPr id="1053775"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76"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7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78"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79"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8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8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8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82" name=""/>
        <p:cNvGrpSpPr/>
        <p:nvPr/>
      </p:nvGrpSpPr>
      <p:grpSpPr>
        <a:xfrm>
          <a:off x="0" y="0"/>
          <a:ext cx="0" cy="0"/>
          <a:chOff x="0" y="0"/>
          <a:chExt cx="0" cy="0"/>
        </a:xfrm>
      </p:grpSpPr>
      <p:sp>
        <p:nvSpPr>
          <p:cNvPr id="1053727"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28"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729"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30"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31"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96" name=""/>
        <p:cNvGrpSpPr/>
        <p:nvPr/>
      </p:nvGrpSpPr>
      <p:grpSpPr>
        <a:xfrm>
          <a:off x="0" y="0"/>
          <a:ext cx="0" cy="0"/>
          <a:chOff x="0" y="0"/>
          <a:chExt cx="0" cy="0"/>
        </a:xfrm>
      </p:grpSpPr>
      <p:sp>
        <p:nvSpPr>
          <p:cNvPr id="105381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81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81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81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81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81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60" name=""/>
        <p:cNvGrpSpPr/>
        <p:nvPr/>
      </p:nvGrpSpPr>
      <p:grpSpPr>
        <a:xfrm>
          <a:off x="0" y="0"/>
          <a:ext cx="0" cy="0"/>
          <a:chOff x="0" y="0"/>
          <a:chExt cx="0" cy="0"/>
        </a:xfrm>
      </p:grpSpPr>
      <p:sp>
        <p:nvSpPr>
          <p:cNvPr id="105250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51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51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51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1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1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69" name=""/>
        <p:cNvGrpSpPr/>
        <p:nvPr/>
      </p:nvGrpSpPr>
      <p:grpSpPr>
        <a:xfrm>
          <a:off x="0" y="0"/>
          <a:ext cx="0" cy="0"/>
          <a:chOff x="0" y="0"/>
          <a:chExt cx="0" cy="0"/>
        </a:xfrm>
      </p:grpSpPr>
      <p:sp>
        <p:nvSpPr>
          <p:cNvPr id="105256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6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6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6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6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58" name=""/>
        <p:cNvGrpSpPr/>
        <p:nvPr/>
      </p:nvGrpSpPr>
      <p:grpSpPr>
        <a:xfrm>
          <a:off x="0" y="0"/>
          <a:ext cx="0" cy="0"/>
          <a:chOff x="0" y="0"/>
          <a:chExt cx="0" cy="0"/>
        </a:xfrm>
      </p:grpSpPr>
      <p:sp>
        <p:nvSpPr>
          <p:cNvPr id="1052499"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500"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50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0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0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65" name=""/>
        <p:cNvGrpSpPr/>
        <p:nvPr/>
      </p:nvGrpSpPr>
      <p:grpSpPr>
        <a:xfrm>
          <a:off x="0" y="0"/>
          <a:ext cx="0" cy="0"/>
          <a:chOff x="0" y="0"/>
          <a:chExt cx="0" cy="0"/>
        </a:xfrm>
      </p:grpSpPr>
      <p:sp>
        <p:nvSpPr>
          <p:cNvPr id="105253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4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4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4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4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4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55" name=""/>
        <p:cNvGrpSpPr/>
        <p:nvPr/>
      </p:nvGrpSpPr>
      <p:grpSpPr>
        <a:xfrm>
          <a:off x="0" y="0"/>
          <a:ext cx="0" cy="0"/>
          <a:chOff x="0" y="0"/>
          <a:chExt cx="0" cy="0"/>
        </a:xfrm>
      </p:grpSpPr>
      <p:sp>
        <p:nvSpPr>
          <p:cNvPr id="105248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8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8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8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8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8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8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8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66" name=""/>
        <p:cNvGrpSpPr/>
        <p:nvPr/>
      </p:nvGrpSpPr>
      <p:grpSpPr>
        <a:xfrm>
          <a:off x="0" y="0"/>
          <a:ext cx="0" cy="0"/>
          <a:chOff x="0" y="0"/>
          <a:chExt cx="0" cy="0"/>
        </a:xfrm>
      </p:grpSpPr>
      <p:sp>
        <p:nvSpPr>
          <p:cNvPr id="105254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4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4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4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309" name=""/>
        <p:cNvGrpSpPr/>
        <p:nvPr/>
      </p:nvGrpSpPr>
      <p:grpSpPr>
        <a:xfrm>
          <a:off x="0" y="0"/>
          <a:ext cx="0" cy="0"/>
          <a:chOff x="0" y="0"/>
          <a:chExt cx="0" cy="0"/>
        </a:xfrm>
      </p:grpSpPr>
      <p:sp>
        <p:nvSpPr>
          <p:cNvPr id="1049075"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76"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77"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57" name=""/>
        <p:cNvGrpSpPr/>
        <p:nvPr/>
      </p:nvGrpSpPr>
      <p:grpSpPr>
        <a:xfrm>
          <a:off x="0" y="0"/>
          <a:ext cx="0" cy="0"/>
          <a:chOff x="0" y="0"/>
          <a:chExt cx="0" cy="0"/>
        </a:xfrm>
      </p:grpSpPr>
      <p:sp>
        <p:nvSpPr>
          <p:cNvPr id="105249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49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9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49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9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9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67" name=""/>
        <p:cNvGrpSpPr/>
        <p:nvPr/>
      </p:nvGrpSpPr>
      <p:grpSpPr>
        <a:xfrm>
          <a:off x="0" y="0"/>
          <a:ext cx="0" cy="0"/>
          <a:chOff x="0" y="0"/>
          <a:chExt cx="0" cy="0"/>
        </a:xfrm>
      </p:grpSpPr>
      <p:sp>
        <p:nvSpPr>
          <p:cNvPr id="1052549"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550"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55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55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5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5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56" name=""/>
        <p:cNvGrpSpPr/>
        <p:nvPr/>
      </p:nvGrpSpPr>
      <p:grpSpPr>
        <a:xfrm>
          <a:off x="0" y="0"/>
          <a:ext cx="0" cy="0"/>
          <a:chOff x="0" y="0"/>
          <a:chExt cx="0" cy="0"/>
        </a:xfrm>
      </p:grpSpPr>
      <p:sp>
        <p:nvSpPr>
          <p:cNvPr id="105248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89"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9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9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9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62" name=""/>
        <p:cNvGrpSpPr/>
        <p:nvPr/>
      </p:nvGrpSpPr>
      <p:grpSpPr>
        <a:xfrm>
          <a:off x="0" y="0"/>
          <a:ext cx="0" cy="0"/>
          <a:chOff x="0" y="0"/>
          <a:chExt cx="0" cy="0"/>
        </a:xfrm>
      </p:grpSpPr>
      <p:sp>
        <p:nvSpPr>
          <p:cNvPr id="105252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52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2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2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2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63" name=""/>
        <p:cNvGrpSpPr/>
        <p:nvPr/>
      </p:nvGrpSpPr>
      <p:grpSpPr>
        <a:xfrm>
          <a:off x="0" y="0"/>
          <a:ext cx="0" cy="0"/>
          <a:chOff x="0" y="0"/>
          <a:chExt cx="0" cy="0"/>
        </a:xfrm>
      </p:grpSpPr>
      <p:sp>
        <p:nvSpPr>
          <p:cNvPr id="105252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2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2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3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3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3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70" name=""/>
        <p:cNvGrpSpPr/>
        <p:nvPr/>
      </p:nvGrpSpPr>
      <p:grpSpPr>
        <a:xfrm>
          <a:off x="0" y="0"/>
          <a:ext cx="0" cy="0"/>
          <a:chOff x="0" y="0"/>
          <a:chExt cx="0" cy="0"/>
        </a:xfrm>
      </p:grpSpPr>
      <p:sp>
        <p:nvSpPr>
          <p:cNvPr id="105256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6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7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7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7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7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7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61" name=""/>
        <p:cNvGrpSpPr/>
        <p:nvPr/>
      </p:nvGrpSpPr>
      <p:grpSpPr>
        <a:xfrm>
          <a:off x="0" y="0"/>
          <a:ext cx="0" cy="0"/>
          <a:chOff x="0" y="0"/>
          <a:chExt cx="0" cy="0"/>
        </a:xfrm>
      </p:grpSpPr>
      <p:sp>
        <p:nvSpPr>
          <p:cNvPr id="105251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1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1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18"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19"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20"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21"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68" name=""/>
        <p:cNvGrpSpPr/>
        <p:nvPr/>
      </p:nvGrpSpPr>
      <p:grpSpPr>
        <a:xfrm>
          <a:off x="0" y="0"/>
          <a:ext cx="0" cy="0"/>
          <a:chOff x="0" y="0"/>
          <a:chExt cx="0" cy="0"/>
        </a:xfrm>
      </p:grpSpPr>
      <p:sp>
        <p:nvSpPr>
          <p:cNvPr id="1052555"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56"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5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58"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59"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6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6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6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59" name=""/>
        <p:cNvGrpSpPr/>
        <p:nvPr/>
      </p:nvGrpSpPr>
      <p:grpSpPr>
        <a:xfrm>
          <a:off x="0" y="0"/>
          <a:ext cx="0" cy="0"/>
          <a:chOff x="0" y="0"/>
          <a:chExt cx="0" cy="0"/>
        </a:xfrm>
      </p:grpSpPr>
      <p:sp>
        <p:nvSpPr>
          <p:cNvPr id="1052504"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05"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506"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07"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08"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64" name=""/>
        <p:cNvGrpSpPr/>
        <p:nvPr/>
      </p:nvGrpSpPr>
      <p:grpSpPr>
        <a:xfrm>
          <a:off x="0" y="0"/>
          <a:ext cx="0" cy="0"/>
          <a:chOff x="0" y="0"/>
          <a:chExt cx="0" cy="0"/>
        </a:xfrm>
      </p:grpSpPr>
      <p:sp>
        <p:nvSpPr>
          <p:cNvPr id="1052533"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534"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35"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36"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537"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538"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35" name=""/>
        <p:cNvGrpSpPr/>
        <p:nvPr/>
      </p:nvGrpSpPr>
      <p:grpSpPr>
        <a:xfrm>
          <a:off x="0" y="0"/>
          <a:ext cx="0" cy="0"/>
          <a:chOff x="0" y="0"/>
          <a:chExt cx="0" cy="0"/>
        </a:xfrm>
      </p:grpSpPr>
      <p:sp>
        <p:nvSpPr>
          <p:cNvPr id="1053448"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449"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450"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451"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52"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53"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44" name=""/>
        <p:cNvGrpSpPr/>
        <p:nvPr/>
      </p:nvGrpSpPr>
      <p:grpSpPr>
        <a:xfrm>
          <a:off x="0" y="0"/>
          <a:ext cx="0" cy="0"/>
          <a:chOff x="0" y="0"/>
          <a:chExt cx="0" cy="0"/>
        </a:xfrm>
      </p:grpSpPr>
      <p:sp>
        <p:nvSpPr>
          <p:cNvPr id="105349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500"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0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0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0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37" name=""/>
        <p:cNvGrpSpPr/>
        <p:nvPr/>
      </p:nvGrpSpPr>
      <p:grpSpPr>
        <a:xfrm>
          <a:off x="0" y="0"/>
          <a:ext cx="0" cy="0"/>
          <a:chOff x="0" y="0"/>
          <a:chExt cx="0" cy="0"/>
        </a:xfrm>
      </p:grpSpPr>
      <p:sp>
        <p:nvSpPr>
          <p:cNvPr id="105346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46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46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6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6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36" name=""/>
        <p:cNvGrpSpPr/>
        <p:nvPr/>
      </p:nvGrpSpPr>
      <p:grpSpPr>
        <a:xfrm>
          <a:off x="0" y="0"/>
          <a:ext cx="0" cy="0"/>
          <a:chOff x="0" y="0"/>
          <a:chExt cx="0" cy="0"/>
        </a:xfrm>
      </p:grpSpPr>
      <p:sp>
        <p:nvSpPr>
          <p:cNvPr id="105345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55"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56"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5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5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5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45" name=""/>
        <p:cNvGrpSpPr/>
        <p:nvPr/>
      </p:nvGrpSpPr>
      <p:grpSpPr>
        <a:xfrm>
          <a:off x="0" y="0"/>
          <a:ext cx="0" cy="0"/>
          <a:chOff x="0" y="0"/>
          <a:chExt cx="0" cy="0"/>
        </a:xfrm>
      </p:grpSpPr>
      <p:sp>
        <p:nvSpPr>
          <p:cNvPr id="105350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505"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506"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07"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508"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0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1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1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43" name=""/>
        <p:cNvGrpSpPr/>
        <p:nvPr/>
      </p:nvGrpSpPr>
      <p:grpSpPr>
        <a:xfrm>
          <a:off x="0" y="0"/>
          <a:ext cx="0" cy="0"/>
          <a:chOff x="0" y="0"/>
          <a:chExt cx="0" cy="0"/>
        </a:xfrm>
      </p:grpSpPr>
      <p:sp>
        <p:nvSpPr>
          <p:cNvPr id="105349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9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9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9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329" name=""/>
        <p:cNvGrpSpPr/>
        <p:nvPr/>
      </p:nvGrpSpPr>
      <p:grpSpPr>
        <a:xfrm>
          <a:off x="0" y="0"/>
          <a:ext cx="0" cy="0"/>
          <a:chOff x="0" y="0"/>
          <a:chExt cx="0" cy="0"/>
        </a:xfrm>
      </p:grpSpPr>
      <p:sp>
        <p:nvSpPr>
          <p:cNvPr id="1049091"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92"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93"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40" name=""/>
        <p:cNvGrpSpPr/>
        <p:nvPr/>
      </p:nvGrpSpPr>
      <p:grpSpPr>
        <a:xfrm>
          <a:off x="0" y="0"/>
          <a:ext cx="0" cy="0"/>
          <a:chOff x="0" y="0"/>
          <a:chExt cx="0" cy="0"/>
        </a:xfrm>
      </p:grpSpPr>
      <p:sp>
        <p:nvSpPr>
          <p:cNvPr id="1053477"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478"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79"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48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8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8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48" name=""/>
        <p:cNvGrpSpPr/>
        <p:nvPr/>
      </p:nvGrpSpPr>
      <p:grpSpPr>
        <a:xfrm>
          <a:off x="0" y="0"/>
          <a:ext cx="0" cy="0"/>
          <a:chOff x="0" y="0"/>
          <a:chExt cx="0" cy="0"/>
        </a:xfrm>
      </p:grpSpPr>
      <p:sp>
        <p:nvSpPr>
          <p:cNvPr id="105352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52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52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52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2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3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41" name=""/>
        <p:cNvGrpSpPr/>
        <p:nvPr/>
      </p:nvGrpSpPr>
      <p:grpSpPr>
        <a:xfrm>
          <a:off x="0" y="0"/>
          <a:ext cx="0" cy="0"/>
          <a:chOff x="0" y="0"/>
          <a:chExt cx="0" cy="0"/>
        </a:xfrm>
      </p:grpSpPr>
      <p:sp>
        <p:nvSpPr>
          <p:cNvPr id="105348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84"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8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8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8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46" name=""/>
        <p:cNvGrpSpPr/>
        <p:nvPr/>
      </p:nvGrpSpPr>
      <p:grpSpPr>
        <a:xfrm>
          <a:off x="0" y="0"/>
          <a:ext cx="0" cy="0"/>
          <a:chOff x="0" y="0"/>
          <a:chExt cx="0" cy="0"/>
        </a:xfrm>
      </p:grpSpPr>
      <p:sp>
        <p:nvSpPr>
          <p:cNvPr id="105351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51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1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1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1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34" name=""/>
        <p:cNvGrpSpPr/>
        <p:nvPr/>
      </p:nvGrpSpPr>
      <p:grpSpPr>
        <a:xfrm>
          <a:off x="0" y="0"/>
          <a:ext cx="0" cy="0"/>
          <a:chOff x="0" y="0"/>
          <a:chExt cx="0" cy="0"/>
        </a:xfrm>
      </p:grpSpPr>
      <p:sp>
        <p:nvSpPr>
          <p:cNvPr id="105344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4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44"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4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4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4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42" name=""/>
        <p:cNvGrpSpPr/>
        <p:nvPr/>
      </p:nvGrpSpPr>
      <p:grpSpPr>
        <a:xfrm>
          <a:off x="0" y="0"/>
          <a:ext cx="0" cy="0"/>
          <a:chOff x="0" y="0"/>
          <a:chExt cx="0" cy="0"/>
        </a:xfrm>
      </p:grpSpPr>
      <p:sp>
        <p:nvSpPr>
          <p:cNvPr id="105348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8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9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9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9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9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9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39" name=""/>
        <p:cNvGrpSpPr/>
        <p:nvPr/>
      </p:nvGrpSpPr>
      <p:grpSpPr>
        <a:xfrm>
          <a:off x="0" y="0"/>
          <a:ext cx="0" cy="0"/>
          <a:chOff x="0" y="0"/>
          <a:chExt cx="0" cy="0"/>
        </a:xfrm>
      </p:grpSpPr>
      <p:sp>
        <p:nvSpPr>
          <p:cNvPr id="105347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7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7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7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7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7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7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47" name=""/>
        <p:cNvGrpSpPr/>
        <p:nvPr/>
      </p:nvGrpSpPr>
      <p:grpSpPr>
        <a:xfrm>
          <a:off x="0" y="0"/>
          <a:ext cx="0" cy="0"/>
          <a:chOff x="0" y="0"/>
          <a:chExt cx="0" cy="0"/>
        </a:xfrm>
      </p:grpSpPr>
      <p:sp>
        <p:nvSpPr>
          <p:cNvPr id="1053517"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518"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1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20"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21"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2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2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2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38" name=""/>
        <p:cNvGrpSpPr/>
        <p:nvPr/>
      </p:nvGrpSpPr>
      <p:grpSpPr>
        <a:xfrm>
          <a:off x="0" y="0"/>
          <a:ext cx="0" cy="0"/>
          <a:chOff x="0" y="0"/>
          <a:chExt cx="0" cy="0"/>
        </a:xfrm>
      </p:grpSpPr>
      <p:sp>
        <p:nvSpPr>
          <p:cNvPr id="105346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6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46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6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6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49" name=""/>
        <p:cNvGrpSpPr/>
        <p:nvPr/>
      </p:nvGrpSpPr>
      <p:grpSpPr>
        <a:xfrm>
          <a:off x="0" y="0"/>
          <a:ext cx="0" cy="0"/>
          <a:chOff x="0" y="0"/>
          <a:chExt cx="0" cy="0"/>
        </a:xfrm>
      </p:grpSpPr>
      <p:sp>
        <p:nvSpPr>
          <p:cNvPr id="1053531"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532"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533"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534"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535"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536"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800" name=""/>
        <p:cNvGrpSpPr/>
        <p:nvPr/>
      </p:nvGrpSpPr>
      <p:grpSpPr>
        <a:xfrm>
          <a:off x="0" y="0"/>
          <a:ext cx="0" cy="0"/>
          <a:chOff x="0" y="0"/>
          <a:chExt cx="0" cy="0"/>
        </a:xfrm>
      </p:grpSpPr>
      <p:sp>
        <p:nvSpPr>
          <p:cNvPr id="105442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427"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428"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429"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30"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31"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93" name=""/>
        <p:cNvGrpSpPr/>
        <p:nvPr/>
      </p:nvGrpSpPr>
      <p:grpSpPr>
        <a:xfrm>
          <a:off x="0" y="0"/>
          <a:ext cx="0" cy="0"/>
          <a:chOff x="0" y="0"/>
          <a:chExt cx="0" cy="0"/>
        </a:xfrm>
      </p:grpSpPr>
      <p:sp>
        <p:nvSpPr>
          <p:cNvPr id="10543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387"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8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8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9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98" name=""/>
        <p:cNvGrpSpPr/>
        <p:nvPr/>
      </p:nvGrpSpPr>
      <p:grpSpPr>
        <a:xfrm>
          <a:off x="0" y="0"/>
          <a:ext cx="0" cy="0"/>
          <a:chOff x="0" y="0"/>
          <a:chExt cx="0" cy="0"/>
        </a:xfrm>
      </p:grpSpPr>
      <p:sp>
        <p:nvSpPr>
          <p:cNvPr id="105441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41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41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1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2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804" name=""/>
        <p:cNvGrpSpPr/>
        <p:nvPr/>
      </p:nvGrpSpPr>
      <p:grpSpPr>
        <a:xfrm>
          <a:off x="0" y="0"/>
          <a:ext cx="0" cy="0"/>
          <a:chOff x="0" y="0"/>
          <a:chExt cx="0" cy="0"/>
        </a:xfrm>
      </p:grpSpPr>
      <p:sp>
        <p:nvSpPr>
          <p:cNvPr id="105445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45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5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5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5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5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96" name=""/>
        <p:cNvGrpSpPr/>
        <p:nvPr/>
      </p:nvGrpSpPr>
      <p:grpSpPr>
        <a:xfrm>
          <a:off x="0" y="0"/>
          <a:ext cx="0" cy="0"/>
          <a:chOff x="0" y="0"/>
          <a:chExt cx="0" cy="0"/>
        </a:xfrm>
      </p:grpSpPr>
      <p:sp>
        <p:nvSpPr>
          <p:cNvPr id="105440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40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40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0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40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0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0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0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805" name=""/>
        <p:cNvGrpSpPr/>
        <p:nvPr/>
      </p:nvGrpSpPr>
      <p:grpSpPr>
        <a:xfrm>
          <a:off x="0" y="0"/>
          <a:ext cx="0" cy="0"/>
          <a:chOff x="0" y="0"/>
          <a:chExt cx="0" cy="0"/>
        </a:xfrm>
      </p:grpSpPr>
      <p:sp>
        <p:nvSpPr>
          <p:cNvPr id="105445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458"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59"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60"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349" name=""/>
        <p:cNvGrpSpPr/>
        <p:nvPr/>
      </p:nvGrpSpPr>
      <p:grpSpPr>
        <a:xfrm>
          <a:off x="0" y="0"/>
          <a:ext cx="0" cy="0"/>
          <a:chOff x="0" y="0"/>
          <a:chExt cx="0" cy="0"/>
        </a:xfrm>
      </p:grpSpPr>
      <p:sp>
        <p:nvSpPr>
          <p:cNvPr id="10491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95" name=""/>
        <p:cNvGrpSpPr/>
        <p:nvPr/>
      </p:nvGrpSpPr>
      <p:grpSpPr>
        <a:xfrm>
          <a:off x="0" y="0"/>
          <a:ext cx="0" cy="0"/>
          <a:chOff x="0" y="0"/>
          <a:chExt cx="0" cy="0"/>
        </a:xfrm>
      </p:grpSpPr>
      <p:sp>
        <p:nvSpPr>
          <p:cNvPr id="1054396"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397"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98"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39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0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0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802" name=""/>
        <p:cNvGrpSpPr/>
        <p:nvPr/>
      </p:nvGrpSpPr>
      <p:grpSpPr>
        <a:xfrm>
          <a:off x="0" y="0"/>
          <a:ext cx="0" cy="0"/>
          <a:chOff x="0" y="0"/>
          <a:chExt cx="0" cy="0"/>
        </a:xfrm>
      </p:grpSpPr>
      <p:sp>
        <p:nvSpPr>
          <p:cNvPr id="1054439"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440"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44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44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4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4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94" name=""/>
        <p:cNvGrpSpPr/>
        <p:nvPr/>
      </p:nvGrpSpPr>
      <p:grpSpPr>
        <a:xfrm>
          <a:off x="0" y="0"/>
          <a:ext cx="0" cy="0"/>
          <a:chOff x="0" y="0"/>
          <a:chExt cx="0" cy="0"/>
        </a:xfrm>
      </p:grpSpPr>
      <p:sp>
        <p:nvSpPr>
          <p:cNvPr id="105439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392"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9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9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9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806" name=""/>
        <p:cNvGrpSpPr/>
        <p:nvPr/>
      </p:nvGrpSpPr>
      <p:grpSpPr>
        <a:xfrm>
          <a:off x="0" y="0"/>
          <a:ext cx="0" cy="0"/>
          <a:chOff x="0" y="0"/>
          <a:chExt cx="0" cy="0"/>
        </a:xfrm>
      </p:grpSpPr>
      <p:sp>
        <p:nvSpPr>
          <p:cNvPr id="1054461"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462"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97" name=""/>
        <p:cNvGrpSpPr/>
        <p:nvPr/>
      </p:nvGrpSpPr>
      <p:grpSpPr>
        <a:xfrm>
          <a:off x="0" y="0"/>
          <a:ext cx="0" cy="0"/>
          <a:chOff x="0" y="0"/>
          <a:chExt cx="0" cy="0"/>
        </a:xfrm>
      </p:grpSpPr>
      <p:sp>
        <p:nvSpPr>
          <p:cNvPr id="10544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1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1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1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1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1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807" name=""/>
        <p:cNvGrpSpPr/>
        <p:nvPr/>
      </p:nvGrpSpPr>
      <p:grpSpPr>
        <a:xfrm>
          <a:off x="0" y="0"/>
          <a:ext cx="0" cy="0"/>
          <a:chOff x="0" y="0"/>
          <a:chExt cx="0" cy="0"/>
        </a:xfrm>
      </p:grpSpPr>
      <p:sp>
        <p:nvSpPr>
          <p:cNvPr id="105446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67"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6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6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7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7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7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801" name=""/>
        <p:cNvGrpSpPr/>
        <p:nvPr/>
      </p:nvGrpSpPr>
      <p:grpSpPr>
        <a:xfrm>
          <a:off x="0" y="0"/>
          <a:ext cx="0" cy="0"/>
          <a:chOff x="0" y="0"/>
          <a:chExt cx="0" cy="0"/>
        </a:xfrm>
      </p:grpSpPr>
      <p:sp>
        <p:nvSpPr>
          <p:cNvPr id="105443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3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3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3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3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3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3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808" name=""/>
        <p:cNvGrpSpPr/>
        <p:nvPr/>
      </p:nvGrpSpPr>
      <p:grpSpPr>
        <a:xfrm>
          <a:off x="0" y="0"/>
          <a:ext cx="0" cy="0"/>
          <a:chOff x="0" y="0"/>
          <a:chExt cx="0" cy="0"/>
        </a:xfrm>
      </p:grpSpPr>
      <p:sp>
        <p:nvSpPr>
          <p:cNvPr id="1054473"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74"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7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76"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77"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7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7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8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99" name=""/>
        <p:cNvGrpSpPr/>
        <p:nvPr/>
      </p:nvGrpSpPr>
      <p:grpSpPr>
        <a:xfrm>
          <a:off x="0" y="0"/>
          <a:ext cx="0" cy="0"/>
          <a:chOff x="0" y="0"/>
          <a:chExt cx="0" cy="0"/>
        </a:xfrm>
      </p:grpSpPr>
      <p:sp>
        <p:nvSpPr>
          <p:cNvPr id="1054421"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22"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423"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24"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25"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03" name=""/>
        <p:cNvGrpSpPr/>
        <p:nvPr/>
      </p:nvGrpSpPr>
      <p:grpSpPr>
        <a:xfrm>
          <a:off x="0" y="0"/>
          <a:ext cx="0" cy="0"/>
          <a:chOff x="0" y="0"/>
          <a:chExt cx="0" cy="0"/>
        </a:xfrm>
      </p:grpSpPr>
      <p:sp>
        <p:nvSpPr>
          <p:cNvPr id="105444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44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44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44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44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45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84" name=""/>
        <p:cNvGrpSpPr/>
        <p:nvPr/>
      </p:nvGrpSpPr>
      <p:grpSpPr>
        <a:xfrm>
          <a:off x="0" y="0"/>
          <a:ext cx="0" cy="0"/>
          <a:chOff x="0" y="0"/>
          <a:chExt cx="0" cy="0"/>
        </a:xfrm>
      </p:grpSpPr>
      <p:sp>
        <p:nvSpPr>
          <p:cNvPr id="105146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467"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468"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469"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70"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71"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82" name=""/>
        <p:cNvGrpSpPr/>
        <p:nvPr/>
      </p:nvGrpSpPr>
      <p:grpSpPr>
        <a:xfrm>
          <a:off x="0" y="0"/>
          <a:ext cx="0" cy="0"/>
          <a:chOff x="0" y="0"/>
          <a:chExt cx="0" cy="0"/>
        </a:xfrm>
      </p:grpSpPr>
      <p:sp>
        <p:nvSpPr>
          <p:cNvPr id="10514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5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5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5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5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92" name=""/>
        <p:cNvGrpSpPr/>
        <p:nvPr/>
      </p:nvGrpSpPr>
      <p:grpSpPr>
        <a:xfrm>
          <a:off x="0" y="0"/>
          <a:ext cx="0" cy="0"/>
          <a:chOff x="0" y="0"/>
          <a:chExt cx="0" cy="0"/>
        </a:xfrm>
      </p:grpSpPr>
      <p:sp>
        <p:nvSpPr>
          <p:cNvPr id="1051513"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514"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51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1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1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83" name=""/>
        <p:cNvGrpSpPr/>
        <p:nvPr/>
      </p:nvGrpSpPr>
      <p:grpSpPr>
        <a:xfrm>
          <a:off x="0" y="0"/>
          <a:ext cx="0" cy="0"/>
          <a:chOff x="0" y="0"/>
          <a:chExt cx="0" cy="0"/>
        </a:xfrm>
      </p:grpSpPr>
      <p:sp>
        <p:nvSpPr>
          <p:cNvPr id="105146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61"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62"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6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6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6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91" name=""/>
        <p:cNvGrpSpPr/>
        <p:nvPr/>
      </p:nvGrpSpPr>
      <p:grpSpPr>
        <a:xfrm>
          <a:off x="0" y="0"/>
          <a:ext cx="0" cy="0"/>
          <a:chOff x="0" y="0"/>
          <a:chExt cx="0" cy="0"/>
        </a:xfrm>
      </p:grpSpPr>
      <p:sp>
        <p:nvSpPr>
          <p:cNvPr id="105150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506"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507"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08"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509"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1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1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1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85" name=""/>
        <p:cNvGrpSpPr/>
        <p:nvPr/>
      </p:nvGrpSpPr>
      <p:grpSpPr>
        <a:xfrm>
          <a:off x="0" y="0"/>
          <a:ext cx="0" cy="0"/>
          <a:chOff x="0" y="0"/>
          <a:chExt cx="0" cy="0"/>
        </a:xfrm>
      </p:grpSpPr>
      <p:sp>
        <p:nvSpPr>
          <p:cNvPr id="10514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7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7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7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73" name=""/>
        <p:cNvGrpSpPr/>
        <p:nvPr/>
      </p:nvGrpSpPr>
      <p:grpSpPr>
        <a:xfrm>
          <a:off x="0" y="0"/>
          <a:ext cx="0" cy="0"/>
          <a:chOff x="0" y="0"/>
          <a:chExt cx="0" cy="0"/>
        </a:xfrm>
      </p:grpSpPr>
      <p:sp>
        <p:nvSpPr>
          <p:cNvPr id="104937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7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7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90" name=""/>
        <p:cNvGrpSpPr/>
        <p:nvPr/>
      </p:nvGrpSpPr>
      <p:grpSpPr>
        <a:xfrm>
          <a:off x="0" y="0"/>
          <a:ext cx="0" cy="0"/>
          <a:chOff x="0" y="0"/>
          <a:chExt cx="0" cy="0"/>
        </a:xfrm>
      </p:grpSpPr>
      <p:sp>
        <p:nvSpPr>
          <p:cNvPr id="105149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50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0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50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0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0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79" name=""/>
        <p:cNvGrpSpPr/>
        <p:nvPr/>
      </p:nvGrpSpPr>
      <p:grpSpPr>
        <a:xfrm>
          <a:off x="0" y="0"/>
          <a:ext cx="0" cy="0"/>
          <a:chOff x="0" y="0"/>
          <a:chExt cx="0" cy="0"/>
        </a:xfrm>
      </p:grpSpPr>
      <p:sp>
        <p:nvSpPr>
          <p:cNvPr id="105143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43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43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43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3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4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88" name=""/>
        <p:cNvGrpSpPr/>
        <p:nvPr/>
      </p:nvGrpSpPr>
      <p:grpSpPr>
        <a:xfrm>
          <a:off x="0" y="0"/>
          <a:ext cx="0" cy="0"/>
          <a:chOff x="0" y="0"/>
          <a:chExt cx="0" cy="0"/>
        </a:xfrm>
      </p:grpSpPr>
      <p:sp>
        <p:nvSpPr>
          <p:cNvPr id="105148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9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9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9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9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94" name=""/>
        <p:cNvGrpSpPr/>
        <p:nvPr/>
      </p:nvGrpSpPr>
      <p:grpSpPr>
        <a:xfrm>
          <a:off x="0" y="0"/>
          <a:ext cx="0" cy="0"/>
          <a:chOff x="0" y="0"/>
          <a:chExt cx="0" cy="0"/>
        </a:xfrm>
      </p:grpSpPr>
      <p:sp>
        <p:nvSpPr>
          <p:cNvPr id="105152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52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2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2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2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86" name=""/>
        <p:cNvGrpSpPr/>
        <p:nvPr/>
      </p:nvGrpSpPr>
      <p:grpSpPr>
        <a:xfrm>
          <a:off x="0" y="0"/>
          <a:ext cx="0" cy="0"/>
          <a:chOff x="0" y="0"/>
          <a:chExt cx="0" cy="0"/>
        </a:xfrm>
      </p:grpSpPr>
      <p:sp>
        <p:nvSpPr>
          <p:cNvPr id="105147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47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78"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7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8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8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93" name=""/>
        <p:cNvGrpSpPr/>
        <p:nvPr/>
      </p:nvGrpSpPr>
      <p:grpSpPr>
        <a:xfrm>
          <a:off x="0" y="0"/>
          <a:ext cx="0" cy="0"/>
          <a:chOff x="0" y="0"/>
          <a:chExt cx="0" cy="0"/>
        </a:xfrm>
      </p:grpSpPr>
      <p:sp>
        <p:nvSpPr>
          <p:cNvPr id="105151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51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2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2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2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2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2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87" name=""/>
        <p:cNvGrpSpPr/>
        <p:nvPr/>
      </p:nvGrpSpPr>
      <p:grpSpPr>
        <a:xfrm>
          <a:off x="0" y="0"/>
          <a:ext cx="0" cy="0"/>
          <a:chOff x="0" y="0"/>
          <a:chExt cx="0" cy="0"/>
        </a:xfrm>
      </p:grpSpPr>
      <p:sp>
        <p:nvSpPr>
          <p:cNvPr id="105148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48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8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8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8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8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8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80" name=""/>
        <p:cNvGrpSpPr/>
        <p:nvPr/>
      </p:nvGrpSpPr>
      <p:grpSpPr>
        <a:xfrm>
          <a:off x="0" y="0"/>
          <a:ext cx="0" cy="0"/>
          <a:chOff x="0" y="0"/>
          <a:chExt cx="0" cy="0"/>
        </a:xfrm>
      </p:grpSpPr>
      <p:sp>
        <p:nvSpPr>
          <p:cNvPr id="1051441"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442"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4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44"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45"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89" name=""/>
        <p:cNvGrpSpPr/>
        <p:nvPr/>
      </p:nvGrpSpPr>
      <p:grpSpPr>
        <a:xfrm>
          <a:off x="0" y="0"/>
          <a:ext cx="0" cy="0"/>
          <a:chOff x="0" y="0"/>
          <a:chExt cx="0" cy="0"/>
        </a:xfrm>
      </p:grpSpPr>
      <p:sp>
        <p:nvSpPr>
          <p:cNvPr id="1051494"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495"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496"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97"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98"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81" name=""/>
        <p:cNvGrpSpPr/>
        <p:nvPr/>
      </p:nvGrpSpPr>
      <p:grpSpPr>
        <a:xfrm>
          <a:off x="0" y="0"/>
          <a:ext cx="0" cy="0"/>
          <a:chOff x="0" y="0"/>
          <a:chExt cx="0" cy="0"/>
        </a:xfrm>
      </p:grpSpPr>
      <p:sp>
        <p:nvSpPr>
          <p:cNvPr id="10514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4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4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4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4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4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87" name=""/>
        <p:cNvGrpSpPr/>
        <p:nvPr/>
      </p:nvGrpSpPr>
      <p:grpSpPr>
        <a:xfrm>
          <a:off x="0" y="0"/>
          <a:ext cx="0" cy="0"/>
          <a:chOff x="0" y="0"/>
          <a:chExt cx="0" cy="0"/>
        </a:xfrm>
      </p:grpSpPr>
      <p:sp>
        <p:nvSpPr>
          <p:cNvPr id="105207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07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07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07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7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7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386" name=""/>
        <p:cNvGrpSpPr/>
        <p:nvPr/>
      </p:nvGrpSpPr>
      <p:grpSpPr>
        <a:xfrm>
          <a:off x="0" y="0"/>
          <a:ext cx="0" cy="0"/>
          <a:chOff x="0" y="0"/>
          <a:chExt cx="0" cy="0"/>
        </a:xfrm>
      </p:grpSpPr>
      <p:sp>
        <p:nvSpPr>
          <p:cNvPr id="105206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70"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7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7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7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77" name=""/>
        <p:cNvGrpSpPr/>
        <p:nvPr/>
      </p:nvGrpSpPr>
      <p:grpSpPr>
        <a:xfrm>
          <a:off x="0" y="0"/>
          <a:ext cx="0" cy="0"/>
          <a:chOff x="0" y="0"/>
          <a:chExt cx="0" cy="0"/>
        </a:xfrm>
      </p:grpSpPr>
      <p:sp>
        <p:nvSpPr>
          <p:cNvPr id="105201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01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01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1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2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380" name=""/>
        <p:cNvGrpSpPr/>
        <p:nvPr/>
      </p:nvGrpSpPr>
      <p:grpSpPr>
        <a:xfrm>
          <a:off x="0" y="0"/>
          <a:ext cx="0" cy="0"/>
          <a:chOff x="0" y="0"/>
          <a:chExt cx="0" cy="0"/>
        </a:xfrm>
      </p:grpSpPr>
      <p:sp>
        <p:nvSpPr>
          <p:cNvPr id="105203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3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3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3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3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4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82" name=""/>
        <p:cNvGrpSpPr/>
        <p:nvPr/>
      </p:nvGrpSpPr>
      <p:grpSpPr>
        <a:xfrm>
          <a:off x="0" y="0"/>
          <a:ext cx="0" cy="0"/>
          <a:chOff x="0" y="0"/>
          <a:chExt cx="0" cy="0"/>
        </a:xfrm>
      </p:grpSpPr>
      <p:sp>
        <p:nvSpPr>
          <p:cNvPr id="105204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46"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047"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48"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049"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5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5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5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81" name=""/>
        <p:cNvGrpSpPr/>
        <p:nvPr/>
      </p:nvGrpSpPr>
      <p:grpSpPr>
        <a:xfrm>
          <a:off x="0" y="0"/>
          <a:ext cx="0" cy="0"/>
          <a:chOff x="0" y="0"/>
          <a:chExt cx="0" cy="0"/>
        </a:xfrm>
      </p:grpSpPr>
      <p:sp>
        <p:nvSpPr>
          <p:cNvPr id="10520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42"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43"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44"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391" name=""/>
        <p:cNvGrpSpPr/>
        <p:nvPr/>
      </p:nvGrpSpPr>
      <p:grpSpPr>
        <a:xfrm>
          <a:off x="0" y="0"/>
          <a:ext cx="0" cy="0"/>
          <a:chOff x="0" y="0"/>
          <a:chExt cx="0" cy="0"/>
        </a:xfrm>
      </p:grpSpPr>
      <p:sp>
        <p:nvSpPr>
          <p:cNvPr id="1049241"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42"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43"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378" name=""/>
        <p:cNvGrpSpPr/>
        <p:nvPr/>
      </p:nvGrpSpPr>
      <p:grpSpPr>
        <a:xfrm>
          <a:off x="0" y="0"/>
          <a:ext cx="0" cy="0"/>
          <a:chOff x="0" y="0"/>
          <a:chExt cx="0" cy="0"/>
        </a:xfrm>
      </p:grpSpPr>
      <p:sp>
        <p:nvSpPr>
          <p:cNvPr id="105202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02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2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02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2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2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0" name=""/>
        <p:cNvGrpSpPr/>
        <p:nvPr/>
      </p:nvGrpSpPr>
      <p:grpSpPr>
        <a:xfrm>
          <a:off x="0" y="0"/>
          <a:ext cx="0" cy="0"/>
          <a:chOff x="0" y="0"/>
          <a:chExt cx="0" cy="0"/>
        </a:xfrm>
      </p:grpSpPr>
      <p:sp>
        <p:nvSpPr>
          <p:cNvPr id="105209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09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09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09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9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9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383" name=""/>
        <p:cNvGrpSpPr/>
        <p:nvPr/>
      </p:nvGrpSpPr>
      <p:grpSpPr>
        <a:xfrm>
          <a:off x="0" y="0"/>
          <a:ext cx="0" cy="0"/>
          <a:chOff x="0" y="0"/>
          <a:chExt cx="0" cy="0"/>
        </a:xfrm>
      </p:grpSpPr>
      <p:sp>
        <p:nvSpPr>
          <p:cNvPr id="105205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54"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5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5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5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76" name=""/>
        <p:cNvGrpSpPr/>
        <p:nvPr/>
      </p:nvGrpSpPr>
      <p:grpSpPr>
        <a:xfrm>
          <a:off x="0" y="0"/>
          <a:ext cx="0" cy="0"/>
          <a:chOff x="0" y="0"/>
          <a:chExt cx="0" cy="0"/>
        </a:xfrm>
      </p:grpSpPr>
      <p:sp>
        <p:nvSpPr>
          <p:cNvPr id="1052011"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012"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1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1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1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385" name=""/>
        <p:cNvGrpSpPr/>
        <p:nvPr/>
      </p:nvGrpSpPr>
      <p:grpSpPr>
        <a:xfrm>
          <a:off x="0" y="0"/>
          <a:ext cx="0" cy="0"/>
          <a:chOff x="0" y="0"/>
          <a:chExt cx="0" cy="0"/>
        </a:xfrm>
      </p:grpSpPr>
      <p:sp>
        <p:nvSpPr>
          <p:cNvPr id="105206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06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6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6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6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6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88" name=""/>
        <p:cNvGrpSpPr/>
        <p:nvPr/>
      </p:nvGrpSpPr>
      <p:grpSpPr>
        <a:xfrm>
          <a:off x="0" y="0"/>
          <a:ext cx="0" cy="0"/>
          <a:chOff x="0" y="0"/>
          <a:chExt cx="0" cy="0"/>
        </a:xfrm>
      </p:grpSpPr>
      <p:sp>
        <p:nvSpPr>
          <p:cNvPr id="105208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08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8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8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8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8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8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389" name=""/>
        <p:cNvGrpSpPr/>
        <p:nvPr/>
      </p:nvGrpSpPr>
      <p:grpSpPr>
        <a:xfrm>
          <a:off x="0" y="0"/>
          <a:ext cx="0" cy="0"/>
          <a:chOff x="0" y="0"/>
          <a:chExt cx="0" cy="0"/>
        </a:xfrm>
      </p:grpSpPr>
      <p:sp>
        <p:nvSpPr>
          <p:cNvPr id="105208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08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8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9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9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9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9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79" name=""/>
        <p:cNvGrpSpPr/>
        <p:nvPr/>
      </p:nvGrpSpPr>
      <p:grpSpPr>
        <a:xfrm>
          <a:off x="0" y="0"/>
          <a:ext cx="0" cy="0"/>
          <a:chOff x="0" y="0"/>
          <a:chExt cx="0" cy="0"/>
        </a:xfrm>
      </p:grpSpPr>
      <p:sp>
        <p:nvSpPr>
          <p:cNvPr id="1052027"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028"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2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30"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31"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03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3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3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84" name=""/>
        <p:cNvGrpSpPr/>
        <p:nvPr/>
      </p:nvGrpSpPr>
      <p:grpSpPr>
        <a:xfrm>
          <a:off x="0" y="0"/>
          <a:ext cx="0" cy="0"/>
          <a:chOff x="0" y="0"/>
          <a:chExt cx="0" cy="0"/>
        </a:xfrm>
      </p:grpSpPr>
      <p:sp>
        <p:nvSpPr>
          <p:cNvPr id="1052058"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059"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060"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61"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62"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75" name=""/>
        <p:cNvGrpSpPr/>
        <p:nvPr/>
      </p:nvGrpSpPr>
      <p:grpSpPr>
        <a:xfrm>
          <a:off x="0" y="0"/>
          <a:ext cx="0" cy="0"/>
          <a:chOff x="0" y="0"/>
          <a:chExt cx="0" cy="0"/>
        </a:xfrm>
      </p:grpSpPr>
      <p:sp>
        <p:nvSpPr>
          <p:cNvPr id="105200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00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00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00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00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01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774" name=""/>
        <p:cNvGrpSpPr/>
        <p:nvPr/>
      </p:nvGrpSpPr>
      <p:grpSpPr>
        <a:xfrm>
          <a:off x="0" y="0"/>
          <a:ext cx="0" cy="0"/>
          <a:chOff x="0" y="0"/>
          <a:chExt cx="0" cy="0"/>
        </a:xfrm>
      </p:grpSpPr>
      <p:sp>
        <p:nvSpPr>
          <p:cNvPr id="1054272"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273"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274"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275"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76"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77"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65" name=""/>
        <p:cNvGrpSpPr/>
        <p:nvPr/>
      </p:nvGrpSpPr>
      <p:grpSpPr>
        <a:xfrm>
          <a:off x="0" y="0"/>
          <a:ext cx="0" cy="0"/>
          <a:chOff x="0" y="0"/>
          <a:chExt cx="0" cy="0"/>
        </a:xfrm>
      </p:grpSpPr>
      <p:sp>
        <p:nvSpPr>
          <p:cNvPr id="105422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2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2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2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2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72" name=""/>
        <p:cNvGrpSpPr/>
        <p:nvPr/>
      </p:nvGrpSpPr>
      <p:grpSpPr>
        <a:xfrm>
          <a:off x="0" y="0"/>
          <a:ext cx="0" cy="0"/>
          <a:chOff x="0" y="0"/>
          <a:chExt cx="0" cy="0"/>
        </a:xfrm>
      </p:grpSpPr>
      <p:sp>
        <p:nvSpPr>
          <p:cNvPr id="105426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26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26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6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6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67" name=""/>
        <p:cNvGrpSpPr/>
        <p:nvPr/>
      </p:nvGrpSpPr>
      <p:grpSpPr>
        <a:xfrm>
          <a:off x="0" y="0"/>
          <a:ext cx="0" cy="0"/>
          <a:chOff x="0" y="0"/>
          <a:chExt cx="0" cy="0"/>
        </a:xfrm>
      </p:grpSpPr>
      <p:sp>
        <p:nvSpPr>
          <p:cNvPr id="105423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3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3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3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3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3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76" name=""/>
        <p:cNvGrpSpPr/>
        <p:nvPr/>
      </p:nvGrpSpPr>
      <p:grpSpPr>
        <a:xfrm>
          <a:off x="0" y="0"/>
          <a:ext cx="0" cy="0"/>
          <a:chOff x="0" y="0"/>
          <a:chExt cx="0" cy="0"/>
        </a:xfrm>
      </p:grpSpPr>
      <p:sp>
        <p:nvSpPr>
          <p:cNvPr id="105428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8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28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8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28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8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8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9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69" name=""/>
        <p:cNvGrpSpPr/>
        <p:nvPr/>
      </p:nvGrpSpPr>
      <p:grpSpPr>
        <a:xfrm>
          <a:off x="0" y="0"/>
          <a:ext cx="0" cy="0"/>
          <a:chOff x="0" y="0"/>
          <a:chExt cx="0" cy="0"/>
        </a:xfrm>
      </p:grpSpPr>
      <p:sp>
        <p:nvSpPr>
          <p:cNvPr id="105424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4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4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4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11" name=""/>
        <p:cNvGrpSpPr/>
        <p:nvPr/>
      </p:nvGrpSpPr>
      <p:grpSpPr>
        <a:xfrm>
          <a:off x="0" y="0"/>
          <a:ext cx="0" cy="0"/>
          <a:chOff x="0" y="0"/>
          <a:chExt cx="0" cy="0"/>
        </a:xfrm>
      </p:grpSpPr>
      <p:sp>
        <p:nvSpPr>
          <p:cNvPr id="1049254"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55"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56"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62" name=""/>
        <p:cNvGrpSpPr/>
        <p:nvPr/>
      </p:nvGrpSpPr>
      <p:grpSpPr>
        <a:xfrm>
          <a:off x="0" y="0"/>
          <a:ext cx="0" cy="0"/>
          <a:chOff x="0" y="0"/>
          <a:chExt cx="0" cy="0"/>
        </a:xfrm>
      </p:grpSpPr>
      <p:sp>
        <p:nvSpPr>
          <p:cNvPr id="105420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20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0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20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0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0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71" name=""/>
        <p:cNvGrpSpPr/>
        <p:nvPr/>
      </p:nvGrpSpPr>
      <p:grpSpPr>
        <a:xfrm>
          <a:off x="0" y="0"/>
          <a:ext cx="0" cy="0"/>
          <a:chOff x="0" y="0"/>
          <a:chExt cx="0" cy="0"/>
        </a:xfrm>
      </p:grpSpPr>
      <p:sp>
        <p:nvSpPr>
          <p:cNvPr id="105425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25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25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25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5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5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70" name=""/>
        <p:cNvGrpSpPr/>
        <p:nvPr/>
      </p:nvGrpSpPr>
      <p:grpSpPr>
        <a:xfrm>
          <a:off x="0" y="0"/>
          <a:ext cx="0" cy="0"/>
          <a:chOff x="0" y="0"/>
          <a:chExt cx="0" cy="0"/>
        </a:xfrm>
      </p:grpSpPr>
      <p:sp>
        <p:nvSpPr>
          <p:cNvPr id="105424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5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5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5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5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63" name=""/>
        <p:cNvGrpSpPr/>
        <p:nvPr/>
      </p:nvGrpSpPr>
      <p:grpSpPr>
        <a:xfrm>
          <a:off x="0" y="0"/>
          <a:ext cx="0" cy="0"/>
          <a:chOff x="0" y="0"/>
          <a:chExt cx="0" cy="0"/>
        </a:xfrm>
      </p:grpSpPr>
      <p:sp>
        <p:nvSpPr>
          <p:cNvPr id="1054209"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210"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1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1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1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68" name=""/>
        <p:cNvGrpSpPr/>
        <p:nvPr/>
      </p:nvGrpSpPr>
      <p:grpSpPr>
        <a:xfrm>
          <a:off x="0" y="0"/>
          <a:ext cx="0" cy="0"/>
          <a:chOff x="0" y="0"/>
          <a:chExt cx="0" cy="0"/>
        </a:xfrm>
      </p:grpSpPr>
      <p:sp>
        <p:nvSpPr>
          <p:cNvPr id="105423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24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4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4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4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4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761" name=""/>
        <p:cNvGrpSpPr/>
        <p:nvPr/>
      </p:nvGrpSpPr>
      <p:grpSpPr>
        <a:xfrm>
          <a:off x="0" y="0"/>
          <a:ext cx="0" cy="0"/>
          <a:chOff x="0" y="0"/>
          <a:chExt cx="0" cy="0"/>
        </a:xfrm>
      </p:grpSpPr>
      <p:sp>
        <p:nvSpPr>
          <p:cNvPr id="105419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97"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9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9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0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0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0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73" name=""/>
        <p:cNvGrpSpPr/>
        <p:nvPr/>
      </p:nvGrpSpPr>
      <p:grpSpPr>
        <a:xfrm>
          <a:off x="0" y="0"/>
          <a:ext cx="0" cy="0"/>
          <a:chOff x="0" y="0"/>
          <a:chExt cx="0" cy="0"/>
        </a:xfrm>
      </p:grpSpPr>
      <p:sp>
        <p:nvSpPr>
          <p:cNvPr id="105426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26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6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68"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69"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70"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71"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64" name=""/>
        <p:cNvGrpSpPr/>
        <p:nvPr/>
      </p:nvGrpSpPr>
      <p:grpSpPr>
        <a:xfrm>
          <a:off x="0" y="0"/>
          <a:ext cx="0" cy="0"/>
          <a:chOff x="0" y="0"/>
          <a:chExt cx="0" cy="0"/>
        </a:xfrm>
      </p:grpSpPr>
      <p:sp>
        <p:nvSpPr>
          <p:cNvPr id="105421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21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1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1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1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1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2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2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75" name=""/>
        <p:cNvGrpSpPr/>
        <p:nvPr/>
      </p:nvGrpSpPr>
      <p:grpSpPr>
        <a:xfrm>
          <a:off x="0" y="0"/>
          <a:ext cx="0" cy="0"/>
          <a:chOff x="0" y="0"/>
          <a:chExt cx="0" cy="0"/>
        </a:xfrm>
      </p:grpSpPr>
      <p:sp>
        <p:nvSpPr>
          <p:cNvPr id="1054278"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279"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280"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81"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82"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66" name=""/>
        <p:cNvGrpSpPr/>
        <p:nvPr/>
      </p:nvGrpSpPr>
      <p:grpSpPr>
        <a:xfrm>
          <a:off x="0" y="0"/>
          <a:ext cx="0" cy="0"/>
          <a:chOff x="0" y="0"/>
          <a:chExt cx="0" cy="0"/>
        </a:xfrm>
      </p:grpSpPr>
      <p:sp>
        <p:nvSpPr>
          <p:cNvPr id="105422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228"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229"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230"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231"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232"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08" name=""/>
        <p:cNvGrpSpPr/>
        <p:nvPr/>
      </p:nvGrpSpPr>
      <p:grpSpPr>
        <a:xfrm>
          <a:off x="0" y="0"/>
          <a:ext cx="0" cy="0"/>
          <a:chOff x="0" y="0"/>
          <a:chExt cx="0" cy="0"/>
        </a:xfrm>
      </p:grpSpPr>
      <p:sp>
        <p:nvSpPr>
          <p:cNvPr id="1051018"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019"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020"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021"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22"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23"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199" name=""/>
        <p:cNvGrpSpPr/>
        <p:nvPr/>
      </p:nvGrpSpPr>
      <p:grpSpPr>
        <a:xfrm>
          <a:off x="0" y="0"/>
          <a:ext cx="0" cy="0"/>
          <a:chOff x="0" y="0"/>
          <a:chExt cx="0" cy="0"/>
        </a:xfrm>
      </p:grpSpPr>
      <p:sp>
        <p:nvSpPr>
          <p:cNvPr id="105096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61"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6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6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6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09" name=""/>
        <p:cNvGrpSpPr/>
        <p:nvPr/>
      </p:nvGrpSpPr>
      <p:grpSpPr>
        <a:xfrm>
          <a:off x="0" y="0"/>
          <a:ext cx="0" cy="0"/>
          <a:chOff x="0" y="0"/>
          <a:chExt cx="0" cy="0"/>
        </a:xfrm>
      </p:grpSpPr>
      <p:sp>
        <p:nvSpPr>
          <p:cNvPr id="1051024"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025"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02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2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2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03" name=""/>
        <p:cNvGrpSpPr/>
        <p:nvPr/>
      </p:nvGrpSpPr>
      <p:grpSpPr>
        <a:xfrm>
          <a:off x="0" y="0"/>
          <a:ext cx="0" cy="0"/>
          <a:chOff x="0" y="0"/>
          <a:chExt cx="0" cy="0"/>
        </a:xfrm>
      </p:grpSpPr>
      <p:sp>
        <p:nvSpPr>
          <p:cNvPr id="105098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85"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86"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01" name=""/>
        <p:cNvGrpSpPr/>
        <p:nvPr/>
      </p:nvGrpSpPr>
      <p:grpSpPr>
        <a:xfrm>
          <a:off x="0" y="0"/>
          <a:ext cx="0" cy="0"/>
          <a:chOff x="0" y="0"/>
          <a:chExt cx="0" cy="0"/>
        </a:xfrm>
      </p:grpSpPr>
      <p:sp>
        <p:nvSpPr>
          <p:cNvPr id="10509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7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097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7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097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7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7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7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11" name=""/>
        <p:cNvGrpSpPr/>
        <p:nvPr/>
      </p:nvGrpSpPr>
      <p:grpSpPr>
        <a:xfrm>
          <a:off x="0" y="0"/>
          <a:ext cx="0" cy="0"/>
          <a:chOff x="0" y="0"/>
          <a:chExt cx="0" cy="0"/>
        </a:xfrm>
      </p:grpSpPr>
      <p:sp>
        <p:nvSpPr>
          <p:cNvPr id="105103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3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3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3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31" name=""/>
        <p:cNvGrpSpPr/>
        <p:nvPr/>
      </p:nvGrpSpPr>
      <p:grpSpPr>
        <a:xfrm>
          <a:off x="0" y="0"/>
          <a:ext cx="0" cy="0"/>
          <a:chOff x="0" y="0"/>
          <a:chExt cx="0" cy="0"/>
        </a:xfrm>
      </p:grpSpPr>
      <p:sp>
        <p:nvSpPr>
          <p:cNvPr id="1049280"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81"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82"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10" name=""/>
        <p:cNvGrpSpPr/>
        <p:nvPr/>
      </p:nvGrpSpPr>
      <p:grpSpPr>
        <a:xfrm>
          <a:off x="0" y="0"/>
          <a:ext cx="0" cy="0"/>
          <a:chOff x="0" y="0"/>
          <a:chExt cx="0" cy="0"/>
        </a:xfrm>
      </p:grpSpPr>
      <p:sp>
        <p:nvSpPr>
          <p:cNvPr id="105102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03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3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03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3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3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00" name=""/>
        <p:cNvGrpSpPr/>
        <p:nvPr/>
      </p:nvGrpSpPr>
      <p:grpSpPr>
        <a:xfrm>
          <a:off x="0" y="0"/>
          <a:ext cx="0" cy="0"/>
          <a:chOff x="0" y="0"/>
          <a:chExt cx="0" cy="0"/>
        </a:xfrm>
      </p:grpSpPr>
      <p:sp>
        <p:nvSpPr>
          <p:cNvPr id="105096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096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096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096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6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7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13" name=""/>
        <p:cNvGrpSpPr/>
        <p:nvPr/>
      </p:nvGrpSpPr>
      <p:grpSpPr>
        <a:xfrm>
          <a:off x="0" y="0"/>
          <a:ext cx="0" cy="0"/>
          <a:chOff x="0" y="0"/>
          <a:chExt cx="0" cy="0"/>
        </a:xfrm>
      </p:grpSpPr>
      <p:sp>
        <p:nvSpPr>
          <p:cNvPr id="105104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45"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4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4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4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02" name=""/>
        <p:cNvGrpSpPr/>
        <p:nvPr/>
      </p:nvGrpSpPr>
      <p:grpSpPr>
        <a:xfrm>
          <a:off x="0" y="0"/>
          <a:ext cx="0" cy="0"/>
          <a:chOff x="0" y="0"/>
          <a:chExt cx="0" cy="0"/>
        </a:xfrm>
      </p:grpSpPr>
      <p:sp>
        <p:nvSpPr>
          <p:cNvPr id="1050979"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0980"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8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8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8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14" name=""/>
        <p:cNvGrpSpPr/>
        <p:nvPr/>
      </p:nvGrpSpPr>
      <p:grpSpPr>
        <a:xfrm>
          <a:off x="0" y="0"/>
          <a:ext cx="0" cy="0"/>
          <a:chOff x="0" y="0"/>
          <a:chExt cx="0" cy="0"/>
        </a:xfrm>
      </p:grpSpPr>
      <p:sp>
        <p:nvSpPr>
          <p:cNvPr id="105104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5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5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5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06" name=""/>
        <p:cNvGrpSpPr/>
        <p:nvPr/>
      </p:nvGrpSpPr>
      <p:grpSpPr>
        <a:xfrm>
          <a:off x="0" y="0"/>
          <a:ext cx="0" cy="0"/>
          <a:chOff x="0" y="0"/>
          <a:chExt cx="0" cy="0"/>
        </a:xfrm>
      </p:grpSpPr>
      <p:sp>
        <p:nvSpPr>
          <p:cNvPr id="105100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05"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0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07"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08"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09"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10"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07" name=""/>
        <p:cNvGrpSpPr/>
        <p:nvPr/>
      </p:nvGrpSpPr>
      <p:grpSpPr>
        <a:xfrm>
          <a:off x="0" y="0"/>
          <a:ext cx="0" cy="0"/>
          <a:chOff x="0" y="0"/>
          <a:chExt cx="0" cy="0"/>
        </a:xfrm>
      </p:grpSpPr>
      <p:sp>
        <p:nvSpPr>
          <p:cNvPr id="10510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1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05" name=""/>
        <p:cNvGrpSpPr/>
        <p:nvPr/>
      </p:nvGrpSpPr>
      <p:grpSpPr>
        <a:xfrm>
          <a:off x="0" y="0"/>
          <a:ext cx="0" cy="0"/>
          <a:chOff x="0" y="0"/>
          <a:chExt cx="0" cy="0"/>
        </a:xfrm>
      </p:grpSpPr>
      <p:sp>
        <p:nvSpPr>
          <p:cNvPr id="1050996"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997"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9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99"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00"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0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0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0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12" name=""/>
        <p:cNvGrpSpPr/>
        <p:nvPr/>
      </p:nvGrpSpPr>
      <p:grpSpPr>
        <a:xfrm>
          <a:off x="0" y="0"/>
          <a:ext cx="0" cy="0"/>
          <a:chOff x="0" y="0"/>
          <a:chExt cx="0" cy="0"/>
        </a:xfrm>
      </p:grpSpPr>
      <p:sp>
        <p:nvSpPr>
          <p:cNvPr id="1051039"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40"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041"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42"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43"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04" name=""/>
        <p:cNvGrpSpPr/>
        <p:nvPr/>
      </p:nvGrpSpPr>
      <p:grpSpPr>
        <a:xfrm>
          <a:off x="0" y="0"/>
          <a:ext cx="0" cy="0"/>
          <a:chOff x="0" y="0"/>
          <a:chExt cx="0" cy="0"/>
        </a:xfrm>
      </p:grpSpPr>
      <p:sp>
        <p:nvSpPr>
          <p:cNvPr id="105099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099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099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099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099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99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12" name=""/>
        <p:cNvGrpSpPr/>
        <p:nvPr/>
      </p:nvGrpSpPr>
      <p:grpSpPr>
        <a:xfrm>
          <a:off x="0" y="0"/>
          <a:ext cx="0" cy="0"/>
          <a:chOff x="0" y="0"/>
          <a:chExt cx="0" cy="0"/>
        </a:xfrm>
      </p:grpSpPr>
      <p:sp>
        <p:nvSpPr>
          <p:cNvPr id="105163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63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63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63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3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3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319" name=""/>
        <p:cNvGrpSpPr/>
        <p:nvPr/>
      </p:nvGrpSpPr>
      <p:grpSpPr>
        <a:xfrm>
          <a:off x="0" y="0"/>
          <a:ext cx="0" cy="0"/>
          <a:chOff x="0" y="0"/>
          <a:chExt cx="0" cy="0"/>
        </a:xfrm>
      </p:grpSpPr>
      <p:sp>
        <p:nvSpPr>
          <p:cNvPr id="105167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67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7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7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7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20" name=""/>
        <p:cNvGrpSpPr/>
        <p:nvPr/>
      </p:nvGrpSpPr>
      <p:grpSpPr>
        <a:xfrm>
          <a:off x="0" y="0"/>
          <a:ext cx="0" cy="0"/>
          <a:chOff x="0" y="0"/>
          <a:chExt cx="0" cy="0"/>
        </a:xfrm>
      </p:grpSpPr>
      <p:sp>
        <p:nvSpPr>
          <p:cNvPr id="1051679"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680"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68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8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8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311" name=""/>
        <p:cNvGrpSpPr/>
        <p:nvPr/>
      </p:nvGrpSpPr>
      <p:grpSpPr>
        <a:xfrm>
          <a:off x="0" y="0"/>
          <a:ext cx="0" cy="0"/>
          <a:chOff x="0" y="0"/>
          <a:chExt cx="0" cy="0"/>
        </a:xfrm>
      </p:grpSpPr>
      <p:sp>
        <p:nvSpPr>
          <p:cNvPr id="105162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62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2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2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2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3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17" name=""/>
        <p:cNvGrpSpPr/>
        <p:nvPr/>
      </p:nvGrpSpPr>
      <p:grpSpPr>
        <a:xfrm>
          <a:off x="0" y="0"/>
          <a:ext cx="0" cy="0"/>
          <a:chOff x="0" y="0"/>
          <a:chExt cx="0" cy="0"/>
        </a:xfrm>
      </p:grpSpPr>
      <p:sp>
        <p:nvSpPr>
          <p:cNvPr id="105166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66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66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6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66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6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6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6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23" name=""/>
        <p:cNvGrpSpPr/>
        <p:nvPr/>
      </p:nvGrpSpPr>
      <p:grpSpPr>
        <a:xfrm>
          <a:off x="0" y="0"/>
          <a:ext cx="0" cy="0"/>
          <a:chOff x="0" y="0"/>
          <a:chExt cx="0" cy="0"/>
        </a:xfrm>
      </p:grpSpPr>
      <p:sp>
        <p:nvSpPr>
          <p:cNvPr id="105169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700"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01"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02"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369" name=""/>
        <p:cNvGrpSpPr/>
        <p:nvPr/>
      </p:nvGrpSpPr>
      <p:grpSpPr>
        <a:xfrm>
          <a:off x="0" y="0"/>
          <a:ext cx="0" cy="0"/>
          <a:chOff x="0" y="0"/>
          <a:chExt cx="0" cy="0"/>
        </a:xfrm>
      </p:grpSpPr>
      <p:sp>
        <p:nvSpPr>
          <p:cNvPr id="1049191"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92"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93"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326" name=""/>
        <p:cNvGrpSpPr/>
        <p:nvPr/>
      </p:nvGrpSpPr>
      <p:grpSpPr>
        <a:xfrm>
          <a:off x="0" y="0"/>
          <a:ext cx="0" cy="0"/>
          <a:chOff x="0" y="0"/>
          <a:chExt cx="0" cy="0"/>
        </a:xfrm>
      </p:grpSpPr>
      <p:sp>
        <p:nvSpPr>
          <p:cNvPr id="105171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71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71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71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1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1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18" name=""/>
        <p:cNvGrpSpPr/>
        <p:nvPr/>
      </p:nvGrpSpPr>
      <p:grpSpPr>
        <a:xfrm>
          <a:off x="0" y="0"/>
          <a:ext cx="0" cy="0"/>
          <a:chOff x="0" y="0"/>
          <a:chExt cx="0" cy="0"/>
        </a:xfrm>
      </p:grpSpPr>
      <p:sp>
        <p:nvSpPr>
          <p:cNvPr id="1051668"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669"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670"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67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7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7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325" name=""/>
        <p:cNvGrpSpPr/>
        <p:nvPr/>
      </p:nvGrpSpPr>
      <p:grpSpPr>
        <a:xfrm>
          <a:off x="0" y="0"/>
          <a:ext cx="0" cy="0"/>
          <a:chOff x="0" y="0"/>
          <a:chExt cx="0" cy="0"/>
        </a:xfrm>
      </p:grpSpPr>
      <p:sp>
        <p:nvSpPr>
          <p:cNvPr id="105170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71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71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1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1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16" name=""/>
        <p:cNvGrpSpPr/>
        <p:nvPr/>
      </p:nvGrpSpPr>
      <p:grpSpPr>
        <a:xfrm>
          <a:off x="0" y="0"/>
          <a:ext cx="0" cy="0"/>
          <a:chOff x="0" y="0"/>
          <a:chExt cx="0" cy="0"/>
        </a:xfrm>
      </p:grpSpPr>
      <p:sp>
        <p:nvSpPr>
          <p:cNvPr id="105165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65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5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5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5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324" name=""/>
        <p:cNvGrpSpPr/>
        <p:nvPr/>
      </p:nvGrpSpPr>
      <p:grpSpPr>
        <a:xfrm>
          <a:off x="0" y="0"/>
          <a:ext cx="0" cy="0"/>
          <a:chOff x="0" y="0"/>
          <a:chExt cx="0" cy="0"/>
        </a:xfrm>
      </p:grpSpPr>
      <p:sp>
        <p:nvSpPr>
          <p:cNvPr id="105170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70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70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70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0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70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21" name=""/>
        <p:cNvGrpSpPr/>
        <p:nvPr/>
      </p:nvGrpSpPr>
      <p:grpSpPr>
        <a:xfrm>
          <a:off x="0" y="0"/>
          <a:ext cx="0" cy="0"/>
          <a:chOff x="0" y="0"/>
          <a:chExt cx="0" cy="0"/>
        </a:xfrm>
      </p:grpSpPr>
      <p:sp>
        <p:nvSpPr>
          <p:cNvPr id="105168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85"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8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87"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88"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89"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90"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314" name=""/>
        <p:cNvGrpSpPr/>
        <p:nvPr/>
      </p:nvGrpSpPr>
      <p:grpSpPr>
        <a:xfrm>
          <a:off x="0" y="0"/>
          <a:ext cx="0" cy="0"/>
          <a:chOff x="0" y="0"/>
          <a:chExt cx="0" cy="0"/>
        </a:xfrm>
      </p:grpSpPr>
      <p:sp>
        <p:nvSpPr>
          <p:cNvPr id="105164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4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4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46"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47"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48"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49"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22" name=""/>
        <p:cNvGrpSpPr/>
        <p:nvPr/>
      </p:nvGrpSpPr>
      <p:grpSpPr>
        <a:xfrm>
          <a:off x="0" y="0"/>
          <a:ext cx="0" cy="0"/>
          <a:chOff x="0" y="0"/>
          <a:chExt cx="0" cy="0"/>
        </a:xfrm>
      </p:grpSpPr>
      <p:sp>
        <p:nvSpPr>
          <p:cNvPr id="1051691"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92"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9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94"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95"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9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9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9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15" name=""/>
        <p:cNvGrpSpPr/>
        <p:nvPr/>
      </p:nvGrpSpPr>
      <p:grpSpPr>
        <a:xfrm>
          <a:off x="0" y="0"/>
          <a:ext cx="0" cy="0"/>
          <a:chOff x="0" y="0"/>
          <a:chExt cx="0" cy="0"/>
        </a:xfrm>
      </p:grpSpPr>
      <p:sp>
        <p:nvSpPr>
          <p:cNvPr id="105165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5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65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5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5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13" name=""/>
        <p:cNvGrpSpPr/>
        <p:nvPr/>
      </p:nvGrpSpPr>
      <p:grpSpPr>
        <a:xfrm>
          <a:off x="0" y="0"/>
          <a:ext cx="0" cy="0"/>
          <a:chOff x="0" y="0"/>
          <a:chExt cx="0" cy="0"/>
        </a:xfrm>
      </p:grpSpPr>
      <p:sp>
        <p:nvSpPr>
          <p:cNvPr id="105163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638"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639"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640"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641"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642"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33" name=""/>
        <p:cNvGrpSpPr/>
        <p:nvPr/>
      </p:nvGrpSpPr>
      <p:grpSpPr>
        <a:xfrm>
          <a:off x="0" y="0"/>
          <a:ext cx="0" cy="0"/>
          <a:chOff x="0" y="0"/>
          <a:chExt cx="0" cy="0"/>
        </a:xfrm>
      </p:grpSpPr>
      <p:sp>
        <p:nvSpPr>
          <p:cNvPr id="105284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84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84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84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4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4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521" name=""/>
        <p:cNvGrpSpPr/>
        <p:nvPr/>
      </p:nvGrpSpPr>
      <p:grpSpPr>
        <a:xfrm>
          <a:off x="0" y="0"/>
          <a:ext cx="0" cy="0"/>
          <a:chOff x="0" y="0"/>
          <a:chExt cx="0" cy="0"/>
        </a:xfrm>
      </p:grpSpPr>
      <p:sp>
        <p:nvSpPr>
          <p:cNvPr id="105277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7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7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7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7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32" name=""/>
        <p:cNvGrpSpPr/>
        <p:nvPr/>
      </p:nvGrpSpPr>
      <p:grpSpPr>
        <a:xfrm>
          <a:off x="0" y="0"/>
          <a:ext cx="0" cy="0"/>
          <a:chOff x="0" y="0"/>
          <a:chExt cx="0" cy="0"/>
        </a:xfrm>
      </p:grpSpPr>
      <p:sp>
        <p:nvSpPr>
          <p:cNvPr id="1052839"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840"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84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4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4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36" name=""/>
        <p:cNvGrpSpPr/>
        <p:nvPr/>
      </p:nvGrpSpPr>
      <p:grpSpPr>
        <a:xfrm>
          <a:off x="0" y="0"/>
          <a:ext cx="0" cy="0"/>
          <a:chOff x="0" y="0"/>
          <a:chExt cx="0" cy="0"/>
        </a:xfrm>
      </p:grpSpPr>
      <p:sp>
        <p:nvSpPr>
          <p:cNvPr id="105286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861"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62"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6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6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6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27" name=""/>
        <p:cNvGrpSpPr/>
        <p:nvPr/>
      </p:nvGrpSpPr>
      <p:grpSpPr>
        <a:xfrm>
          <a:off x="0" y="0"/>
          <a:ext cx="0" cy="0"/>
          <a:chOff x="0" y="0"/>
          <a:chExt cx="0" cy="0"/>
        </a:xfrm>
      </p:grpSpPr>
      <p:sp>
        <p:nvSpPr>
          <p:cNvPr id="105281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81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81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1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81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1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1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1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35" name=""/>
        <p:cNvGrpSpPr/>
        <p:nvPr/>
      </p:nvGrpSpPr>
      <p:grpSpPr>
        <a:xfrm>
          <a:off x="0" y="0"/>
          <a:ext cx="0" cy="0"/>
          <a:chOff x="0" y="0"/>
          <a:chExt cx="0" cy="0"/>
        </a:xfrm>
      </p:grpSpPr>
      <p:sp>
        <p:nvSpPr>
          <p:cNvPr id="105285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85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5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5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528" name=""/>
        <p:cNvGrpSpPr/>
        <p:nvPr/>
      </p:nvGrpSpPr>
      <p:grpSpPr>
        <a:xfrm>
          <a:off x="0" y="0"/>
          <a:ext cx="0" cy="0"/>
          <a:chOff x="0" y="0"/>
          <a:chExt cx="0" cy="0"/>
        </a:xfrm>
      </p:grpSpPr>
      <p:sp>
        <p:nvSpPr>
          <p:cNvPr id="105281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1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2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522" name=""/>
        <p:cNvGrpSpPr/>
        <p:nvPr/>
      </p:nvGrpSpPr>
      <p:grpSpPr>
        <a:xfrm>
          <a:off x="0" y="0"/>
          <a:ext cx="0" cy="0"/>
          <a:chOff x="0" y="0"/>
          <a:chExt cx="0" cy="0"/>
        </a:xfrm>
      </p:grpSpPr>
      <p:sp>
        <p:nvSpPr>
          <p:cNvPr id="105277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78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8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78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8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8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31" name=""/>
        <p:cNvGrpSpPr/>
        <p:nvPr/>
      </p:nvGrpSpPr>
      <p:grpSpPr>
        <a:xfrm>
          <a:off x="0" y="0"/>
          <a:ext cx="0" cy="0"/>
          <a:chOff x="0" y="0"/>
          <a:chExt cx="0" cy="0"/>
        </a:xfrm>
      </p:grpSpPr>
      <p:sp>
        <p:nvSpPr>
          <p:cNvPr id="1052833"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834"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835"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83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3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3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23" name=""/>
        <p:cNvGrpSpPr/>
        <p:nvPr/>
      </p:nvGrpSpPr>
      <p:grpSpPr>
        <a:xfrm>
          <a:off x="0" y="0"/>
          <a:ext cx="0" cy="0"/>
          <a:chOff x="0" y="0"/>
          <a:chExt cx="0" cy="0"/>
        </a:xfrm>
      </p:grpSpPr>
      <p:sp>
        <p:nvSpPr>
          <p:cNvPr id="10527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8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8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8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8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526" name=""/>
        <p:cNvGrpSpPr/>
        <p:nvPr/>
      </p:nvGrpSpPr>
      <p:grpSpPr>
        <a:xfrm>
          <a:off x="0" y="0"/>
          <a:ext cx="0" cy="0"/>
          <a:chOff x="0" y="0"/>
          <a:chExt cx="0" cy="0"/>
        </a:xfrm>
      </p:grpSpPr>
      <p:sp>
        <p:nvSpPr>
          <p:cNvPr id="105280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80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0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0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0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534" name=""/>
        <p:cNvGrpSpPr/>
        <p:nvPr/>
      </p:nvGrpSpPr>
      <p:grpSpPr>
        <a:xfrm>
          <a:off x="0" y="0"/>
          <a:ext cx="0" cy="0"/>
          <a:chOff x="0" y="0"/>
          <a:chExt cx="0" cy="0"/>
        </a:xfrm>
      </p:grpSpPr>
      <p:sp>
        <p:nvSpPr>
          <p:cNvPr id="105285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85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5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5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5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5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525" name=""/>
        <p:cNvGrpSpPr/>
        <p:nvPr/>
      </p:nvGrpSpPr>
      <p:grpSpPr>
        <a:xfrm>
          <a:off x="0" y="0"/>
          <a:ext cx="0" cy="0"/>
          <a:chOff x="0" y="0"/>
          <a:chExt cx="0" cy="0"/>
        </a:xfrm>
      </p:grpSpPr>
      <p:sp>
        <p:nvSpPr>
          <p:cNvPr id="105279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79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0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0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0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0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0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530" name=""/>
        <p:cNvGrpSpPr/>
        <p:nvPr/>
      </p:nvGrpSpPr>
      <p:grpSpPr>
        <a:xfrm>
          <a:off x="0" y="0"/>
          <a:ext cx="0" cy="0"/>
          <a:chOff x="0" y="0"/>
          <a:chExt cx="0" cy="0"/>
        </a:xfrm>
      </p:grpSpPr>
      <p:sp>
        <p:nvSpPr>
          <p:cNvPr id="105282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82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2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2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3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3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3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524" name=""/>
        <p:cNvGrpSpPr/>
        <p:nvPr/>
      </p:nvGrpSpPr>
      <p:grpSpPr>
        <a:xfrm>
          <a:off x="0" y="0"/>
          <a:ext cx="0" cy="0"/>
          <a:chOff x="0" y="0"/>
          <a:chExt cx="0" cy="0"/>
        </a:xfrm>
      </p:grpSpPr>
      <p:sp>
        <p:nvSpPr>
          <p:cNvPr id="1052790"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791"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9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93"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94"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9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9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9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29" name=""/>
        <p:cNvGrpSpPr/>
        <p:nvPr/>
      </p:nvGrpSpPr>
      <p:grpSpPr>
        <a:xfrm>
          <a:off x="0" y="0"/>
          <a:ext cx="0" cy="0"/>
          <a:chOff x="0" y="0"/>
          <a:chExt cx="0" cy="0"/>
        </a:xfrm>
      </p:grpSpPr>
      <p:sp>
        <p:nvSpPr>
          <p:cNvPr id="1052821"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822"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823"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24"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25"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37" name=""/>
        <p:cNvGrpSpPr/>
        <p:nvPr/>
      </p:nvGrpSpPr>
      <p:grpSpPr>
        <a:xfrm>
          <a:off x="0" y="0"/>
          <a:ext cx="0" cy="0"/>
          <a:chOff x="0" y="0"/>
          <a:chExt cx="0" cy="0"/>
        </a:xfrm>
      </p:grpSpPr>
      <p:sp>
        <p:nvSpPr>
          <p:cNvPr id="1052866"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867"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868"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869"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870"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871"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831" name=""/>
        <p:cNvGrpSpPr/>
        <p:nvPr/>
      </p:nvGrpSpPr>
      <p:grpSpPr>
        <a:xfrm>
          <a:off x="0" y="0"/>
          <a:ext cx="0" cy="0"/>
          <a:chOff x="0" y="0"/>
          <a:chExt cx="0" cy="0"/>
        </a:xfrm>
      </p:grpSpPr>
      <p:sp>
        <p:nvSpPr>
          <p:cNvPr id="1054613"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614"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615"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616"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17"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18"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838" name=""/>
        <p:cNvGrpSpPr/>
        <p:nvPr/>
      </p:nvGrpSpPr>
      <p:grpSpPr>
        <a:xfrm>
          <a:off x="0" y="0"/>
          <a:ext cx="0" cy="0"/>
          <a:chOff x="0" y="0"/>
          <a:chExt cx="0" cy="0"/>
        </a:xfrm>
      </p:grpSpPr>
      <p:sp>
        <p:nvSpPr>
          <p:cNvPr id="105465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65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5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5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5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832" name=""/>
        <p:cNvGrpSpPr/>
        <p:nvPr/>
      </p:nvGrpSpPr>
      <p:grpSpPr>
        <a:xfrm>
          <a:off x="0" y="0"/>
          <a:ext cx="0" cy="0"/>
          <a:chOff x="0" y="0"/>
          <a:chExt cx="0" cy="0"/>
        </a:xfrm>
      </p:grpSpPr>
      <p:sp>
        <p:nvSpPr>
          <p:cNvPr id="1054619"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620"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62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2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2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826" name=""/>
        <p:cNvGrpSpPr/>
        <p:nvPr/>
      </p:nvGrpSpPr>
      <p:grpSpPr>
        <a:xfrm>
          <a:off x="0" y="0"/>
          <a:ext cx="0" cy="0"/>
          <a:chOff x="0" y="0"/>
          <a:chExt cx="0" cy="0"/>
        </a:xfrm>
      </p:grpSpPr>
      <p:sp>
        <p:nvSpPr>
          <p:cNvPr id="105458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8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8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8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8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8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828" name=""/>
        <p:cNvGrpSpPr/>
        <p:nvPr/>
      </p:nvGrpSpPr>
      <p:grpSpPr>
        <a:xfrm>
          <a:off x="0" y="0"/>
          <a:ext cx="0" cy="0"/>
          <a:chOff x="0" y="0"/>
          <a:chExt cx="0" cy="0"/>
        </a:xfrm>
      </p:grpSpPr>
      <p:sp>
        <p:nvSpPr>
          <p:cNvPr id="105459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9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59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9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59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9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9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0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836" name=""/>
        <p:cNvGrpSpPr/>
        <p:nvPr/>
      </p:nvGrpSpPr>
      <p:grpSpPr>
        <a:xfrm>
          <a:off x="0" y="0"/>
          <a:ext cx="0" cy="0"/>
          <a:chOff x="0" y="0"/>
          <a:chExt cx="0" cy="0"/>
        </a:xfrm>
      </p:grpSpPr>
      <p:sp>
        <p:nvSpPr>
          <p:cNvPr id="10546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642"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43"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44"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51" name=""/>
        <p:cNvGrpSpPr/>
        <p:nvPr/>
      </p:nvGrpSpPr>
      <p:grpSpPr>
        <a:xfrm>
          <a:off x="0" y="0"/>
          <a:ext cx="0" cy="0"/>
          <a:chOff x="0" y="0"/>
          <a:chExt cx="0" cy="0"/>
        </a:xfrm>
      </p:grpSpPr>
      <p:sp>
        <p:nvSpPr>
          <p:cNvPr id="104935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5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5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834" name=""/>
        <p:cNvGrpSpPr/>
        <p:nvPr/>
      </p:nvGrpSpPr>
      <p:grpSpPr>
        <a:xfrm>
          <a:off x="0" y="0"/>
          <a:ext cx="0" cy="0"/>
          <a:chOff x="0" y="0"/>
          <a:chExt cx="0" cy="0"/>
        </a:xfrm>
      </p:grpSpPr>
      <p:sp>
        <p:nvSpPr>
          <p:cNvPr id="105462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63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3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63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3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3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835" name=""/>
        <p:cNvGrpSpPr/>
        <p:nvPr/>
      </p:nvGrpSpPr>
      <p:grpSpPr>
        <a:xfrm>
          <a:off x="0" y="0"/>
          <a:ext cx="0" cy="0"/>
          <a:chOff x="0" y="0"/>
          <a:chExt cx="0" cy="0"/>
        </a:xfrm>
      </p:grpSpPr>
      <p:sp>
        <p:nvSpPr>
          <p:cNvPr id="105463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63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63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63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3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4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825" name=""/>
        <p:cNvGrpSpPr/>
        <p:nvPr/>
      </p:nvGrpSpPr>
      <p:grpSpPr>
        <a:xfrm>
          <a:off x="0" y="0"/>
          <a:ext cx="0" cy="0"/>
          <a:chOff x="0" y="0"/>
          <a:chExt cx="0" cy="0"/>
        </a:xfrm>
      </p:grpSpPr>
      <p:sp>
        <p:nvSpPr>
          <p:cNvPr id="105457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7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7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7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8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833" name=""/>
        <p:cNvGrpSpPr/>
        <p:nvPr/>
      </p:nvGrpSpPr>
      <p:grpSpPr>
        <a:xfrm>
          <a:off x="0" y="0"/>
          <a:ext cx="0" cy="0"/>
          <a:chOff x="0" y="0"/>
          <a:chExt cx="0" cy="0"/>
        </a:xfrm>
      </p:grpSpPr>
      <p:sp>
        <p:nvSpPr>
          <p:cNvPr id="1054624"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625"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2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2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2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827" name=""/>
        <p:cNvGrpSpPr/>
        <p:nvPr/>
      </p:nvGrpSpPr>
      <p:grpSpPr>
        <a:xfrm>
          <a:off x="0" y="0"/>
          <a:ext cx="0" cy="0"/>
          <a:chOff x="0" y="0"/>
          <a:chExt cx="0" cy="0"/>
        </a:xfrm>
      </p:grpSpPr>
      <p:sp>
        <p:nvSpPr>
          <p:cNvPr id="105458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58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8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9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9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9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837" name=""/>
        <p:cNvGrpSpPr/>
        <p:nvPr/>
      </p:nvGrpSpPr>
      <p:grpSpPr>
        <a:xfrm>
          <a:off x="0" y="0"/>
          <a:ext cx="0" cy="0"/>
          <a:chOff x="0" y="0"/>
          <a:chExt cx="0" cy="0"/>
        </a:xfrm>
      </p:grpSpPr>
      <p:sp>
        <p:nvSpPr>
          <p:cNvPr id="105464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646"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4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48"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49"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50"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51"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829" name=""/>
        <p:cNvGrpSpPr/>
        <p:nvPr/>
      </p:nvGrpSpPr>
      <p:grpSpPr>
        <a:xfrm>
          <a:off x="0" y="0"/>
          <a:ext cx="0" cy="0"/>
          <a:chOff x="0" y="0"/>
          <a:chExt cx="0" cy="0"/>
        </a:xfrm>
      </p:grpSpPr>
      <p:sp>
        <p:nvSpPr>
          <p:cNvPr id="105460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60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0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0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0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0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0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840" name=""/>
        <p:cNvGrpSpPr/>
        <p:nvPr/>
      </p:nvGrpSpPr>
      <p:grpSpPr>
        <a:xfrm>
          <a:off x="0" y="0"/>
          <a:ext cx="0" cy="0"/>
          <a:chOff x="0" y="0"/>
          <a:chExt cx="0" cy="0"/>
        </a:xfrm>
      </p:grpSpPr>
      <p:sp>
        <p:nvSpPr>
          <p:cNvPr id="1054663"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664"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6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66"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67"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66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6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7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30" name=""/>
        <p:cNvGrpSpPr/>
        <p:nvPr/>
      </p:nvGrpSpPr>
      <p:grpSpPr>
        <a:xfrm>
          <a:off x="0" y="0"/>
          <a:ext cx="0" cy="0"/>
          <a:chOff x="0" y="0"/>
          <a:chExt cx="0" cy="0"/>
        </a:xfrm>
      </p:grpSpPr>
      <p:sp>
        <p:nvSpPr>
          <p:cNvPr id="1054608"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609"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610"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11"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612"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39" name=""/>
        <p:cNvGrpSpPr/>
        <p:nvPr/>
      </p:nvGrpSpPr>
      <p:grpSpPr>
        <a:xfrm>
          <a:off x="0" y="0"/>
          <a:ext cx="0" cy="0"/>
          <a:chOff x="0" y="0"/>
          <a:chExt cx="0" cy="0"/>
        </a:xfrm>
      </p:grpSpPr>
      <p:sp>
        <p:nvSpPr>
          <p:cNvPr id="105465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658"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659"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660"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661"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662"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51" name=""/>
        <p:cNvGrpSpPr/>
        <p:nvPr/>
      </p:nvGrpSpPr>
      <p:grpSpPr>
        <a:xfrm>
          <a:off x="0" y="0"/>
          <a:ext cx="0" cy="0"/>
          <a:chOff x="0" y="0"/>
          <a:chExt cx="0" cy="0"/>
        </a:xfrm>
      </p:grpSpPr>
      <p:sp>
        <p:nvSpPr>
          <p:cNvPr id="1051267"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268"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269"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270"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71"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72"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58" name=""/>
        <p:cNvGrpSpPr/>
        <p:nvPr/>
      </p:nvGrpSpPr>
      <p:grpSpPr>
        <a:xfrm>
          <a:off x="0" y="0"/>
          <a:ext cx="0" cy="0"/>
          <a:chOff x="0" y="0"/>
          <a:chExt cx="0" cy="0"/>
        </a:xfrm>
      </p:grpSpPr>
      <p:sp>
        <p:nvSpPr>
          <p:cNvPr id="105130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310"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1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1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1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57" name=""/>
        <p:cNvGrpSpPr/>
        <p:nvPr/>
      </p:nvGrpSpPr>
      <p:grpSpPr>
        <a:xfrm>
          <a:off x="0" y="0"/>
          <a:ext cx="0" cy="0"/>
          <a:chOff x="0" y="0"/>
          <a:chExt cx="0" cy="0"/>
        </a:xfrm>
      </p:grpSpPr>
      <p:sp>
        <p:nvSpPr>
          <p:cNvPr id="1051304"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305"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30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0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0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50" name=""/>
        <p:cNvGrpSpPr/>
        <p:nvPr/>
      </p:nvGrpSpPr>
      <p:grpSpPr>
        <a:xfrm>
          <a:off x="0" y="0"/>
          <a:ext cx="0" cy="0"/>
          <a:chOff x="0" y="0"/>
          <a:chExt cx="0" cy="0"/>
        </a:xfrm>
      </p:grpSpPr>
      <p:sp>
        <p:nvSpPr>
          <p:cNvPr id="10512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6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6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6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6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6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54" name=""/>
        <p:cNvGrpSpPr/>
        <p:nvPr/>
      </p:nvGrpSpPr>
      <p:grpSpPr>
        <a:xfrm>
          <a:off x="0" y="0"/>
          <a:ext cx="0" cy="0"/>
          <a:chOff x="0" y="0"/>
          <a:chExt cx="0" cy="0"/>
        </a:xfrm>
      </p:grpSpPr>
      <p:sp>
        <p:nvSpPr>
          <p:cNvPr id="10512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87"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288"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89"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290"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9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9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9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49" name=""/>
        <p:cNvGrpSpPr/>
        <p:nvPr/>
      </p:nvGrpSpPr>
      <p:grpSpPr>
        <a:xfrm>
          <a:off x="0" y="0"/>
          <a:ext cx="0" cy="0"/>
          <a:chOff x="0" y="0"/>
          <a:chExt cx="0" cy="0"/>
        </a:xfrm>
      </p:grpSpPr>
      <p:sp>
        <p:nvSpPr>
          <p:cNvPr id="105125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58"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59"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60"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94" name=""/>
        <p:cNvGrpSpPr/>
        <p:nvPr/>
      </p:nvGrpSpPr>
      <p:grpSpPr>
        <a:xfrm>
          <a:off x="0" y="0"/>
          <a:ext cx="0" cy="0"/>
          <a:chOff x="0" y="0"/>
          <a:chExt cx="0" cy="0"/>
        </a:xfrm>
      </p:grpSpPr>
      <p:sp>
        <p:nvSpPr>
          <p:cNvPr id="1049396"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97"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98"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52" name=""/>
        <p:cNvGrpSpPr/>
        <p:nvPr/>
      </p:nvGrpSpPr>
      <p:grpSpPr>
        <a:xfrm>
          <a:off x="0" y="0"/>
          <a:ext cx="0" cy="0"/>
          <a:chOff x="0" y="0"/>
          <a:chExt cx="0" cy="0"/>
        </a:xfrm>
      </p:grpSpPr>
      <p:sp>
        <p:nvSpPr>
          <p:cNvPr id="105127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27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7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27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7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7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61" name=""/>
        <p:cNvGrpSpPr/>
        <p:nvPr/>
      </p:nvGrpSpPr>
      <p:grpSpPr>
        <a:xfrm>
          <a:off x="0" y="0"/>
          <a:ext cx="0" cy="0"/>
          <a:chOff x="0" y="0"/>
          <a:chExt cx="0" cy="0"/>
        </a:xfrm>
      </p:grpSpPr>
      <p:sp>
        <p:nvSpPr>
          <p:cNvPr id="1051329"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330"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33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33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3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3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55" name=""/>
        <p:cNvGrpSpPr/>
        <p:nvPr/>
      </p:nvGrpSpPr>
      <p:grpSpPr>
        <a:xfrm>
          <a:off x="0" y="0"/>
          <a:ext cx="0" cy="0"/>
          <a:chOff x="0" y="0"/>
          <a:chExt cx="0" cy="0"/>
        </a:xfrm>
      </p:grpSpPr>
      <p:sp>
        <p:nvSpPr>
          <p:cNvPr id="105129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295"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9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9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9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62" name=""/>
        <p:cNvGrpSpPr/>
        <p:nvPr/>
      </p:nvGrpSpPr>
      <p:grpSpPr>
        <a:xfrm>
          <a:off x="0" y="0"/>
          <a:ext cx="0" cy="0"/>
          <a:chOff x="0" y="0"/>
          <a:chExt cx="0" cy="0"/>
        </a:xfrm>
      </p:grpSpPr>
      <p:sp>
        <p:nvSpPr>
          <p:cNvPr id="105133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33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3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3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3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48" name=""/>
        <p:cNvGrpSpPr/>
        <p:nvPr/>
      </p:nvGrpSpPr>
      <p:grpSpPr>
        <a:xfrm>
          <a:off x="0" y="0"/>
          <a:ext cx="0" cy="0"/>
          <a:chOff x="0" y="0"/>
          <a:chExt cx="0" cy="0"/>
        </a:xfrm>
      </p:grpSpPr>
      <p:sp>
        <p:nvSpPr>
          <p:cNvPr id="105125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5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53"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5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5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5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60" name=""/>
        <p:cNvGrpSpPr/>
        <p:nvPr/>
      </p:nvGrpSpPr>
      <p:grpSpPr>
        <a:xfrm>
          <a:off x="0" y="0"/>
          <a:ext cx="0" cy="0"/>
          <a:chOff x="0" y="0"/>
          <a:chExt cx="0" cy="0"/>
        </a:xfrm>
      </p:grpSpPr>
      <p:sp>
        <p:nvSpPr>
          <p:cNvPr id="105132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23"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2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2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2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2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2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53" name=""/>
        <p:cNvGrpSpPr/>
        <p:nvPr/>
      </p:nvGrpSpPr>
      <p:grpSpPr>
        <a:xfrm>
          <a:off x="0" y="0"/>
          <a:ext cx="0" cy="0"/>
          <a:chOff x="0" y="0"/>
          <a:chExt cx="0" cy="0"/>
        </a:xfrm>
      </p:grpSpPr>
      <p:sp>
        <p:nvSpPr>
          <p:cNvPr id="105127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28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8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8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28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8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28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59" name=""/>
        <p:cNvGrpSpPr/>
        <p:nvPr/>
      </p:nvGrpSpPr>
      <p:grpSpPr>
        <a:xfrm>
          <a:off x="0" y="0"/>
          <a:ext cx="0" cy="0"/>
          <a:chOff x="0" y="0"/>
          <a:chExt cx="0" cy="0"/>
        </a:xfrm>
      </p:grpSpPr>
      <p:sp>
        <p:nvSpPr>
          <p:cNvPr id="105131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1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1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1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1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1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2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2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56" name=""/>
        <p:cNvGrpSpPr/>
        <p:nvPr/>
      </p:nvGrpSpPr>
      <p:grpSpPr>
        <a:xfrm>
          <a:off x="0" y="0"/>
          <a:ext cx="0" cy="0"/>
          <a:chOff x="0" y="0"/>
          <a:chExt cx="0" cy="0"/>
        </a:xfrm>
      </p:grpSpPr>
      <p:sp>
        <p:nvSpPr>
          <p:cNvPr id="1051299"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00"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301"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02"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03"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47" name=""/>
        <p:cNvGrpSpPr/>
        <p:nvPr/>
      </p:nvGrpSpPr>
      <p:grpSpPr>
        <a:xfrm>
          <a:off x="0" y="0"/>
          <a:ext cx="0" cy="0"/>
          <a:chOff x="0" y="0"/>
          <a:chExt cx="0" cy="0"/>
        </a:xfrm>
      </p:grpSpPr>
      <p:sp>
        <p:nvSpPr>
          <p:cNvPr id="105124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24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24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24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24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25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34" name=""/>
        <p:cNvGrpSpPr/>
        <p:nvPr/>
      </p:nvGrpSpPr>
      <p:grpSpPr>
        <a:xfrm>
          <a:off x="0" y="0"/>
          <a:ext cx="0" cy="0"/>
          <a:chOff x="0" y="0"/>
          <a:chExt cx="0" cy="0"/>
        </a:xfrm>
      </p:grpSpPr>
      <p:sp>
        <p:nvSpPr>
          <p:cNvPr id="1052355"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356"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357"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358"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59"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60"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25" name=""/>
        <p:cNvGrpSpPr/>
        <p:nvPr/>
      </p:nvGrpSpPr>
      <p:grpSpPr>
        <a:xfrm>
          <a:off x="0" y="0"/>
          <a:ext cx="0" cy="0"/>
          <a:chOff x="0" y="0"/>
          <a:chExt cx="0" cy="0"/>
        </a:xfrm>
      </p:grpSpPr>
      <p:sp>
        <p:nvSpPr>
          <p:cNvPr id="105230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0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0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0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0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35" name=""/>
        <p:cNvGrpSpPr/>
        <p:nvPr/>
      </p:nvGrpSpPr>
      <p:grpSpPr>
        <a:xfrm>
          <a:off x="0" y="0"/>
          <a:ext cx="0" cy="0"/>
          <a:chOff x="0" y="0"/>
          <a:chExt cx="0" cy="0"/>
        </a:xfrm>
      </p:grpSpPr>
      <p:sp>
        <p:nvSpPr>
          <p:cNvPr id="1052361"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362"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3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32" name=""/>
        <p:cNvGrpSpPr/>
        <p:nvPr/>
      </p:nvGrpSpPr>
      <p:grpSpPr>
        <a:xfrm>
          <a:off x="0" y="0"/>
          <a:ext cx="0" cy="0"/>
          <a:chOff x="0" y="0"/>
          <a:chExt cx="0" cy="0"/>
        </a:xfrm>
      </p:grpSpPr>
      <p:sp>
        <p:nvSpPr>
          <p:cNvPr id="105234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4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4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4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4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4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38" name=""/>
        <p:cNvGrpSpPr/>
        <p:nvPr/>
      </p:nvGrpSpPr>
      <p:grpSpPr>
        <a:xfrm>
          <a:off x="0" y="0"/>
          <a:ext cx="0" cy="0"/>
          <a:chOff x="0" y="0"/>
          <a:chExt cx="0" cy="0"/>
        </a:xfrm>
      </p:grpSpPr>
      <p:sp>
        <p:nvSpPr>
          <p:cNvPr id="105237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78"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379"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80"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381"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8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30" name=""/>
        <p:cNvGrpSpPr/>
        <p:nvPr/>
      </p:nvGrpSpPr>
      <p:grpSpPr>
        <a:xfrm>
          <a:off x="0" y="0"/>
          <a:ext cx="0" cy="0"/>
          <a:chOff x="0" y="0"/>
          <a:chExt cx="0" cy="0"/>
        </a:xfrm>
      </p:grpSpPr>
      <p:sp>
        <p:nvSpPr>
          <p:cNvPr id="105233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3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3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3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15" name=""/>
        <p:cNvGrpSpPr/>
        <p:nvPr/>
      </p:nvGrpSpPr>
      <p:grpSpPr>
        <a:xfrm>
          <a:off x="0" y="0"/>
          <a:ext cx="0" cy="0"/>
          <a:chOff x="0" y="0"/>
          <a:chExt cx="0" cy="0"/>
        </a:xfrm>
      </p:grpSpPr>
      <p:sp>
        <p:nvSpPr>
          <p:cNvPr id="104950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0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0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29" name=""/>
        <p:cNvGrpSpPr/>
        <p:nvPr/>
      </p:nvGrpSpPr>
      <p:grpSpPr>
        <a:xfrm>
          <a:off x="0" y="0"/>
          <a:ext cx="0" cy="0"/>
          <a:chOff x="0" y="0"/>
          <a:chExt cx="0" cy="0"/>
        </a:xfrm>
      </p:grpSpPr>
      <p:sp>
        <p:nvSpPr>
          <p:cNvPr id="1052326"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327"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28"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32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3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3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36" name=""/>
        <p:cNvGrpSpPr/>
        <p:nvPr/>
      </p:nvGrpSpPr>
      <p:grpSpPr>
        <a:xfrm>
          <a:off x="0" y="0"/>
          <a:ext cx="0" cy="0"/>
          <a:chOff x="0" y="0"/>
          <a:chExt cx="0" cy="0"/>
        </a:xfrm>
      </p:grpSpPr>
      <p:sp>
        <p:nvSpPr>
          <p:cNvPr id="105236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36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36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36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7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7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26" name=""/>
        <p:cNvGrpSpPr/>
        <p:nvPr/>
      </p:nvGrpSpPr>
      <p:grpSpPr>
        <a:xfrm>
          <a:off x="0" y="0"/>
          <a:ext cx="0" cy="0"/>
          <a:chOff x="0" y="0"/>
          <a:chExt cx="0" cy="0"/>
        </a:xfrm>
      </p:grpSpPr>
      <p:sp>
        <p:nvSpPr>
          <p:cNvPr id="105230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0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0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1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1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23" name=""/>
        <p:cNvGrpSpPr/>
        <p:nvPr/>
      </p:nvGrpSpPr>
      <p:grpSpPr>
        <a:xfrm>
          <a:off x="0" y="0"/>
          <a:ext cx="0" cy="0"/>
          <a:chOff x="0" y="0"/>
          <a:chExt cx="0" cy="0"/>
        </a:xfrm>
      </p:grpSpPr>
      <p:sp>
        <p:nvSpPr>
          <p:cNvPr id="1052290"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291"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9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9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9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31" name=""/>
        <p:cNvGrpSpPr/>
        <p:nvPr/>
      </p:nvGrpSpPr>
      <p:grpSpPr>
        <a:xfrm>
          <a:off x="0" y="0"/>
          <a:ext cx="0" cy="0"/>
          <a:chOff x="0" y="0"/>
          <a:chExt cx="0" cy="0"/>
        </a:xfrm>
      </p:grpSpPr>
      <p:sp>
        <p:nvSpPr>
          <p:cNvPr id="105233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33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38"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3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4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4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24" name=""/>
        <p:cNvGrpSpPr/>
        <p:nvPr/>
      </p:nvGrpSpPr>
      <p:grpSpPr>
        <a:xfrm>
          <a:off x="0" y="0"/>
          <a:ext cx="0" cy="0"/>
          <a:chOff x="0" y="0"/>
          <a:chExt cx="0" cy="0"/>
        </a:xfrm>
      </p:grpSpPr>
      <p:sp>
        <p:nvSpPr>
          <p:cNvPr id="105229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96"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9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98"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99"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00"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01"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33" name=""/>
        <p:cNvGrpSpPr/>
        <p:nvPr/>
      </p:nvGrpSpPr>
      <p:grpSpPr>
        <a:xfrm>
          <a:off x="0" y="0"/>
          <a:ext cx="0" cy="0"/>
          <a:chOff x="0" y="0"/>
          <a:chExt cx="0" cy="0"/>
        </a:xfrm>
      </p:grpSpPr>
      <p:sp>
        <p:nvSpPr>
          <p:cNvPr id="105234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349"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5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5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5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5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5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27" name=""/>
        <p:cNvGrpSpPr/>
        <p:nvPr/>
      </p:nvGrpSpPr>
      <p:grpSpPr>
        <a:xfrm>
          <a:off x="0" y="0"/>
          <a:ext cx="0" cy="0"/>
          <a:chOff x="0" y="0"/>
          <a:chExt cx="0" cy="0"/>
        </a:xfrm>
      </p:grpSpPr>
      <p:sp>
        <p:nvSpPr>
          <p:cNvPr id="1052312"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313"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1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15"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16"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31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1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1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37" name=""/>
        <p:cNvGrpSpPr/>
        <p:nvPr/>
      </p:nvGrpSpPr>
      <p:grpSpPr>
        <a:xfrm>
          <a:off x="0" y="0"/>
          <a:ext cx="0" cy="0"/>
          <a:chOff x="0" y="0"/>
          <a:chExt cx="0" cy="0"/>
        </a:xfrm>
      </p:grpSpPr>
      <p:sp>
        <p:nvSpPr>
          <p:cNvPr id="1052372"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37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374"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75"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76"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28" name=""/>
        <p:cNvGrpSpPr/>
        <p:nvPr/>
      </p:nvGrpSpPr>
      <p:grpSpPr>
        <a:xfrm>
          <a:off x="0" y="0"/>
          <a:ext cx="0" cy="0"/>
          <a:chOff x="0" y="0"/>
          <a:chExt cx="0" cy="0"/>
        </a:xfrm>
      </p:grpSpPr>
      <p:sp>
        <p:nvSpPr>
          <p:cNvPr id="105232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32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2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2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32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32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707" name=""/>
        <p:cNvGrpSpPr/>
        <p:nvPr/>
      </p:nvGrpSpPr>
      <p:grpSpPr>
        <a:xfrm>
          <a:off x="0" y="0"/>
          <a:ext cx="0" cy="0"/>
          <a:chOff x="0" y="0"/>
          <a:chExt cx="0" cy="0"/>
        </a:xfrm>
      </p:grpSpPr>
      <p:sp>
        <p:nvSpPr>
          <p:cNvPr id="105387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87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87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87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7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7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04" name=""/>
        <p:cNvGrpSpPr/>
        <p:nvPr/>
      </p:nvGrpSpPr>
      <p:grpSpPr>
        <a:xfrm>
          <a:off x="0" y="0"/>
          <a:ext cx="0" cy="0"/>
          <a:chOff x="0" y="0"/>
          <a:chExt cx="0" cy="0"/>
        </a:xfrm>
      </p:grpSpPr>
      <p:sp>
        <p:nvSpPr>
          <p:cNvPr id="105385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58"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5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6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6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13" name=""/>
        <p:cNvGrpSpPr/>
        <p:nvPr/>
      </p:nvGrpSpPr>
      <p:grpSpPr>
        <a:xfrm>
          <a:off x="0" y="0"/>
          <a:ext cx="0" cy="0"/>
          <a:chOff x="0" y="0"/>
          <a:chExt cx="0" cy="0"/>
        </a:xfrm>
      </p:grpSpPr>
      <p:sp>
        <p:nvSpPr>
          <p:cNvPr id="105391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91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91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1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1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06" name=""/>
        <p:cNvGrpSpPr/>
        <p:nvPr/>
      </p:nvGrpSpPr>
      <p:grpSpPr>
        <a:xfrm>
          <a:off x="0" y="0"/>
          <a:ext cx="0" cy="0"/>
          <a:chOff x="0" y="0"/>
          <a:chExt cx="0" cy="0"/>
        </a:xfrm>
      </p:grpSpPr>
      <p:sp>
        <p:nvSpPr>
          <p:cNvPr id="105386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69"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70"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7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7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7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12" name=""/>
        <p:cNvGrpSpPr/>
        <p:nvPr/>
      </p:nvGrpSpPr>
      <p:grpSpPr>
        <a:xfrm>
          <a:off x="0" y="0"/>
          <a:ext cx="0" cy="0"/>
          <a:chOff x="0" y="0"/>
          <a:chExt cx="0" cy="0"/>
        </a:xfrm>
      </p:grpSpPr>
      <p:sp>
        <p:nvSpPr>
          <p:cNvPr id="105390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05"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906"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07"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908"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0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1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1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03" name=""/>
        <p:cNvGrpSpPr/>
        <p:nvPr/>
      </p:nvGrpSpPr>
      <p:grpSpPr>
        <a:xfrm>
          <a:off x="0" y="0"/>
          <a:ext cx="0" cy="0"/>
          <a:chOff x="0" y="0"/>
          <a:chExt cx="0" cy="0"/>
        </a:xfrm>
      </p:grpSpPr>
      <p:sp>
        <p:nvSpPr>
          <p:cNvPr id="105385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54"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55"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56"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41" name=""/>
        <p:cNvGrpSpPr/>
        <p:nvPr/>
      </p:nvGrpSpPr>
      <p:grpSpPr>
        <a:xfrm>
          <a:off x="0" y="0"/>
          <a:ext cx="0" cy="0"/>
          <a:chOff x="0" y="0"/>
          <a:chExt cx="0" cy="0"/>
        </a:xfrm>
      </p:grpSpPr>
      <p:sp>
        <p:nvSpPr>
          <p:cNvPr id="1049573"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74"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75"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98" name=""/>
        <p:cNvGrpSpPr/>
        <p:nvPr/>
      </p:nvGrpSpPr>
      <p:grpSpPr>
        <a:xfrm>
          <a:off x="0" y="0"/>
          <a:ext cx="0" cy="0"/>
          <a:chOff x="0" y="0"/>
          <a:chExt cx="0" cy="0"/>
        </a:xfrm>
      </p:grpSpPr>
      <p:sp>
        <p:nvSpPr>
          <p:cNvPr id="105382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82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2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8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10" name=""/>
        <p:cNvGrpSpPr/>
        <p:nvPr/>
      </p:nvGrpSpPr>
      <p:grpSpPr>
        <a:xfrm>
          <a:off x="0" y="0"/>
          <a:ext cx="0" cy="0"/>
          <a:chOff x="0" y="0"/>
          <a:chExt cx="0" cy="0"/>
        </a:xfrm>
      </p:grpSpPr>
      <p:sp>
        <p:nvSpPr>
          <p:cNvPr id="1053893"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894"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895"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89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9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9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00" name=""/>
        <p:cNvGrpSpPr/>
        <p:nvPr/>
      </p:nvGrpSpPr>
      <p:grpSpPr>
        <a:xfrm>
          <a:off x="0" y="0"/>
          <a:ext cx="0" cy="0"/>
          <a:chOff x="0" y="0"/>
          <a:chExt cx="0" cy="0"/>
        </a:xfrm>
      </p:grpSpPr>
      <p:sp>
        <p:nvSpPr>
          <p:cNvPr id="105383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83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3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3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3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01" name=""/>
        <p:cNvGrpSpPr/>
        <p:nvPr/>
      </p:nvGrpSpPr>
      <p:grpSpPr>
        <a:xfrm>
          <a:off x="0" y="0"/>
          <a:ext cx="0" cy="0"/>
          <a:chOff x="0" y="0"/>
          <a:chExt cx="0" cy="0"/>
        </a:xfrm>
      </p:grpSpPr>
      <p:sp>
        <p:nvSpPr>
          <p:cNvPr id="1053840"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841"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4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4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4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09" name=""/>
        <p:cNvGrpSpPr/>
        <p:nvPr/>
      </p:nvGrpSpPr>
      <p:grpSpPr>
        <a:xfrm>
          <a:off x="0" y="0"/>
          <a:ext cx="0" cy="0"/>
          <a:chOff x="0" y="0"/>
          <a:chExt cx="0" cy="0"/>
        </a:xfrm>
      </p:grpSpPr>
      <p:sp>
        <p:nvSpPr>
          <p:cNvPr id="105388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88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8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9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9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9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99" name=""/>
        <p:cNvGrpSpPr/>
        <p:nvPr/>
      </p:nvGrpSpPr>
      <p:grpSpPr>
        <a:xfrm>
          <a:off x="0" y="0"/>
          <a:ext cx="0" cy="0"/>
          <a:chOff x="0" y="0"/>
          <a:chExt cx="0" cy="0"/>
        </a:xfrm>
      </p:grpSpPr>
      <p:sp>
        <p:nvSpPr>
          <p:cNvPr id="105382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82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3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3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3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3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08" name=""/>
        <p:cNvGrpSpPr/>
        <p:nvPr/>
      </p:nvGrpSpPr>
      <p:grpSpPr>
        <a:xfrm>
          <a:off x="0" y="0"/>
          <a:ext cx="0" cy="0"/>
          <a:chOff x="0" y="0"/>
          <a:chExt cx="0" cy="0"/>
        </a:xfrm>
      </p:grpSpPr>
      <p:sp>
        <p:nvSpPr>
          <p:cNvPr id="105388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88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8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8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8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8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8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02" name=""/>
        <p:cNvGrpSpPr/>
        <p:nvPr/>
      </p:nvGrpSpPr>
      <p:grpSpPr>
        <a:xfrm>
          <a:off x="0" y="0"/>
          <a:ext cx="0" cy="0"/>
          <a:chOff x="0" y="0"/>
          <a:chExt cx="0" cy="0"/>
        </a:xfrm>
      </p:grpSpPr>
      <p:sp>
        <p:nvSpPr>
          <p:cNvPr id="1053845"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846"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4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48"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49"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85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5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85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11" name=""/>
        <p:cNvGrpSpPr/>
        <p:nvPr/>
      </p:nvGrpSpPr>
      <p:grpSpPr>
        <a:xfrm>
          <a:off x="0" y="0"/>
          <a:ext cx="0" cy="0"/>
          <a:chOff x="0" y="0"/>
          <a:chExt cx="0" cy="0"/>
        </a:xfrm>
      </p:grpSpPr>
      <p:sp>
        <p:nvSpPr>
          <p:cNvPr id="1053899"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900"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901"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02"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03"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05" name=""/>
        <p:cNvGrpSpPr/>
        <p:nvPr/>
      </p:nvGrpSpPr>
      <p:grpSpPr>
        <a:xfrm>
          <a:off x="0" y="0"/>
          <a:ext cx="0" cy="0"/>
          <a:chOff x="0" y="0"/>
          <a:chExt cx="0" cy="0"/>
        </a:xfrm>
      </p:grpSpPr>
      <p:sp>
        <p:nvSpPr>
          <p:cNvPr id="105386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86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86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86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86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86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84" name=""/>
        <p:cNvGrpSpPr/>
        <p:nvPr/>
      </p:nvGrpSpPr>
      <p:grpSpPr>
        <a:xfrm>
          <a:off x="0" y="0"/>
          <a:ext cx="0" cy="0"/>
          <a:chOff x="0" y="0"/>
          <a:chExt cx="0" cy="0"/>
        </a:xfrm>
      </p:grpSpPr>
      <p:sp>
        <p:nvSpPr>
          <p:cNvPr id="105265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65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65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65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72" name=""/>
        <p:cNvGrpSpPr/>
        <p:nvPr/>
      </p:nvGrpSpPr>
      <p:grpSpPr>
        <a:xfrm>
          <a:off x="0" y="0"/>
          <a:ext cx="0" cy="0"/>
          <a:chOff x="0" y="0"/>
          <a:chExt cx="0" cy="0"/>
        </a:xfrm>
      </p:grpSpPr>
      <p:sp>
        <p:nvSpPr>
          <p:cNvPr id="105258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78" name=""/>
        <p:cNvGrpSpPr/>
        <p:nvPr/>
      </p:nvGrpSpPr>
      <p:grpSpPr>
        <a:xfrm>
          <a:off x="0" y="0"/>
          <a:ext cx="0" cy="0"/>
          <a:chOff x="0" y="0"/>
          <a:chExt cx="0" cy="0"/>
        </a:xfrm>
      </p:grpSpPr>
      <p:sp>
        <p:nvSpPr>
          <p:cNvPr id="105261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61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6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73" name=""/>
        <p:cNvGrpSpPr/>
        <p:nvPr/>
      </p:nvGrpSpPr>
      <p:grpSpPr>
        <a:xfrm>
          <a:off x="0" y="0"/>
          <a:ext cx="0" cy="0"/>
          <a:chOff x="0" y="0"/>
          <a:chExt cx="0" cy="0"/>
        </a:xfrm>
      </p:grpSpPr>
      <p:sp>
        <p:nvSpPr>
          <p:cNvPr id="10525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7"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8"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81" name=""/>
        <p:cNvGrpSpPr/>
        <p:nvPr/>
      </p:nvGrpSpPr>
      <p:grpSpPr>
        <a:xfrm>
          <a:off x="0" y="0"/>
          <a:ext cx="0" cy="0"/>
          <a:chOff x="0" y="0"/>
          <a:chExt cx="0" cy="0"/>
        </a:xfrm>
      </p:grpSpPr>
      <p:sp>
        <p:nvSpPr>
          <p:cNvPr id="105263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5"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6"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7"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8"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82" name=""/>
        <p:cNvGrpSpPr/>
        <p:nvPr/>
      </p:nvGrpSpPr>
      <p:grpSpPr>
        <a:xfrm>
          <a:off x="0" y="0"/>
          <a:ext cx="0" cy="0"/>
          <a:chOff x="0" y="0"/>
          <a:chExt cx="0" cy="0"/>
        </a:xfrm>
      </p:grpSpPr>
      <p:sp>
        <p:nvSpPr>
          <p:cNvPr id="105264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4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68" name=""/>
        <p:cNvGrpSpPr/>
        <p:nvPr/>
      </p:nvGrpSpPr>
      <p:grpSpPr>
        <a:xfrm>
          <a:off x="0" y="0"/>
          <a:ext cx="0" cy="0"/>
          <a:chOff x="0" y="0"/>
          <a:chExt cx="0" cy="0"/>
        </a:xfrm>
      </p:grpSpPr>
      <p:sp>
        <p:nvSpPr>
          <p:cNvPr id="1049640"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1"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2"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79" name=""/>
        <p:cNvGrpSpPr/>
        <p:nvPr/>
      </p:nvGrpSpPr>
      <p:grpSpPr>
        <a:xfrm>
          <a:off x="0" y="0"/>
          <a:ext cx="0" cy="0"/>
          <a:chOff x="0" y="0"/>
          <a:chExt cx="0" cy="0"/>
        </a:xfrm>
      </p:grpSpPr>
      <p:sp>
        <p:nvSpPr>
          <p:cNvPr id="105262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62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2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62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71" name=""/>
        <p:cNvGrpSpPr/>
        <p:nvPr/>
      </p:nvGrpSpPr>
      <p:grpSpPr>
        <a:xfrm>
          <a:off x="0" y="0"/>
          <a:ext cx="0" cy="0"/>
          <a:chOff x="0" y="0"/>
          <a:chExt cx="0" cy="0"/>
        </a:xfrm>
      </p:grpSpPr>
      <p:sp>
        <p:nvSpPr>
          <p:cNvPr id="105257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57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57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57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7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80" name=""/>
        <p:cNvGrpSpPr/>
        <p:nvPr/>
      </p:nvGrpSpPr>
      <p:grpSpPr>
        <a:xfrm>
          <a:off x="0" y="0"/>
          <a:ext cx="0" cy="0"/>
          <a:chOff x="0" y="0"/>
          <a:chExt cx="0" cy="0"/>
        </a:xfrm>
      </p:grpSpPr>
      <p:sp>
        <p:nvSpPr>
          <p:cNvPr id="105262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76" name=""/>
        <p:cNvGrpSpPr/>
        <p:nvPr/>
      </p:nvGrpSpPr>
      <p:grpSpPr>
        <a:xfrm>
          <a:off x="0" y="0"/>
          <a:ext cx="0" cy="0"/>
          <a:chOff x="0" y="0"/>
          <a:chExt cx="0" cy="0"/>
        </a:xfrm>
      </p:grpSpPr>
      <p:sp>
        <p:nvSpPr>
          <p:cNvPr id="1052606"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607"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86" name=""/>
        <p:cNvGrpSpPr/>
        <p:nvPr/>
      </p:nvGrpSpPr>
      <p:grpSpPr>
        <a:xfrm>
          <a:off x="0" y="0"/>
          <a:ext cx="0" cy="0"/>
          <a:chOff x="0" y="0"/>
          <a:chExt cx="0" cy="0"/>
        </a:xfrm>
      </p:grpSpPr>
      <p:sp>
        <p:nvSpPr>
          <p:cNvPr id="105266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65"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6"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77" name=""/>
        <p:cNvGrpSpPr/>
        <p:nvPr/>
      </p:nvGrpSpPr>
      <p:grpSpPr>
        <a:xfrm>
          <a:off x="0" y="0"/>
          <a:ext cx="0" cy="0"/>
          <a:chOff x="0" y="0"/>
          <a:chExt cx="0" cy="0"/>
        </a:xfrm>
      </p:grpSpPr>
      <p:sp>
        <p:nvSpPr>
          <p:cNvPr id="10526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12"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85" name=""/>
        <p:cNvGrpSpPr/>
        <p:nvPr/>
      </p:nvGrpSpPr>
      <p:grpSpPr>
        <a:xfrm>
          <a:off x="0" y="0"/>
          <a:ext cx="0" cy="0"/>
          <a:chOff x="0" y="0"/>
          <a:chExt cx="0" cy="0"/>
        </a:xfrm>
      </p:grpSpPr>
      <p:sp>
        <p:nvSpPr>
          <p:cNvPr id="105265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5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5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75" name=""/>
        <p:cNvGrpSpPr/>
        <p:nvPr/>
      </p:nvGrpSpPr>
      <p:grpSpPr>
        <a:xfrm>
          <a:off x="0" y="0"/>
          <a:ext cx="0" cy="0"/>
          <a:chOff x="0" y="0"/>
          <a:chExt cx="0" cy="0"/>
        </a:xfrm>
      </p:grpSpPr>
      <p:sp>
        <p:nvSpPr>
          <p:cNvPr id="105259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9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83" name=""/>
        <p:cNvGrpSpPr/>
        <p:nvPr/>
      </p:nvGrpSpPr>
      <p:grpSpPr>
        <a:xfrm>
          <a:off x="0" y="0"/>
          <a:ext cx="0" cy="0"/>
          <a:chOff x="0" y="0"/>
          <a:chExt cx="0" cy="0"/>
        </a:xfrm>
      </p:grpSpPr>
      <p:sp>
        <p:nvSpPr>
          <p:cNvPr id="1052646"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47"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648"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9"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0"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74" name=""/>
        <p:cNvGrpSpPr/>
        <p:nvPr/>
      </p:nvGrpSpPr>
      <p:grpSpPr>
        <a:xfrm>
          <a:off x="0" y="0"/>
          <a:ext cx="0" cy="0"/>
          <a:chOff x="0" y="0"/>
          <a:chExt cx="0" cy="0"/>
        </a:xfrm>
      </p:grpSpPr>
      <p:sp>
        <p:nvSpPr>
          <p:cNvPr id="105259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59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59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59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58" name=""/>
        <p:cNvGrpSpPr/>
        <p:nvPr/>
      </p:nvGrpSpPr>
      <p:grpSpPr>
        <a:xfrm>
          <a:off x="0" y="0"/>
          <a:ext cx="0" cy="0"/>
          <a:chOff x="0" y="0"/>
          <a:chExt cx="0" cy="0"/>
        </a:xfrm>
      </p:grpSpPr>
      <p:sp>
        <p:nvSpPr>
          <p:cNvPr id="105358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587"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588"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589"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90"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91"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50" name=""/>
        <p:cNvGrpSpPr/>
        <p:nvPr/>
      </p:nvGrpSpPr>
      <p:grpSpPr>
        <a:xfrm>
          <a:off x="0" y="0"/>
          <a:ext cx="0" cy="0"/>
          <a:chOff x="0" y="0"/>
          <a:chExt cx="0" cy="0"/>
        </a:xfrm>
      </p:grpSpPr>
      <p:sp>
        <p:nvSpPr>
          <p:cNvPr id="105353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538"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3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4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4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59" name=""/>
        <p:cNvGrpSpPr/>
        <p:nvPr/>
      </p:nvGrpSpPr>
      <p:grpSpPr>
        <a:xfrm>
          <a:off x="0" y="0"/>
          <a:ext cx="0" cy="0"/>
          <a:chOff x="0" y="0"/>
          <a:chExt cx="0" cy="0"/>
        </a:xfrm>
      </p:grpSpPr>
      <p:sp>
        <p:nvSpPr>
          <p:cNvPr id="105359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59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59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9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9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60" name=""/>
        <p:cNvGrpSpPr/>
        <p:nvPr/>
      </p:nvGrpSpPr>
      <p:grpSpPr>
        <a:xfrm>
          <a:off x="0" y="0"/>
          <a:ext cx="0" cy="0"/>
          <a:chOff x="0" y="0"/>
          <a:chExt cx="0" cy="0"/>
        </a:xfrm>
      </p:grpSpPr>
      <p:sp>
        <p:nvSpPr>
          <p:cNvPr id="105359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598"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99"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0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0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0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56" name=""/>
        <p:cNvGrpSpPr/>
        <p:nvPr/>
      </p:nvGrpSpPr>
      <p:grpSpPr>
        <a:xfrm>
          <a:off x="0" y="0"/>
          <a:ext cx="0" cy="0"/>
          <a:chOff x="0" y="0"/>
          <a:chExt cx="0" cy="0"/>
        </a:xfrm>
      </p:grpSpPr>
      <p:sp>
        <p:nvSpPr>
          <p:cNvPr id="10535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57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57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7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57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7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7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7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63" name=""/>
        <p:cNvGrpSpPr/>
        <p:nvPr/>
      </p:nvGrpSpPr>
      <p:grpSpPr>
        <a:xfrm>
          <a:off x="0" y="0"/>
          <a:ext cx="0" cy="0"/>
          <a:chOff x="0" y="0"/>
          <a:chExt cx="0" cy="0"/>
        </a:xfrm>
      </p:grpSpPr>
      <p:sp>
        <p:nvSpPr>
          <p:cNvPr id="105361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18"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19"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20"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616" name=""/>
        <p:cNvGrpSpPr/>
        <p:nvPr/>
      </p:nvGrpSpPr>
      <p:grpSpPr>
        <a:xfrm>
          <a:off x="0" y="0"/>
          <a:ext cx="0" cy="0"/>
          <a:chOff x="0" y="0"/>
          <a:chExt cx="0" cy="0"/>
        </a:xfrm>
      </p:grpSpPr>
      <p:sp>
        <p:nvSpPr>
          <p:cNvPr id="1049709"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10"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11"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51" name=""/>
        <p:cNvGrpSpPr/>
        <p:nvPr/>
      </p:nvGrpSpPr>
      <p:grpSpPr>
        <a:xfrm>
          <a:off x="0" y="0"/>
          <a:ext cx="0" cy="0"/>
          <a:chOff x="0" y="0"/>
          <a:chExt cx="0" cy="0"/>
        </a:xfrm>
      </p:grpSpPr>
      <p:sp>
        <p:nvSpPr>
          <p:cNvPr id="105354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54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4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54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4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4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57" name=""/>
        <p:cNvGrpSpPr/>
        <p:nvPr/>
      </p:nvGrpSpPr>
      <p:grpSpPr>
        <a:xfrm>
          <a:off x="0" y="0"/>
          <a:ext cx="0" cy="0"/>
          <a:chOff x="0" y="0"/>
          <a:chExt cx="0" cy="0"/>
        </a:xfrm>
      </p:grpSpPr>
      <p:sp>
        <p:nvSpPr>
          <p:cNvPr id="1053580"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581"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582"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58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8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8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65" name=""/>
        <p:cNvGrpSpPr/>
        <p:nvPr/>
      </p:nvGrpSpPr>
      <p:grpSpPr>
        <a:xfrm>
          <a:off x="0" y="0"/>
          <a:ext cx="0" cy="0"/>
          <a:chOff x="0" y="0"/>
          <a:chExt cx="0" cy="0"/>
        </a:xfrm>
      </p:grpSpPr>
      <p:sp>
        <p:nvSpPr>
          <p:cNvPr id="105362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2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2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3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3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55" name=""/>
        <p:cNvGrpSpPr/>
        <p:nvPr/>
      </p:nvGrpSpPr>
      <p:grpSpPr>
        <a:xfrm>
          <a:off x="0" y="0"/>
          <a:ext cx="0" cy="0"/>
          <a:chOff x="0" y="0"/>
          <a:chExt cx="0" cy="0"/>
        </a:xfrm>
      </p:grpSpPr>
      <p:sp>
        <p:nvSpPr>
          <p:cNvPr id="105356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56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6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7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7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64" name=""/>
        <p:cNvGrpSpPr/>
        <p:nvPr/>
      </p:nvGrpSpPr>
      <p:grpSpPr>
        <a:xfrm>
          <a:off x="0" y="0"/>
          <a:ext cx="0" cy="0"/>
          <a:chOff x="0" y="0"/>
          <a:chExt cx="0" cy="0"/>
        </a:xfrm>
      </p:grpSpPr>
      <p:sp>
        <p:nvSpPr>
          <p:cNvPr id="105362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62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23"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2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2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2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52" name=""/>
        <p:cNvGrpSpPr/>
        <p:nvPr/>
      </p:nvGrpSpPr>
      <p:grpSpPr>
        <a:xfrm>
          <a:off x="0" y="0"/>
          <a:ext cx="0" cy="0"/>
          <a:chOff x="0" y="0"/>
          <a:chExt cx="0" cy="0"/>
        </a:xfrm>
      </p:grpSpPr>
      <p:sp>
        <p:nvSpPr>
          <p:cNvPr id="105354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54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5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5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5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5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5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54" name=""/>
        <p:cNvGrpSpPr/>
        <p:nvPr/>
      </p:nvGrpSpPr>
      <p:grpSpPr>
        <a:xfrm>
          <a:off x="0" y="0"/>
          <a:ext cx="0" cy="0"/>
          <a:chOff x="0" y="0"/>
          <a:chExt cx="0" cy="0"/>
        </a:xfrm>
      </p:grpSpPr>
      <p:sp>
        <p:nvSpPr>
          <p:cNvPr id="105356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56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6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6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56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6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6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61" name=""/>
        <p:cNvGrpSpPr/>
        <p:nvPr/>
      </p:nvGrpSpPr>
      <p:grpSpPr>
        <a:xfrm>
          <a:off x="0" y="0"/>
          <a:ext cx="0" cy="0"/>
          <a:chOff x="0" y="0"/>
          <a:chExt cx="0" cy="0"/>
        </a:xfrm>
      </p:grpSpPr>
      <p:sp>
        <p:nvSpPr>
          <p:cNvPr id="1053603"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604"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0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06"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07"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0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0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1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53" name=""/>
        <p:cNvGrpSpPr/>
        <p:nvPr/>
      </p:nvGrpSpPr>
      <p:grpSpPr>
        <a:xfrm>
          <a:off x="0" y="0"/>
          <a:ext cx="0" cy="0"/>
          <a:chOff x="0" y="0"/>
          <a:chExt cx="0" cy="0"/>
        </a:xfrm>
      </p:grpSpPr>
      <p:sp>
        <p:nvSpPr>
          <p:cNvPr id="105355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55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55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5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55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62" name=""/>
        <p:cNvGrpSpPr/>
        <p:nvPr/>
      </p:nvGrpSpPr>
      <p:grpSpPr>
        <a:xfrm>
          <a:off x="0" y="0"/>
          <a:ext cx="0" cy="0"/>
          <a:chOff x="0" y="0"/>
          <a:chExt cx="0" cy="0"/>
        </a:xfrm>
      </p:grpSpPr>
      <p:sp>
        <p:nvSpPr>
          <p:cNvPr id="1053611"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612"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613"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614"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615"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616"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49" name=""/>
        <p:cNvGrpSpPr/>
        <p:nvPr/>
      </p:nvGrpSpPr>
      <p:grpSpPr>
        <a:xfrm>
          <a:off x="0" y="0"/>
          <a:ext cx="0" cy="0"/>
          <a:chOff x="0" y="0"/>
          <a:chExt cx="0" cy="0"/>
        </a:xfrm>
      </p:grpSpPr>
      <p:sp>
        <p:nvSpPr>
          <p:cNvPr id="1051852"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853"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854"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855"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56"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57"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346" name=""/>
        <p:cNvGrpSpPr/>
        <p:nvPr/>
      </p:nvGrpSpPr>
      <p:grpSpPr>
        <a:xfrm>
          <a:off x="0" y="0"/>
          <a:ext cx="0" cy="0"/>
          <a:chOff x="0" y="0"/>
          <a:chExt cx="0" cy="0"/>
        </a:xfrm>
      </p:grpSpPr>
      <p:sp>
        <p:nvSpPr>
          <p:cNvPr id="105183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83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3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3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3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53" name=""/>
        <p:cNvGrpSpPr/>
        <p:nvPr/>
      </p:nvGrpSpPr>
      <p:grpSpPr>
        <a:xfrm>
          <a:off x="0" y="0"/>
          <a:ext cx="0" cy="0"/>
          <a:chOff x="0" y="0"/>
          <a:chExt cx="0" cy="0"/>
        </a:xfrm>
      </p:grpSpPr>
      <p:sp>
        <p:nvSpPr>
          <p:cNvPr id="1051877"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878"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87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8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8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345" name=""/>
        <p:cNvGrpSpPr/>
        <p:nvPr/>
      </p:nvGrpSpPr>
      <p:grpSpPr>
        <a:xfrm>
          <a:off x="0" y="0"/>
          <a:ext cx="0" cy="0"/>
          <a:chOff x="0" y="0"/>
          <a:chExt cx="0" cy="0"/>
        </a:xfrm>
      </p:grpSpPr>
      <p:sp>
        <p:nvSpPr>
          <p:cNvPr id="105182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829"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30"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3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3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3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50" name=""/>
        <p:cNvGrpSpPr/>
        <p:nvPr/>
      </p:nvGrpSpPr>
      <p:grpSpPr>
        <a:xfrm>
          <a:off x="0" y="0"/>
          <a:ext cx="0" cy="0"/>
          <a:chOff x="0" y="0"/>
          <a:chExt cx="0" cy="0"/>
        </a:xfrm>
      </p:grpSpPr>
      <p:sp>
        <p:nvSpPr>
          <p:cNvPr id="105185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859"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860"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61"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862"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6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6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6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56" name=""/>
        <p:cNvGrpSpPr/>
        <p:nvPr/>
      </p:nvGrpSpPr>
      <p:grpSpPr>
        <a:xfrm>
          <a:off x="0" y="0"/>
          <a:ext cx="0" cy="0"/>
          <a:chOff x="0" y="0"/>
          <a:chExt cx="0" cy="0"/>
        </a:xfrm>
      </p:grpSpPr>
      <p:sp>
        <p:nvSpPr>
          <p:cNvPr id="105189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895"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96"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97"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96" name=""/>
        <p:cNvGrpSpPr/>
        <p:nvPr/>
      </p:nvGrpSpPr>
      <p:grpSpPr>
        <a:xfrm>
          <a:off x="0" y="0"/>
          <a:ext cx="0" cy="0"/>
          <a:chOff x="0" y="0"/>
          <a:chExt cx="0" cy="0"/>
        </a:xfrm>
      </p:grpSpPr>
      <p:sp>
        <p:nvSpPr>
          <p:cNvPr id="104969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9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9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357" name=""/>
        <p:cNvGrpSpPr/>
        <p:nvPr/>
      </p:nvGrpSpPr>
      <p:grpSpPr>
        <a:xfrm>
          <a:off x="0" y="0"/>
          <a:ext cx="0" cy="0"/>
          <a:chOff x="0" y="0"/>
          <a:chExt cx="0" cy="0"/>
        </a:xfrm>
      </p:grpSpPr>
      <p:sp>
        <p:nvSpPr>
          <p:cNvPr id="1051898"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899"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00"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90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0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0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51" name=""/>
        <p:cNvGrpSpPr/>
        <p:nvPr/>
      </p:nvGrpSpPr>
      <p:grpSpPr>
        <a:xfrm>
          <a:off x="0" y="0"/>
          <a:ext cx="0" cy="0"/>
          <a:chOff x="0" y="0"/>
          <a:chExt cx="0" cy="0"/>
        </a:xfrm>
      </p:grpSpPr>
      <p:sp>
        <p:nvSpPr>
          <p:cNvPr id="105186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86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86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86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7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7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343" name=""/>
        <p:cNvGrpSpPr/>
        <p:nvPr/>
      </p:nvGrpSpPr>
      <p:grpSpPr>
        <a:xfrm>
          <a:off x="0" y="0"/>
          <a:ext cx="0" cy="0"/>
          <a:chOff x="0" y="0"/>
          <a:chExt cx="0" cy="0"/>
        </a:xfrm>
      </p:grpSpPr>
      <p:sp>
        <p:nvSpPr>
          <p:cNvPr id="105181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81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1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1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1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54" name=""/>
        <p:cNvGrpSpPr/>
        <p:nvPr/>
      </p:nvGrpSpPr>
      <p:grpSpPr>
        <a:xfrm>
          <a:off x="0" y="0"/>
          <a:ext cx="0" cy="0"/>
          <a:chOff x="0" y="0"/>
          <a:chExt cx="0" cy="0"/>
        </a:xfrm>
      </p:grpSpPr>
      <p:sp>
        <p:nvSpPr>
          <p:cNvPr id="105188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88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8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8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8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348" name=""/>
        <p:cNvGrpSpPr/>
        <p:nvPr/>
      </p:nvGrpSpPr>
      <p:grpSpPr>
        <a:xfrm>
          <a:off x="0" y="0"/>
          <a:ext cx="0" cy="0"/>
          <a:chOff x="0" y="0"/>
          <a:chExt cx="0" cy="0"/>
        </a:xfrm>
      </p:grpSpPr>
      <p:sp>
        <p:nvSpPr>
          <p:cNvPr id="105184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84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48"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4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5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5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47" name=""/>
        <p:cNvGrpSpPr/>
        <p:nvPr/>
      </p:nvGrpSpPr>
      <p:grpSpPr>
        <a:xfrm>
          <a:off x="0" y="0"/>
          <a:ext cx="0" cy="0"/>
          <a:chOff x="0" y="0"/>
          <a:chExt cx="0" cy="0"/>
        </a:xfrm>
      </p:grpSpPr>
      <p:sp>
        <p:nvSpPr>
          <p:cNvPr id="105183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840"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4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4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4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4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4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355" name=""/>
        <p:cNvGrpSpPr/>
        <p:nvPr/>
      </p:nvGrpSpPr>
      <p:grpSpPr>
        <a:xfrm>
          <a:off x="0" y="0"/>
          <a:ext cx="0" cy="0"/>
          <a:chOff x="0" y="0"/>
          <a:chExt cx="0" cy="0"/>
        </a:xfrm>
      </p:grpSpPr>
      <p:sp>
        <p:nvSpPr>
          <p:cNvPr id="105188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88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8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9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9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9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9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44" name=""/>
        <p:cNvGrpSpPr/>
        <p:nvPr/>
      </p:nvGrpSpPr>
      <p:grpSpPr>
        <a:xfrm>
          <a:off x="0" y="0"/>
          <a:ext cx="0" cy="0"/>
          <a:chOff x="0" y="0"/>
          <a:chExt cx="0" cy="0"/>
        </a:xfrm>
      </p:grpSpPr>
      <p:sp>
        <p:nvSpPr>
          <p:cNvPr id="1051820"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821"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2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23"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24"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82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2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2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52" name=""/>
        <p:cNvGrpSpPr/>
        <p:nvPr/>
      </p:nvGrpSpPr>
      <p:grpSpPr>
        <a:xfrm>
          <a:off x="0" y="0"/>
          <a:ext cx="0" cy="0"/>
          <a:chOff x="0" y="0"/>
          <a:chExt cx="0" cy="0"/>
        </a:xfrm>
      </p:grpSpPr>
      <p:sp>
        <p:nvSpPr>
          <p:cNvPr id="1051872"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87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874"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75"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876"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4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58" name=""/>
        <p:cNvGrpSpPr/>
        <p:nvPr/>
      </p:nvGrpSpPr>
      <p:grpSpPr>
        <a:xfrm>
          <a:off x="0" y="0"/>
          <a:ext cx="0" cy="0"/>
          <a:chOff x="0" y="0"/>
          <a:chExt cx="0" cy="0"/>
        </a:xfrm>
      </p:grpSpPr>
      <p:sp>
        <p:nvSpPr>
          <p:cNvPr id="1051904"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905"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906"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907"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908"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909"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63" name=""/>
        <p:cNvGrpSpPr/>
        <p:nvPr/>
      </p:nvGrpSpPr>
      <p:grpSpPr>
        <a:xfrm>
          <a:off x="0" y="0"/>
          <a:ext cx="0" cy="0"/>
          <a:chOff x="0" y="0"/>
          <a:chExt cx="0" cy="0"/>
        </a:xfrm>
      </p:grpSpPr>
      <p:sp>
        <p:nvSpPr>
          <p:cNvPr id="1053017"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018"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019"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020"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21"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22"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567" name=""/>
        <p:cNvGrpSpPr/>
        <p:nvPr/>
      </p:nvGrpSpPr>
      <p:grpSpPr>
        <a:xfrm>
          <a:off x="0" y="0"/>
          <a:ext cx="0" cy="0"/>
          <a:chOff x="0" y="0"/>
          <a:chExt cx="0" cy="0"/>
        </a:xfrm>
      </p:grpSpPr>
      <p:sp>
        <p:nvSpPr>
          <p:cNvPr id="105304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04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4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4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4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61" name=""/>
        <p:cNvGrpSpPr/>
        <p:nvPr/>
      </p:nvGrpSpPr>
      <p:grpSpPr>
        <a:xfrm>
          <a:off x="0" y="0"/>
          <a:ext cx="0" cy="0"/>
          <a:chOff x="0" y="0"/>
          <a:chExt cx="0" cy="0"/>
        </a:xfrm>
      </p:grpSpPr>
      <p:sp>
        <p:nvSpPr>
          <p:cNvPr id="1053007"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008"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00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1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1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55" name=""/>
        <p:cNvGrpSpPr/>
        <p:nvPr/>
      </p:nvGrpSpPr>
      <p:grpSpPr>
        <a:xfrm>
          <a:off x="0" y="0"/>
          <a:ext cx="0" cy="0"/>
          <a:chOff x="0" y="0"/>
          <a:chExt cx="0" cy="0"/>
        </a:xfrm>
      </p:grpSpPr>
      <p:sp>
        <p:nvSpPr>
          <p:cNvPr id="105297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7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7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7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7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7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64" name=""/>
        <p:cNvGrpSpPr/>
        <p:nvPr/>
      </p:nvGrpSpPr>
      <p:grpSpPr>
        <a:xfrm>
          <a:off x="0" y="0"/>
          <a:ext cx="0" cy="0"/>
          <a:chOff x="0" y="0"/>
          <a:chExt cx="0" cy="0"/>
        </a:xfrm>
      </p:grpSpPr>
      <p:sp>
        <p:nvSpPr>
          <p:cNvPr id="105302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02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02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2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02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2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2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3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57" name=""/>
        <p:cNvGrpSpPr/>
        <p:nvPr/>
      </p:nvGrpSpPr>
      <p:grpSpPr>
        <a:xfrm>
          <a:off x="0" y="0"/>
          <a:ext cx="0" cy="0"/>
          <a:chOff x="0" y="0"/>
          <a:chExt cx="0" cy="0"/>
        </a:xfrm>
      </p:grpSpPr>
      <p:sp>
        <p:nvSpPr>
          <p:cNvPr id="10529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644" name=""/>
        <p:cNvGrpSpPr/>
        <p:nvPr/>
      </p:nvGrpSpPr>
      <p:grpSpPr>
        <a:xfrm>
          <a:off x="0" y="0"/>
          <a:ext cx="0" cy="0"/>
          <a:chOff x="0" y="0"/>
          <a:chExt cx="0" cy="0"/>
        </a:xfrm>
      </p:grpSpPr>
      <p:sp>
        <p:nvSpPr>
          <p:cNvPr id="1049766"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67"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68"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566" name=""/>
        <p:cNvGrpSpPr/>
        <p:nvPr/>
      </p:nvGrpSpPr>
      <p:grpSpPr>
        <a:xfrm>
          <a:off x="0" y="0"/>
          <a:ext cx="0" cy="0"/>
          <a:chOff x="0" y="0"/>
          <a:chExt cx="0" cy="0"/>
        </a:xfrm>
      </p:grpSpPr>
      <p:sp>
        <p:nvSpPr>
          <p:cNvPr id="1053036"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037"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38"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03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4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4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58" name=""/>
        <p:cNvGrpSpPr/>
        <p:nvPr/>
      </p:nvGrpSpPr>
      <p:grpSpPr>
        <a:xfrm>
          <a:off x="0" y="0"/>
          <a:ext cx="0" cy="0"/>
          <a:chOff x="0" y="0"/>
          <a:chExt cx="0" cy="0"/>
        </a:xfrm>
      </p:grpSpPr>
      <p:sp>
        <p:nvSpPr>
          <p:cNvPr id="1052989"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990"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99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99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9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9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59" name=""/>
        <p:cNvGrpSpPr/>
        <p:nvPr/>
      </p:nvGrpSpPr>
      <p:grpSpPr>
        <a:xfrm>
          <a:off x="0" y="0"/>
          <a:ext cx="0" cy="0"/>
          <a:chOff x="0" y="0"/>
          <a:chExt cx="0" cy="0"/>
        </a:xfrm>
      </p:grpSpPr>
      <p:sp>
        <p:nvSpPr>
          <p:cNvPr id="105299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9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9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9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9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565" name=""/>
        <p:cNvGrpSpPr/>
        <p:nvPr/>
      </p:nvGrpSpPr>
      <p:grpSpPr>
        <a:xfrm>
          <a:off x="0" y="0"/>
          <a:ext cx="0" cy="0"/>
          <a:chOff x="0" y="0"/>
          <a:chExt cx="0" cy="0"/>
        </a:xfrm>
      </p:grpSpPr>
      <p:sp>
        <p:nvSpPr>
          <p:cNvPr id="1053031"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032"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3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3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3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556" name=""/>
        <p:cNvGrpSpPr/>
        <p:nvPr/>
      </p:nvGrpSpPr>
      <p:grpSpPr>
        <a:xfrm>
          <a:off x="0" y="0"/>
          <a:ext cx="0" cy="0"/>
          <a:chOff x="0" y="0"/>
          <a:chExt cx="0" cy="0"/>
        </a:xfrm>
      </p:grpSpPr>
      <p:sp>
        <p:nvSpPr>
          <p:cNvPr id="105297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8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8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8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8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8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568" name=""/>
        <p:cNvGrpSpPr/>
        <p:nvPr/>
      </p:nvGrpSpPr>
      <p:grpSpPr>
        <a:xfrm>
          <a:off x="0" y="0"/>
          <a:ext cx="0" cy="0"/>
          <a:chOff x="0" y="0"/>
          <a:chExt cx="0" cy="0"/>
        </a:xfrm>
      </p:grpSpPr>
      <p:sp>
        <p:nvSpPr>
          <p:cNvPr id="105304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4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4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5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5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560" name=""/>
        <p:cNvGrpSpPr/>
        <p:nvPr/>
      </p:nvGrpSpPr>
      <p:grpSpPr>
        <a:xfrm>
          <a:off x="0" y="0"/>
          <a:ext cx="0" cy="0"/>
          <a:chOff x="0" y="0"/>
          <a:chExt cx="0" cy="0"/>
        </a:xfrm>
      </p:grpSpPr>
      <p:sp>
        <p:nvSpPr>
          <p:cNvPr id="105300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0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0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0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0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0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0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569" name=""/>
        <p:cNvGrpSpPr/>
        <p:nvPr/>
      </p:nvGrpSpPr>
      <p:grpSpPr>
        <a:xfrm>
          <a:off x="0" y="0"/>
          <a:ext cx="0" cy="0"/>
          <a:chOff x="0" y="0"/>
          <a:chExt cx="0" cy="0"/>
        </a:xfrm>
      </p:grpSpPr>
      <p:sp>
        <p:nvSpPr>
          <p:cNvPr id="105305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5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5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6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6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62" name=""/>
        <p:cNvGrpSpPr/>
        <p:nvPr/>
      </p:nvGrpSpPr>
      <p:grpSpPr>
        <a:xfrm>
          <a:off x="0" y="0"/>
          <a:ext cx="0" cy="0"/>
          <a:chOff x="0" y="0"/>
          <a:chExt cx="0" cy="0"/>
        </a:xfrm>
      </p:grpSpPr>
      <p:sp>
        <p:nvSpPr>
          <p:cNvPr id="1053012"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1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014"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15"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16"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54" name=""/>
        <p:cNvGrpSpPr/>
        <p:nvPr/>
      </p:nvGrpSpPr>
      <p:grpSpPr>
        <a:xfrm>
          <a:off x="0" y="0"/>
          <a:ext cx="0" cy="0"/>
          <a:chOff x="0" y="0"/>
          <a:chExt cx="0" cy="0"/>
        </a:xfrm>
      </p:grpSpPr>
      <p:sp>
        <p:nvSpPr>
          <p:cNvPr id="105296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968"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969"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970"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971"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972"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77" name=""/>
        <p:cNvGrpSpPr/>
        <p:nvPr/>
      </p:nvGrpSpPr>
      <p:grpSpPr>
        <a:xfrm>
          <a:off x="0" y="0"/>
          <a:ext cx="0" cy="0"/>
          <a:chOff x="0" y="0"/>
          <a:chExt cx="0" cy="0"/>
        </a:xfrm>
      </p:grpSpPr>
      <p:sp>
        <p:nvSpPr>
          <p:cNvPr id="105310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10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10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10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0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0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584" name=""/>
        <p:cNvGrpSpPr/>
        <p:nvPr/>
      </p:nvGrpSpPr>
      <p:grpSpPr>
        <a:xfrm>
          <a:off x="0" y="0"/>
          <a:ext cx="0" cy="0"/>
          <a:chOff x="0" y="0"/>
          <a:chExt cx="0" cy="0"/>
        </a:xfrm>
      </p:grpSpPr>
      <p:sp>
        <p:nvSpPr>
          <p:cNvPr id="105314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148"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4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5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5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74" name=""/>
        <p:cNvGrpSpPr/>
        <p:nvPr/>
      </p:nvGrpSpPr>
      <p:grpSpPr>
        <a:xfrm>
          <a:off x="0" y="0"/>
          <a:ext cx="0" cy="0"/>
          <a:chOff x="0" y="0"/>
          <a:chExt cx="0" cy="0"/>
        </a:xfrm>
      </p:grpSpPr>
      <p:sp>
        <p:nvSpPr>
          <p:cNvPr id="105308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08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08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8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8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73" name=""/>
        <p:cNvGrpSpPr/>
        <p:nvPr/>
      </p:nvGrpSpPr>
      <p:grpSpPr>
        <a:xfrm>
          <a:off x="0" y="0"/>
          <a:ext cx="0" cy="0"/>
          <a:chOff x="0" y="0"/>
          <a:chExt cx="0" cy="0"/>
        </a:xfrm>
      </p:grpSpPr>
      <p:sp>
        <p:nvSpPr>
          <p:cNvPr id="105307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08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8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8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8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8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81" name=""/>
        <p:cNvGrpSpPr/>
        <p:nvPr/>
      </p:nvGrpSpPr>
      <p:grpSpPr>
        <a:xfrm>
          <a:off x="0" y="0"/>
          <a:ext cx="0" cy="0"/>
          <a:chOff x="0" y="0"/>
          <a:chExt cx="0" cy="0"/>
        </a:xfrm>
      </p:grpSpPr>
      <p:sp>
        <p:nvSpPr>
          <p:cNvPr id="105312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126"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127"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28"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129"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30"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31"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32"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70" name=""/>
        <p:cNvGrpSpPr/>
        <p:nvPr/>
      </p:nvGrpSpPr>
      <p:grpSpPr>
        <a:xfrm>
          <a:off x="0" y="0"/>
          <a:ext cx="0" cy="0"/>
          <a:chOff x="0" y="0"/>
          <a:chExt cx="0" cy="0"/>
        </a:xfrm>
      </p:grpSpPr>
      <p:sp>
        <p:nvSpPr>
          <p:cNvPr id="105306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06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6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6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678" name=""/>
        <p:cNvGrpSpPr/>
        <p:nvPr/>
      </p:nvGrpSpPr>
      <p:grpSpPr>
        <a:xfrm>
          <a:off x="0" y="0"/>
          <a:ext cx="0" cy="0"/>
          <a:chOff x="0" y="0"/>
          <a:chExt cx="0" cy="0"/>
        </a:xfrm>
      </p:grpSpPr>
      <p:sp>
        <p:nvSpPr>
          <p:cNvPr id="1049855"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56"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57"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576" name=""/>
        <p:cNvGrpSpPr/>
        <p:nvPr/>
      </p:nvGrpSpPr>
      <p:grpSpPr>
        <a:xfrm>
          <a:off x="0" y="0"/>
          <a:ext cx="0" cy="0"/>
          <a:chOff x="0" y="0"/>
          <a:chExt cx="0" cy="0"/>
        </a:xfrm>
      </p:grpSpPr>
      <p:sp>
        <p:nvSpPr>
          <p:cNvPr id="1053095"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096"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97"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09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9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0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82" name=""/>
        <p:cNvGrpSpPr/>
        <p:nvPr/>
      </p:nvGrpSpPr>
      <p:grpSpPr>
        <a:xfrm>
          <a:off x="0" y="0"/>
          <a:ext cx="0" cy="0"/>
          <a:chOff x="0" y="0"/>
          <a:chExt cx="0" cy="0"/>
        </a:xfrm>
      </p:grpSpPr>
      <p:sp>
        <p:nvSpPr>
          <p:cNvPr id="1053133"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134"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135"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13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3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3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78" name=""/>
        <p:cNvGrpSpPr/>
        <p:nvPr/>
      </p:nvGrpSpPr>
      <p:grpSpPr>
        <a:xfrm>
          <a:off x="0" y="0"/>
          <a:ext cx="0" cy="0"/>
          <a:chOff x="0" y="0"/>
          <a:chExt cx="0" cy="0"/>
        </a:xfrm>
      </p:grpSpPr>
      <p:sp>
        <p:nvSpPr>
          <p:cNvPr id="105310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10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0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1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1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585" name=""/>
        <p:cNvGrpSpPr/>
        <p:nvPr/>
      </p:nvGrpSpPr>
      <p:grpSpPr>
        <a:xfrm>
          <a:off x="0" y="0"/>
          <a:ext cx="0" cy="0"/>
          <a:chOff x="0" y="0"/>
          <a:chExt cx="0" cy="0"/>
        </a:xfrm>
      </p:grpSpPr>
      <p:sp>
        <p:nvSpPr>
          <p:cNvPr id="105315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15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5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5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5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579" name=""/>
        <p:cNvGrpSpPr/>
        <p:nvPr/>
      </p:nvGrpSpPr>
      <p:grpSpPr>
        <a:xfrm>
          <a:off x="0" y="0"/>
          <a:ext cx="0" cy="0"/>
          <a:chOff x="0" y="0"/>
          <a:chExt cx="0" cy="0"/>
        </a:xfrm>
      </p:grpSpPr>
      <p:sp>
        <p:nvSpPr>
          <p:cNvPr id="105311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1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14"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1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1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1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580" name=""/>
        <p:cNvGrpSpPr/>
        <p:nvPr/>
      </p:nvGrpSpPr>
      <p:grpSpPr>
        <a:xfrm>
          <a:off x="0" y="0"/>
          <a:ext cx="0" cy="0"/>
          <a:chOff x="0" y="0"/>
          <a:chExt cx="0" cy="0"/>
        </a:xfrm>
      </p:grpSpPr>
      <p:sp>
        <p:nvSpPr>
          <p:cNvPr id="105311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1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2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2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2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2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2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571" name=""/>
        <p:cNvGrpSpPr/>
        <p:nvPr/>
      </p:nvGrpSpPr>
      <p:grpSpPr>
        <a:xfrm>
          <a:off x="0" y="0"/>
          <a:ext cx="0" cy="0"/>
          <a:chOff x="0" y="0"/>
          <a:chExt cx="0" cy="0"/>
        </a:xfrm>
      </p:grpSpPr>
      <p:sp>
        <p:nvSpPr>
          <p:cNvPr id="105306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6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6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6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07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7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7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583" name=""/>
        <p:cNvGrpSpPr/>
        <p:nvPr/>
      </p:nvGrpSpPr>
      <p:grpSpPr>
        <a:xfrm>
          <a:off x="0" y="0"/>
          <a:ext cx="0" cy="0"/>
          <a:chOff x="0" y="0"/>
          <a:chExt cx="0" cy="0"/>
        </a:xfrm>
      </p:grpSpPr>
      <p:sp>
        <p:nvSpPr>
          <p:cNvPr id="1053139"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40"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4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42"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43"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4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4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4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75" name=""/>
        <p:cNvGrpSpPr/>
        <p:nvPr/>
      </p:nvGrpSpPr>
      <p:grpSpPr>
        <a:xfrm>
          <a:off x="0" y="0"/>
          <a:ext cx="0" cy="0"/>
          <a:chOff x="0" y="0"/>
          <a:chExt cx="0" cy="0"/>
        </a:xfrm>
      </p:grpSpPr>
      <p:sp>
        <p:nvSpPr>
          <p:cNvPr id="10530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0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0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0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7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72" name=""/>
        <p:cNvGrpSpPr/>
        <p:nvPr/>
      </p:nvGrpSpPr>
      <p:grpSpPr>
        <a:xfrm>
          <a:off x="0" y="0"/>
          <a:ext cx="0" cy="0"/>
          <a:chOff x="0" y="0"/>
          <a:chExt cx="0" cy="0"/>
        </a:xfrm>
      </p:grpSpPr>
      <p:sp>
        <p:nvSpPr>
          <p:cNvPr id="1053073"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074"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075"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076"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077"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078"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700" name=""/>
        <p:cNvGrpSpPr/>
        <p:nvPr/>
      </p:nvGrpSpPr>
      <p:grpSpPr>
        <a:xfrm>
          <a:off x="0" y="0"/>
          <a:ext cx="0" cy="0"/>
          <a:chOff x="0" y="0"/>
          <a:chExt cx="0" cy="0"/>
        </a:xfrm>
      </p:grpSpPr>
      <p:sp>
        <p:nvSpPr>
          <p:cNvPr id="1049873"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49874"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49875"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49876"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77"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78"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32" name=""/>
        <p:cNvGrpSpPr/>
        <p:nvPr/>
      </p:nvGrpSpPr>
      <p:grpSpPr>
        <a:xfrm>
          <a:off x="0" y="0"/>
          <a:ext cx="0" cy="0"/>
          <a:chOff x="0" y="0"/>
          <a:chExt cx="0" cy="0"/>
        </a:xfrm>
      </p:grpSpPr>
      <p:sp>
        <p:nvSpPr>
          <p:cNvPr id="105402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02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2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2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2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39" name=""/>
        <p:cNvGrpSpPr/>
        <p:nvPr/>
      </p:nvGrpSpPr>
      <p:grpSpPr>
        <a:xfrm>
          <a:off x="0" y="0"/>
          <a:ext cx="0" cy="0"/>
          <a:chOff x="0" y="0"/>
          <a:chExt cx="0" cy="0"/>
        </a:xfrm>
      </p:grpSpPr>
      <p:sp>
        <p:nvSpPr>
          <p:cNvPr id="105406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06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06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6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6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34" name=""/>
        <p:cNvGrpSpPr/>
        <p:nvPr/>
      </p:nvGrpSpPr>
      <p:grpSpPr>
        <a:xfrm>
          <a:off x="0" y="0"/>
          <a:ext cx="0" cy="0"/>
          <a:chOff x="0" y="0"/>
          <a:chExt cx="0" cy="0"/>
        </a:xfrm>
      </p:grpSpPr>
      <p:sp>
        <p:nvSpPr>
          <p:cNvPr id="105403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039"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40"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4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4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4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41" name=""/>
        <p:cNvGrpSpPr/>
        <p:nvPr/>
      </p:nvGrpSpPr>
      <p:grpSpPr>
        <a:xfrm>
          <a:off x="0" y="0"/>
          <a:ext cx="0" cy="0"/>
          <a:chOff x="0" y="0"/>
          <a:chExt cx="0" cy="0"/>
        </a:xfrm>
      </p:grpSpPr>
      <p:sp>
        <p:nvSpPr>
          <p:cNvPr id="105407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078"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079"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80"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081"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8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8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8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37" name=""/>
        <p:cNvGrpSpPr/>
        <p:nvPr/>
      </p:nvGrpSpPr>
      <p:grpSpPr>
        <a:xfrm>
          <a:off x="0" y="0"/>
          <a:ext cx="0" cy="0"/>
          <a:chOff x="0" y="0"/>
          <a:chExt cx="0" cy="0"/>
        </a:xfrm>
      </p:grpSpPr>
      <p:sp>
        <p:nvSpPr>
          <p:cNvPr id="10540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05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5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5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698" name=""/>
        <p:cNvGrpSpPr/>
        <p:nvPr/>
      </p:nvGrpSpPr>
      <p:grpSpPr>
        <a:xfrm>
          <a:off x="0" y="0"/>
          <a:ext cx="0" cy="0"/>
          <a:chOff x="0" y="0"/>
          <a:chExt cx="0" cy="0"/>
        </a:xfrm>
      </p:grpSpPr>
      <p:sp>
        <p:nvSpPr>
          <p:cNvPr id="1049869"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70"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71"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30" name=""/>
        <p:cNvGrpSpPr/>
        <p:nvPr/>
      </p:nvGrpSpPr>
      <p:grpSpPr>
        <a:xfrm>
          <a:off x="0" y="0"/>
          <a:ext cx="0" cy="0"/>
          <a:chOff x="0" y="0"/>
          <a:chExt cx="0" cy="0"/>
        </a:xfrm>
      </p:grpSpPr>
      <p:sp>
        <p:nvSpPr>
          <p:cNvPr id="105401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01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1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01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1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1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44" name=""/>
        <p:cNvGrpSpPr/>
        <p:nvPr/>
      </p:nvGrpSpPr>
      <p:grpSpPr>
        <a:xfrm>
          <a:off x="0" y="0"/>
          <a:ext cx="0" cy="0"/>
          <a:chOff x="0" y="0"/>
          <a:chExt cx="0" cy="0"/>
        </a:xfrm>
      </p:grpSpPr>
      <p:sp>
        <p:nvSpPr>
          <p:cNvPr id="105409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09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09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09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9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0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36" name=""/>
        <p:cNvGrpSpPr/>
        <p:nvPr/>
      </p:nvGrpSpPr>
      <p:grpSpPr>
        <a:xfrm>
          <a:off x="0" y="0"/>
          <a:ext cx="0" cy="0"/>
          <a:chOff x="0" y="0"/>
          <a:chExt cx="0" cy="0"/>
        </a:xfrm>
      </p:grpSpPr>
      <p:sp>
        <p:nvSpPr>
          <p:cNvPr id="105405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051"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5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5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5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42" name=""/>
        <p:cNvGrpSpPr/>
        <p:nvPr/>
      </p:nvGrpSpPr>
      <p:grpSpPr>
        <a:xfrm>
          <a:off x="0" y="0"/>
          <a:ext cx="0" cy="0"/>
          <a:chOff x="0" y="0"/>
          <a:chExt cx="0" cy="0"/>
        </a:xfrm>
      </p:grpSpPr>
      <p:sp>
        <p:nvSpPr>
          <p:cNvPr id="105408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08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8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8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8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38" name=""/>
        <p:cNvGrpSpPr/>
        <p:nvPr/>
      </p:nvGrpSpPr>
      <p:grpSpPr>
        <a:xfrm>
          <a:off x="0" y="0"/>
          <a:ext cx="0" cy="0"/>
          <a:chOff x="0" y="0"/>
          <a:chExt cx="0" cy="0"/>
        </a:xfrm>
      </p:grpSpPr>
      <p:sp>
        <p:nvSpPr>
          <p:cNvPr id="105405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6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6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6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6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6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731" name=""/>
        <p:cNvGrpSpPr/>
        <p:nvPr/>
      </p:nvGrpSpPr>
      <p:grpSpPr>
        <a:xfrm>
          <a:off x="0" y="0"/>
          <a:ext cx="0" cy="0"/>
          <a:chOff x="0" y="0"/>
          <a:chExt cx="0" cy="0"/>
        </a:xfrm>
      </p:grpSpPr>
      <p:sp>
        <p:nvSpPr>
          <p:cNvPr id="105401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1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2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2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2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2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2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40" name=""/>
        <p:cNvGrpSpPr/>
        <p:nvPr/>
      </p:nvGrpSpPr>
      <p:grpSpPr>
        <a:xfrm>
          <a:off x="0" y="0"/>
          <a:ext cx="0" cy="0"/>
          <a:chOff x="0" y="0"/>
          <a:chExt cx="0" cy="0"/>
        </a:xfrm>
      </p:grpSpPr>
      <p:sp>
        <p:nvSpPr>
          <p:cNvPr id="105407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7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7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7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7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7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7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33" name=""/>
        <p:cNvGrpSpPr/>
        <p:nvPr/>
      </p:nvGrpSpPr>
      <p:grpSpPr>
        <a:xfrm>
          <a:off x="0" y="0"/>
          <a:ext cx="0" cy="0"/>
          <a:chOff x="0" y="0"/>
          <a:chExt cx="0" cy="0"/>
        </a:xfrm>
      </p:grpSpPr>
      <p:sp>
        <p:nvSpPr>
          <p:cNvPr id="1054030"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31"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3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33"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34"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3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3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3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43" name=""/>
        <p:cNvGrpSpPr/>
        <p:nvPr/>
      </p:nvGrpSpPr>
      <p:grpSpPr>
        <a:xfrm>
          <a:off x="0" y="0"/>
          <a:ext cx="0" cy="0"/>
          <a:chOff x="0" y="0"/>
          <a:chExt cx="0" cy="0"/>
        </a:xfrm>
      </p:grpSpPr>
      <p:sp>
        <p:nvSpPr>
          <p:cNvPr id="10540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0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9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35" name=""/>
        <p:cNvGrpSpPr/>
        <p:nvPr/>
      </p:nvGrpSpPr>
      <p:grpSpPr>
        <a:xfrm>
          <a:off x="0" y="0"/>
          <a:ext cx="0" cy="0"/>
          <a:chOff x="0" y="0"/>
          <a:chExt cx="0" cy="0"/>
        </a:xfrm>
      </p:grpSpPr>
      <p:sp>
        <p:nvSpPr>
          <p:cNvPr id="1054044"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045"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046"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047"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048"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049"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25" name=""/>
        <p:cNvGrpSpPr/>
        <p:nvPr/>
      </p:nvGrpSpPr>
      <p:grpSpPr>
        <a:xfrm>
          <a:off x="0" y="0"/>
          <a:ext cx="0" cy="0"/>
          <a:chOff x="0" y="0"/>
          <a:chExt cx="0" cy="0"/>
        </a:xfrm>
      </p:grpSpPr>
      <p:sp>
        <p:nvSpPr>
          <p:cNvPr id="1053388"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389"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390"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391"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2"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3"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19" name=""/>
        <p:cNvGrpSpPr/>
        <p:nvPr/>
      </p:nvGrpSpPr>
      <p:grpSpPr>
        <a:xfrm>
          <a:off x="0" y="0"/>
          <a:ext cx="0" cy="0"/>
          <a:chOff x="0" y="0"/>
          <a:chExt cx="0" cy="0"/>
        </a:xfrm>
      </p:grpSpPr>
      <p:sp>
        <p:nvSpPr>
          <p:cNvPr id="105335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5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22" name=""/>
        <p:cNvGrpSpPr/>
        <p:nvPr/>
      </p:nvGrpSpPr>
      <p:grpSpPr>
        <a:xfrm>
          <a:off x="0" y="0"/>
          <a:ext cx="0" cy="0"/>
          <a:chOff x="0" y="0"/>
          <a:chExt cx="0" cy="0"/>
        </a:xfrm>
      </p:grpSpPr>
      <p:sp>
        <p:nvSpPr>
          <p:cNvPr id="105337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37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37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29" name=""/>
        <p:cNvGrpSpPr/>
        <p:nvPr/>
      </p:nvGrpSpPr>
      <p:grpSpPr>
        <a:xfrm>
          <a:off x="0" y="0"/>
          <a:ext cx="0" cy="0"/>
          <a:chOff x="0" y="0"/>
          <a:chExt cx="0" cy="0"/>
        </a:xfrm>
      </p:grpSpPr>
      <p:sp>
        <p:nvSpPr>
          <p:cNvPr id="105341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1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24" name=""/>
        <p:cNvGrpSpPr/>
        <p:nvPr/>
      </p:nvGrpSpPr>
      <p:grpSpPr>
        <a:xfrm>
          <a:off x="0" y="0"/>
          <a:ext cx="0" cy="0"/>
          <a:chOff x="0" y="0"/>
          <a:chExt cx="0" cy="0"/>
        </a:xfrm>
      </p:grpSpPr>
      <p:sp>
        <p:nvSpPr>
          <p:cNvPr id="105338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8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38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8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38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8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8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8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32" name=""/>
        <p:cNvGrpSpPr/>
        <p:nvPr/>
      </p:nvGrpSpPr>
      <p:grpSpPr>
        <a:xfrm>
          <a:off x="0" y="0"/>
          <a:ext cx="0" cy="0"/>
          <a:chOff x="0" y="0"/>
          <a:chExt cx="0" cy="0"/>
        </a:xfrm>
      </p:grpSpPr>
      <p:sp>
        <p:nvSpPr>
          <p:cNvPr id="105343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3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48" name=""/>
        <p:cNvGrpSpPr/>
        <p:nvPr/>
      </p:nvGrpSpPr>
      <p:grpSpPr>
        <a:xfrm>
          <a:off x="0" y="0"/>
          <a:ext cx="0" cy="0"/>
          <a:chOff x="0" y="0"/>
          <a:chExt cx="0" cy="0"/>
        </a:xfrm>
      </p:grpSpPr>
      <p:sp>
        <p:nvSpPr>
          <p:cNvPr id="1048585"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6"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7"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20" name=""/>
        <p:cNvGrpSpPr/>
        <p:nvPr/>
      </p:nvGrpSpPr>
      <p:grpSpPr>
        <a:xfrm>
          <a:off x="0" y="0"/>
          <a:ext cx="0" cy="0"/>
          <a:chOff x="0" y="0"/>
          <a:chExt cx="0" cy="0"/>
        </a:xfrm>
      </p:grpSpPr>
      <p:sp>
        <p:nvSpPr>
          <p:cNvPr id="105335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6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6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6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26" name=""/>
        <p:cNvGrpSpPr/>
        <p:nvPr/>
      </p:nvGrpSpPr>
      <p:grpSpPr>
        <a:xfrm>
          <a:off x="0" y="0"/>
          <a:ext cx="0" cy="0"/>
          <a:chOff x="0" y="0"/>
          <a:chExt cx="0" cy="0"/>
        </a:xfrm>
      </p:grpSpPr>
      <p:sp>
        <p:nvSpPr>
          <p:cNvPr id="105339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9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39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9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30" name=""/>
        <p:cNvGrpSpPr/>
        <p:nvPr/>
      </p:nvGrpSpPr>
      <p:grpSpPr>
        <a:xfrm>
          <a:off x="0" y="0"/>
          <a:ext cx="0" cy="0"/>
          <a:chOff x="0" y="0"/>
          <a:chExt cx="0" cy="0"/>
        </a:xfrm>
      </p:grpSpPr>
      <p:sp>
        <p:nvSpPr>
          <p:cNvPr id="105341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2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2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2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21" name=""/>
        <p:cNvGrpSpPr/>
        <p:nvPr/>
      </p:nvGrpSpPr>
      <p:grpSpPr>
        <a:xfrm>
          <a:off x="0" y="0"/>
          <a:ext cx="0" cy="0"/>
          <a:chOff x="0" y="0"/>
          <a:chExt cx="0" cy="0"/>
        </a:xfrm>
      </p:grpSpPr>
      <p:sp>
        <p:nvSpPr>
          <p:cNvPr id="105336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36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6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28" name=""/>
        <p:cNvGrpSpPr/>
        <p:nvPr/>
      </p:nvGrpSpPr>
      <p:grpSpPr>
        <a:xfrm>
          <a:off x="0" y="0"/>
          <a:ext cx="0" cy="0"/>
          <a:chOff x="0" y="0"/>
          <a:chExt cx="0" cy="0"/>
        </a:xfrm>
      </p:grpSpPr>
      <p:sp>
        <p:nvSpPr>
          <p:cNvPr id="10534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0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18" name=""/>
        <p:cNvGrpSpPr/>
        <p:nvPr/>
      </p:nvGrpSpPr>
      <p:grpSpPr>
        <a:xfrm>
          <a:off x="0" y="0"/>
          <a:ext cx="0" cy="0"/>
          <a:chOff x="0" y="0"/>
          <a:chExt cx="0" cy="0"/>
        </a:xfrm>
      </p:grpSpPr>
      <p:sp>
        <p:nvSpPr>
          <p:cNvPr id="105334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4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4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27" name=""/>
        <p:cNvGrpSpPr/>
        <p:nvPr/>
      </p:nvGrpSpPr>
      <p:grpSpPr>
        <a:xfrm>
          <a:off x="0" y="0"/>
          <a:ext cx="0" cy="0"/>
          <a:chOff x="0" y="0"/>
          <a:chExt cx="0" cy="0"/>
        </a:xfrm>
      </p:grpSpPr>
      <p:sp>
        <p:nvSpPr>
          <p:cNvPr id="105340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0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0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0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31" name=""/>
        <p:cNvGrpSpPr/>
        <p:nvPr/>
      </p:nvGrpSpPr>
      <p:grpSpPr>
        <a:xfrm>
          <a:off x="0" y="0"/>
          <a:ext cx="0" cy="0"/>
          <a:chOff x="0" y="0"/>
          <a:chExt cx="0" cy="0"/>
        </a:xfrm>
      </p:grpSpPr>
      <p:sp>
        <p:nvSpPr>
          <p:cNvPr id="105342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2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23" name=""/>
        <p:cNvGrpSpPr/>
        <p:nvPr/>
      </p:nvGrpSpPr>
      <p:grpSpPr>
        <a:xfrm>
          <a:off x="0" y="0"/>
          <a:ext cx="0" cy="0"/>
          <a:chOff x="0" y="0"/>
          <a:chExt cx="0" cy="0"/>
        </a:xfrm>
      </p:grpSpPr>
      <p:sp>
        <p:nvSpPr>
          <p:cNvPr id="105337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7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37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0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33" name=""/>
        <p:cNvGrpSpPr/>
        <p:nvPr/>
      </p:nvGrpSpPr>
      <p:grpSpPr>
        <a:xfrm>
          <a:off x="0" y="0"/>
          <a:ext cx="0" cy="0"/>
          <a:chOff x="0" y="0"/>
          <a:chExt cx="0" cy="0"/>
        </a:xfrm>
      </p:grpSpPr>
      <p:sp>
        <p:nvSpPr>
          <p:cNvPr id="1053436"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437"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438"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439"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440"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441"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814" name=""/>
        <p:cNvGrpSpPr/>
        <p:nvPr/>
      </p:nvGrpSpPr>
      <p:grpSpPr>
        <a:xfrm>
          <a:off x="0" y="0"/>
          <a:ext cx="0" cy="0"/>
          <a:chOff x="0" y="0"/>
          <a:chExt cx="0" cy="0"/>
        </a:xfrm>
      </p:grpSpPr>
      <p:sp>
        <p:nvSpPr>
          <p:cNvPr id="105451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51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51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51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1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1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809" name=""/>
        <p:cNvGrpSpPr/>
        <p:nvPr/>
      </p:nvGrpSpPr>
      <p:grpSpPr>
        <a:xfrm>
          <a:off x="0" y="0"/>
          <a:ext cx="0" cy="0"/>
          <a:chOff x="0" y="0"/>
          <a:chExt cx="0" cy="0"/>
        </a:xfrm>
      </p:grpSpPr>
      <p:sp>
        <p:nvSpPr>
          <p:cNvPr id="105448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48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8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8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8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818" name=""/>
        <p:cNvGrpSpPr/>
        <p:nvPr/>
      </p:nvGrpSpPr>
      <p:grpSpPr>
        <a:xfrm>
          <a:off x="0" y="0"/>
          <a:ext cx="0" cy="0"/>
          <a:chOff x="0" y="0"/>
          <a:chExt cx="0" cy="0"/>
        </a:xfrm>
      </p:grpSpPr>
      <p:sp>
        <p:nvSpPr>
          <p:cNvPr id="105453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53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53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3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3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822" name=""/>
        <p:cNvGrpSpPr/>
        <p:nvPr/>
      </p:nvGrpSpPr>
      <p:grpSpPr>
        <a:xfrm>
          <a:off x="0" y="0"/>
          <a:ext cx="0" cy="0"/>
          <a:chOff x="0" y="0"/>
          <a:chExt cx="0" cy="0"/>
        </a:xfrm>
      </p:grpSpPr>
      <p:sp>
        <p:nvSpPr>
          <p:cNvPr id="10545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5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5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813" name=""/>
        <p:cNvGrpSpPr/>
        <p:nvPr/>
      </p:nvGrpSpPr>
      <p:grpSpPr>
        <a:xfrm>
          <a:off x="0" y="0"/>
          <a:ext cx="0" cy="0"/>
          <a:chOff x="0" y="0"/>
          <a:chExt cx="0" cy="0"/>
        </a:xfrm>
      </p:grpSpPr>
      <p:sp>
        <p:nvSpPr>
          <p:cNvPr id="105450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0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50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0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50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0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0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1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820" name=""/>
        <p:cNvGrpSpPr/>
        <p:nvPr/>
      </p:nvGrpSpPr>
      <p:grpSpPr>
        <a:xfrm>
          <a:off x="0" y="0"/>
          <a:ext cx="0" cy="0"/>
          <a:chOff x="0" y="0"/>
          <a:chExt cx="0" cy="0"/>
        </a:xfrm>
      </p:grpSpPr>
      <p:sp>
        <p:nvSpPr>
          <p:cNvPr id="105454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54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4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4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725" name=""/>
        <p:cNvGrpSpPr/>
        <p:nvPr/>
      </p:nvGrpSpPr>
      <p:grpSpPr>
        <a:xfrm>
          <a:off x="0" y="0"/>
          <a:ext cx="0" cy="0"/>
          <a:chOff x="0" y="0"/>
          <a:chExt cx="0" cy="0"/>
        </a:xfrm>
      </p:grpSpPr>
      <p:sp>
        <p:nvSpPr>
          <p:cNvPr id="1049904"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05"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06"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817" name=""/>
        <p:cNvGrpSpPr/>
        <p:nvPr/>
      </p:nvGrpSpPr>
      <p:grpSpPr>
        <a:xfrm>
          <a:off x="0" y="0"/>
          <a:ext cx="0" cy="0"/>
          <a:chOff x="0" y="0"/>
          <a:chExt cx="0" cy="0"/>
        </a:xfrm>
      </p:grpSpPr>
      <p:sp>
        <p:nvSpPr>
          <p:cNvPr id="105452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53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3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53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3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3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811" name=""/>
        <p:cNvGrpSpPr/>
        <p:nvPr/>
      </p:nvGrpSpPr>
      <p:grpSpPr>
        <a:xfrm>
          <a:off x="0" y="0"/>
          <a:ext cx="0" cy="0"/>
          <a:chOff x="0" y="0"/>
          <a:chExt cx="0" cy="0"/>
        </a:xfrm>
      </p:grpSpPr>
      <p:sp>
        <p:nvSpPr>
          <p:cNvPr id="1054491"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492"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493"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49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9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9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810" name=""/>
        <p:cNvGrpSpPr/>
        <p:nvPr/>
      </p:nvGrpSpPr>
      <p:grpSpPr>
        <a:xfrm>
          <a:off x="0" y="0"/>
          <a:ext cx="0" cy="0"/>
          <a:chOff x="0" y="0"/>
          <a:chExt cx="0" cy="0"/>
        </a:xfrm>
      </p:grpSpPr>
      <p:sp>
        <p:nvSpPr>
          <p:cNvPr id="10544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48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8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8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49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821" name=""/>
        <p:cNvGrpSpPr/>
        <p:nvPr/>
      </p:nvGrpSpPr>
      <p:grpSpPr>
        <a:xfrm>
          <a:off x="0" y="0"/>
          <a:ext cx="0" cy="0"/>
          <a:chOff x="0" y="0"/>
          <a:chExt cx="0" cy="0"/>
        </a:xfrm>
      </p:grpSpPr>
      <p:sp>
        <p:nvSpPr>
          <p:cNvPr id="1054550"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551"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5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5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5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812" name=""/>
        <p:cNvGrpSpPr/>
        <p:nvPr/>
      </p:nvGrpSpPr>
      <p:grpSpPr>
        <a:xfrm>
          <a:off x="0" y="0"/>
          <a:ext cx="0" cy="0"/>
          <a:chOff x="0" y="0"/>
          <a:chExt cx="0" cy="0"/>
        </a:xfrm>
      </p:grpSpPr>
      <p:sp>
        <p:nvSpPr>
          <p:cNvPr id="105449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49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49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0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0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0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823" name=""/>
        <p:cNvGrpSpPr/>
        <p:nvPr/>
      </p:nvGrpSpPr>
      <p:grpSpPr>
        <a:xfrm>
          <a:off x="0" y="0"/>
          <a:ext cx="0" cy="0"/>
          <a:chOff x="0" y="0"/>
          <a:chExt cx="0" cy="0"/>
        </a:xfrm>
      </p:grpSpPr>
      <p:sp>
        <p:nvSpPr>
          <p:cNvPr id="105456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562"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6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6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6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6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6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816" name=""/>
        <p:cNvGrpSpPr/>
        <p:nvPr/>
      </p:nvGrpSpPr>
      <p:grpSpPr>
        <a:xfrm>
          <a:off x="0" y="0"/>
          <a:ext cx="0" cy="0"/>
          <a:chOff x="0" y="0"/>
          <a:chExt cx="0" cy="0"/>
        </a:xfrm>
      </p:grpSpPr>
      <p:sp>
        <p:nvSpPr>
          <p:cNvPr id="105452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52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2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2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2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2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2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824" name=""/>
        <p:cNvGrpSpPr/>
        <p:nvPr/>
      </p:nvGrpSpPr>
      <p:grpSpPr>
        <a:xfrm>
          <a:off x="0" y="0"/>
          <a:ext cx="0" cy="0"/>
          <a:chOff x="0" y="0"/>
          <a:chExt cx="0" cy="0"/>
        </a:xfrm>
      </p:grpSpPr>
      <p:sp>
        <p:nvSpPr>
          <p:cNvPr id="105456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56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7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7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7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57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7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7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15" name=""/>
        <p:cNvGrpSpPr/>
        <p:nvPr/>
      </p:nvGrpSpPr>
      <p:grpSpPr>
        <a:xfrm>
          <a:off x="0" y="0"/>
          <a:ext cx="0" cy="0"/>
          <a:chOff x="0" y="0"/>
          <a:chExt cx="0" cy="0"/>
        </a:xfrm>
      </p:grpSpPr>
      <p:sp>
        <p:nvSpPr>
          <p:cNvPr id="1054517"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518"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519"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20"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521"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2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819" name=""/>
        <p:cNvGrpSpPr/>
        <p:nvPr/>
      </p:nvGrpSpPr>
      <p:grpSpPr>
        <a:xfrm>
          <a:off x="0" y="0"/>
          <a:ext cx="0" cy="0"/>
          <a:chOff x="0" y="0"/>
          <a:chExt cx="0" cy="0"/>
        </a:xfrm>
      </p:grpSpPr>
      <p:sp>
        <p:nvSpPr>
          <p:cNvPr id="105454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54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54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54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54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54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67" name=""/>
        <p:cNvGrpSpPr/>
        <p:nvPr/>
      </p:nvGrpSpPr>
      <p:grpSpPr>
        <a:xfrm>
          <a:off x="0" y="0"/>
          <a:ext cx="0" cy="0"/>
          <a:chOff x="0" y="0"/>
          <a:chExt cx="0" cy="0"/>
        </a:xfrm>
      </p:grpSpPr>
      <p:sp>
        <p:nvSpPr>
          <p:cNvPr id="105136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367"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368"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369"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70"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71"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74" name=""/>
        <p:cNvGrpSpPr/>
        <p:nvPr/>
      </p:nvGrpSpPr>
      <p:grpSpPr>
        <a:xfrm>
          <a:off x="0" y="0"/>
          <a:ext cx="0" cy="0"/>
          <a:chOff x="0" y="0"/>
          <a:chExt cx="0" cy="0"/>
        </a:xfrm>
      </p:grpSpPr>
      <p:sp>
        <p:nvSpPr>
          <p:cNvPr id="105140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0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0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0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0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76" name=""/>
        <p:cNvGrpSpPr/>
        <p:nvPr/>
      </p:nvGrpSpPr>
      <p:grpSpPr>
        <a:xfrm>
          <a:off x="0" y="0"/>
          <a:ext cx="0" cy="0"/>
          <a:chOff x="0" y="0"/>
          <a:chExt cx="0" cy="0"/>
        </a:xfrm>
      </p:grpSpPr>
      <p:sp>
        <p:nvSpPr>
          <p:cNvPr id="105141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41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4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63" name=""/>
        <p:cNvGrpSpPr/>
        <p:nvPr/>
      </p:nvGrpSpPr>
      <p:grpSpPr>
        <a:xfrm>
          <a:off x="0" y="0"/>
          <a:ext cx="0" cy="0"/>
          <a:chOff x="0" y="0"/>
          <a:chExt cx="0" cy="0"/>
        </a:xfrm>
      </p:grpSpPr>
      <p:sp>
        <p:nvSpPr>
          <p:cNvPr id="105134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341"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42"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4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4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4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75" name=""/>
        <p:cNvGrpSpPr/>
        <p:nvPr/>
      </p:nvGrpSpPr>
      <p:grpSpPr>
        <a:xfrm>
          <a:off x="0" y="0"/>
          <a:ext cx="0" cy="0"/>
          <a:chOff x="0" y="0"/>
          <a:chExt cx="0" cy="0"/>
        </a:xfrm>
      </p:grpSpPr>
      <p:sp>
        <p:nvSpPr>
          <p:cNvPr id="105141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1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41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1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41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1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1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1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68" name=""/>
        <p:cNvGrpSpPr/>
        <p:nvPr/>
      </p:nvGrpSpPr>
      <p:grpSpPr>
        <a:xfrm>
          <a:off x="0" y="0"/>
          <a:ext cx="0" cy="0"/>
          <a:chOff x="0" y="0"/>
          <a:chExt cx="0" cy="0"/>
        </a:xfrm>
      </p:grpSpPr>
      <p:sp>
        <p:nvSpPr>
          <p:cNvPr id="10513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37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7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7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745" name=""/>
        <p:cNvGrpSpPr/>
        <p:nvPr/>
      </p:nvGrpSpPr>
      <p:grpSpPr>
        <a:xfrm>
          <a:off x="0" y="0"/>
          <a:ext cx="0" cy="0"/>
          <a:chOff x="0" y="0"/>
          <a:chExt cx="0" cy="0"/>
        </a:xfrm>
      </p:grpSpPr>
      <p:sp>
        <p:nvSpPr>
          <p:cNvPr id="104991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1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2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70" name=""/>
        <p:cNvGrpSpPr/>
        <p:nvPr/>
      </p:nvGrpSpPr>
      <p:grpSpPr>
        <a:xfrm>
          <a:off x="0" y="0"/>
          <a:ext cx="0" cy="0"/>
          <a:chOff x="0" y="0"/>
          <a:chExt cx="0" cy="0"/>
        </a:xfrm>
      </p:grpSpPr>
      <p:sp>
        <p:nvSpPr>
          <p:cNvPr id="105138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38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8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38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8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8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64" name=""/>
        <p:cNvGrpSpPr/>
        <p:nvPr/>
      </p:nvGrpSpPr>
      <p:grpSpPr>
        <a:xfrm>
          <a:off x="0" y="0"/>
          <a:ext cx="0" cy="0"/>
          <a:chOff x="0" y="0"/>
          <a:chExt cx="0" cy="0"/>
        </a:xfrm>
      </p:grpSpPr>
      <p:sp>
        <p:nvSpPr>
          <p:cNvPr id="105134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34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34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34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5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5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73" name=""/>
        <p:cNvGrpSpPr/>
        <p:nvPr/>
      </p:nvGrpSpPr>
      <p:grpSpPr>
        <a:xfrm>
          <a:off x="0" y="0"/>
          <a:ext cx="0" cy="0"/>
          <a:chOff x="0" y="0"/>
          <a:chExt cx="0" cy="0"/>
        </a:xfrm>
      </p:grpSpPr>
      <p:sp>
        <p:nvSpPr>
          <p:cNvPr id="105140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401"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0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0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0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78" name=""/>
        <p:cNvGrpSpPr/>
        <p:nvPr/>
      </p:nvGrpSpPr>
      <p:grpSpPr>
        <a:xfrm>
          <a:off x="0" y="0"/>
          <a:ext cx="0" cy="0"/>
          <a:chOff x="0" y="0"/>
          <a:chExt cx="0" cy="0"/>
        </a:xfrm>
      </p:grpSpPr>
      <p:sp>
        <p:nvSpPr>
          <p:cNvPr id="1051430"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431"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3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3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3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71" name=""/>
        <p:cNvGrpSpPr/>
        <p:nvPr/>
      </p:nvGrpSpPr>
      <p:grpSpPr>
        <a:xfrm>
          <a:off x="0" y="0"/>
          <a:ext cx="0" cy="0"/>
          <a:chOff x="0" y="0"/>
          <a:chExt cx="0" cy="0"/>
        </a:xfrm>
      </p:grpSpPr>
      <p:sp>
        <p:nvSpPr>
          <p:cNvPr id="105138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9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91"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9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9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9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77" name=""/>
        <p:cNvGrpSpPr/>
        <p:nvPr/>
      </p:nvGrpSpPr>
      <p:grpSpPr>
        <a:xfrm>
          <a:off x="0" y="0"/>
          <a:ext cx="0" cy="0"/>
          <a:chOff x="0" y="0"/>
          <a:chExt cx="0" cy="0"/>
        </a:xfrm>
      </p:grpSpPr>
      <p:sp>
        <p:nvSpPr>
          <p:cNvPr id="105142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424"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2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26"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427"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28"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429"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69" name=""/>
        <p:cNvGrpSpPr/>
        <p:nvPr/>
      </p:nvGrpSpPr>
      <p:grpSpPr>
        <a:xfrm>
          <a:off x="0" y="0"/>
          <a:ext cx="0" cy="0"/>
          <a:chOff x="0" y="0"/>
          <a:chExt cx="0" cy="0"/>
        </a:xfrm>
      </p:grpSpPr>
      <p:sp>
        <p:nvSpPr>
          <p:cNvPr id="105137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7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7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7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8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8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8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65" name=""/>
        <p:cNvGrpSpPr/>
        <p:nvPr/>
      </p:nvGrpSpPr>
      <p:grpSpPr>
        <a:xfrm>
          <a:off x="0" y="0"/>
          <a:ext cx="0" cy="0"/>
          <a:chOff x="0" y="0"/>
          <a:chExt cx="0" cy="0"/>
        </a:xfrm>
      </p:grpSpPr>
      <p:sp>
        <p:nvSpPr>
          <p:cNvPr id="1051352"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53"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5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55"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56"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35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5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5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72" name=""/>
        <p:cNvGrpSpPr/>
        <p:nvPr/>
      </p:nvGrpSpPr>
      <p:grpSpPr>
        <a:xfrm>
          <a:off x="0" y="0"/>
          <a:ext cx="0" cy="0"/>
          <a:chOff x="0" y="0"/>
          <a:chExt cx="0" cy="0"/>
        </a:xfrm>
      </p:grpSpPr>
      <p:sp>
        <p:nvSpPr>
          <p:cNvPr id="105139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39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39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9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39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4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66" name=""/>
        <p:cNvGrpSpPr/>
        <p:nvPr/>
      </p:nvGrpSpPr>
      <p:grpSpPr>
        <a:xfrm>
          <a:off x="0" y="0"/>
          <a:ext cx="0" cy="0"/>
          <a:chOff x="0" y="0"/>
          <a:chExt cx="0" cy="0"/>
        </a:xfrm>
      </p:grpSpPr>
      <p:sp>
        <p:nvSpPr>
          <p:cNvPr id="105136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36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36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36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36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36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20" name=""/>
        <p:cNvGrpSpPr/>
        <p:nvPr/>
      </p:nvGrpSpPr>
      <p:grpSpPr>
        <a:xfrm>
          <a:off x="0" y="0"/>
          <a:ext cx="0" cy="0"/>
          <a:chOff x="0" y="0"/>
          <a:chExt cx="0" cy="0"/>
        </a:xfrm>
      </p:grpSpPr>
      <p:sp>
        <p:nvSpPr>
          <p:cNvPr id="1052273"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274"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275"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276"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77"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78"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13" name=""/>
        <p:cNvGrpSpPr/>
        <p:nvPr/>
      </p:nvGrpSpPr>
      <p:grpSpPr>
        <a:xfrm>
          <a:off x="0" y="0"/>
          <a:ext cx="0" cy="0"/>
          <a:chOff x="0" y="0"/>
          <a:chExt cx="0" cy="0"/>
        </a:xfrm>
      </p:grpSpPr>
      <p:sp>
        <p:nvSpPr>
          <p:cNvPr id="105223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23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3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3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3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10" name=""/>
        <p:cNvGrpSpPr/>
        <p:nvPr/>
      </p:nvGrpSpPr>
      <p:grpSpPr>
        <a:xfrm>
          <a:off x="0" y="0"/>
          <a:ext cx="0" cy="0"/>
          <a:chOff x="0" y="0"/>
          <a:chExt cx="0" cy="0"/>
        </a:xfrm>
      </p:grpSpPr>
      <p:sp>
        <p:nvSpPr>
          <p:cNvPr id="1052214"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215"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21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1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1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16" name=""/>
        <p:cNvGrpSpPr/>
        <p:nvPr/>
      </p:nvGrpSpPr>
      <p:grpSpPr>
        <a:xfrm>
          <a:off x="0" y="0"/>
          <a:ext cx="0" cy="0"/>
          <a:chOff x="0" y="0"/>
          <a:chExt cx="0" cy="0"/>
        </a:xfrm>
      </p:grpSpPr>
      <p:sp>
        <p:nvSpPr>
          <p:cNvPr id="105224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249"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50"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5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5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5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09" name=""/>
        <p:cNvGrpSpPr/>
        <p:nvPr/>
      </p:nvGrpSpPr>
      <p:grpSpPr>
        <a:xfrm>
          <a:off x="0" y="0"/>
          <a:ext cx="0" cy="0"/>
          <a:chOff x="0" y="0"/>
          <a:chExt cx="0" cy="0"/>
        </a:xfrm>
      </p:grpSpPr>
      <p:sp>
        <p:nvSpPr>
          <p:cNvPr id="10522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207"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208"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09"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210"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1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1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1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15" name=""/>
        <p:cNvGrpSpPr/>
        <p:nvPr/>
      </p:nvGrpSpPr>
      <p:grpSpPr>
        <a:xfrm>
          <a:off x="0" y="0"/>
          <a:ext cx="0" cy="0"/>
          <a:chOff x="0" y="0"/>
          <a:chExt cx="0" cy="0"/>
        </a:xfrm>
      </p:grpSpPr>
      <p:sp>
        <p:nvSpPr>
          <p:cNvPr id="105224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245"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46"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47"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765" name=""/>
        <p:cNvGrpSpPr/>
        <p:nvPr/>
      </p:nvGrpSpPr>
      <p:grpSpPr>
        <a:xfrm>
          <a:off x="0" y="0"/>
          <a:ext cx="0" cy="0"/>
          <a:chOff x="0" y="0"/>
          <a:chExt cx="0" cy="0"/>
        </a:xfrm>
      </p:grpSpPr>
      <p:sp>
        <p:nvSpPr>
          <p:cNvPr id="1049934"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35"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36"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14" name=""/>
        <p:cNvGrpSpPr/>
        <p:nvPr/>
      </p:nvGrpSpPr>
      <p:grpSpPr>
        <a:xfrm>
          <a:off x="0" y="0"/>
          <a:ext cx="0" cy="0"/>
          <a:chOff x="0" y="0"/>
          <a:chExt cx="0" cy="0"/>
        </a:xfrm>
      </p:grpSpPr>
      <p:sp>
        <p:nvSpPr>
          <p:cNvPr id="1052238"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239"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40"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24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4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4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21" name=""/>
        <p:cNvGrpSpPr/>
        <p:nvPr/>
      </p:nvGrpSpPr>
      <p:grpSpPr>
        <a:xfrm>
          <a:off x="0" y="0"/>
          <a:ext cx="0" cy="0"/>
          <a:chOff x="0" y="0"/>
          <a:chExt cx="0" cy="0"/>
        </a:xfrm>
      </p:grpSpPr>
      <p:sp>
        <p:nvSpPr>
          <p:cNvPr id="1052279"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280"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281"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28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8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8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17" name=""/>
        <p:cNvGrpSpPr/>
        <p:nvPr/>
      </p:nvGrpSpPr>
      <p:grpSpPr>
        <a:xfrm>
          <a:off x="0" y="0"/>
          <a:ext cx="0" cy="0"/>
          <a:chOff x="0" y="0"/>
          <a:chExt cx="0" cy="0"/>
        </a:xfrm>
      </p:grpSpPr>
      <p:sp>
        <p:nvSpPr>
          <p:cNvPr id="105225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255"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5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5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5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07" name=""/>
        <p:cNvGrpSpPr/>
        <p:nvPr/>
      </p:nvGrpSpPr>
      <p:grpSpPr>
        <a:xfrm>
          <a:off x="0" y="0"/>
          <a:ext cx="0" cy="0"/>
          <a:chOff x="0" y="0"/>
          <a:chExt cx="0" cy="0"/>
        </a:xfrm>
      </p:grpSpPr>
      <p:sp>
        <p:nvSpPr>
          <p:cNvPr id="105219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9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9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19" name=""/>
        <p:cNvGrpSpPr/>
        <p:nvPr/>
      </p:nvGrpSpPr>
      <p:grpSpPr>
        <a:xfrm>
          <a:off x="0" y="0"/>
          <a:ext cx="0" cy="0"/>
          <a:chOff x="0" y="0"/>
          <a:chExt cx="0" cy="0"/>
        </a:xfrm>
      </p:grpSpPr>
      <p:sp>
        <p:nvSpPr>
          <p:cNvPr id="105226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6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6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7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7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7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11" name=""/>
        <p:cNvGrpSpPr/>
        <p:nvPr/>
      </p:nvGrpSpPr>
      <p:grpSpPr>
        <a:xfrm>
          <a:off x="0" y="0"/>
          <a:ext cx="0" cy="0"/>
          <a:chOff x="0" y="0"/>
          <a:chExt cx="0" cy="0"/>
        </a:xfrm>
      </p:grpSpPr>
      <p:sp>
        <p:nvSpPr>
          <p:cNvPr id="105221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20"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2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2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2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2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2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12" name=""/>
        <p:cNvGrpSpPr/>
        <p:nvPr/>
      </p:nvGrpSpPr>
      <p:grpSpPr>
        <a:xfrm>
          <a:off x="0" y="0"/>
          <a:ext cx="0" cy="0"/>
          <a:chOff x="0" y="0"/>
          <a:chExt cx="0" cy="0"/>
        </a:xfrm>
      </p:grpSpPr>
      <p:sp>
        <p:nvSpPr>
          <p:cNvPr id="105222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2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2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2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3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3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3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18" name=""/>
        <p:cNvGrpSpPr/>
        <p:nvPr/>
      </p:nvGrpSpPr>
      <p:grpSpPr>
        <a:xfrm>
          <a:off x="0" y="0"/>
          <a:ext cx="0" cy="0"/>
          <a:chOff x="0" y="0"/>
          <a:chExt cx="0" cy="0"/>
        </a:xfrm>
      </p:grpSpPr>
      <p:sp>
        <p:nvSpPr>
          <p:cNvPr id="1052259"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60"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6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62"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63"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26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6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6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22" name=""/>
        <p:cNvGrpSpPr/>
        <p:nvPr/>
      </p:nvGrpSpPr>
      <p:grpSpPr>
        <a:xfrm>
          <a:off x="0" y="0"/>
          <a:ext cx="0" cy="0"/>
          <a:chOff x="0" y="0"/>
          <a:chExt cx="0" cy="0"/>
        </a:xfrm>
      </p:grpSpPr>
      <p:sp>
        <p:nvSpPr>
          <p:cNvPr id="105228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28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28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8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28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5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8" name=""/>
        <p:cNvGrpSpPr/>
        <p:nvPr/>
      </p:nvGrpSpPr>
      <p:grpSpPr>
        <a:xfrm>
          <a:off x="0" y="0"/>
          <a:ext cx="0" cy="0"/>
          <a:chOff x="0" y="0"/>
          <a:chExt cx="0" cy="0"/>
        </a:xfrm>
      </p:grpSpPr>
      <p:sp>
        <p:nvSpPr>
          <p:cNvPr id="105220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20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20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20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20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20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74" name=""/>
        <p:cNvGrpSpPr/>
        <p:nvPr/>
      </p:nvGrpSpPr>
      <p:grpSpPr>
        <a:xfrm>
          <a:off x="0" y="0"/>
          <a:ext cx="0" cy="0"/>
          <a:chOff x="0" y="0"/>
          <a:chExt cx="0" cy="0"/>
        </a:xfrm>
      </p:grpSpPr>
      <p:sp>
        <p:nvSpPr>
          <p:cNvPr id="105367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68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68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68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8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8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70" name=""/>
        <p:cNvGrpSpPr/>
        <p:nvPr/>
      </p:nvGrpSpPr>
      <p:grpSpPr>
        <a:xfrm>
          <a:off x="0" y="0"/>
          <a:ext cx="0" cy="0"/>
          <a:chOff x="0" y="0"/>
          <a:chExt cx="0" cy="0"/>
        </a:xfrm>
      </p:grpSpPr>
      <p:sp>
        <p:nvSpPr>
          <p:cNvPr id="105365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59"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6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6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6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81" name=""/>
        <p:cNvGrpSpPr/>
        <p:nvPr/>
      </p:nvGrpSpPr>
      <p:grpSpPr>
        <a:xfrm>
          <a:off x="0" y="0"/>
          <a:ext cx="0" cy="0"/>
          <a:chOff x="0" y="0"/>
          <a:chExt cx="0" cy="0"/>
        </a:xfrm>
      </p:grpSpPr>
      <p:sp>
        <p:nvSpPr>
          <p:cNvPr id="105372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72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72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2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2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71" name=""/>
        <p:cNvGrpSpPr/>
        <p:nvPr/>
      </p:nvGrpSpPr>
      <p:grpSpPr>
        <a:xfrm>
          <a:off x="0" y="0"/>
          <a:ext cx="0" cy="0"/>
          <a:chOff x="0" y="0"/>
          <a:chExt cx="0" cy="0"/>
        </a:xfrm>
      </p:grpSpPr>
      <p:sp>
        <p:nvSpPr>
          <p:cNvPr id="105366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6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6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6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6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6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79" name=""/>
        <p:cNvGrpSpPr/>
        <p:nvPr/>
      </p:nvGrpSpPr>
      <p:grpSpPr>
        <a:xfrm>
          <a:off x="0" y="0"/>
          <a:ext cx="0" cy="0"/>
          <a:chOff x="0" y="0"/>
          <a:chExt cx="0" cy="0"/>
        </a:xfrm>
      </p:grpSpPr>
      <p:sp>
        <p:nvSpPr>
          <p:cNvPr id="105370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710"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711"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12"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713"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1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1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1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73" name=""/>
        <p:cNvGrpSpPr/>
        <p:nvPr/>
      </p:nvGrpSpPr>
      <p:grpSpPr>
        <a:xfrm>
          <a:off x="0" y="0"/>
          <a:ext cx="0" cy="0"/>
          <a:chOff x="0" y="0"/>
          <a:chExt cx="0" cy="0"/>
        </a:xfrm>
      </p:grpSpPr>
      <p:sp>
        <p:nvSpPr>
          <p:cNvPr id="105367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7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7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7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785" name=""/>
        <p:cNvGrpSpPr/>
        <p:nvPr/>
      </p:nvGrpSpPr>
      <p:grpSpPr>
        <a:xfrm>
          <a:off x="0" y="0"/>
          <a:ext cx="0" cy="0"/>
          <a:chOff x="0" y="0"/>
          <a:chExt cx="0" cy="0"/>
        </a:xfrm>
      </p:grpSpPr>
      <p:sp>
        <p:nvSpPr>
          <p:cNvPr id="1049949"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50"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51"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69" name=""/>
        <p:cNvGrpSpPr/>
        <p:nvPr/>
      </p:nvGrpSpPr>
      <p:grpSpPr>
        <a:xfrm>
          <a:off x="0" y="0"/>
          <a:ext cx="0" cy="0"/>
          <a:chOff x="0" y="0"/>
          <a:chExt cx="0" cy="0"/>
        </a:xfrm>
      </p:grpSpPr>
      <p:sp>
        <p:nvSpPr>
          <p:cNvPr id="105365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65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5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65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5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5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76" name=""/>
        <p:cNvGrpSpPr/>
        <p:nvPr/>
      </p:nvGrpSpPr>
      <p:grpSpPr>
        <a:xfrm>
          <a:off x="0" y="0"/>
          <a:ext cx="0" cy="0"/>
          <a:chOff x="0" y="0"/>
          <a:chExt cx="0" cy="0"/>
        </a:xfrm>
      </p:grpSpPr>
      <p:sp>
        <p:nvSpPr>
          <p:cNvPr id="1053691"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692"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693"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69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9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9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77" name=""/>
        <p:cNvGrpSpPr/>
        <p:nvPr/>
      </p:nvGrpSpPr>
      <p:grpSpPr>
        <a:xfrm>
          <a:off x="0" y="0"/>
          <a:ext cx="0" cy="0"/>
          <a:chOff x="0" y="0"/>
          <a:chExt cx="0" cy="0"/>
        </a:xfrm>
      </p:grpSpPr>
      <p:sp>
        <p:nvSpPr>
          <p:cNvPr id="105369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69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9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0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0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67" name=""/>
        <p:cNvGrpSpPr/>
        <p:nvPr/>
      </p:nvGrpSpPr>
      <p:grpSpPr>
        <a:xfrm>
          <a:off x="0" y="0"/>
          <a:ext cx="0" cy="0"/>
          <a:chOff x="0" y="0"/>
          <a:chExt cx="0" cy="0"/>
        </a:xfrm>
      </p:grpSpPr>
      <p:sp>
        <p:nvSpPr>
          <p:cNvPr id="1053639"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640"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4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4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4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75" name=""/>
        <p:cNvGrpSpPr/>
        <p:nvPr/>
      </p:nvGrpSpPr>
      <p:grpSpPr>
        <a:xfrm>
          <a:off x="0" y="0"/>
          <a:ext cx="0" cy="0"/>
          <a:chOff x="0" y="0"/>
          <a:chExt cx="0" cy="0"/>
        </a:xfrm>
      </p:grpSpPr>
      <p:sp>
        <p:nvSpPr>
          <p:cNvPr id="105368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68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8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8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8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9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66" name=""/>
        <p:cNvGrpSpPr/>
        <p:nvPr/>
      </p:nvGrpSpPr>
      <p:grpSpPr>
        <a:xfrm>
          <a:off x="0" y="0"/>
          <a:ext cx="0" cy="0"/>
          <a:chOff x="0" y="0"/>
          <a:chExt cx="0" cy="0"/>
        </a:xfrm>
      </p:grpSpPr>
      <p:sp>
        <p:nvSpPr>
          <p:cNvPr id="105363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633"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3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3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3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3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3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78" name=""/>
        <p:cNvGrpSpPr/>
        <p:nvPr/>
      </p:nvGrpSpPr>
      <p:grpSpPr>
        <a:xfrm>
          <a:off x="0" y="0"/>
          <a:ext cx="0" cy="0"/>
          <a:chOff x="0" y="0"/>
          <a:chExt cx="0" cy="0"/>
        </a:xfrm>
      </p:grpSpPr>
      <p:sp>
        <p:nvSpPr>
          <p:cNvPr id="105370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0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0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0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70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0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0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68" name=""/>
        <p:cNvGrpSpPr/>
        <p:nvPr/>
      </p:nvGrpSpPr>
      <p:grpSpPr>
        <a:xfrm>
          <a:off x="0" y="0"/>
          <a:ext cx="0" cy="0"/>
          <a:chOff x="0" y="0"/>
          <a:chExt cx="0" cy="0"/>
        </a:xfrm>
      </p:grpSpPr>
      <p:sp>
        <p:nvSpPr>
          <p:cNvPr id="105364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64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4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4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4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64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5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65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80" name=""/>
        <p:cNvGrpSpPr/>
        <p:nvPr/>
      </p:nvGrpSpPr>
      <p:grpSpPr>
        <a:xfrm>
          <a:off x="0" y="0"/>
          <a:ext cx="0" cy="0"/>
          <a:chOff x="0" y="0"/>
          <a:chExt cx="0" cy="0"/>
        </a:xfrm>
      </p:grpSpPr>
      <p:sp>
        <p:nvSpPr>
          <p:cNvPr id="1053717"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718"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719"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20"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721"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7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72" name=""/>
        <p:cNvGrpSpPr/>
        <p:nvPr/>
      </p:nvGrpSpPr>
      <p:grpSpPr>
        <a:xfrm>
          <a:off x="0" y="0"/>
          <a:ext cx="0" cy="0"/>
          <a:chOff x="0" y="0"/>
          <a:chExt cx="0" cy="0"/>
        </a:xfrm>
      </p:grpSpPr>
      <p:sp>
        <p:nvSpPr>
          <p:cNvPr id="105366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67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67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67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67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67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714" name=""/>
        <p:cNvGrpSpPr/>
        <p:nvPr/>
      </p:nvGrpSpPr>
      <p:grpSpPr>
        <a:xfrm>
          <a:off x="0" y="0"/>
          <a:ext cx="0" cy="0"/>
          <a:chOff x="0" y="0"/>
          <a:chExt cx="0" cy="0"/>
        </a:xfrm>
      </p:grpSpPr>
      <p:sp>
        <p:nvSpPr>
          <p:cNvPr id="1053917"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918"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919"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920"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21"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22"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15" name=""/>
        <p:cNvGrpSpPr/>
        <p:nvPr/>
      </p:nvGrpSpPr>
      <p:grpSpPr>
        <a:xfrm>
          <a:off x="0" y="0"/>
          <a:ext cx="0" cy="0"/>
          <a:chOff x="0" y="0"/>
          <a:chExt cx="0" cy="0"/>
        </a:xfrm>
      </p:grpSpPr>
      <p:sp>
        <p:nvSpPr>
          <p:cNvPr id="105392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2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2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2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2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24" name=""/>
        <p:cNvGrpSpPr/>
        <p:nvPr/>
      </p:nvGrpSpPr>
      <p:grpSpPr>
        <a:xfrm>
          <a:off x="0" y="0"/>
          <a:ext cx="0" cy="0"/>
          <a:chOff x="0" y="0"/>
          <a:chExt cx="0" cy="0"/>
        </a:xfrm>
      </p:grpSpPr>
      <p:sp>
        <p:nvSpPr>
          <p:cNvPr id="105398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98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98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8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8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18" name=""/>
        <p:cNvGrpSpPr/>
        <p:nvPr/>
      </p:nvGrpSpPr>
      <p:grpSpPr>
        <a:xfrm>
          <a:off x="0" y="0"/>
          <a:ext cx="0" cy="0"/>
          <a:chOff x="0" y="0"/>
          <a:chExt cx="0" cy="0"/>
        </a:xfrm>
      </p:grpSpPr>
      <p:sp>
        <p:nvSpPr>
          <p:cNvPr id="105394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41"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42"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4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4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4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19" name=""/>
        <p:cNvGrpSpPr/>
        <p:nvPr/>
      </p:nvGrpSpPr>
      <p:grpSpPr>
        <a:xfrm>
          <a:off x="0" y="0"/>
          <a:ext cx="0" cy="0"/>
          <a:chOff x="0" y="0"/>
          <a:chExt cx="0" cy="0"/>
        </a:xfrm>
      </p:grpSpPr>
      <p:sp>
        <p:nvSpPr>
          <p:cNvPr id="105394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47"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948"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49"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950"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5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5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5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25" name=""/>
        <p:cNvGrpSpPr/>
        <p:nvPr/>
      </p:nvGrpSpPr>
      <p:grpSpPr>
        <a:xfrm>
          <a:off x="0" y="0"/>
          <a:ext cx="0" cy="0"/>
          <a:chOff x="0" y="0"/>
          <a:chExt cx="0" cy="0"/>
        </a:xfrm>
      </p:grpSpPr>
      <p:sp>
        <p:nvSpPr>
          <p:cNvPr id="10539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807" name=""/>
        <p:cNvGrpSpPr/>
        <p:nvPr/>
      </p:nvGrpSpPr>
      <p:grpSpPr>
        <a:xfrm>
          <a:off x="0" y="0"/>
          <a:ext cx="0" cy="0"/>
          <a:chOff x="0" y="0"/>
          <a:chExt cx="0" cy="0"/>
        </a:xfrm>
      </p:grpSpPr>
      <p:sp>
        <p:nvSpPr>
          <p:cNvPr id="1049969"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70"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71"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23" name=""/>
        <p:cNvGrpSpPr/>
        <p:nvPr/>
      </p:nvGrpSpPr>
      <p:grpSpPr>
        <a:xfrm>
          <a:off x="0" y="0"/>
          <a:ext cx="0" cy="0"/>
          <a:chOff x="0" y="0"/>
          <a:chExt cx="0" cy="0"/>
        </a:xfrm>
      </p:grpSpPr>
      <p:sp>
        <p:nvSpPr>
          <p:cNvPr id="105397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97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7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97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7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7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17" name=""/>
        <p:cNvGrpSpPr/>
        <p:nvPr/>
      </p:nvGrpSpPr>
      <p:grpSpPr>
        <a:xfrm>
          <a:off x="0" y="0"/>
          <a:ext cx="0" cy="0"/>
          <a:chOff x="0" y="0"/>
          <a:chExt cx="0" cy="0"/>
        </a:xfrm>
      </p:grpSpPr>
      <p:sp>
        <p:nvSpPr>
          <p:cNvPr id="105393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93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93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93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3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3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26" name=""/>
        <p:cNvGrpSpPr/>
        <p:nvPr/>
      </p:nvGrpSpPr>
      <p:grpSpPr>
        <a:xfrm>
          <a:off x="0" y="0"/>
          <a:ext cx="0" cy="0"/>
          <a:chOff x="0" y="0"/>
          <a:chExt cx="0" cy="0"/>
        </a:xfrm>
      </p:grpSpPr>
      <p:sp>
        <p:nvSpPr>
          <p:cNvPr id="105398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99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9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9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9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21" name=""/>
        <p:cNvGrpSpPr/>
        <p:nvPr/>
      </p:nvGrpSpPr>
      <p:grpSpPr>
        <a:xfrm>
          <a:off x="0" y="0"/>
          <a:ext cx="0" cy="0"/>
          <a:chOff x="0" y="0"/>
          <a:chExt cx="0" cy="0"/>
        </a:xfrm>
      </p:grpSpPr>
      <p:sp>
        <p:nvSpPr>
          <p:cNvPr id="105396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96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6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6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6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29" name=""/>
        <p:cNvGrpSpPr/>
        <p:nvPr/>
      </p:nvGrpSpPr>
      <p:grpSpPr>
        <a:xfrm>
          <a:off x="0" y="0"/>
          <a:ext cx="0" cy="0"/>
          <a:chOff x="0" y="0"/>
          <a:chExt cx="0" cy="0"/>
        </a:xfrm>
      </p:grpSpPr>
      <p:sp>
        <p:nvSpPr>
          <p:cNvPr id="105400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0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08"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0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1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1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722" name=""/>
        <p:cNvGrpSpPr/>
        <p:nvPr/>
      </p:nvGrpSpPr>
      <p:grpSpPr>
        <a:xfrm>
          <a:off x="0" y="0"/>
          <a:ext cx="0" cy="0"/>
          <a:chOff x="0" y="0"/>
          <a:chExt cx="0" cy="0"/>
        </a:xfrm>
      </p:grpSpPr>
      <p:sp>
        <p:nvSpPr>
          <p:cNvPr id="105396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96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6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7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7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7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7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28" name=""/>
        <p:cNvGrpSpPr/>
        <p:nvPr/>
      </p:nvGrpSpPr>
      <p:grpSpPr>
        <a:xfrm>
          <a:off x="0" y="0"/>
          <a:ext cx="0" cy="0"/>
          <a:chOff x="0" y="0"/>
          <a:chExt cx="0" cy="0"/>
        </a:xfrm>
      </p:grpSpPr>
      <p:sp>
        <p:nvSpPr>
          <p:cNvPr id="105399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00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0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0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00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0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00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20" name=""/>
        <p:cNvGrpSpPr/>
        <p:nvPr/>
      </p:nvGrpSpPr>
      <p:grpSpPr>
        <a:xfrm>
          <a:off x="0" y="0"/>
          <a:ext cx="0" cy="0"/>
          <a:chOff x="0" y="0"/>
          <a:chExt cx="0" cy="0"/>
        </a:xfrm>
      </p:grpSpPr>
      <p:sp>
        <p:nvSpPr>
          <p:cNvPr id="105395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95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5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5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5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95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6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6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27" name=""/>
        <p:cNvGrpSpPr/>
        <p:nvPr/>
      </p:nvGrpSpPr>
      <p:grpSpPr>
        <a:xfrm>
          <a:off x="0" y="0"/>
          <a:ext cx="0" cy="0"/>
          <a:chOff x="0" y="0"/>
          <a:chExt cx="0" cy="0"/>
        </a:xfrm>
      </p:grpSpPr>
      <p:sp>
        <p:nvSpPr>
          <p:cNvPr id="1053994"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995"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996"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97"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998"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9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16" name=""/>
        <p:cNvGrpSpPr/>
        <p:nvPr/>
      </p:nvGrpSpPr>
      <p:grpSpPr>
        <a:xfrm>
          <a:off x="0" y="0"/>
          <a:ext cx="0" cy="0"/>
          <a:chOff x="0" y="0"/>
          <a:chExt cx="0" cy="0"/>
        </a:xfrm>
      </p:grpSpPr>
      <p:sp>
        <p:nvSpPr>
          <p:cNvPr id="1053928"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92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93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93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93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93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189" name=""/>
        <p:cNvGrpSpPr/>
        <p:nvPr/>
      </p:nvGrpSpPr>
      <p:grpSpPr>
        <a:xfrm>
          <a:off x="0" y="0"/>
          <a:ext cx="0" cy="0"/>
          <a:chOff x="0" y="0"/>
          <a:chExt cx="0" cy="0"/>
        </a:xfrm>
      </p:grpSpPr>
      <p:sp>
        <p:nvSpPr>
          <p:cNvPr id="105090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090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090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090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0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0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184" name=""/>
        <p:cNvGrpSpPr/>
        <p:nvPr/>
      </p:nvGrpSpPr>
      <p:grpSpPr>
        <a:xfrm>
          <a:off x="0" y="0"/>
          <a:ext cx="0" cy="0"/>
          <a:chOff x="0" y="0"/>
          <a:chExt cx="0" cy="0"/>
        </a:xfrm>
      </p:grpSpPr>
      <p:sp>
        <p:nvSpPr>
          <p:cNvPr id="10508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87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7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7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7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193" name=""/>
        <p:cNvGrpSpPr/>
        <p:nvPr/>
      </p:nvGrpSpPr>
      <p:grpSpPr>
        <a:xfrm>
          <a:off x="0" y="0"/>
          <a:ext cx="0" cy="0"/>
          <a:chOff x="0" y="0"/>
          <a:chExt cx="0" cy="0"/>
        </a:xfrm>
      </p:grpSpPr>
      <p:sp>
        <p:nvSpPr>
          <p:cNvPr id="105092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092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093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3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3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194" name=""/>
        <p:cNvGrpSpPr/>
        <p:nvPr/>
      </p:nvGrpSpPr>
      <p:grpSpPr>
        <a:xfrm>
          <a:off x="0" y="0"/>
          <a:ext cx="0" cy="0"/>
          <a:chOff x="0" y="0"/>
          <a:chExt cx="0" cy="0"/>
        </a:xfrm>
      </p:grpSpPr>
      <p:sp>
        <p:nvSpPr>
          <p:cNvPr id="105093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3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3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3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3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3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186" name=""/>
        <p:cNvGrpSpPr/>
        <p:nvPr/>
      </p:nvGrpSpPr>
      <p:grpSpPr>
        <a:xfrm>
          <a:off x="0" y="0"/>
          <a:ext cx="0" cy="0"/>
          <a:chOff x="0" y="0"/>
          <a:chExt cx="0" cy="0"/>
        </a:xfrm>
      </p:grpSpPr>
      <p:sp>
        <p:nvSpPr>
          <p:cNvPr id="105088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88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088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8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088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8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8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8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197" name=""/>
        <p:cNvGrpSpPr/>
        <p:nvPr/>
      </p:nvGrpSpPr>
      <p:grpSpPr>
        <a:xfrm>
          <a:off x="0" y="0"/>
          <a:ext cx="0" cy="0"/>
          <a:chOff x="0" y="0"/>
          <a:chExt cx="0" cy="0"/>
        </a:xfrm>
      </p:grpSpPr>
      <p:sp>
        <p:nvSpPr>
          <p:cNvPr id="105095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51"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52"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53"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827" name=""/>
        <p:cNvGrpSpPr/>
        <p:nvPr/>
      </p:nvGrpSpPr>
      <p:grpSpPr>
        <a:xfrm>
          <a:off x="0" y="0"/>
          <a:ext cx="0" cy="0"/>
          <a:chOff x="0" y="0"/>
          <a:chExt cx="0" cy="0"/>
        </a:xfrm>
      </p:grpSpPr>
      <p:sp>
        <p:nvSpPr>
          <p:cNvPr id="1049983"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84"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85"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198" name=""/>
        <p:cNvGrpSpPr/>
        <p:nvPr/>
      </p:nvGrpSpPr>
      <p:grpSpPr>
        <a:xfrm>
          <a:off x="0" y="0"/>
          <a:ext cx="0" cy="0"/>
          <a:chOff x="0" y="0"/>
          <a:chExt cx="0" cy="0"/>
        </a:xfrm>
      </p:grpSpPr>
      <p:sp>
        <p:nvSpPr>
          <p:cNvPr id="105095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095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5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095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5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5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188" name=""/>
        <p:cNvGrpSpPr/>
        <p:nvPr/>
      </p:nvGrpSpPr>
      <p:grpSpPr>
        <a:xfrm>
          <a:off x="0" y="0"/>
          <a:ext cx="0" cy="0"/>
          <a:chOff x="0" y="0"/>
          <a:chExt cx="0" cy="0"/>
        </a:xfrm>
      </p:grpSpPr>
      <p:sp>
        <p:nvSpPr>
          <p:cNvPr id="105089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089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089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089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9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0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195" name=""/>
        <p:cNvGrpSpPr/>
        <p:nvPr/>
      </p:nvGrpSpPr>
      <p:grpSpPr>
        <a:xfrm>
          <a:off x="0" y="0"/>
          <a:ext cx="0" cy="0"/>
          <a:chOff x="0" y="0"/>
          <a:chExt cx="0" cy="0"/>
        </a:xfrm>
      </p:grpSpPr>
      <p:sp>
        <p:nvSpPr>
          <p:cNvPr id="105093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094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4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4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4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187" name=""/>
        <p:cNvGrpSpPr/>
        <p:nvPr/>
      </p:nvGrpSpPr>
      <p:grpSpPr>
        <a:xfrm>
          <a:off x="0" y="0"/>
          <a:ext cx="0" cy="0"/>
          <a:chOff x="0" y="0"/>
          <a:chExt cx="0" cy="0"/>
        </a:xfrm>
      </p:grpSpPr>
      <p:sp>
        <p:nvSpPr>
          <p:cNvPr id="1050890"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0891"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9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9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9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190" name=""/>
        <p:cNvGrpSpPr/>
        <p:nvPr/>
      </p:nvGrpSpPr>
      <p:grpSpPr>
        <a:xfrm>
          <a:off x="0" y="0"/>
          <a:ext cx="0" cy="0"/>
          <a:chOff x="0" y="0"/>
          <a:chExt cx="0" cy="0"/>
        </a:xfrm>
      </p:grpSpPr>
      <p:sp>
        <p:nvSpPr>
          <p:cNvPr id="10509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90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0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1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1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1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183" name=""/>
        <p:cNvGrpSpPr/>
        <p:nvPr/>
      </p:nvGrpSpPr>
      <p:grpSpPr>
        <a:xfrm>
          <a:off x="0" y="0"/>
          <a:ext cx="0" cy="0"/>
          <a:chOff x="0" y="0"/>
          <a:chExt cx="0" cy="0"/>
        </a:xfrm>
      </p:grpSpPr>
      <p:sp>
        <p:nvSpPr>
          <p:cNvPr id="105086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866"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67"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68"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869"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70"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71"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191" name=""/>
        <p:cNvGrpSpPr/>
        <p:nvPr/>
      </p:nvGrpSpPr>
      <p:grpSpPr>
        <a:xfrm>
          <a:off x="0" y="0"/>
          <a:ext cx="0" cy="0"/>
          <a:chOff x="0" y="0"/>
          <a:chExt cx="0" cy="0"/>
        </a:xfrm>
      </p:grpSpPr>
      <p:sp>
        <p:nvSpPr>
          <p:cNvPr id="105091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91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15"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16"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17"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18"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19"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192" name=""/>
        <p:cNvGrpSpPr/>
        <p:nvPr/>
      </p:nvGrpSpPr>
      <p:grpSpPr>
        <a:xfrm>
          <a:off x="0" y="0"/>
          <a:ext cx="0" cy="0"/>
          <a:chOff x="0" y="0"/>
          <a:chExt cx="0" cy="0"/>
        </a:xfrm>
      </p:grpSpPr>
      <p:sp>
        <p:nvSpPr>
          <p:cNvPr id="1050920"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921"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2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23"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24"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092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2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92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185" name=""/>
        <p:cNvGrpSpPr/>
        <p:nvPr/>
      </p:nvGrpSpPr>
      <p:grpSpPr>
        <a:xfrm>
          <a:off x="0" y="0"/>
          <a:ext cx="0" cy="0"/>
          <a:chOff x="0" y="0"/>
          <a:chExt cx="0" cy="0"/>
        </a:xfrm>
      </p:grpSpPr>
      <p:sp>
        <p:nvSpPr>
          <p:cNvPr id="1050877"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0878"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0879"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80"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881"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1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196" name=""/>
        <p:cNvGrpSpPr/>
        <p:nvPr/>
      </p:nvGrpSpPr>
      <p:grpSpPr>
        <a:xfrm>
          <a:off x="0" y="0"/>
          <a:ext cx="0" cy="0"/>
          <a:chOff x="0" y="0"/>
          <a:chExt cx="0" cy="0"/>
        </a:xfrm>
      </p:grpSpPr>
      <p:sp>
        <p:nvSpPr>
          <p:cNvPr id="1050944"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0945"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0946"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0947"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0948"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949"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69" name=""/>
        <p:cNvGrpSpPr/>
        <p:nvPr/>
      </p:nvGrpSpPr>
      <p:grpSpPr>
        <a:xfrm>
          <a:off x="0" y="0"/>
          <a:ext cx="0" cy="0"/>
          <a:chOff x="0" y="0"/>
          <a:chExt cx="0" cy="0"/>
        </a:xfrm>
      </p:grpSpPr>
      <p:sp>
        <p:nvSpPr>
          <p:cNvPr id="1051972"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973"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974"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975"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76"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77"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361" name=""/>
        <p:cNvGrpSpPr/>
        <p:nvPr/>
      </p:nvGrpSpPr>
      <p:grpSpPr>
        <a:xfrm>
          <a:off x="0" y="0"/>
          <a:ext cx="0" cy="0"/>
          <a:chOff x="0" y="0"/>
          <a:chExt cx="0" cy="0"/>
        </a:xfrm>
      </p:grpSpPr>
      <p:sp>
        <p:nvSpPr>
          <p:cNvPr id="105192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92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2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2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2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68" name=""/>
        <p:cNvGrpSpPr/>
        <p:nvPr/>
      </p:nvGrpSpPr>
      <p:grpSpPr>
        <a:xfrm>
          <a:off x="0" y="0"/>
          <a:ext cx="0" cy="0"/>
          <a:chOff x="0" y="0"/>
          <a:chExt cx="0" cy="0"/>
        </a:xfrm>
      </p:grpSpPr>
      <p:sp>
        <p:nvSpPr>
          <p:cNvPr id="1051967"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968"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96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7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7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373" name=""/>
        <p:cNvGrpSpPr/>
        <p:nvPr/>
      </p:nvGrpSpPr>
      <p:grpSpPr>
        <a:xfrm>
          <a:off x="0" y="0"/>
          <a:ext cx="0" cy="0"/>
          <a:chOff x="0" y="0"/>
          <a:chExt cx="0" cy="0"/>
        </a:xfrm>
      </p:grpSpPr>
      <p:sp>
        <p:nvSpPr>
          <p:cNvPr id="105199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99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9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9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9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0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64" name=""/>
        <p:cNvGrpSpPr/>
        <p:nvPr/>
      </p:nvGrpSpPr>
      <p:grpSpPr>
        <a:xfrm>
          <a:off x="0" y="0"/>
          <a:ext cx="0" cy="0"/>
          <a:chOff x="0" y="0"/>
          <a:chExt cx="0" cy="0"/>
        </a:xfrm>
      </p:grpSpPr>
      <p:sp>
        <p:nvSpPr>
          <p:cNvPr id="10519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9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9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9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74" name=""/>
        <p:cNvGrpSpPr/>
        <p:nvPr/>
      </p:nvGrpSpPr>
      <p:grpSpPr>
        <a:xfrm>
          <a:off x="0" y="0"/>
          <a:ext cx="0" cy="0"/>
          <a:chOff x="0" y="0"/>
          <a:chExt cx="0" cy="0"/>
        </a:xfrm>
      </p:grpSpPr>
      <p:sp>
        <p:nvSpPr>
          <p:cNvPr id="105200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002"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03"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004"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867" name=""/>
        <p:cNvGrpSpPr/>
        <p:nvPr/>
      </p:nvGrpSpPr>
      <p:grpSpPr>
        <a:xfrm>
          <a:off x="0" y="0"/>
          <a:ext cx="0" cy="0"/>
          <a:chOff x="0" y="0"/>
          <a:chExt cx="0" cy="0"/>
        </a:xfrm>
      </p:grpSpPr>
      <p:sp>
        <p:nvSpPr>
          <p:cNvPr id="1050009"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10"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11"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359" name=""/>
        <p:cNvGrpSpPr/>
        <p:nvPr/>
      </p:nvGrpSpPr>
      <p:grpSpPr>
        <a:xfrm>
          <a:off x="0" y="0"/>
          <a:ext cx="0" cy="0"/>
          <a:chOff x="0" y="0"/>
          <a:chExt cx="0" cy="0"/>
        </a:xfrm>
      </p:grpSpPr>
      <p:sp>
        <p:nvSpPr>
          <p:cNvPr id="1051910"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911"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12"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91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1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1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66" name=""/>
        <p:cNvGrpSpPr/>
        <p:nvPr/>
      </p:nvGrpSpPr>
      <p:grpSpPr>
        <a:xfrm>
          <a:off x="0" y="0"/>
          <a:ext cx="0" cy="0"/>
          <a:chOff x="0" y="0"/>
          <a:chExt cx="0" cy="0"/>
        </a:xfrm>
      </p:grpSpPr>
      <p:sp>
        <p:nvSpPr>
          <p:cNvPr id="105195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95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95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95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5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5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363" name=""/>
        <p:cNvGrpSpPr/>
        <p:nvPr/>
      </p:nvGrpSpPr>
      <p:grpSpPr>
        <a:xfrm>
          <a:off x="0" y="0"/>
          <a:ext cx="0" cy="0"/>
          <a:chOff x="0" y="0"/>
          <a:chExt cx="0" cy="0"/>
        </a:xfrm>
      </p:grpSpPr>
      <p:sp>
        <p:nvSpPr>
          <p:cNvPr id="105193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93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70" name=""/>
        <p:cNvGrpSpPr/>
        <p:nvPr/>
      </p:nvGrpSpPr>
      <p:grpSpPr>
        <a:xfrm>
          <a:off x="0" y="0"/>
          <a:ext cx="0" cy="0"/>
          <a:chOff x="0" y="0"/>
          <a:chExt cx="0" cy="0"/>
        </a:xfrm>
      </p:grpSpPr>
      <p:sp>
        <p:nvSpPr>
          <p:cNvPr id="1051978"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979"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8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8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8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371" name=""/>
        <p:cNvGrpSpPr/>
        <p:nvPr/>
      </p:nvGrpSpPr>
      <p:grpSpPr>
        <a:xfrm>
          <a:off x="0" y="0"/>
          <a:ext cx="0" cy="0"/>
          <a:chOff x="0" y="0"/>
          <a:chExt cx="0" cy="0"/>
        </a:xfrm>
      </p:grpSpPr>
      <p:sp>
        <p:nvSpPr>
          <p:cNvPr id="105198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98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8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8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8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8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62" name=""/>
        <p:cNvGrpSpPr/>
        <p:nvPr/>
      </p:nvGrpSpPr>
      <p:grpSpPr>
        <a:xfrm>
          <a:off x="0" y="0"/>
          <a:ext cx="0" cy="0"/>
          <a:chOff x="0" y="0"/>
          <a:chExt cx="0" cy="0"/>
        </a:xfrm>
      </p:grpSpPr>
      <p:sp>
        <p:nvSpPr>
          <p:cNvPr id="105192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930"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3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3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3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3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3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367" name=""/>
        <p:cNvGrpSpPr/>
        <p:nvPr/>
      </p:nvGrpSpPr>
      <p:grpSpPr>
        <a:xfrm>
          <a:off x="0" y="0"/>
          <a:ext cx="0" cy="0"/>
          <a:chOff x="0" y="0"/>
          <a:chExt cx="0" cy="0"/>
        </a:xfrm>
      </p:grpSpPr>
      <p:sp>
        <p:nvSpPr>
          <p:cNvPr id="105196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96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6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6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6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6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6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60" name=""/>
        <p:cNvGrpSpPr/>
        <p:nvPr/>
      </p:nvGrpSpPr>
      <p:grpSpPr>
        <a:xfrm>
          <a:off x="0" y="0"/>
          <a:ext cx="0" cy="0"/>
          <a:chOff x="0" y="0"/>
          <a:chExt cx="0" cy="0"/>
        </a:xfrm>
      </p:grpSpPr>
      <p:sp>
        <p:nvSpPr>
          <p:cNvPr id="1051916"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917"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1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19"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20"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92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2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2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65" name=""/>
        <p:cNvGrpSpPr/>
        <p:nvPr/>
      </p:nvGrpSpPr>
      <p:grpSpPr>
        <a:xfrm>
          <a:off x="0" y="0"/>
          <a:ext cx="0" cy="0"/>
          <a:chOff x="0" y="0"/>
          <a:chExt cx="0" cy="0"/>
        </a:xfrm>
      </p:grpSpPr>
      <p:sp>
        <p:nvSpPr>
          <p:cNvPr id="1051949"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950"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951"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52"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953"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2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72" name=""/>
        <p:cNvGrpSpPr/>
        <p:nvPr/>
      </p:nvGrpSpPr>
      <p:grpSpPr>
        <a:xfrm>
          <a:off x="0" y="0"/>
          <a:ext cx="0" cy="0"/>
          <a:chOff x="0" y="0"/>
          <a:chExt cx="0" cy="0"/>
        </a:xfrm>
      </p:grpSpPr>
      <p:sp>
        <p:nvSpPr>
          <p:cNvPr id="105198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99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99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99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99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99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88" name=""/>
        <p:cNvGrpSpPr/>
        <p:nvPr/>
      </p:nvGrpSpPr>
      <p:grpSpPr>
        <a:xfrm>
          <a:off x="0" y="0"/>
          <a:ext cx="0" cy="0"/>
          <a:chOff x="0" y="0"/>
          <a:chExt cx="0" cy="0"/>
        </a:xfrm>
      </p:grpSpPr>
      <p:sp>
        <p:nvSpPr>
          <p:cNvPr id="105316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17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17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17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7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7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599" name=""/>
        <p:cNvGrpSpPr/>
        <p:nvPr/>
      </p:nvGrpSpPr>
      <p:grpSpPr>
        <a:xfrm>
          <a:off x="0" y="0"/>
          <a:ext cx="0" cy="0"/>
          <a:chOff x="0" y="0"/>
          <a:chExt cx="0" cy="0"/>
        </a:xfrm>
      </p:grpSpPr>
      <p:sp>
        <p:nvSpPr>
          <p:cNvPr id="105323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3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3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3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3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92" name=""/>
        <p:cNvGrpSpPr/>
        <p:nvPr/>
      </p:nvGrpSpPr>
      <p:grpSpPr>
        <a:xfrm>
          <a:off x="0" y="0"/>
          <a:ext cx="0" cy="0"/>
          <a:chOff x="0" y="0"/>
          <a:chExt cx="0" cy="0"/>
        </a:xfrm>
      </p:grpSpPr>
      <p:sp>
        <p:nvSpPr>
          <p:cNvPr id="1053193"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194"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19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9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9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86" name=""/>
        <p:cNvGrpSpPr/>
        <p:nvPr/>
      </p:nvGrpSpPr>
      <p:grpSpPr>
        <a:xfrm>
          <a:off x="0" y="0"/>
          <a:ext cx="0" cy="0"/>
          <a:chOff x="0" y="0"/>
          <a:chExt cx="0" cy="0"/>
        </a:xfrm>
      </p:grpSpPr>
      <p:sp>
        <p:nvSpPr>
          <p:cNvPr id="105315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158"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59"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6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6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6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94" name=""/>
        <p:cNvGrpSpPr/>
        <p:nvPr/>
      </p:nvGrpSpPr>
      <p:grpSpPr>
        <a:xfrm>
          <a:off x="0" y="0"/>
          <a:ext cx="0" cy="0"/>
          <a:chOff x="0" y="0"/>
          <a:chExt cx="0" cy="0"/>
        </a:xfrm>
      </p:grpSpPr>
      <p:sp>
        <p:nvSpPr>
          <p:cNvPr id="105320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0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0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0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0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0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0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1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98" name=""/>
        <p:cNvGrpSpPr/>
        <p:nvPr/>
      </p:nvGrpSpPr>
      <p:grpSpPr>
        <a:xfrm>
          <a:off x="0" y="0"/>
          <a:ext cx="0" cy="0"/>
          <a:chOff x="0" y="0"/>
          <a:chExt cx="0" cy="0"/>
        </a:xfrm>
      </p:grpSpPr>
      <p:sp>
        <p:nvSpPr>
          <p:cNvPr id="105322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30"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31"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32"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847" name=""/>
        <p:cNvGrpSpPr/>
        <p:nvPr/>
      </p:nvGrpSpPr>
      <p:grpSpPr>
        <a:xfrm>
          <a:off x="0" y="0"/>
          <a:ext cx="0" cy="0"/>
          <a:chOff x="0" y="0"/>
          <a:chExt cx="0" cy="0"/>
        </a:xfrm>
      </p:grpSpPr>
      <p:sp>
        <p:nvSpPr>
          <p:cNvPr id="1049996"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97"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98"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595" name=""/>
        <p:cNvGrpSpPr/>
        <p:nvPr/>
      </p:nvGrpSpPr>
      <p:grpSpPr>
        <a:xfrm>
          <a:off x="0" y="0"/>
          <a:ext cx="0" cy="0"/>
          <a:chOff x="0" y="0"/>
          <a:chExt cx="0" cy="0"/>
        </a:xfrm>
      </p:grpSpPr>
      <p:sp>
        <p:nvSpPr>
          <p:cNvPr id="105321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21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1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21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1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1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87" name=""/>
        <p:cNvGrpSpPr/>
        <p:nvPr/>
      </p:nvGrpSpPr>
      <p:grpSpPr>
        <a:xfrm>
          <a:off x="0" y="0"/>
          <a:ext cx="0" cy="0"/>
          <a:chOff x="0" y="0"/>
          <a:chExt cx="0" cy="0"/>
        </a:xfrm>
      </p:grpSpPr>
      <p:sp>
        <p:nvSpPr>
          <p:cNvPr id="1053163"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164"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165"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16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6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6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96" name=""/>
        <p:cNvGrpSpPr/>
        <p:nvPr/>
      </p:nvGrpSpPr>
      <p:grpSpPr>
        <a:xfrm>
          <a:off x="0" y="0"/>
          <a:ext cx="0" cy="0"/>
          <a:chOff x="0" y="0"/>
          <a:chExt cx="0" cy="0"/>
        </a:xfrm>
      </p:grpSpPr>
      <p:sp>
        <p:nvSpPr>
          <p:cNvPr id="105321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1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593" name=""/>
        <p:cNvGrpSpPr/>
        <p:nvPr/>
      </p:nvGrpSpPr>
      <p:grpSpPr>
        <a:xfrm>
          <a:off x="0" y="0"/>
          <a:ext cx="0" cy="0"/>
          <a:chOff x="0" y="0"/>
          <a:chExt cx="0" cy="0"/>
        </a:xfrm>
      </p:grpSpPr>
      <p:sp>
        <p:nvSpPr>
          <p:cNvPr id="1053198"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199"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0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0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0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589" name=""/>
        <p:cNvGrpSpPr/>
        <p:nvPr/>
      </p:nvGrpSpPr>
      <p:grpSpPr>
        <a:xfrm>
          <a:off x="0" y="0"/>
          <a:ext cx="0" cy="0"/>
          <a:chOff x="0" y="0"/>
          <a:chExt cx="0" cy="0"/>
        </a:xfrm>
      </p:grpSpPr>
      <p:sp>
        <p:nvSpPr>
          <p:cNvPr id="105317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7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7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7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7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8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597" name=""/>
        <p:cNvGrpSpPr/>
        <p:nvPr/>
      </p:nvGrpSpPr>
      <p:grpSpPr>
        <a:xfrm>
          <a:off x="0" y="0"/>
          <a:ext cx="0" cy="0"/>
          <a:chOff x="0" y="0"/>
          <a:chExt cx="0" cy="0"/>
        </a:xfrm>
      </p:grpSpPr>
      <p:sp>
        <p:nvSpPr>
          <p:cNvPr id="105322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23"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2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2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2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2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2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590" name=""/>
        <p:cNvGrpSpPr/>
        <p:nvPr/>
      </p:nvGrpSpPr>
      <p:grpSpPr>
        <a:xfrm>
          <a:off x="0" y="0"/>
          <a:ext cx="0" cy="0"/>
          <a:chOff x="0" y="0"/>
          <a:chExt cx="0" cy="0"/>
        </a:xfrm>
      </p:grpSpPr>
      <p:sp>
        <p:nvSpPr>
          <p:cNvPr id="105318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8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8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8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18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8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8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01" name=""/>
        <p:cNvGrpSpPr/>
        <p:nvPr/>
      </p:nvGrpSpPr>
      <p:grpSpPr>
        <a:xfrm>
          <a:off x="0" y="0"/>
          <a:ext cx="0" cy="0"/>
          <a:chOff x="0" y="0"/>
          <a:chExt cx="0" cy="0"/>
        </a:xfrm>
      </p:grpSpPr>
      <p:sp>
        <p:nvSpPr>
          <p:cNvPr id="105324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4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4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4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4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4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91" name=""/>
        <p:cNvGrpSpPr/>
        <p:nvPr/>
      </p:nvGrpSpPr>
      <p:grpSpPr>
        <a:xfrm>
          <a:off x="0" y="0"/>
          <a:ext cx="0" cy="0"/>
          <a:chOff x="0" y="0"/>
          <a:chExt cx="0" cy="0"/>
        </a:xfrm>
      </p:grpSpPr>
      <p:sp>
        <p:nvSpPr>
          <p:cNvPr id="1053188"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189"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190"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91"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192"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4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00" name=""/>
        <p:cNvGrpSpPr/>
        <p:nvPr/>
      </p:nvGrpSpPr>
      <p:grpSpPr>
        <a:xfrm>
          <a:off x="0" y="0"/>
          <a:ext cx="0" cy="0"/>
          <a:chOff x="0" y="0"/>
          <a:chExt cx="0" cy="0"/>
        </a:xfrm>
      </p:grpSpPr>
      <p:sp>
        <p:nvSpPr>
          <p:cNvPr id="1053238"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23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24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24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24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24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44" name=""/>
        <p:cNvGrpSpPr/>
        <p:nvPr/>
      </p:nvGrpSpPr>
      <p:grpSpPr>
        <a:xfrm>
          <a:off x="0" y="0"/>
          <a:ext cx="0" cy="0"/>
          <a:chOff x="0" y="0"/>
          <a:chExt cx="0" cy="0"/>
        </a:xfrm>
      </p:grpSpPr>
      <p:sp>
        <p:nvSpPr>
          <p:cNvPr id="105290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90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90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90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0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0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551" name=""/>
        <p:cNvGrpSpPr/>
        <p:nvPr/>
      </p:nvGrpSpPr>
      <p:grpSpPr>
        <a:xfrm>
          <a:off x="0" y="0"/>
          <a:ext cx="0" cy="0"/>
          <a:chOff x="0" y="0"/>
          <a:chExt cx="0" cy="0"/>
        </a:xfrm>
      </p:grpSpPr>
      <p:sp>
        <p:nvSpPr>
          <p:cNvPr id="105294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50"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5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5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5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540" name=""/>
        <p:cNvGrpSpPr/>
        <p:nvPr/>
      </p:nvGrpSpPr>
      <p:grpSpPr>
        <a:xfrm>
          <a:off x="0" y="0"/>
          <a:ext cx="0" cy="0"/>
          <a:chOff x="0" y="0"/>
          <a:chExt cx="0" cy="0"/>
        </a:xfrm>
      </p:grpSpPr>
      <p:sp>
        <p:nvSpPr>
          <p:cNvPr id="1052881"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882"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88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8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8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541" name=""/>
        <p:cNvGrpSpPr/>
        <p:nvPr/>
      </p:nvGrpSpPr>
      <p:grpSpPr>
        <a:xfrm>
          <a:off x="0" y="0"/>
          <a:ext cx="0" cy="0"/>
          <a:chOff x="0" y="0"/>
          <a:chExt cx="0" cy="0"/>
        </a:xfrm>
      </p:grpSpPr>
      <p:sp>
        <p:nvSpPr>
          <p:cNvPr id="10528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887"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88"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8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9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9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48" name=""/>
        <p:cNvGrpSpPr/>
        <p:nvPr/>
      </p:nvGrpSpPr>
      <p:grpSpPr>
        <a:xfrm>
          <a:off x="0" y="0"/>
          <a:ext cx="0" cy="0"/>
          <a:chOff x="0" y="0"/>
          <a:chExt cx="0" cy="0"/>
        </a:xfrm>
      </p:grpSpPr>
      <p:sp>
        <p:nvSpPr>
          <p:cNvPr id="105292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29"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930"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31"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932"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539" name=""/>
        <p:cNvGrpSpPr/>
        <p:nvPr/>
      </p:nvGrpSpPr>
      <p:grpSpPr>
        <a:xfrm>
          <a:off x="0" y="0"/>
          <a:ext cx="0" cy="0"/>
          <a:chOff x="0" y="0"/>
          <a:chExt cx="0" cy="0"/>
        </a:xfrm>
      </p:grpSpPr>
      <p:sp>
        <p:nvSpPr>
          <p:cNvPr id="105287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878"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79"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80"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887" name=""/>
        <p:cNvGrpSpPr/>
        <p:nvPr/>
      </p:nvGrpSpPr>
      <p:grpSpPr>
        <a:xfrm>
          <a:off x="0" y="0"/>
          <a:ext cx="0" cy="0"/>
          <a:chOff x="0" y="0"/>
          <a:chExt cx="0" cy="0"/>
        </a:xfrm>
      </p:grpSpPr>
      <p:sp>
        <p:nvSpPr>
          <p:cNvPr id="105002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2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2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543" name=""/>
        <p:cNvGrpSpPr/>
        <p:nvPr/>
      </p:nvGrpSpPr>
      <p:grpSpPr>
        <a:xfrm>
          <a:off x="0" y="0"/>
          <a:ext cx="0" cy="0"/>
          <a:chOff x="0" y="0"/>
          <a:chExt cx="0" cy="0"/>
        </a:xfrm>
      </p:grpSpPr>
      <p:sp>
        <p:nvSpPr>
          <p:cNvPr id="1052898"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899"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00"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901"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02"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03"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52" name=""/>
        <p:cNvGrpSpPr/>
        <p:nvPr/>
      </p:nvGrpSpPr>
      <p:grpSpPr>
        <a:xfrm>
          <a:off x="0" y="0"/>
          <a:ext cx="0" cy="0"/>
          <a:chOff x="0" y="0"/>
          <a:chExt cx="0" cy="0"/>
        </a:xfrm>
      </p:grpSpPr>
      <p:sp>
        <p:nvSpPr>
          <p:cNvPr id="105295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95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95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95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5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5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546" name=""/>
        <p:cNvGrpSpPr/>
        <p:nvPr/>
      </p:nvGrpSpPr>
      <p:grpSpPr>
        <a:xfrm>
          <a:off x="0" y="0"/>
          <a:ext cx="0" cy="0"/>
          <a:chOff x="0" y="0"/>
          <a:chExt cx="0" cy="0"/>
        </a:xfrm>
      </p:grpSpPr>
      <p:sp>
        <p:nvSpPr>
          <p:cNvPr id="105291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918"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538" name=""/>
        <p:cNvGrpSpPr/>
        <p:nvPr/>
      </p:nvGrpSpPr>
      <p:grpSpPr>
        <a:xfrm>
          <a:off x="0" y="0"/>
          <a:ext cx="0" cy="0"/>
          <a:chOff x="0" y="0"/>
          <a:chExt cx="0" cy="0"/>
        </a:xfrm>
      </p:grpSpPr>
      <p:sp>
        <p:nvSpPr>
          <p:cNvPr id="1052872"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873"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87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7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87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547" name=""/>
        <p:cNvGrpSpPr/>
        <p:nvPr/>
      </p:nvGrpSpPr>
      <p:grpSpPr>
        <a:xfrm>
          <a:off x="0" y="0"/>
          <a:ext cx="0" cy="0"/>
          <a:chOff x="0" y="0"/>
          <a:chExt cx="0" cy="0"/>
        </a:xfrm>
      </p:grpSpPr>
      <p:sp>
        <p:nvSpPr>
          <p:cNvPr id="105292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2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24"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553" name=""/>
        <p:cNvGrpSpPr/>
        <p:nvPr/>
      </p:nvGrpSpPr>
      <p:grpSpPr>
        <a:xfrm>
          <a:off x="0" y="0"/>
          <a:ext cx="0" cy="0"/>
          <a:chOff x="0" y="0"/>
          <a:chExt cx="0" cy="0"/>
        </a:xfrm>
      </p:grpSpPr>
      <p:sp>
        <p:nvSpPr>
          <p:cNvPr id="105296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6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6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6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6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6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6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545" name=""/>
        <p:cNvGrpSpPr/>
        <p:nvPr/>
      </p:nvGrpSpPr>
      <p:grpSpPr>
        <a:xfrm>
          <a:off x="0" y="0"/>
          <a:ext cx="0" cy="0"/>
          <a:chOff x="0" y="0"/>
          <a:chExt cx="0" cy="0"/>
        </a:xfrm>
      </p:grpSpPr>
      <p:sp>
        <p:nvSpPr>
          <p:cNvPr id="10529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1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550" name=""/>
        <p:cNvGrpSpPr/>
        <p:nvPr/>
      </p:nvGrpSpPr>
      <p:grpSpPr>
        <a:xfrm>
          <a:off x="0" y="0"/>
          <a:ext cx="0" cy="0"/>
          <a:chOff x="0" y="0"/>
          <a:chExt cx="0" cy="0"/>
        </a:xfrm>
      </p:grpSpPr>
      <p:sp>
        <p:nvSpPr>
          <p:cNvPr id="1052941"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42"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4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44"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45"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9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49" name=""/>
        <p:cNvGrpSpPr/>
        <p:nvPr/>
      </p:nvGrpSpPr>
      <p:grpSpPr>
        <a:xfrm>
          <a:off x="0" y="0"/>
          <a:ext cx="0" cy="0"/>
          <a:chOff x="0" y="0"/>
          <a:chExt cx="0" cy="0"/>
        </a:xfrm>
      </p:grpSpPr>
      <p:sp>
        <p:nvSpPr>
          <p:cNvPr id="1052936"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937"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938"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39"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940"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6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542" name=""/>
        <p:cNvGrpSpPr/>
        <p:nvPr/>
      </p:nvGrpSpPr>
      <p:grpSpPr>
        <a:xfrm>
          <a:off x="0" y="0"/>
          <a:ext cx="0" cy="0"/>
          <a:chOff x="0" y="0"/>
          <a:chExt cx="0" cy="0"/>
        </a:xfrm>
      </p:grpSpPr>
      <p:sp>
        <p:nvSpPr>
          <p:cNvPr id="105289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89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89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89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89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89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757" name=""/>
        <p:cNvGrpSpPr/>
        <p:nvPr/>
      </p:nvGrpSpPr>
      <p:grpSpPr>
        <a:xfrm>
          <a:off x="0" y="0"/>
          <a:ext cx="0" cy="0"/>
          <a:chOff x="0" y="0"/>
          <a:chExt cx="0" cy="0"/>
        </a:xfrm>
      </p:grpSpPr>
      <p:sp>
        <p:nvSpPr>
          <p:cNvPr id="1054172"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173"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174"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175"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76"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77"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47" name=""/>
        <p:cNvGrpSpPr/>
        <p:nvPr/>
      </p:nvGrpSpPr>
      <p:grpSpPr>
        <a:xfrm>
          <a:off x="0" y="0"/>
          <a:ext cx="0" cy="0"/>
          <a:chOff x="0" y="0"/>
          <a:chExt cx="0" cy="0"/>
        </a:xfrm>
      </p:grpSpPr>
      <p:sp>
        <p:nvSpPr>
          <p:cNvPr id="105411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11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1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1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1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59" name=""/>
        <p:cNvGrpSpPr/>
        <p:nvPr/>
      </p:nvGrpSpPr>
      <p:grpSpPr>
        <a:xfrm>
          <a:off x="0" y="0"/>
          <a:ext cx="0" cy="0"/>
          <a:chOff x="0" y="0"/>
          <a:chExt cx="0" cy="0"/>
        </a:xfrm>
      </p:grpSpPr>
      <p:sp>
        <p:nvSpPr>
          <p:cNvPr id="105418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18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18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8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8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51" name=""/>
        <p:cNvGrpSpPr/>
        <p:nvPr/>
      </p:nvGrpSpPr>
      <p:grpSpPr>
        <a:xfrm>
          <a:off x="0" y="0"/>
          <a:ext cx="0" cy="0"/>
          <a:chOff x="0" y="0"/>
          <a:chExt cx="0" cy="0"/>
        </a:xfrm>
      </p:grpSpPr>
      <p:sp>
        <p:nvSpPr>
          <p:cNvPr id="105413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14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4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4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4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4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45" name=""/>
        <p:cNvGrpSpPr/>
        <p:nvPr/>
      </p:nvGrpSpPr>
      <p:grpSpPr>
        <a:xfrm>
          <a:off x="0" y="0"/>
          <a:ext cx="0" cy="0"/>
          <a:chOff x="0" y="0"/>
          <a:chExt cx="0" cy="0"/>
        </a:xfrm>
      </p:grpSpPr>
      <p:sp>
        <p:nvSpPr>
          <p:cNvPr id="105410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10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10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0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10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0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0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0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55" name=""/>
        <p:cNvGrpSpPr/>
        <p:nvPr/>
      </p:nvGrpSpPr>
      <p:grpSpPr>
        <a:xfrm>
          <a:off x="0" y="0"/>
          <a:ext cx="0" cy="0"/>
          <a:chOff x="0" y="0"/>
          <a:chExt cx="0" cy="0"/>
        </a:xfrm>
      </p:grpSpPr>
      <p:sp>
        <p:nvSpPr>
          <p:cNvPr id="105416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16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6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6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907" name=""/>
        <p:cNvGrpSpPr/>
        <p:nvPr/>
      </p:nvGrpSpPr>
      <p:grpSpPr>
        <a:xfrm>
          <a:off x="0" y="0"/>
          <a:ext cx="0" cy="0"/>
          <a:chOff x="0" y="0"/>
          <a:chExt cx="0" cy="0"/>
        </a:xfrm>
      </p:grpSpPr>
      <p:sp>
        <p:nvSpPr>
          <p:cNvPr id="1050034"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35"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36"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53" name=""/>
        <p:cNvGrpSpPr/>
        <p:nvPr/>
      </p:nvGrpSpPr>
      <p:grpSpPr>
        <a:xfrm>
          <a:off x="0" y="0"/>
          <a:ext cx="0" cy="0"/>
          <a:chOff x="0" y="0"/>
          <a:chExt cx="0" cy="0"/>
        </a:xfrm>
      </p:grpSpPr>
      <p:sp>
        <p:nvSpPr>
          <p:cNvPr id="1054150"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151"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52"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15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5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5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60" name=""/>
        <p:cNvGrpSpPr/>
        <p:nvPr/>
      </p:nvGrpSpPr>
      <p:grpSpPr>
        <a:xfrm>
          <a:off x="0" y="0"/>
          <a:ext cx="0" cy="0"/>
          <a:chOff x="0" y="0"/>
          <a:chExt cx="0" cy="0"/>
        </a:xfrm>
      </p:grpSpPr>
      <p:sp>
        <p:nvSpPr>
          <p:cNvPr id="1054190"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191"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192"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19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9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9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52" name=""/>
        <p:cNvGrpSpPr/>
        <p:nvPr/>
      </p:nvGrpSpPr>
      <p:grpSpPr>
        <a:xfrm>
          <a:off x="0" y="0"/>
          <a:ext cx="0" cy="0"/>
          <a:chOff x="0" y="0"/>
          <a:chExt cx="0" cy="0"/>
        </a:xfrm>
      </p:grpSpPr>
      <p:sp>
        <p:nvSpPr>
          <p:cNvPr id="105414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146"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4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4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4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46" name=""/>
        <p:cNvGrpSpPr/>
        <p:nvPr/>
      </p:nvGrpSpPr>
      <p:grpSpPr>
        <a:xfrm>
          <a:off x="0" y="0"/>
          <a:ext cx="0" cy="0"/>
          <a:chOff x="0" y="0"/>
          <a:chExt cx="0" cy="0"/>
        </a:xfrm>
      </p:grpSpPr>
      <p:sp>
        <p:nvSpPr>
          <p:cNvPr id="1054109"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110"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1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1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1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56" name=""/>
        <p:cNvGrpSpPr/>
        <p:nvPr/>
      </p:nvGrpSpPr>
      <p:grpSpPr>
        <a:xfrm>
          <a:off x="0" y="0"/>
          <a:ext cx="0" cy="0"/>
          <a:chOff x="0" y="0"/>
          <a:chExt cx="0" cy="0"/>
        </a:xfrm>
      </p:grpSpPr>
      <p:sp>
        <p:nvSpPr>
          <p:cNvPr id="105416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6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68"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6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7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7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749" name=""/>
        <p:cNvGrpSpPr/>
        <p:nvPr/>
      </p:nvGrpSpPr>
      <p:grpSpPr>
        <a:xfrm>
          <a:off x="0" y="0"/>
          <a:ext cx="0" cy="0"/>
          <a:chOff x="0" y="0"/>
          <a:chExt cx="0" cy="0"/>
        </a:xfrm>
      </p:grpSpPr>
      <p:sp>
        <p:nvSpPr>
          <p:cNvPr id="105412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25"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2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27"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28"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29"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30"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58" name=""/>
        <p:cNvGrpSpPr/>
        <p:nvPr/>
      </p:nvGrpSpPr>
      <p:grpSpPr>
        <a:xfrm>
          <a:off x="0" y="0"/>
          <a:ext cx="0" cy="0"/>
          <a:chOff x="0" y="0"/>
          <a:chExt cx="0" cy="0"/>
        </a:xfrm>
      </p:grpSpPr>
      <p:sp>
        <p:nvSpPr>
          <p:cNvPr id="105417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79"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8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8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8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8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8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50" name=""/>
        <p:cNvGrpSpPr/>
        <p:nvPr/>
      </p:nvGrpSpPr>
      <p:grpSpPr>
        <a:xfrm>
          <a:off x="0" y="0"/>
          <a:ext cx="0" cy="0"/>
          <a:chOff x="0" y="0"/>
          <a:chExt cx="0" cy="0"/>
        </a:xfrm>
      </p:grpSpPr>
      <p:sp>
        <p:nvSpPr>
          <p:cNvPr id="1054131"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32"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3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34"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35"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13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3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3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48" name=""/>
        <p:cNvGrpSpPr/>
        <p:nvPr/>
      </p:nvGrpSpPr>
      <p:grpSpPr>
        <a:xfrm>
          <a:off x="0" y="0"/>
          <a:ext cx="0" cy="0"/>
          <a:chOff x="0" y="0"/>
          <a:chExt cx="0" cy="0"/>
        </a:xfrm>
      </p:grpSpPr>
      <p:sp>
        <p:nvSpPr>
          <p:cNvPr id="1054119"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120"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121"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22"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123"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7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54" name=""/>
        <p:cNvGrpSpPr/>
        <p:nvPr/>
      </p:nvGrpSpPr>
      <p:grpSpPr>
        <a:xfrm>
          <a:off x="0" y="0"/>
          <a:ext cx="0" cy="0"/>
          <a:chOff x="0" y="0"/>
          <a:chExt cx="0" cy="0"/>
        </a:xfrm>
      </p:grpSpPr>
      <p:sp>
        <p:nvSpPr>
          <p:cNvPr id="1054156"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157"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158"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159"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160"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161"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28" name=""/>
        <p:cNvGrpSpPr/>
        <p:nvPr/>
      </p:nvGrpSpPr>
      <p:grpSpPr>
        <a:xfrm>
          <a:off x="0" y="0"/>
          <a:ext cx="0" cy="0"/>
          <a:chOff x="0" y="0"/>
          <a:chExt cx="0" cy="0"/>
        </a:xfrm>
      </p:grpSpPr>
      <p:sp>
        <p:nvSpPr>
          <p:cNvPr id="105113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13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13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13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15" name=""/>
        <p:cNvGrpSpPr/>
        <p:nvPr/>
      </p:nvGrpSpPr>
      <p:grpSpPr>
        <a:xfrm>
          <a:off x="0" y="0"/>
          <a:ext cx="0" cy="0"/>
          <a:chOff x="0" y="0"/>
          <a:chExt cx="0" cy="0"/>
        </a:xfrm>
      </p:grpSpPr>
      <p:sp>
        <p:nvSpPr>
          <p:cNvPr id="10510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5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5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30" name=""/>
        <p:cNvGrpSpPr/>
        <p:nvPr/>
      </p:nvGrpSpPr>
      <p:grpSpPr>
        <a:xfrm>
          <a:off x="0" y="0"/>
          <a:ext cx="0" cy="0"/>
          <a:chOff x="0" y="0"/>
          <a:chExt cx="0" cy="0"/>
        </a:xfrm>
      </p:grpSpPr>
      <p:sp>
        <p:nvSpPr>
          <p:cNvPr id="105114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14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14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21" name=""/>
        <p:cNvGrpSpPr/>
        <p:nvPr/>
      </p:nvGrpSpPr>
      <p:grpSpPr>
        <a:xfrm>
          <a:off x="0" y="0"/>
          <a:ext cx="0" cy="0"/>
          <a:chOff x="0" y="0"/>
          <a:chExt cx="0" cy="0"/>
        </a:xfrm>
      </p:grpSpPr>
      <p:sp>
        <p:nvSpPr>
          <p:cNvPr id="105108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9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9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9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9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9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26" name=""/>
        <p:cNvGrpSpPr/>
        <p:nvPr/>
      </p:nvGrpSpPr>
      <p:grpSpPr>
        <a:xfrm>
          <a:off x="0" y="0"/>
          <a:ext cx="0" cy="0"/>
          <a:chOff x="0" y="0"/>
          <a:chExt cx="0" cy="0"/>
        </a:xfrm>
      </p:grpSpPr>
      <p:sp>
        <p:nvSpPr>
          <p:cNvPr id="105111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120"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21"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2"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23"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2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2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20" name=""/>
        <p:cNvGrpSpPr/>
        <p:nvPr/>
      </p:nvGrpSpPr>
      <p:grpSpPr>
        <a:xfrm>
          <a:off x="0" y="0"/>
          <a:ext cx="0" cy="0"/>
          <a:chOff x="0" y="0"/>
          <a:chExt cx="0" cy="0"/>
        </a:xfrm>
      </p:grpSpPr>
      <p:sp>
        <p:nvSpPr>
          <p:cNvPr id="10510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927" name=""/>
        <p:cNvGrpSpPr/>
        <p:nvPr/>
      </p:nvGrpSpPr>
      <p:grpSpPr>
        <a:xfrm>
          <a:off x="0" y="0"/>
          <a:ext cx="0" cy="0"/>
          <a:chOff x="0" y="0"/>
          <a:chExt cx="0" cy="0"/>
        </a:xfrm>
      </p:grpSpPr>
      <p:sp>
        <p:nvSpPr>
          <p:cNvPr id="105004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23" name=""/>
        <p:cNvGrpSpPr/>
        <p:nvPr/>
      </p:nvGrpSpPr>
      <p:grpSpPr>
        <a:xfrm>
          <a:off x="0" y="0"/>
          <a:ext cx="0" cy="0"/>
          <a:chOff x="0" y="0"/>
          <a:chExt cx="0" cy="0"/>
        </a:xfrm>
      </p:grpSpPr>
      <p:sp>
        <p:nvSpPr>
          <p:cNvPr id="105110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10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0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10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0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0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17" name=""/>
        <p:cNvGrpSpPr/>
        <p:nvPr/>
      </p:nvGrpSpPr>
      <p:grpSpPr>
        <a:xfrm>
          <a:off x="0" y="0"/>
          <a:ext cx="0" cy="0"/>
          <a:chOff x="0" y="0"/>
          <a:chExt cx="0" cy="0"/>
        </a:xfrm>
      </p:grpSpPr>
      <p:sp>
        <p:nvSpPr>
          <p:cNvPr id="105106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06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06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06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18" name=""/>
        <p:cNvGrpSpPr/>
        <p:nvPr/>
      </p:nvGrpSpPr>
      <p:grpSpPr>
        <a:xfrm>
          <a:off x="0" y="0"/>
          <a:ext cx="0" cy="0"/>
          <a:chOff x="0" y="0"/>
          <a:chExt cx="0" cy="0"/>
        </a:xfrm>
      </p:grpSpPr>
      <p:sp>
        <p:nvSpPr>
          <p:cNvPr id="10510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73"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7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25" name=""/>
        <p:cNvGrpSpPr/>
        <p:nvPr/>
      </p:nvGrpSpPr>
      <p:grpSpPr>
        <a:xfrm>
          <a:off x="0" y="0"/>
          <a:ext cx="0" cy="0"/>
          <a:chOff x="0" y="0"/>
          <a:chExt cx="0" cy="0"/>
        </a:xfrm>
      </p:grpSpPr>
      <p:sp>
        <p:nvSpPr>
          <p:cNvPr id="1051114"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115"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16" name=""/>
        <p:cNvGrpSpPr/>
        <p:nvPr/>
      </p:nvGrpSpPr>
      <p:grpSpPr>
        <a:xfrm>
          <a:off x="0" y="0"/>
          <a:ext cx="0" cy="0"/>
          <a:chOff x="0" y="0"/>
          <a:chExt cx="0" cy="0"/>
        </a:xfrm>
      </p:grpSpPr>
      <p:sp>
        <p:nvSpPr>
          <p:cNvPr id="105106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6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6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6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6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6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24" name=""/>
        <p:cNvGrpSpPr/>
        <p:nvPr/>
      </p:nvGrpSpPr>
      <p:grpSpPr>
        <a:xfrm>
          <a:off x="0" y="0"/>
          <a:ext cx="0" cy="0"/>
          <a:chOff x="0" y="0"/>
          <a:chExt cx="0" cy="0"/>
        </a:xfrm>
      </p:grpSpPr>
      <p:sp>
        <p:nvSpPr>
          <p:cNvPr id="10511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0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0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27" name=""/>
        <p:cNvGrpSpPr/>
        <p:nvPr/>
      </p:nvGrpSpPr>
      <p:grpSpPr>
        <a:xfrm>
          <a:off x="0" y="0"/>
          <a:ext cx="0" cy="0"/>
          <a:chOff x="0" y="0"/>
          <a:chExt cx="0" cy="0"/>
        </a:xfrm>
      </p:grpSpPr>
      <p:sp>
        <p:nvSpPr>
          <p:cNvPr id="105112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2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3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3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19" name=""/>
        <p:cNvGrpSpPr/>
        <p:nvPr/>
      </p:nvGrpSpPr>
      <p:grpSpPr>
        <a:xfrm>
          <a:off x="0" y="0"/>
          <a:ext cx="0" cy="0"/>
          <a:chOff x="0" y="0"/>
          <a:chExt cx="0" cy="0"/>
        </a:xfrm>
      </p:grpSpPr>
      <p:sp>
        <p:nvSpPr>
          <p:cNvPr id="1051077"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78"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0"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1"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29" name=""/>
        <p:cNvGrpSpPr/>
        <p:nvPr/>
      </p:nvGrpSpPr>
      <p:grpSpPr>
        <a:xfrm>
          <a:off x="0" y="0"/>
          <a:ext cx="0" cy="0"/>
          <a:chOff x="0" y="0"/>
          <a:chExt cx="0" cy="0"/>
        </a:xfrm>
      </p:grpSpPr>
      <p:sp>
        <p:nvSpPr>
          <p:cNvPr id="105114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4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14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9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22" name=""/>
        <p:cNvGrpSpPr/>
        <p:nvPr/>
      </p:nvGrpSpPr>
      <p:grpSpPr>
        <a:xfrm>
          <a:off x="0" y="0"/>
          <a:ext cx="0" cy="0"/>
          <a:chOff x="0" y="0"/>
          <a:chExt cx="0" cy="0"/>
        </a:xfrm>
      </p:grpSpPr>
      <p:sp>
        <p:nvSpPr>
          <p:cNvPr id="105109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09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09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09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09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10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11" name=""/>
        <p:cNvGrpSpPr/>
        <p:nvPr/>
      </p:nvGrpSpPr>
      <p:grpSpPr>
        <a:xfrm>
          <a:off x="0" y="0"/>
          <a:ext cx="0" cy="0"/>
          <a:chOff x="0" y="0"/>
          <a:chExt cx="0" cy="0"/>
        </a:xfrm>
      </p:grpSpPr>
      <p:sp>
        <p:nvSpPr>
          <p:cNvPr id="105330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31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31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31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1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1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02" name=""/>
        <p:cNvGrpSpPr/>
        <p:nvPr/>
      </p:nvGrpSpPr>
      <p:grpSpPr>
        <a:xfrm>
          <a:off x="0" y="0"/>
          <a:ext cx="0" cy="0"/>
          <a:chOff x="0" y="0"/>
          <a:chExt cx="0" cy="0"/>
        </a:xfrm>
      </p:grpSpPr>
      <p:sp>
        <p:nvSpPr>
          <p:cNvPr id="105325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5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5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13" name=""/>
        <p:cNvGrpSpPr/>
        <p:nvPr/>
      </p:nvGrpSpPr>
      <p:grpSpPr>
        <a:xfrm>
          <a:off x="0" y="0"/>
          <a:ext cx="0" cy="0"/>
          <a:chOff x="0" y="0"/>
          <a:chExt cx="0" cy="0"/>
        </a:xfrm>
      </p:grpSpPr>
      <p:sp>
        <p:nvSpPr>
          <p:cNvPr id="1053321"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322"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32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06" name=""/>
        <p:cNvGrpSpPr/>
        <p:nvPr/>
      </p:nvGrpSpPr>
      <p:grpSpPr>
        <a:xfrm>
          <a:off x="0" y="0"/>
          <a:ext cx="0" cy="0"/>
          <a:chOff x="0" y="0"/>
          <a:chExt cx="0" cy="0"/>
        </a:xfrm>
      </p:grpSpPr>
      <p:sp>
        <p:nvSpPr>
          <p:cNvPr id="105327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78"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79"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07" name=""/>
        <p:cNvGrpSpPr/>
        <p:nvPr/>
      </p:nvGrpSpPr>
      <p:grpSpPr>
        <a:xfrm>
          <a:off x="0" y="0"/>
          <a:ext cx="0" cy="0"/>
          <a:chOff x="0" y="0"/>
          <a:chExt cx="0" cy="0"/>
        </a:xfrm>
      </p:grpSpPr>
      <p:sp>
        <p:nvSpPr>
          <p:cNvPr id="105328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8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8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8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14" name=""/>
        <p:cNvGrpSpPr/>
        <p:nvPr/>
      </p:nvGrpSpPr>
      <p:grpSpPr>
        <a:xfrm>
          <a:off x="0" y="0"/>
          <a:ext cx="0" cy="0"/>
          <a:chOff x="0" y="0"/>
          <a:chExt cx="0" cy="0"/>
        </a:xfrm>
      </p:grpSpPr>
      <p:sp>
        <p:nvSpPr>
          <p:cNvPr id="105332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2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04" name=""/>
        <p:cNvGrpSpPr/>
        <p:nvPr/>
      </p:nvGrpSpPr>
      <p:grpSpPr>
        <a:xfrm>
          <a:off x="0" y="0"/>
          <a:ext cx="0" cy="0"/>
          <a:chOff x="0" y="0"/>
          <a:chExt cx="0" cy="0"/>
        </a:xfrm>
      </p:grpSpPr>
      <p:sp>
        <p:nvSpPr>
          <p:cNvPr id="105021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2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17" name=""/>
        <p:cNvGrpSpPr/>
        <p:nvPr/>
      </p:nvGrpSpPr>
      <p:grpSpPr>
        <a:xfrm>
          <a:off x="0" y="0"/>
          <a:ext cx="0" cy="0"/>
          <a:chOff x="0" y="0"/>
          <a:chExt cx="0" cy="0"/>
        </a:xfrm>
      </p:grpSpPr>
      <p:sp>
        <p:nvSpPr>
          <p:cNvPr id="105334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4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4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4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09" name=""/>
        <p:cNvGrpSpPr/>
        <p:nvPr/>
      </p:nvGrpSpPr>
      <p:grpSpPr>
        <a:xfrm>
          <a:off x="0" y="0"/>
          <a:ext cx="0" cy="0"/>
          <a:chOff x="0" y="0"/>
          <a:chExt cx="0" cy="0"/>
        </a:xfrm>
      </p:grpSpPr>
      <p:sp>
        <p:nvSpPr>
          <p:cNvPr id="105329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29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29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29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16" name=""/>
        <p:cNvGrpSpPr/>
        <p:nvPr/>
      </p:nvGrpSpPr>
      <p:grpSpPr>
        <a:xfrm>
          <a:off x="0" y="0"/>
          <a:ext cx="0" cy="0"/>
          <a:chOff x="0" y="0"/>
          <a:chExt cx="0" cy="0"/>
        </a:xfrm>
      </p:grpSpPr>
      <p:sp>
        <p:nvSpPr>
          <p:cNvPr id="105333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3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08" name=""/>
        <p:cNvGrpSpPr/>
        <p:nvPr/>
      </p:nvGrpSpPr>
      <p:grpSpPr>
        <a:xfrm>
          <a:off x="0" y="0"/>
          <a:ext cx="0" cy="0"/>
          <a:chOff x="0" y="0"/>
          <a:chExt cx="0" cy="0"/>
        </a:xfrm>
      </p:grpSpPr>
      <p:sp>
        <p:nvSpPr>
          <p:cNvPr id="1053291"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292"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9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15" name=""/>
        <p:cNvGrpSpPr/>
        <p:nvPr/>
      </p:nvGrpSpPr>
      <p:grpSpPr>
        <a:xfrm>
          <a:off x="0" y="0"/>
          <a:ext cx="0" cy="0"/>
          <a:chOff x="0" y="0"/>
          <a:chExt cx="0" cy="0"/>
        </a:xfrm>
      </p:grpSpPr>
      <p:sp>
        <p:nvSpPr>
          <p:cNvPr id="105333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3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03" name=""/>
        <p:cNvGrpSpPr/>
        <p:nvPr/>
      </p:nvGrpSpPr>
      <p:grpSpPr>
        <a:xfrm>
          <a:off x="0" y="0"/>
          <a:ext cx="0" cy="0"/>
          <a:chOff x="0" y="0"/>
          <a:chExt cx="0" cy="0"/>
        </a:xfrm>
      </p:grpSpPr>
      <p:sp>
        <p:nvSpPr>
          <p:cNvPr id="105325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5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5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6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6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10" name=""/>
        <p:cNvGrpSpPr/>
        <p:nvPr/>
      </p:nvGrpSpPr>
      <p:grpSpPr>
        <a:xfrm>
          <a:off x="0" y="0"/>
          <a:ext cx="0" cy="0"/>
          <a:chOff x="0" y="0"/>
          <a:chExt cx="0" cy="0"/>
        </a:xfrm>
      </p:grpSpPr>
      <p:sp>
        <p:nvSpPr>
          <p:cNvPr id="105330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0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04" name=""/>
        <p:cNvGrpSpPr/>
        <p:nvPr/>
      </p:nvGrpSpPr>
      <p:grpSpPr>
        <a:xfrm>
          <a:off x="0" y="0"/>
          <a:ext cx="0" cy="0"/>
          <a:chOff x="0" y="0"/>
          <a:chExt cx="0" cy="0"/>
        </a:xfrm>
      </p:grpSpPr>
      <p:sp>
        <p:nvSpPr>
          <p:cNvPr id="105326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6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05" name=""/>
        <p:cNvGrpSpPr/>
        <p:nvPr/>
      </p:nvGrpSpPr>
      <p:grpSpPr>
        <a:xfrm>
          <a:off x="0" y="0"/>
          <a:ext cx="0" cy="0"/>
          <a:chOff x="0" y="0"/>
          <a:chExt cx="0" cy="0"/>
        </a:xfrm>
      </p:grpSpPr>
      <p:sp>
        <p:nvSpPr>
          <p:cNvPr id="1053272"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7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274"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5"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6"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1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12" name=""/>
        <p:cNvGrpSpPr/>
        <p:nvPr/>
      </p:nvGrpSpPr>
      <p:grpSpPr>
        <a:xfrm>
          <a:off x="0" y="0"/>
          <a:ext cx="0" cy="0"/>
          <a:chOff x="0" y="0"/>
          <a:chExt cx="0" cy="0"/>
        </a:xfrm>
      </p:grpSpPr>
      <p:sp>
        <p:nvSpPr>
          <p:cNvPr id="105331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31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31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31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31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32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781" name=""/>
        <p:cNvGrpSpPr/>
        <p:nvPr/>
      </p:nvGrpSpPr>
      <p:grpSpPr>
        <a:xfrm>
          <a:off x="0" y="0"/>
          <a:ext cx="0" cy="0"/>
          <a:chOff x="0" y="0"/>
          <a:chExt cx="0" cy="0"/>
        </a:xfrm>
      </p:grpSpPr>
      <p:sp>
        <p:nvSpPr>
          <p:cNvPr id="105431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4317"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4318"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4319"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20"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21"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789" name=""/>
        <p:cNvGrpSpPr/>
        <p:nvPr/>
      </p:nvGrpSpPr>
      <p:grpSpPr>
        <a:xfrm>
          <a:off x="0" y="0"/>
          <a:ext cx="0" cy="0"/>
          <a:chOff x="0" y="0"/>
          <a:chExt cx="0" cy="0"/>
        </a:xfrm>
      </p:grpSpPr>
      <p:sp>
        <p:nvSpPr>
          <p:cNvPr id="105436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36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6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6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6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783" name=""/>
        <p:cNvGrpSpPr/>
        <p:nvPr/>
      </p:nvGrpSpPr>
      <p:grpSpPr>
        <a:xfrm>
          <a:off x="0" y="0"/>
          <a:ext cx="0" cy="0"/>
          <a:chOff x="0" y="0"/>
          <a:chExt cx="0" cy="0"/>
        </a:xfrm>
      </p:grpSpPr>
      <p:sp>
        <p:nvSpPr>
          <p:cNvPr id="105433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433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433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3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3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778" name=""/>
        <p:cNvGrpSpPr/>
        <p:nvPr/>
      </p:nvGrpSpPr>
      <p:grpSpPr>
        <a:xfrm>
          <a:off x="0" y="0"/>
          <a:ext cx="0" cy="0"/>
          <a:chOff x="0" y="0"/>
          <a:chExt cx="0" cy="0"/>
        </a:xfrm>
      </p:grpSpPr>
      <p:sp>
        <p:nvSpPr>
          <p:cNvPr id="105429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97"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98"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9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0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0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782" name=""/>
        <p:cNvGrpSpPr/>
        <p:nvPr/>
      </p:nvGrpSpPr>
      <p:grpSpPr>
        <a:xfrm>
          <a:off x="0" y="0"/>
          <a:ext cx="0" cy="0"/>
          <a:chOff x="0" y="0"/>
          <a:chExt cx="0" cy="0"/>
        </a:xfrm>
      </p:grpSpPr>
      <p:sp>
        <p:nvSpPr>
          <p:cNvPr id="105432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32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32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2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432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2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2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2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792" name=""/>
        <p:cNvGrpSpPr/>
        <p:nvPr/>
      </p:nvGrpSpPr>
      <p:grpSpPr>
        <a:xfrm>
          <a:off x="0" y="0"/>
          <a:ext cx="0" cy="0"/>
          <a:chOff x="0" y="0"/>
          <a:chExt cx="0" cy="0"/>
        </a:xfrm>
      </p:grpSpPr>
      <p:sp>
        <p:nvSpPr>
          <p:cNvPr id="105438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38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8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8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29" name=""/>
        <p:cNvGrpSpPr/>
        <p:nvPr/>
      </p:nvGrpSpPr>
      <p:grpSpPr>
        <a:xfrm>
          <a:off x="0" y="0"/>
          <a:ext cx="0" cy="0"/>
          <a:chOff x="0" y="0"/>
          <a:chExt cx="0" cy="0"/>
        </a:xfrm>
      </p:grpSpPr>
      <p:sp>
        <p:nvSpPr>
          <p:cNvPr id="105026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6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6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791" name=""/>
        <p:cNvGrpSpPr/>
        <p:nvPr/>
      </p:nvGrpSpPr>
      <p:grpSpPr>
        <a:xfrm>
          <a:off x="0" y="0"/>
          <a:ext cx="0" cy="0"/>
          <a:chOff x="0" y="0"/>
          <a:chExt cx="0" cy="0"/>
        </a:xfrm>
      </p:grpSpPr>
      <p:sp>
        <p:nvSpPr>
          <p:cNvPr id="1054376"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377"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78"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37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8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8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785" name=""/>
        <p:cNvGrpSpPr/>
        <p:nvPr/>
      </p:nvGrpSpPr>
      <p:grpSpPr>
        <a:xfrm>
          <a:off x="0" y="0"/>
          <a:ext cx="0" cy="0"/>
          <a:chOff x="0" y="0"/>
          <a:chExt cx="0" cy="0"/>
        </a:xfrm>
      </p:grpSpPr>
      <p:sp>
        <p:nvSpPr>
          <p:cNvPr id="1054340"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4341"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4342"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434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4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4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777" name=""/>
        <p:cNvGrpSpPr/>
        <p:nvPr/>
      </p:nvGrpSpPr>
      <p:grpSpPr>
        <a:xfrm>
          <a:off x="0" y="0"/>
          <a:ext cx="0" cy="0"/>
          <a:chOff x="0" y="0"/>
          <a:chExt cx="0" cy="0"/>
        </a:xfrm>
      </p:grpSpPr>
      <p:sp>
        <p:nvSpPr>
          <p:cNvPr id="105429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4292"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29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9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29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787" name=""/>
        <p:cNvGrpSpPr/>
        <p:nvPr/>
      </p:nvGrpSpPr>
      <p:grpSpPr>
        <a:xfrm>
          <a:off x="0" y="0"/>
          <a:ext cx="0" cy="0"/>
          <a:chOff x="0" y="0"/>
          <a:chExt cx="0" cy="0"/>
        </a:xfrm>
      </p:grpSpPr>
      <p:sp>
        <p:nvSpPr>
          <p:cNvPr id="1054353"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4354"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5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5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5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780" name=""/>
        <p:cNvGrpSpPr/>
        <p:nvPr/>
      </p:nvGrpSpPr>
      <p:grpSpPr>
        <a:xfrm>
          <a:off x="0" y="0"/>
          <a:ext cx="0" cy="0"/>
          <a:chOff x="0" y="0"/>
          <a:chExt cx="0" cy="0"/>
        </a:xfrm>
      </p:grpSpPr>
      <p:sp>
        <p:nvSpPr>
          <p:cNvPr id="10543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31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1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1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1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1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788" name=""/>
        <p:cNvGrpSpPr/>
        <p:nvPr/>
      </p:nvGrpSpPr>
      <p:grpSpPr>
        <a:xfrm>
          <a:off x="0" y="0"/>
          <a:ext cx="0" cy="0"/>
          <a:chOff x="0" y="0"/>
          <a:chExt cx="0" cy="0"/>
        </a:xfrm>
      </p:grpSpPr>
      <p:sp>
        <p:nvSpPr>
          <p:cNvPr id="105435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35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6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6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6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6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6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786" name=""/>
        <p:cNvGrpSpPr/>
        <p:nvPr/>
      </p:nvGrpSpPr>
      <p:grpSpPr>
        <a:xfrm>
          <a:off x="0" y="0"/>
          <a:ext cx="0" cy="0"/>
          <a:chOff x="0" y="0"/>
          <a:chExt cx="0" cy="0"/>
        </a:xfrm>
      </p:grpSpPr>
      <p:sp>
        <p:nvSpPr>
          <p:cNvPr id="1054346"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347"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48"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49"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50"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51"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52"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779" name=""/>
        <p:cNvGrpSpPr/>
        <p:nvPr/>
      </p:nvGrpSpPr>
      <p:grpSpPr>
        <a:xfrm>
          <a:off x="0" y="0"/>
          <a:ext cx="0" cy="0"/>
          <a:chOff x="0" y="0"/>
          <a:chExt cx="0" cy="0"/>
        </a:xfrm>
      </p:grpSpPr>
      <p:sp>
        <p:nvSpPr>
          <p:cNvPr id="1054302"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303"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0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05"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06"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430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0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0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84" name=""/>
        <p:cNvGrpSpPr/>
        <p:nvPr/>
      </p:nvGrpSpPr>
      <p:grpSpPr>
        <a:xfrm>
          <a:off x="0" y="0"/>
          <a:ext cx="0" cy="0"/>
          <a:chOff x="0" y="0"/>
          <a:chExt cx="0" cy="0"/>
        </a:xfrm>
      </p:grpSpPr>
      <p:sp>
        <p:nvSpPr>
          <p:cNvPr id="105433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433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433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3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433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2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790" name=""/>
        <p:cNvGrpSpPr/>
        <p:nvPr/>
      </p:nvGrpSpPr>
      <p:grpSpPr>
        <a:xfrm>
          <a:off x="0" y="0"/>
          <a:ext cx="0" cy="0"/>
          <a:chOff x="0" y="0"/>
          <a:chExt cx="0" cy="0"/>
        </a:xfrm>
      </p:grpSpPr>
      <p:sp>
        <p:nvSpPr>
          <p:cNvPr id="105437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437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37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437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437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37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01" name=""/>
        <p:cNvGrpSpPr/>
        <p:nvPr/>
      </p:nvGrpSpPr>
      <p:grpSpPr>
        <a:xfrm>
          <a:off x="0" y="0"/>
          <a:ext cx="0" cy="0"/>
          <a:chOff x="0" y="0"/>
          <a:chExt cx="0" cy="0"/>
        </a:xfrm>
      </p:grpSpPr>
      <p:sp>
        <p:nvSpPr>
          <p:cNvPr id="1051563"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564"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565"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566"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67"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68"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308" name=""/>
        <p:cNvGrpSpPr/>
        <p:nvPr/>
      </p:nvGrpSpPr>
      <p:grpSpPr>
        <a:xfrm>
          <a:off x="0" y="0"/>
          <a:ext cx="0" cy="0"/>
          <a:chOff x="0" y="0"/>
          <a:chExt cx="0" cy="0"/>
        </a:xfrm>
      </p:grpSpPr>
      <p:sp>
        <p:nvSpPr>
          <p:cNvPr id="105160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60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0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0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0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02" name=""/>
        <p:cNvGrpSpPr/>
        <p:nvPr/>
      </p:nvGrpSpPr>
      <p:grpSpPr>
        <a:xfrm>
          <a:off x="0" y="0"/>
          <a:ext cx="0" cy="0"/>
          <a:chOff x="0" y="0"/>
          <a:chExt cx="0" cy="0"/>
        </a:xfrm>
      </p:grpSpPr>
      <p:sp>
        <p:nvSpPr>
          <p:cNvPr id="1051569"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570"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57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7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7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98" name=""/>
        <p:cNvGrpSpPr/>
        <p:nvPr/>
      </p:nvGrpSpPr>
      <p:grpSpPr>
        <a:xfrm>
          <a:off x="0" y="0"/>
          <a:ext cx="0" cy="0"/>
          <a:chOff x="0" y="0"/>
          <a:chExt cx="0" cy="0"/>
        </a:xfrm>
      </p:grpSpPr>
      <p:sp>
        <p:nvSpPr>
          <p:cNvPr id="105154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548"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49"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5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5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5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05" name=""/>
        <p:cNvGrpSpPr/>
        <p:nvPr/>
      </p:nvGrpSpPr>
      <p:grpSpPr>
        <a:xfrm>
          <a:off x="0" y="0"/>
          <a:ext cx="0" cy="0"/>
          <a:chOff x="0" y="0"/>
          <a:chExt cx="0" cy="0"/>
        </a:xfrm>
      </p:grpSpPr>
      <p:sp>
        <p:nvSpPr>
          <p:cNvPr id="10515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587"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588"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89"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590"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91"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92"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93"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99" name=""/>
        <p:cNvGrpSpPr/>
        <p:nvPr/>
      </p:nvGrpSpPr>
      <p:grpSpPr>
        <a:xfrm>
          <a:off x="0" y="0"/>
          <a:ext cx="0" cy="0"/>
          <a:chOff x="0" y="0"/>
          <a:chExt cx="0" cy="0"/>
        </a:xfrm>
      </p:grpSpPr>
      <p:sp>
        <p:nvSpPr>
          <p:cNvPr id="105155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554"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55"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56"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49" name=""/>
        <p:cNvGrpSpPr/>
        <p:nvPr/>
      </p:nvGrpSpPr>
      <p:grpSpPr>
        <a:xfrm>
          <a:off x="0" y="0"/>
          <a:ext cx="0" cy="0"/>
          <a:chOff x="0" y="0"/>
          <a:chExt cx="0" cy="0"/>
        </a:xfrm>
      </p:grpSpPr>
      <p:sp>
        <p:nvSpPr>
          <p:cNvPr id="1050276"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77"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78"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307" name=""/>
        <p:cNvGrpSpPr/>
        <p:nvPr/>
      </p:nvGrpSpPr>
      <p:grpSpPr>
        <a:xfrm>
          <a:off x="0" y="0"/>
          <a:ext cx="0" cy="0"/>
          <a:chOff x="0" y="0"/>
          <a:chExt cx="0" cy="0"/>
        </a:xfrm>
      </p:grpSpPr>
      <p:sp>
        <p:nvSpPr>
          <p:cNvPr id="105159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60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0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60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0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0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00" name=""/>
        <p:cNvGrpSpPr/>
        <p:nvPr/>
      </p:nvGrpSpPr>
      <p:grpSpPr>
        <a:xfrm>
          <a:off x="0" y="0"/>
          <a:ext cx="0" cy="0"/>
          <a:chOff x="0" y="0"/>
          <a:chExt cx="0" cy="0"/>
        </a:xfrm>
      </p:grpSpPr>
      <p:sp>
        <p:nvSpPr>
          <p:cNvPr id="1051557"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558"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559"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56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6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6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306" name=""/>
        <p:cNvGrpSpPr/>
        <p:nvPr/>
      </p:nvGrpSpPr>
      <p:grpSpPr>
        <a:xfrm>
          <a:off x="0" y="0"/>
          <a:ext cx="0" cy="0"/>
          <a:chOff x="0" y="0"/>
          <a:chExt cx="0" cy="0"/>
        </a:xfrm>
      </p:grpSpPr>
      <p:sp>
        <p:nvSpPr>
          <p:cNvPr id="105159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595"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9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9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9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96" name=""/>
        <p:cNvGrpSpPr/>
        <p:nvPr/>
      </p:nvGrpSpPr>
      <p:grpSpPr>
        <a:xfrm>
          <a:off x="0" y="0"/>
          <a:ext cx="0" cy="0"/>
          <a:chOff x="0" y="0"/>
          <a:chExt cx="0" cy="0"/>
        </a:xfrm>
      </p:grpSpPr>
      <p:sp>
        <p:nvSpPr>
          <p:cNvPr id="1051536"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537"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97" name=""/>
        <p:cNvGrpSpPr/>
        <p:nvPr/>
      </p:nvGrpSpPr>
      <p:grpSpPr>
        <a:xfrm>
          <a:off x="0" y="0"/>
          <a:ext cx="0" cy="0"/>
          <a:chOff x="0" y="0"/>
          <a:chExt cx="0" cy="0"/>
        </a:xfrm>
      </p:grpSpPr>
      <p:sp>
        <p:nvSpPr>
          <p:cNvPr id="105154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54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43"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4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4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4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09" name=""/>
        <p:cNvGrpSpPr/>
        <p:nvPr/>
      </p:nvGrpSpPr>
      <p:grpSpPr>
        <a:xfrm>
          <a:off x="0" y="0"/>
          <a:ext cx="0" cy="0"/>
          <a:chOff x="0" y="0"/>
          <a:chExt cx="0" cy="0"/>
        </a:xfrm>
      </p:grpSpPr>
      <p:sp>
        <p:nvSpPr>
          <p:cNvPr id="10516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304" name=""/>
        <p:cNvGrpSpPr/>
        <p:nvPr/>
      </p:nvGrpSpPr>
      <p:grpSpPr>
        <a:xfrm>
          <a:off x="0" y="0"/>
          <a:ext cx="0" cy="0"/>
          <a:chOff x="0" y="0"/>
          <a:chExt cx="0" cy="0"/>
        </a:xfrm>
      </p:grpSpPr>
      <p:sp>
        <p:nvSpPr>
          <p:cNvPr id="1051579"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580"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8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82"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583"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84"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85"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10" name=""/>
        <p:cNvGrpSpPr/>
        <p:nvPr/>
      </p:nvGrpSpPr>
      <p:grpSpPr>
        <a:xfrm>
          <a:off x="0" y="0"/>
          <a:ext cx="0" cy="0"/>
          <a:chOff x="0" y="0"/>
          <a:chExt cx="0" cy="0"/>
        </a:xfrm>
      </p:grpSpPr>
      <p:sp>
        <p:nvSpPr>
          <p:cNvPr id="1051617"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618"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1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20"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21"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62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2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62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03" name=""/>
        <p:cNvGrpSpPr/>
        <p:nvPr/>
      </p:nvGrpSpPr>
      <p:grpSpPr>
        <a:xfrm>
          <a:off x="0" y="0"/>
          <a:ext cx="0" cy="0"/>
          <a:chOff x="0" y="0"/>
          <a:chExt cx="0" cy="0"/>
        </a:xfrm>
      </p:grpSpPr>
      <p:sp>
        <p:nvSpPr>
          <p:cNvPr id="1051574"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575"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576"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77"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578"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4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95" name=""/>
        <p:cNvGrpSpPr/>
        <p:nvPr/>
      </p:nvGrpSpPr>
      <p:grpSpPr>
        <a:xfrm>
          <a:off x="0" y="0"/>
          <a:ext cx="0" cy="0"/>
          <a:chOff x="0" y="0"/>
          <a:chExt cx="0" cy="0"/>
        </a:xfrm>
      </p:grpSpPr>
      <p:sp>
        <p:nvSpPr>
          <p:cNvPr id="1051530"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531"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532"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533"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534"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535"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47" name=""/>
        <p:cNvGrpSpPr/>
        <p:nvPr/>
      </p:nvGrpSpPr>
      <p:grpSpPr>
        <a:xfrm>
          <a:off x="0" y="0"/>
          <a:ext cx="0" cy="0"/>
          <a:chOff x="0" y="0"/>
          <a:chExt cx="0" cy="0"/>
        </a:xfrm>
      </p:grpSpPr>
      <p:sp>
        <p:nvSpPr>
          <p:cNvPr id="105242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43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43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43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52" name=""/>
        <p:cNvGrpSpPr/>
        <p:nvPr/>
      </p:nvGrpSpPr>
      <p:grpSpPr>
        <a:xfrm>
          <a:off x="0" y="0"/>
          <a:ext cx="0" cy="0"/>
          <a:chOff x="0" y="0"/>
          <a:chExt cx="0" cy="0"/>
        </a:xfrm>
      </p:grpSpPr>
      <p:sp>
        <p:nvSpPr>
          <p:cNvPr id="105246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6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6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41" name=""/>
        <p:cNvGrpSpPr/>
        <p:nvPr/>
      </p:nvGrpSpPr>
      <p:grpSpPr>
        <a:xfrm>
          <a:off x="0" y="0"/>
          <a:ext cx="0" cy="0"/>
          <a:chOff x="0" y="0"/>
          <a:chExt cx="0" cy="0"/>
        </a:xfrm>
      </p:grpSpPr>
      <p:sp>
        <p:nvSpPr>
          <p:cNvPr id="105239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39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39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9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9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48" name=""/>
        <p:cNvGrpSpPr/>
        <p:nvPr/>
      </p:nvGrpSpPr>
      <p:grpSpPr>
        <a:xfrm>
          <a:off x="0" y="0"/>
          <a:ext cx="0" cy="0"/>
          <a:chOff x="0" y="0"/>
          <a:chExt cx="0" cy="0"/>
        </a:xfrm>
      </p:grpSpPr>
      <p:sp>
        <p:nvSpPr>
          <p:cNvPr id="105243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3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3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3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49" name=""/>
        <p:cNvGrpSpPr/>
        <p:nvPr/>
      </p:nvGrpSpPr>
      <p:grpSpPr>
        <a:xfrm>
          <a:off x="0" y="0"/>
          <a:ext cx="0" cy="0"/>
          <a:chOff x="0" y="0"/>
          <a:chExt cx="0" cy="0"/>
        </a:xfrm>
      </p:grpSpPr>
      <p:sp>
        <p:nvSpPr>
          <p:cNvPr id="10524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39" name=""/>
        <p:cNvGrpSpPr/>
        <p:nvPr/>
      </p:nvGrpSpPr>
      <p:grpSpPr>
        <a:xfrm>
          <a:off x="0" y="0"/>
          <a:ext cx="0" cy="0"/>
          <a:chOff x="0" y="0"/>
          <a:chExt cx="0" cy="0"/>
        </a:xfrm>
      </p:grpSpPr>
      <p:sp>
        <p:nvSpPr>
          <p:cNvPr id="10523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69" name=""/>
        <p:cNvGrpSpPr/>
        <p:nvPr/>
      </p:nvGrpSpPr>
      <p:grpSpPr>
        <a:xfrm>
          <a:off x="0" y="0"/>
          <a:ext cx="0" cy="0"/>
          <a:chOff x="0" y="0"/>
          <a:chExt cx="0" cy="0"/>
        </a:xfrm>
      </p:grpSpPr>
      <p:sp>
        <p:nvSpPr>
          <p:cNvPr id="105028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9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43" name=""/>
        <p:cNvGrpSpPr/>
        <p:nvPr/>
      </p:nvGrpSpPr>
      <p:grpSpPr>
        <a:xfrm>
          <a:off x="0" y="0"/>
          <a:ext cx="0" cy="0"/>
          <a:chOff x="0" y="0"/>
          <a:chExt cx="0" cy="0"/>
        </a:xfrm>
      </p:grpSpPr>
      <p:sp>
        <p:nvSpPr>
          <p:cNvPr id="1052405"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406"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07"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40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51" name=""/>
        <p:cNvGrpSpPr/>
        <p:nvPr/>
      </p:nvGrpSpPr>
      <p:grpSpPr>
        <a:xfrm>
          <a:off x="0" y="0"/>
          <a:ext cx="0" cy="0"/>
          <a:chOff x="0" y="0"/>
          <a:chExt cx="0" cy="0"/>
        </a:xfrm>
      </p:grpSpPr>
      <p:sp>
        <p:nvSpPr>
          <p:cNvPr id="1052457"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458"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459"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46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45" name=""/>
        <p:cNvGrpSpPr/>
        <p:nvPr/>
      </p:nvGrpSpPr>
      <p:grpSpPr>
        <a:xfrm>
          <a:off x="0" y="0"/>
          <a:ext cx="0" cy="0"/>
          <a:chOff x="0" y="0"/>
          <a:chExt cx="0" cy="0"/>
        </a:xfrm>
      </p:grpSpPr>
      <p:sp>
        <p:nvSpPr>
          <p:cNvPr id="105241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19"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54" name=""/>
        <p:cNvGrpSpPr/>
        <p:nvPr/>
      </p:nvGrpSpPr>
      <p:grpSpPr>
        <a:xfrm>
          <a:off x="0" y="0"/>
          <a:ext cx="0" cy="0"/>
          <a:chOff x="0" y="0"/>
          <a:chExt cx="0" cy="0"/>
        </a:xfrm>
      </p:grpSpPr>
      <p:sp>
        <p:nvSpPr>
          <p:cNvPr id="105247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47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46" name=""/>
        <p:cNvGrpSpPr/>
        <p:nvPr/>
      </p:nvGrpSpPr>
      <p:grpSpPr>
        <a:xfrm>
          <a:off x="0" y="0"/>
          <a:ext cx="0" cy="0"/>
          <a:chOff x="0" y="0"/>
          <a:chExt cx="0" cy="0"/>
        </a:xfrm>
      </p:grpSpPr>
      <p:sp>
        <p:nvSpPr>
          <p:cNvPr id="105242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2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53" name=""/>
        <p:cNvGrpSpPr/>
        <p:nvPr/>
      </p:nvGrpSpPr>
      <p:grpSpPr>
        <a:xfrm>
          <a:off x="0" y="0"/>
          <a:ext cx="0" cy="0"/>
          <a:chOff x="0" y="0"/>
          <a:chExt cx="0" cy="0"/>
        </a:xfrm>
      </p:grpSpPr>
      <p:sp>
        <p:nvSpPr>
          <p:cNvPr id="105246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6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44" name=""/>
        <p:cNvGrpSpPr/>
        <p:nvPr/>
      </p:nvGrpSpPr>
      <p:grpSpPr>
        <a:xfrm>
          <a:off x="0" y="0"/>
          <a:ext cx="0" cy="0"/>
          <a:chOff x="0" y="0"/>
          <a:chExt cx="0" cy="0"/>
        </a:xfrm>
      </p:grpSpPr>
      <p:sp>
        <p:nvSpPr>
          <p:cNvPr id="10524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1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50" name=""/>
        <p:cNvGrpSpPr/>
        <p:nvPr/>
      </p:nvGrpSpPr>
      <p:grpSpPr>
        <a:xfrm>
          <a:off x="0" y="0"/>
          <a:ext cx="0" cy="0"/>
          <a:chOff x="0" y="0"/>
          <a:chExt cx="0" cy="0"/>
        </a:xfrm>
      </p:grpSpPr>
      <p:sp>
        <p:nvSpPr>
          <p:cNvPr id="1052449"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50"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2"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3"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5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5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42" name=""/>
        <p:cNvGrpSpPr/>
        <p:nvPr/>
      </p:nvGrpSpPr>
      <p:grpSpPr>
        <a:xfrm>
          <a:off x="0" y="0"/>
          <a:ext cx="0" cy="0"/>
          <a:chOff x="0" y="0"/>
          <a:chExt cx="0" cy="0"/>
        </a:xfrm>
      </p:grpSpPr>
      <p:sp>
        <p:nvSpPr>
          <p:cNvPr id="105240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0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40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6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40" name=""/>
        <p:cNvGrpSpPr/>
        <p:nvPr/>
      </p:nvGrpSpPr>
      <p:grpSpPr>
        <a:xfrm>
          <a:off x="0" y="0"/>
          <a:ext cx="0" cy="0"/>
          <a:chOff x="0" y="0"/>
          <a:chExt cx="0" cy="0"/>
        </a:xfrm>
      </p:grpSpPr>
      <p:sp>
        <p:nvSpPr>
          <p:cNvPr id="105238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39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9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9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39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39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500" name=""/>
        <p:cNvGrpSpPr/>
        <p:nvPr/>
      </p:nvGrpSpPr>
      <p:grpSpPr>
        <a:xfrm>
          <a:off x="0" y="0"/>
          <a:ext cx="0" cy="0"/>
          <a:chOff x="0" y="0"/>
          <a:chExt cx="0" cy="0"/>
        </a:xfrm>
      </p:grpSpPr>
      <p:sp>
        <p:nvSpPr>
          <p:cNvPr id="1052745"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746"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747"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748"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49"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50"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88" name=""/>
        <p:cNvGrpSpPr/>
        <p:nvPr/>
      </p:nvGrpSpPr>
      <p:grpSpPr>
        <a:xfrm>
          <a:off x="0" y="0"/>
          <a:ext cx="0" cy="0"/>
          <a:chOff x="0" y="0"/>
          <a:chExt cx="0" cy="0"/>
        </a:xfrm>
      </p:grpSpPr>
      <p:sp>
        <p:nvSpPr>
          <p:cNvPr id="105267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77"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7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7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8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97" name=""/>
        <p:cNvGrpSpPr/>
        <p:nvPr/>
      </p:nvGrpSpPr>
      <p:grpSpPr>
        <a:xfrm>
          <a:off x="0" y="0"/>
          <a:ext cx="0" cy="0"/>
          <a:chOff x="0" y="0"/>
          <a:chExt cx="0" cy="0"/>
        </a:xfrm>
      </p:grpSpPr>
      <p:sp>
        <p:nvSpPr>
          <p:cNvPr id="105272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72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73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3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3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92" name=""/>
        <p:cNvGrpSpPr/>
        <p:nvPr/>
      </p:nvGrpSpPr>
      <p:grpSpPr>
        <a:xfrm>
          <a:off x="0" y="0"/>
          <a:ext cx="0" cy="0"/>
          <a:chOff x="0" y="0"/>
          <a:chExt cx="0" cy="0"/>
        </a:xfrm>
      </p:grpSpPr>
      <p:sp>
        <p:nvSpPr>
          <p:cNvPr id="105270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03"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04"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0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0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0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502" name=""/>
        <p:cNvGrpSpPr/>
        <p:nvPr/>
      </p:nvGrpSpPr>
      <p:grpSpPr>
        <a:xfrm>
          <a:off x="0" y="0"/>
          <a:ext cx="0" cy="0"/>
          <a:chOff x="0" y="0"/>
          <a:chExt cx="0" cy="0"/>
        </a:xfrm>
      </p:grpSpPr>
      <p:sp>
        <p:nvSpPr>
          <p:cNvPr id="105275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58"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759"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60"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761"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6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6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6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94" name=""/>
        <p:cNvGrpSpPr/>
        <p:nvPr/>
      </p:nvGrpSpPr>
      <p:grpSpPr>
        <a:xfrm>
          <a:off x="0" y="0"/>
          <a:ext cx="0" cy="0"/>
          <a:chOff x="0" y="0"/>
          <a:chExt cx="0" cy="0"/>
        </a:xfrm>
      </p:grpSpPr>
      <p:sp>
        <p:nvSpPr>
          <p:cNvPr id="105271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14"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15"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16"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128" name=""/>
        <p:cNvGrpSpPr/>
        <p:nvPr/>
      </p:nvGrpSpPr>
      <p:grpSpPr>
        <a:xfrm>
          <a:off x="0" y="0"/>
          <a:ext cx="0" cy="0"/>
          <a:chOff x="0" y="0"/>
          <a:chExt cx="0" cy="0"/>
        </a:xfrm>
      </p:grpSpPr>
      <p:sp>
        <p:nvSpPr>
          <p:cNvPr id="105047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47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47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95" name=""/>
        <p:cNvGrpSpPr/>
        <p:nvPr/>
      </p:nvGrpSpPr>
      <p:grpSpPr>
        <a:xfrm>
          <a:off x="0" y="0"/>
          <a:ext cx="0" cy="0"/>
          <a:chOff x="0" y="0"/>
          <a:chExt cx="0" cy="0"/>
        </a:xfrm>
      </p:grpSpPr>
      <p:sp>
        <p:nvSpPr>
          <p:cNvPr id="1052717"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718"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19"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72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2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2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501" name=""/>
        <p:cNvGrpSpPr/>
        <p:nvPr/>
      </p:nvGrpSpPr>
      <p:grpSpPr>
        <a:xfrm>
          <a:off x="0" y="0"/>
          <a:ext cx="0" cy="0"/>
          <a:chOff x="0" y="0"/>
          <a:chExt cx="0" cy="0"/>
        </a:xfrm>
      </p:grpSpPr>
      <p:sp>
        <p:nvSpPr>
          <p:cNvPr id="1052751"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752"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753"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75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5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5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93" name=""/>
        <p:cNvGrpSpPr/>
        <p:nvPr/>
      </p:nvGrpSpPr>
      <p:grpSpPr>
        <a:xfrm>
          <a:off x="0" y="0"/>
          <a:ext cx="0" cy="0"/>
          <a:chOff x="0" y="0"/>
          <a:chExt cx="0" cy="0"/>
        </a:xfrm>
      </p:grpSpPr>
      <p:sp>
        <p:nvSpPr>
          <p:cNvPr id="105270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709"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1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1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1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96" name=""/>
        <p:cNvGrpSpPr/>
        <p:nvPr/>
      </p:nvGrpSpPr>
      <p:grpSpPr>
        <a:xfrm>
          <a:off x="0" y="0"/>
          <a:ext cx="0" cy="0"/>
          <a:chOff x="0" y="0"/>
          <a:chExt cx="0" cy="0"/>
        </a:xfrm>
      </p:grpSpPr>
      <p:sp>
        <p:nvSpPr>
          <p:cNvPr id="1052723"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724"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2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2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2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87" name=""/>
        <p:cNvGrpSpPr/>
        <p:nvPr/>
      </p:nvGrpSpPr>
      <p:grpSpPr>
        <a:xfrm>
          <a:off x="0" y="0"/>
          <a:ext cx="0" cy="0"/>
          <a:chOff x="0" y="0"/>
          <a:chExt cx="0" cy="0"/>
        </a:xfrm>
      </p:grpSpPr>
      <p:sp>
        <p:nvSpPr>
          <p:cNvPr id="105267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7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7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7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7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7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99" name=""/>
        <p:cNvGrpSpPr/>
        <p:nvPr/>
      </p:nvGrpSpPr>
      <p:grpSpPr>
        <a:xfrm>
          <a:off x="0" y="0"/>
          <a:ext cx="0" cy="0"/>
          <a:chOff x="0" y="0"/>
          <a:chExt cx="0" cy="0"/>
        </a:xfrm>
      </p:grpSpPr>
      <p:sp>
        <p:nvSpPr>
          <p:cNvPr id="105273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73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4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4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74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4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4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90" name=""/>
        <p:cNvGrpSpPr/>
        <p:nvPr/>
      </p:nvGrpSpPr>
      <p:grpSpPr>
        <a:xfrm>
          <a:off x="0" y="0"/>
          <a:ext cx="0" cy="0"/>
          <a:chOff x="0" y="0"/>
          <a:chExt cx="0" cy="0"/>
        </a:xfrm>
      </p:grpSpPr>
      <p:sp>
        <p:nvSpPr>
          <p:cNvPr id="105268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8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8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9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9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91" name=""/>
        <p:cNvGrpSpPr/>
        <p:nvPr/>
      </p:nvGrpSpPr>
      <p:grpSpPr>
        <a:xfrm>
          <a:off x="0" y="0"/>
          <a:ext cx="0" cy="0"/>
          <a:chOff x="0" y="0"/>
          <a:chExt cx="0" cy="0"/>
        </a:xfrm>
      </p:grpSpPr>
      <p:sp>
        <p:nvSpPr>
          <p:cNvPr id="105269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9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9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0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0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98" name=""/>
        <p:cNvGrpSpPr/>
        <p:nvPr/>
      </p:nvGrpSpPr>
      <p:grpSpPr>
        <a:xfrm>
          <a:off x="0" y="0"/>
          <a:ext cx="0" cy="0"/>
          <a:chOff x="0" y="0"/>
          <a:chExt cx="0" cy="0"/>
        </a:xfrm>
      </p:grpSpPr>
      <p:sp>
        <p:nvSpPr>
          <p:cNvPr id="1052733"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734"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735"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36"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37"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8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89" name=""/>
        <p:cNvGrpSpPr/>
        <p:nvPr/>
      </p:nvGrpSpPr>
      <p:grpSpPr>
        <a:xfrm>
          <a:off x="0" y="0"/>
          <a:ext cx="0" cy="0"/>
          <a:chOff x="0" y="0"/>
          <a:chExt cx="0" cy="0"/>
        </a:xfrm>
      </p:grpSpPr>
      <p:sp>
        <p:nvSpPr>
          <p:cNvPr id="1052681"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682"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683"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684"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685"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686"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25" name=""/>
        <p:cNvGrpSpPr/>
        <p:nvPr/>
      </p:nvGrpSpPr>
      <p:grpSpPr>
        <a:xfrm>
          <a:off x="0" y="0"/>
          <a:ext cx="0" cy="0"/>
          <a:chOff x="0" y="0"/>
          <a:chExt cx="0" cy="0"/>
        </a:xfrm>
      </p:grpSpPr>
      <p:sp>
        <p:nvSpPr>
          <p:cNvPr id="1053388"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389"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390"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391"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2"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3"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19" name=""/>
        <p:cNvGrpSpPr/>
        <p:nvPr/>
      </p:nvGrpSpPr>
      <p:grpSpPr>
        <a:xfrm>
          <a:off x="0" y="0"/>
          <a:ext cx="0" cy="0"/>
          <a:chOff x="0" y="0"/>
          <a:chExt cx="0" cy="0"/>
        </a:xfrm>
      </p:grpSpPr>
      <p:sp>
        <p:nvSpPr>
          <p:cNvPr id="105335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55"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22" name=""/>
        <p:cNvGrpSpPr/>
        <p:nvPr/>
      </p:nvGrpSpPr>
      <p:grpSpPr>
        <a:xfrm>
          <a:off x="0" y="0"/>
          <a:ext cx="0" cy="0"/>
          <a:chOff x="0" y="0"/>
          <a:chExt cx="0" cy="0"/>
        </a:xfrm>
      </p:grpSpPr>
      <p:sp>
        <p:nvSpPr>
          <p:cNvPr id="1053370"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371"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372"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3"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4"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29" name=""/>
        <p:cNvGrpSpPr/>
        <p:nvPr/>
      </p:nvGrpSpPr>
      <p:grpSpPr>
        <a:xfrm>
          <a:off x="0" y="0"/>
          <a:ext cx="0" cy="0"/>
          <a:chOff x="0" y="0"/>
          <a:chExt cx="0" cy="0"/>
        </a:xfrm>
      </p:grpSpPr>
      <p:sp>
        <p:nvSpPr>
          <p:cNvPr id="105341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14"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5"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24" name=""/>
        <p:cNvGrpSpPr/>
        <p:nvPr/>
      </p:nvGrpSpPr>
      <p:grpSpPr>
        <a:xfrm>
          <a:off x="0" y="0"/>
          <a:ext cx="0" cy="0"/>
          <a:chOff x="0" y="0"/>
          <a:chExt cx="0" cy="0"/>
        </a:xfrm>
      </p:grpSpPr>
      <p:sp>
        <p:nvSpPr>
          <p:cNvPr id="1053380"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81"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382"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83"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384"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85"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86"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87"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32" name=""/>
        <p:cNvGrpSpPr/>
        <p:nvPr/>
      </p:nvGrpSpPr>
      <p:grpSpPr>
        <a:xfrm>
          <a:off x="0" y="0"/>
          <a:ext cx="0" cy="0"/>
          <a:chOff x="0" y="0"/>
          <a:chExt cx="0" cy="0"/>
        </a:xfrm>
      </p:grpSpPr>
      <p:sp>
        <p:nvSpPr>
          <p:cNvPr id="105343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3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48" name=""/>
        <p:cNvGrpSpPr/>
        <p:nvPr/>
      </p:nvGrpSpPr>
      <p:grpSpPr>
        <a:xfrm>
          <a:off x="0" y="0"/>
          <a:ext cx="0" cy="0"/>
          <a:chOff x="0" y="0"/>
          <a:chExt cx="0" cy="0"/>
        </a:xfrm>
      </p:grpSpPr>
      <p:sp>
        <p:nvSpPr>
          <p:cNvPr id="1048585"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6"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7"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20" name=""/>
        <p:cNvGrpSpPr/>
        <p:nvPr/>
      </p:nvGrpSpPr>
      <p:grpSpPr>
        <a:xfrm>
          <a:off x="0" y="0"/>
          <a:ext cx="0" cy="0"/>
          <a:chOff x="0" y="0"/>
          <a:chExt cx="0" cy="0"/>
        </a:xfrm>
      </p:grpSpPr>
      <p:sp>
        <p:nvSpPr>
          <p:cNvPr id="1053359"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60"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61"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6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26" name=""/>
        <p:cNvGrpSpPr/>
        <p:nvPr/>
      </p:nvGrpSpPr>
      <p:grpSpPr>
        <a:xfrm>
          <a:off x="0" y="0"/>
          <a:ext cx="0" cy="0"/>
          <a:chOff x="0" y="0"/>
          <a:chExt cx="0" cy="0"/>
        </a:xfrm>
      </p:grpSpPr>
      <p:sp>
        <p:nvSpPr>
          <p:cNvPr id="1053394"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95"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396"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9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9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30" name=""/>
        <p:cNvGrpSpPr/>
        <p:nvPr/>
      </p:nvGrpSpPr>
      <p:grpSpPr>
        <a:xfrm>
          <a:off x="0" y="0"/>
          <a:ext cx="0" cy="0"/>
          <a:chOff x="0" y="0"/>
          <a:chExt cx="0" cy="0"/>
        </a:xfrm>
      </p:grpSpPr>
      <p:sp>
        <p:nvSpPr>
          <p:cNvPr id="105341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42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2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2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21" name=""/>
        <p:cNvGrpSpPr/>
        <p:nvPr/>
      </p:nvGrpSpPr>
      <p:grpSpPr>
        <a:xfrm>
          <a:off x="0" y="0"/>
          <a:ext cx="0" cy="0"/>
          <a:chOff x="0" y="0"/>
          <a:chExt cx="0" cy="0"/>
        </a:xfrm>
      </p:grpSpPr>
      <p:sp>
        <p:nvSpPr>
          <p:cNvPr id="105336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36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6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6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28" name=""/>
        <p:cNvGrpSpPr/>
        <p:nvPr/>
      </p:nvGrpSpPr>
      <p:grpSpPr>
        <a:xfrm>
          <a:off x="0" y="0"/>
          <a:ext cx="0" cy="0"/>
          <a:chOff x="0" y="0"/>
          <a:chExt cx="0" cy="0"/>
        </a:xfrm>
      </p:grpSpPr>
      <p:sp>
        <p:nvSpPr>
          <p:cNvPr id="10534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0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9"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1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1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18" name=""/>
        <p:cNvGrpSpPr/>
        <p:nvPr/>
      </p:nvGrpSpPr>
      <p:grpSpPr>
        <a:xfrm>
          <a:off x="0" y="0"/>
          <a:ext cx="0" cy="0"/>
          <a:chOff x="0" y="0"/>
          <a:chExt cx="0" cy="0"/>
        </a:xfrm>
      </p:grpSpPr>
      <p:sp>
        <p:nvSpPr>
          <p:cNvPr id="105334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4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4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5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5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27" name=""/>
        <p:cNvGrpSpPr/>
        <p:nvPr/>
      </p:nvGrpSpPr>
      <p:grpSpPr>
        <a:xfrm>
          <a:off x="0" y="0"/>
          <a:ext cx="0" cy="0"/>
          <a:chOff x="0" y="0"/>
          <a:chExt cx="0" cy="0"/>
        </a:xfrm>
      </p:grpSpPr>
      <p:sp>
        <p:nvSpPr>
          <p:cNvPr id="105340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0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0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0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0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31" name=""/>
        <p:cNvGrpSpPr/>
        <p:nvPr/>
      </p:nvGrpSpPr>
      <p:grpSpPr>
        <a:xfrm>
          <a:off x="0" y="0"/>
          <a:ext cx="0" cy="0"/>
          <a:chOff x="0" y="0"/>
          <a:chExt cx="0" cy="0"/>
        </a:xfrm>
      </p:grpSpPr>
      <p:sp>
        <p:nvSpPr>
          <p:cNvPr id="105342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42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42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43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23" name=""/>
        <p:cNvGrpSpPr/>
        <p:nvPr/>
      </p:nvGrpSpPr>
      <p:grpSpPr>
        <a:xfrm>
          <a:off x="0" y="0"/>
          <a:ext cx="0" cy="0"/>
          <a:chOff x="0" y="0"/>
          <a:chExt cx="0" cy="0"/>
        </a:xfrm>
      </p:grpSpPr>
      <p:sp>
        <p:nvSpPr>
          <p:cNvPr id="1053375"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76"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37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7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9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33" name=""/>
        <p:cNvGrpSpPr/>
        <p:nvPr/>
      </p:nvGrpSpPr>
      <p:grpSpPr>
        <a:xfrm>
          <a:off x="0" y="0"/>
          <a:ext cx="0" cy="0"/>
          <a:chOff x="0" y="0"/>
          <a:chExt cx="0" cy="0"/>
        </a:xfrm>
      </p:grpSpPr>
      <p:sp>
        <p:nvSpPr>
          <p:cNvPr id="1053436"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437"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438"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439"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440"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441"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1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3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228" name=""/>
        <p:cNvGrpSpPr/>
        <p:nvPr/>
      </p:nvGrpSpPr>
      <p:grpSpPr>
        <a:xfrm>
          <a:off x="0" y="0"/>
          <a:ext cx="0" cy="0"/>
          <a:chOff x="0" y="0"/>
          <a:chExt cx="0" cy="0"/>
        </a:xfrm>
      </p:grpSpPr>
      <p:sp>
        <p:nvSpPr>
          <p:cNvPr id="1051134"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1135"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1136"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1137"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8"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9"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215" name=""/>
        <p:cNvGrpSpPr/>
        <p:nvPr/>
      </p:nvGrpSpPr>
      <p:grpSpPr>
        <a:xfrm>
          <a:off x="0" y="0"/>
          <a:ext cx="0" cy="0"/>
          <a:chOff x="0" y="0"/>
          <a:chExt cx="0" cy="0"/>
        </a:xfrm>
      </p:grpSpPr>
      <p:sp>
        <p:nvSpPr>
          <p:cNvPr id="105105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56"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5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5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230" name=""/>
        <p:cNvGrpSpPr/>
        <p:nvPr/>
      </p:nvGrpSpPr>
      <p:grpSpPr>
        <a:xfrm>
          <a:off x="0" y="0"/>
          <a:ext cx="0" cy="0"/>
          <a:chOff x="0" y="0"/>
          <a:chExt cx="0" cy="0"/>
        </a:xfrm>
      </p:grpSpPr>
      <p:sp>
        <p:nvSpPr>
          <p:cNvPr id="105114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114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114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221" name=""/>
        <p:cNvGrpSpPr/>
        <p:nvPr/>
      </p:nvGrpSpPr>
      <p:grpSpPr>
        <a:xfrm>
          <a:off x="0" y="0"/>
          <a:ext cx="0" cy="0"/>
          <a:chOff x="0" y="0"/>
          <a:chExt cx="0" cy="0"/>
        </a:xfrm>
      </p:grpSpPr>
      <p:sp>
        <p:nvSpPr>
          <p:cNvPr id="105108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90"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91"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92"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93"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94"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226" name=""/>
        <p:cNvGrpSpPr/>
        <p:nvPr/>
      </p:nvGrpSpPr>
      <p:grpSpPr>
        <a:xfrm>
          <a:off x="0" y="0"/>
          <a:ext cx="0" cy="0"/>
          <a:chOff x="0" y="0"/>
          <a:chExt cx="0" cy="0"/>
        </a:xfrm>
      </p:grpSpPr>
      <p:sp>
        <p:nvSpPr>
          <p:cNvPr id="105111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120"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21"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2"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1123"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2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2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220" name=""/>
        <p:cNvGrpSpPr/>
        <p:nvPr/>
      </p:nvGrpSpPr>
      <p:grpSpPr>
        <a:xfrm>
          <a:off x="0" y="0"/>
          <a:ext cx="0" cy="0"/>
          <a:chOff x="0" y="0"/>
          <a:chExt cx="0" cy="0"/>
        </a:xfrm>
      </p:grpSpPr>
      <p:sp>
        <p:nvSpPr>
          <p:cNvPr id="10510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927" name=""/>
        <p:cNvGrpSpPr/>
        <p:nvPr/>
      </p:nvGrpSpPr>
      <p:grpSpPr>
        <a:xfrm>
          <a:off x="0" y="0"/>
          <a:ext cx="0" cy="0"/>
          <a:chOff x="0" y="0"/>
          <a:chExt cx="0" cy="0"/>
        </a:xfrm>
      </p:grpSpPr>
      <p:sp>
        <p:nvSpPr>
          <p:cNvPr id="1050047"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8"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9"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223" name=""/>
        <p:cNvGrpSpPr/>
        <p:nvPr/>
      </p:nvGrpSpPr>
      <p:grpSpPr>
        <a:xfrm>
          <a:off x="0" y="0"/>
          <a:ext cx="0" cy="0"/>
          <a:chOff x="0" y="0"/>
          <a:chExt cx="0" cy="0"/>
        </a:xfrm>
      </p:grpSpPr>
      <p:sp>
        <p:nvSpPr>
          <p:cNvPr id="105110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10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0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10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0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0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217" name=""/>
        <p:cNvGrpSpPr/>
        <p:nvPr/>
      </p:nvGrpSpPr>
      <p:grpSpPr>
        <a:xfrm>
          <a:off x="0" y="0"/>
          <a:ext cx="0" cy="0"/>
          <a:chOff x="0" y="0"/>
          <a:chExt cx="0" cy="0"/>
        </a:xfrm>
      </p:grpSpPr>
      <p:sp>
        <p:nvSpPr>
          <p:cNvPr id="105106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106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106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106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218" name=""/>
        <p:cNvGrpSpPr/>
        <p:nvPr/>
      </p:nvGrpSpPr>
      <p:grpSpPr>
        <a:xfrm>
          <a:off x="0" y="0"/>
          <a:ext cx="0" cy="0"/>
          <a:chOff x="0" y="0"/>
          <a:chExt cx="0" cy="0"/>
        </a:xfrm>
      </p:grpSpPr>
      <p:sp>
        <p:nvSpPr>
          <p:cNvPr id="105107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1073"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7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7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225" name=""/>
        <p:cNvGrpSpPr/>
        <p:nvPr/>
      </p:nvGrpSpPr>
      <p:grpSpPr>
        <a:xfrm>
          <a:off x="0" y="0"/>
          <a:ext cx="0" cy="0"/>
          <a:chOff x="0" y="0"/>
          <a:chExt cx="0" cy="0"/>
        </a:xfrm>
      </p:grpSpPr>
      <p:sp>
        <p:nvSpPr>
          <p:cNvPr id="1051114"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1115"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6"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7"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8"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216" name=""/>
        <p:cNvGrpSpPr/>
        <p:nvPr/>
      </p:nvGrpSpPr>
      <p:grpSpPr>
        <a:xfrm>
          <a:off x="0" y="0"/>
          <a:ext cx="0" cy="0"/>
          <a:chOff x="0" y="0"/>
          <a:chExt cx="0" cy="0"/>
        </a:xfrm>
      </p:grpSpPr>
      <p:sp>
        <p:nvSpPr>
          <p:cNvPr id="105106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6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6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6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6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6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224" name=""/>
        <p:cNvGrpSpPr/>
        <p:nvPr/>
      </p:nvGrpSpPr>
      <p:grpSpPr>
        <a:xfrm>
          <a:off x="0" y="0"/>
          <a:ext cx="0" cy="0"/>
          <a:chOff x="0" y="0"/>
          <a:chExt cx="0" cy="0"/>
        </a:xfrm>
      </p:grpSpPr>
      <p:sp>
        <p:nvSpPr>
          <p:cNvPr id="105110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0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0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1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1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227" name=""/>
        <p:cNvGrpSpPr/>
        <p:nvPr/>
      </p:nvGrpSpPr>
      <p:grpSpPr>
        <a:xfrm>
          <a:off x="0" y="0"/>
          <a:ext cx="0" cy="0"/>
          <a:chOff x="0" y="0"/>
          <a:chExt cx="0" cy="0"/>
        </a:xfrm>
      </p:grpSpPr>
      <p:sp>
        <p:nvSpPr>
          <p:cNvPr id="105112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2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2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3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13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3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219" name=""/>
        <p:cNvGrpSpPr/>
        <p:nvPr/>
      </p:nvGrpSpPr>
      <p:grpSpPr>
        <a:xfrm>
          <a:off x="0" y="0"/>
          <a:ext cx="0" cy="0"/>
          <a:chOff x="0" y="0"/>
          <a:chExt cx="0" cy="0"/>
        </a:xfrm>
      </p:grpSpPr>
      <p:sp>
        <p:nvSpPr>
          <p:cNvPr id="1051077"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078"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0"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1"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1082"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3"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084"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29" name=""/>
        <p:cNvGrpSpPr/>
        <p:nvPr/>
      </p:nvGrpSpPr>
      <p:grpSpPr>
        <a:xfrm>
          <a:off x="0" y="0"/>
          <a:ext cx="0" cy="0"/>
          <a:chOff x="0" y="0"/>
          <a:chExt cx="0" cy="0"/>
        </a:xfrm>
      </p:grpSpPr>
      <p:sp>
        <p:nvSpPr>
          <p:cNvPr id="105114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114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114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114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4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222" name=""/>
        <p:cNvGrpSpPr/>
        <p:nvPr/>
      </p:nvGrpSpPr>
      <p:grpSpPr>
        <a:xfrm>
          <a:off x="0" y="0"/>
          <a:ext cx="0" cy="0"/>
          <a:chOff x="0" y="0"/>
          <a:chExt cx="0" cy="0"/>
        </a:xfrm>
      </p:grpSpPr>
      <p:sp>
        <p:nvSpPr>
          <p:cNvPr id="105109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109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09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109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109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10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6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611" name=""/>
        <p:cNvGrpSpPr/>
        <p:nvPr/>
      </p:nvGrpSpPr>
      <p:grpSpPr>
        <a:xfrm>
          <a:off x="0" y="0"/>
          <a:ext cx="0" cy="0"/>
          <a:chOff x="0" y="0"/>
          <a:chExt cx="0" cy="0"/>
        </a:xfrm>
      </p:grpSpPr>
      <p:sp>
        <p:nvSpPr>
          <p:cNvPr id="105330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331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331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331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1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1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602" name=""/>
        <p:cNvGrpSpPr/>
        <p:nvPr/>
      </p:nvGrpSpPr>
      <p:grpSpPr>
        <a:xfrm>
          <a:off x="0" y="0"/>
          <a:ext cx="0" cy="0"/>
          <a:chOff x="0" y="0"/>
          <a:chExt cx="0" cy="0"/>
        </a:xfrm>
      </p:grpSpPr>
      <p:sp>
        <p:nvSpPr>
          <p:cNvPr id="105325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53"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5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5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613" name=""/>
        <p:cNvGrpSpPr/>
        <p:nvPr/>
      </p:nvGrpSpPr>
      <p:grpSpPr>
        <a:xfrm>
          <a:off x="0" y="0"/>
          <a:ext cx="0" cy="0"/>
          <a:chOff x="0" y="0"/>
          <a:chExt cx="0" cy="0"/>
        </a:xfrm>
      </p:grpSpPr>
      <p:sp>
        <p:nvSpPr>
          <p:cNvPr id="1053321"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3322"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332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606" name=""/>
        <p:cNvGrpSpPr/>
        <p:nvPr/>
      </p:nvGrpSpPr>
      <p:grpSpPr>
        <a:xfrm>
          <a:off x="0" y="0"/>
          <a:ext cx="0" cy="0"/>
          <a:chOff x="0" y="0"/>
          <a:chExt cx="0" cy="0"/>
        </a:xfrm>
      </p:grpSpPr>
      <p:sp>
        <p:nvSpPr>
          <p:cNvPr id="1053277"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78"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79"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607" name=""/>
        <p:cNvGrpSpPr/>
        <p:nvPr/>
      </p:nvGrpSpPr>
      <p:grpSpPr>
        <a:xfrm>
          <a:off x="0" y="0"/>
          <a:ext cx="0" cy="0"/>
          <a:chOff x="0" y="0"/>
          <a:chExt cx="0" cy="0"/>
        </a:xfrm>
      </p:grpSpPr>
      <p:sp>
        <p:nvSpPr>
          <p:cNvPr id="105328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284"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85"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6"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3287"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88"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89"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0"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614" name=""/>
        <p:cNvGrpSpPr/>
        <p:nvPr/>
      </p:nvGrpSpPr>
      <p:grpSpPr>
        <a:xfrm>
          <a:off x="0" y="0"/>
          <a:ext cx="0" cy="0"/>
          <a:chOff x="0" y="0"/>
          <a:chExt cx="0" cy="0"/>
        </a:xfrm>
      </p:grpSpPr>
      <p:sp>
        <p:nvSpPr>
          <p:cNvPr id="105332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2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2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04" name=""/>
        <p:cNvGrpSpPr/>
        <p:nvPr/>
      </p:nvGrpSpPr>
      <p:grpSpPr>
        <a:xfrm>
          <a:off x="0" y="0"/>
          <a:ext cx="0" cy="0"/>
          <a:chOff x="0" y="0"/>
          <a:chExt cx="0" cy="0"/>
        </a:xfrm>
      </p:grpSpPr>
      <p:sp>
        <p:nvSpPr>
          <p:cNvPr id="105021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2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617" name=""/>
        <p:cNvGrpSpPr/>
        <p:nvPr/>
      </p:nvGrpSpPr>
      <p:grpSpPr>
        <a:xfrm>
          <a:off x="0" y="0"/>
          <a:ext cx="0" cy="0"/>
          <a:chOff x="0" y="0"/>
          <a:chExt cx="0" cy="0"/>
        </a:xfrm>
      </p:grpSpPr>
      <p:sp>
        <p:nvSpPr>
          <p:cNvPr id="1053341"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342"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43"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34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609" name=""/>
        <p:cNvGrpSpPr/>
        <p:nvPr/>
      </p:nvGrpSpPr>
      <p:grpSpPr>
        <a:xfrm>
          <a:off x="0" y="0"/>
          <a:ext cx="0" cy="0"/>
          <a:chOff x="0" y="0"/>
          <a:chExt cx="0" cy="0"/>
        </a:xfrm>
      </p:grpSpPr>
      <p:sp>
        <p:nvSpPr>
          <p:cNvPr id="1053296"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3297"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3298"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329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616" name=""/>
        <p:cNvGrpSpPr/>
        <p:nvPr/>
      </p:nvGrpSpPr>
      <p:grpSpPr>
        <a:xfrm>
          <a:off x="0" y="0"/>
          <a:ext cx="0" cy="0"/>
          <a:chOff x="0" y="0"/>
          <a:chExt cx="0" cy="0"/>
        </a:xfrm>
      </p:grpSpPr>
      <p:sp>
        <p:nvSpPr>
          <p:cNvPr id="105333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333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608" name=""/>
        <p:cNvGrpSpPr/>
        <p:nvPr/>
      </p:nvGrpSpPr>
      <p:grpSpPr>
        <a:xfrm>
          <a:off x="0" y="0"/>
          <a:ext cx="0" cy="0"/>
          <a:chOff x="0" y="0"/>
          <a:chExt cx="0" cy="0"/>
        </a:xfrm>
      </p:grpSpPr>
      <p:sp>
        <p:nvSpPr>
          <p:cNvPr id="1053291"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3292"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9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9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615" name=""/>
        <p:cNvGrpSpPr/>
        <p:nvPr/>
      </p:nvGrpSpPr>
      <p:grpSpPr>
        <a:xfrm>
          <a:off x="0" y="0"/>
          <a:ext cx="0" cy="0"/>
          <a:chOff x="0" y="0"/>
          <a:chExt cx="0" cy="0"/>
        </a:xfrm>
      </p:grpSpPr>
      <p:sp>
        <p:nvSpPr>
          <p:cNvPr id="105333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31"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2"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33"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4"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35"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603" name=""/>
        <p:cNvGrpSpPr/>
        <p:nvPr/>
      </p:nvGrpSpPr>
      <p:grpSpPr>
        <a:xfrm>
          <a:off x="0" y="0"/>
          <a:ext cx="0" cy="0"/>
          <a:chOff x="0" y="0"/>
          <a:chExt cx="0" cy="0"/>
        </a:xfrm>
      </p:grpSpPr>
      <p:sp>
        <p:nvSpPr>
          <p:cNvPr id="105325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58"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5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6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6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610" name=""/>
        <p:cNvGrpSpPr/>
        <p:nvPr/>
      </p:nvGrpSpPr>
      <p:grpSpPr>
        <a:xfrm>
          <a:off x="0" y="0"/>
          <a:ext cx="0" cy="0"/>
          <a:chOff x="0" y="0"/>
          <a:chExt cx="0" cy="0"/>
        </a:xfrm>
      </p:grpSpPr>
      <p:sp>
        <p:nvSpPr>
          <p:cNvPr id="1053302"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303"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4"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5"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30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30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604" name=""/>
        <p:cNvGrpSpPr/>
        <p:nvPr/>
      </p:nvGrpSpPr>
      <p:grpSpPr>
        <a:xfrm>
          <a:off x="0" y="0"/>
          <a:ext cx="0" cy="0"/>
          <a:chOff x="0" y="0"/>
          <a:chExt cx="0" cy="0"/>
        </a:xfrm>
      </p:grpSpPr>
      <p:sp>
        <p:nvSpPr>
          <p:cNvPr id="1053264"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65"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6"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7"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8"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326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05" name=""/>
        <p:cNvGrpSpPr/>
        <p:nvPr/>
      </p:nvGrpSpPr>
      <p:grpSpPr>
        <a:xfrm>
          <a:off x="0" y="0"/>
          <a:ext cx="0" cy="0"/>
          <a:chOff x="0" y="0"/>
          <a:chExt cx="0" cy="0"/>
        </a:xfrm>
      </p:grpSpPr>
      <p:sp>
        <p:nvSpPr>
          <p:cNvPr id="1053272"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327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3274"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5"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3276"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8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612" name=""/>
        <p:cNvGrpSpPr/>
        <p:nvPr/>
      </p:nvGrpSpPr>
      <p:grpSpPr>
        <a:xfrm>
          <a:off x="0" y="0"/>
          <a:ext cx="0" cy="0"/>
          <a:chOff x="0" y="0"/>
          <a:chExt cx="0" cy="0"/>
        </a:xfrm>
      </p:grpSpPr>
      <p:sp>
        <p:nvSpPr>
          <p:cNvPr id="1053315"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3316"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317"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3318"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3319"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320"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47" name=""/>
        <p:cNvGrpSpPr/>
        <p:nvPr/>
      </p:nvGrpSpPr>
      <p:grpSpPr>
        <a:xfrm>
          <a:off x="0" y="0"/>
          <a:ext cx="0" cy="0"/>
          <a:chOff x="0" y="0"/>
          <a:chExt cx="0" cy="0"/>
        </a:xfrm>
      </p:grpSpPr>
      <p:sp>
        <p:nvSpPr>
          <p:cNvPr id="1052429"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430"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431"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432"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3"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4"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52" name=""/>
        <p:cNvGrpSpPr/>
        <p:nvPr/>
      </p:nvGrpSpPr>
      <p:grpSpPr>
        <a:xfrm>
          <a:off x="0" y="0"/>
          <a:ext cx="0" cy="0"/>
          <a:chOff x="0" y="0"/>
          <a:chExt cx="0" cy="0"/>
        </a:xfrm>
      </p:grpSpPr>
      <p:sp>
        <p:nvSpPr>
          <p:cNvPr id="1052463"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64"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65"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6"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7"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41" name=""/>
        <p:cNvGrpSpPr/>
        <p:nvPr/>
      </p:nvGrpSpPr>
      <p:grpSpPr>
        <a:xfrm>
          <a:off x="0" y="0"/>
          <a:ext cx="0" cy="0"/>
          <a:chOff x="0" y="0"/>
          <a:chExt cx="0" cy="0"/>
        </a:xfrm>
      </p:grpSpPr>
      <p:sp>
        <p:nvSpPr>
          <p:cNvPr id="1052395"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396"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39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9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9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48" name=""/>
        <p:cNvGrpSpPr/>
        <p:nvPr/>
      </p:nvGrpSpPr>
      <p:grpSpPr>
        <a:xfrm>
          <a:off x="0" y="0"/>
          <a:ext cx="0" cy="0"/>
          <a:chOff x="0" y="0"/>
          <a:chExt cx="0" cy="0"/>
        </a:xfrm>
      </p:grpSpPr>
      <p:sp>
        <p:nvSpPr>
          <p:cNvPr id="105243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36"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37"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3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3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49" name=""/>
        <p:cNvGrpSpPr/>
        <p:nvPr/>
      </p:nvGrpSpPr>
      <p:grpSpPr>
        <a:xfrm>
          <a:off x="0" y="0"/>
          <a:ext cx="0" cy="0"/>
          <a:chOff x="0" y="0"/>
          <a:chExt cx="0" cy="0"/>
        </a:xfrm>
      </p:grpSpPr>
      <p:sp>
        <p:nvSpPr>
          <p:cNvPr id="10524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4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39" name=""/>
        <p:cNvGrpSpPr/>
        <p:nvPr/>
      </p:nvGrpSpPr>
      <p:grpSpPr>
        <a:xfrm>
          <a:off x="0" y="0"/>
          <a:ext cx="0" cy="0"/>
          <a:chOff x="0" y="0"/>
          <a:chExt cx="0" cy="0"/>
        </a:xfrm>
      </p:grpSpPr>
      <p:sp>
        <p:nvSpPr>
          <p:cNvPr id="1052385"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386"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7"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388"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069" name=""/>
        <p:cNvGrpSpPr/>
        <p:nvPr/>
      </p:nvGrpSpPr>
      <p:grpSpPr>
        <a:xfrm>
          <a:off x="0" y="0"/>
          <a:ext cx="0" cy="0"/>
          <a:chOff x="0" y="0"/>
          <a:chExt cx="0" cy="0"/>
        </a:xfrm>
      </p:grpSpPr>
      <p:sp>
        <p:nvSpPr>
          <p:cNvPr id="105028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9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43" name=""/>
        <p:cNvGrpSpPr/>
        <p:nvPr/>
      </p:nvGrpSpPr>
      <p:grpSpPr>
        <a:xfrm>
          <a:off x="0" y="0"/>
          <a:ext cx="0" cy="0"/>
          <a:chOff x="0" y="0"/>
          <a:chExt cx="0" cy="0"/>
        </a:xfrm>
      </p:grpSpPr>
      <p:sp>
        <p:nvSpPr>
          <p:cNvPr id="1052405"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406"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07"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40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51" name=""/>
        <p:cNvGrpSpPr/>
        <p:nvPr/>
      </p:nvGrpSpPr>
      <p:grpSpPr>
        <a:xfrm>
          <a:off x="0" y="0"/>
          <a:ext cx="0" cy="0"/>
          <a:chOff x="0" y="0"/>
          <a:chExt cx="0" cy="0"/>
        </a:xfrm>
      </p:grpSpPr>
      <p:sp>
        <p:nvSpPr>
          <p:cNvPr id="1052457"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458"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459"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460"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1"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62"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45" name=""/>
        <p:cNvGrpSpPr/>
        <p:nvPr/>
      </p:nvGrpSpPr>
      <p:grpSpPr>
        <a:xfrm>
          <a:off x="0" y="0"/>
          <a:ext cx="0" cy="0"/>
          <a:chOff x="0" y="0"/>
          <a:chExt cx="0" cy="0"/>
        </a:xfrm>
      </p:grpSpPr>
      <p:sp>
        <p:nvSpPr>
          <p:cNvPr id="1052418"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419"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54" name=""/>
        <p:cNvGrpSpPr/>
        <p:nvPr/>
      </p:nvGrpSpPr>
      <p:grpSpPr>
        <a:xfrm>
          <a:off x="0" y="0"/>
          <a:ext cx="0" cy="0"/>
          <a:chOff x="0" y="0"/>
          <a:chExt cx="0" cy="0"/>
        </a:xfrm>
      </p:grpSpPr>
      <p:sp>
        <p:nvSpPr>
          <p:cNvPr id="1052475"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476"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7"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8"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9"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46" name=""/>
        <p:cNvGrpSpPr/>
        <p:nvPr/>
      </p:nvGrpSpPr>
      <p:grpSpPr>
        <a:xfrm>
          <a:off x="0" y="0"/>
          <a:ext cx="0" cy="0"/>
          <a:chOff x="0" y="0"/>
          <a:chExt cx="0" cy="0"/>
        </a:xfrm>
      </p:grpSpPr>
      <p:sp>
        <p:nvSpPr>
          <p:cNvPr id="1052423"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24"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5"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2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2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53" name=""/>
        <p:cNvGrpSpPr/>
        <p:nvPr/>
      </p:nvGrpSpPr>
      <p:grpSpPr>
        <a:xfrm>
          <a:off x="0" y="0"/>
          <a:ext cx="0" cy="0"/>
          <a:chOff x="0" y="0"/>
          <a:chExt cx="0" cy="0"/>
        </a:xfrm>
      </p:grpSpPr>
      <p:sp>
        <p:nvSpPr>
          <p:cNvPr id="1052468"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69"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1"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72"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3"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74"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44" name=""/>
        <p:cNvGrpSpPr/>
        <p:nvPr/>
      </p:nvGrpSpPr>
      <p:grpSpPr>
        <a:xfrm>
          <a:off x="0" y="0"/>
          <a:ext cx="0" cy="0"/>
          <a:chOff x="0" y="0"/>
          <a:chExt cx="0" cy="0"/>
        </a:xfrm>
      </p:grpSpPr>
      <p:sp>
        <p:nvSpPr>
          <p:cNvPr id="10524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12"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50" name=""/>
        <p:cNvGrpSpPr/>
        <p:nvPr/>
      </p:nvGrpSpPr>
      <p:grpSpPr>
        <a:xfrm>
          <a:off x="0" y="0"/>
          <a:ext cx="0" cy="0"/>
          <a:chOff x="0" y="0"/>
          <a:chExt cx="0" cy="0"/>
        </a:xfrm>
      </p:grpSpPr>
      <p:sp>
        <p:nvSpPr>
          <p:cNvPr id="1052449"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50"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1"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2"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3"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454"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55"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56"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42" name=""/>
        <p:cNvGrpSpPr/>
        <p:nvPr/>
      </p:nvGrpSpPr>
      <p:grpSpPr>
        <a:xfrm>
          <a:off x="0" y="0"/>
          <a:ext cx="0" cy="0"/>
          <a:chOff x="0" y="0"/>
          <a:chExt cx="0" cy="0"/>
        </a:xfrm>
      </p:grpSpPr>
      <p:sp>
        <p:nvSpPr>
          <p:cNvPr id="105240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40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40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40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9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40" name=""/>
        <p:cNvGrpSpPr/>
        <p:nvPr/>
      </p:nvGrpSpPr>
      <p:grpSpPr>
        <a:xfrm>
          <a:off x="0" y="0"/>
          <a:ext cx="0" cy="0"/>
          <a:chOff x="0" y="0"/>
          <a:chExt cx="0" cy="0"/>
        </a:xfrm>
      </p:grpSpPr>
      <p:sp>
        <p:nvSpPr>
          <p:cNvPr id="105238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39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9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39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39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39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1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3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4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5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391" name=""/>
        <p:cNvGrpSpPr/>
        <p:nvPr/>
      </p:nvGrpSpPr>
      <p:grpSpPr>
        <a:xfrm>
          <a:off x="0" y="0"/>
          <a:ext cx="0" cy="0"/>
          <a:chOff x="0" y="0"/>
          <a:chExt cx="0" cy="0"/>
        </a:xfrm>
      </p:grpSpPr>
      <p:sp>
        <p:nvSpPr>
          <p:cNvPr id="1052100"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101"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102"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103"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4"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5"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01" name=""/>
        <p:cNvGrpSpPr/>
        <p:nvPr/>
      </p:nvGrpSpPr>
      <p:grpSpPr>
        <a:xfrm>
          <a:off x="0" y="0"/>
          <a:ext cx="0" cy="0"/>
          <a:chOff x="0" y="0"/>
          <a:chExt cx="0" cy="0"/>
        </a:xfrm>
      </p:grpSpPr>
      <p:sp>
        <p:nvSpPr>
          <p:cNvPr id="105216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397" name=""/>
        <p:cNvGrpSpPr/>
        <p:nvPr/>
      </p:nvGrpSpPr>
      <p:grpSpPr>
        <a:xfrm>
          <a:off x="0" y="0"/>
          <a:ext cx="0" cy="0"/>
          <a:chOff x="0" y="0"/>
          <a:chExt cx="0" cy="0"/>
        </a:xfrm>
      </p:grpSpPr>
      <p:sp>
        <p:nvSpPr>
          <p:cNvPr id="1052136"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137"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13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03" name=""/>
        <p:cNvGrpSpPr/>
        <p:nvPr/>
      </p:nvGrpSpPr>
      <p:grpSpPr>
        <a:xfrm>
          <a:off x="0" y="0"/>
          <a:ext cx="0" cy="0"/>
          <a:chOff x="0" y="0"/>
          <a:chExt cx="0" cy="0"/>
        </a:xfrm>
      </p:grpSpPr>
      <p:sp>
        <p:nvSpPr>
          <p:cNvPr id="105217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72"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3"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4"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5"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6"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398" name=""/>
        <p:cNvGrpSpPr/>
        <p:nvPr/>
      </p:nvGrpSpPr>
      <p:grpSpPr>
        <a:xfrm>
          <a:off x="0" y="0"/>
          <a:ext cx="0" cy="0"/>
          <a:chOff x="0" y="0"/>
          <a:chExt cx="0" cy="0"/>
        </a:xfrm>
      </p:grpSpPr>
      <p:sp>
        <p:nvSpPr>
          <p:cNvPr id="105214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42"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3"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4"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145"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46"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7"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48"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392" name=""/>
        <p:cNvGrpSpPr/>
        <p:nvPr/>
      </p:nvGrpSpPr>
      <p:grpSpPr>
        <a:xfrm>
          <a:off x="0" y="0"/>
          <a:ext cx="0" cy="0"/>
          <a:chOff x="0" y="0"/>
          <a:chExt cx="0" cy="0"/>
        </a:xfrm>
      </p:grpSpPr>
      <p:sp>
        <p:nvSpPr>
          <p:cNvPr id="105210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07"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8"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09"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77" name=""/>
        <p:cNvGrpSpPr/>
        <p:nvPr/>
      </p:nvGrpSpPr>
      <p:grpSpPr>
        <a:xfrm>
          <a:off x="0" y="0"/>
          <a:ext cx="0" cy="0"/>
          <a:chOff x="0" y="0"/>
          <a:chExt cx="0" cy="0"/>
        </a:xfrm>
      </p:grpSpPr>
      <p:sp>
        <p:nvSpPr>
          <p:cNvPr id="1048678"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9"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80"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05" name=""/>
        <p:cNvGrpSpPr/>
        <p:nvPr/>
      </p:nvGrpSpPr>
      <p:grpSpPr>
        <a:xfrm>
          <a:off x="0" y="0"/>
          <a:ext cx="0" cy="0"/>
          <a:chOff x="0" y="0"/>
          <a:chExt cx="0" cy="0"/>
        </a:xfrm>
      </p:grpSpPr>
      <p:sp>
        <p:nvSpPr>
          <p:cNvPr id="1052184"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85"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6"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8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395" name=""/>
        <p:cNvGrpSpPr/>
        <p:nvPr/>
      </p:nvGrpSpPr>
      <p:grpSpPr>
        <a:xfrm>
          <a:off x="0" y="0"/>
          <a:ext cx="0" cy="0"/>
          <a:chOff x="0" y="0"/>
          <a:chExt cx="0" cy="0"/>
        </a:xfrm>
      </p:grpSpPr>
      <p:sp>
        <p:nvSpPr>
          <p:cNvPr id="105212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12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12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12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02" name=""/>
        <p:cNvGrpSpPr/>
        <p:nvPr/>
      </p:nvGrpSpPr>
      <p:grpSpPr>
        <a:xfrm>
          <a:off x="0" y="0"/>
          <a:ext cx="0" cy="0"/>
          <a:chOff x="0" y="0"/>
          <a:chExt cx="0" cy="0"/>
        </a:xfrm>
      </p:grpSpPr>
      <p:sp>
        <p:nvSpPr>
          <p:cNvPr id="105216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167"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6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7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394" name=""/>
        <p:cNvGrpSpPr/>
        <p:nvPr/>
      </p:nvGrpSpPr>
      <p:grpSpPr>
        <a:xfrm>
          <a:off x="0" y="0"/>
          <a:ext cx="0" cy="0"/>
          <a:chOff x="0" y="0"/>
          <a:chExt cx="0" cy="0"/>
        </a:xfrm>
      </p:grpSpPr>
      <p:sp>
        <p:nvSpPr>
          <p:cNvPr id="1052117"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118"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9"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0"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21"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00" name=""/>
        <p:cNvGrpSpPr/>
        <p:nvPr/>
      </p:nvGrpSpPr>
      <p:grpSpPr>
        <a:xfrm>
          <a:off x="0" y="0"/>
          <a:ext cx="0" cy="0"/>
          <a:chOff x="0" y="0"/>
          <a:chExt cx="0" cy="0"/>
        </a:xfrm>
      </p:grpSpPr>
      <p:sp>
        <p:nvSpPr>
          <p:cNvPr id="1052155"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56"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7"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5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5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6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393" name=""/>
        <p:cNvGrpSpPr/>
        <p:nvPr/>
      </p:nvGrpSpPr>
      <p:grpSpPr>
        <a:xfrm>
          <a:off x="0" y="0"/>
          <a:ext cx="0" cy="0"/>
          <a:chOff x="0" y="0"/>
          <a:chExt cx="0" cy="0"/>
        </a:xfrm>
      </p:grpSpPr>
      <p:sp>
        <p:nvSpPr>
          <p:cNvPr id="1052110"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11"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2"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3"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14"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5"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16"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04" name=""/>
        <p:cNvGrpSpPr/>
        <p:nvPr/>
      </p:nvGrpSpPr>
      <p:grpSpPr>
        <a:xfrm>
          <a:off x="0" y="0"/>
          <a:ext cx="0" cy="0"/>
          <a:chOff x="0" y="0"/>
          <a:chExt cx="0" cy="0"/>
        </a:xfrm>
      </p:grpSpPr>
      <p:sp>
        <p:nvSpPr>
          <p:cNvPr id="105217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7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7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8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8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396" name=""/>
        <p:cNvGrpSpPr/>
        <p:nvPr/>
      </p:nvGrpSpPr>
      <p:grpSpPr>
        <a:xfrm>
          <a:off x="0" y="0"/>
          <a:ext cx="0" cy="0"/>
          <a:chOff x="0" y="0"/>
          <a:chExt cx="0" cy="0"/>
        </a:xfrm>
      </p:grpSpPr>
      <p:sp>
        <p:nvSpPr>
          <p:cNvPr id="105212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2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13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3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06" name=""/>
        <p:cNvGrpSpPr/>
        <p:nvPr/>
      </p:nvGrpSpPr>
      <p:grpSpPr>
        <a:xfrm>
          <a:off x="0" y="0"/>
          <a:ext cx="0" cy="0"/>
          <a:chOff x="0" y="0"/>
          <a:chExt cx="0" cy="0"/>
        </a:xfrm>
      </p:grpSpPr>
      <p:sp>
        <p:nvSpPr>
          <p:cNvPr id="1052190"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191"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192"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3"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194"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6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399" name=""/>
        <p:cNvGrpSpPr/>
        <p:nvPr/>
      </p:nvGrpSpPr>
      <p:grpSpPr>
        <a:xfrm>
          <a:off x="0" y="0"/>
          <a:ext cx="0" cy="0"/>
          <a:chOff x="0" y="0"/>
          <a:chExt cx="0" cy="0"/>
        </a:xfrm>
      </p:grpSpPr>
      <p:sp>
        <p:nvSpPr>
          <p:cNvPr id="1052149"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150"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1"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152"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153"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154"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84" name=""/>
        <p:cNvGrpSpPr/>
        <p:nvPr/>
      </p:nvGrpSpPr>
      <p:grpSpPr>
        <a:xfrm>
          <a:off x="0" y="0"/>
          <a:ext cx="0" cy="0"/>
          <a:chOff x="0" y="0"/>
          <a:chExt cx="0" cy="0"/>
        </a:xfrm>
      </p:grpSpPr>
      <p:sp>
        <p:nvSpPr>
          <p:cNvPr id="105265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65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65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65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6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72" name=""/>
        <p:cNvGrpSpPr/>
        <p:nvPr/>
      </p:nvGrpSpPr>
      <p:grpSpPr>
        <a:xfrm>
          <a:off x="0" y="0"/>
          <a:ext cx="0" cy="0"/>
          <a:chOff x="0" y="0"/>
          <a:chExt cx="0" cy="0"/>
        </a:xfrm>
      </p:grpSpPr>
      <p:sp>
        <p:nvSpPr>
          <p:cNvPr id="105258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78" name=""/>
        <p:cNvGrpSpPr/>
        <p:nvPr/>
      </p:nvGrpSpPr>
      <p:grpSpPr>
        <a:xfrm>
          <a:off x="0" y="0"/>
          <a:ext cx="0" cy="0"/>
          <a:chOff x="0" y="0"/>
          <a:chExt cx="0" cy="0"/>
        </a:xfrm>
      </p:grpSpPr>
      <p:sp>
        <p:nvSpPr>
          <p:cNvPr id="105261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61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6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73" name=""/>
        <p:cNvGrpSpPr/>
        <p:nvPr/>
      </p:nvGrpSpPr>
      <p:grpSpPr>
        <a:xfrm>
          <a:off x="0" y="0"/>
          <a:ext cx="0" cy="0"/>
          <a:chOff x="0" y="0"/>
          <a:chExt cx="0" cy="0"/>
        </a:xfrm>
      </p:grpSpPr>
      <p:sp>
        <p:nvSpPr>
          <p:cNvPr id="10525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7"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8"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81" name=""/>
        <p:cNvGrpSpPr/>
        <p:nvPr/>
      </p:nvGrpSpPr>
      <p:grpSpPr>
        <a:xfrm>
          <a:off x="0" y="0"/>
          <a:ext cx="0" cy="0"/>
          <a:chOff x="0" y="0"/>
          <a:chExt cx="0" cy="0"/>
        </a:xfrm>
      </p:grpSpPr>
      <p:sp>
        <p:nvSpPr>
          <p:cNvPr id="105263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5"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6"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7"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8"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82" name=""/>
        <p:cNvGrpSpPr/>
        <p:nvPr/>
      </p:nvGrpSpPr>
      <p:grpSpPr>
        <a:xfrm>
          <a:off x="0" y="0"/>
          <a:ext cx="0" cy="0"/>
          <a:chOff x="0" y="0"/>
          <a:chExt cx="0" cy="0"/>
        </a:xfrm>
      </p:grpSpPr>
      <p:sp>
        <p:nvSpPr>
          <p:cNvPr id="105264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4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68" name=""/>
        <p:cNvGrpSpPr/>
        <p:nvPr/>
      </p:nvGrpSpPr>
      <p:grpSpPr>
        <a:xfrm>
          <a:off x="0" y="0"/>
          <a:ext cx="0" cy="0"/>
          <a:chOff x="0" y="0"/>
          <a:chExt cx="0" cy="0"/>
        </a:xfrm>
      </p:grpSpPr>
      <p:sp>
        <p:nvSpPr>
          <p:cNvPr id="1049640"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1"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2"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79" name=""/>
        <p:cNvGrpSpPr/>
        <p:nvPr/>
      </p:nvGrpSpPr>
      <p:grpSpPr>
        <a:xfrm>
          <a:off x="0" y="0"/>
          <a:ext cx="0" cy="0"/>
          <a:chOff x="0" y="0"/>
          <a:chExt cx="0" cy="0"/>
        </a:xfrm>
      </p:grpSpPr>
      <p:sp>
        <p:nvSpPr>
          <p:cNvPr id="105262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62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2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62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71" name=""/>
        <p:cNvGrpSpPr/>
        <p:nvPr/>
      </p:nvGrpSpPr>
      <p:grpSpPr>
        <a:xfrm>
          <a:off x="0" y="0"/>
          <a:ext cx="0" cy="0"/>
          <a:chOff x="0" y="0"/>
          <a:chExt cx="0" cy="0"/>
        </a:xfrm>
      </p:grpSpPr>
      <p:sp>
        <p:nvSpPr>
          <p:cNvPr id="105257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57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57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57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7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80" name=""/>
        <p:cNvGrpSpPr/>
        <p:nvPr/>
      </p:nvGrpSpPr>
      <p:grpSpPr>
        <a:xfrm>
          <a:off x="0" y="0"/>
          <a:ext cx="0" cy="0"/>
          <a:chOff x="0" y="0"/>
          <a:chExt cx="0" cy="0"/>
        </a:xfrm>
      </p:grpSpPr>
      <p:sp>
        <p:nvSpPr>
          <p:cNvPr id="105262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76" name=""/>
        <p:cNvGrpSpPr/>
        <p:nvPr/>
      </p:nvGrpSpPr>
      <p:grpSpPr>
        <a:xfrm>
          <a:off x="0" y="0"/>
          <a:ext cx="0" cy="0"/>
          <a:chOff x="0" y="0"/>
          <a:chExt cx="0" cy="0"/>
        </a:xfrm>
      </p:grpSpPr>
      <p:sp>
        <p:nvSpPr>
          <p:cNvPr id="1052606"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607"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7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86" name=""/>
        <p:cNvGrpSpPr/>
        <p:nvPr/>
      </p:nvGrpSpPr>
      <p:grpSpPr>
        <a:xfrm>
          <a:off x="0" y="0"/>
          <a:ext cx="0" cy="0"/>
          <a:chOff x="0" y="0"/>
          <a:chExt cx="0" cy="0"/>
        </a:xfrm>
      </p:grpSpPr>
      <p:sp>
        <p:nvSpPr>
          <p:cNvPr id="105266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65"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6"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77" name=""/>
        <p:cNvGrpSpPr/>
        <p:nvPr/>
      </p:nvGrpSpPr>
      <p:grpSpPr>
        <a:xfrm>
          <a:off x="0" y="0"/>
          <a:ext cx="0" cy="0"/>
          <a:chOff x="0" y="0"/>
          <a:chExt cx="0" cy="0"/>
        </a:xfrm>
      </p:grpSpPr>
      <p:sp>
        <p:nvSpPr>
          <p:cNvPr id="10526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12"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85" name=""/>
        <p:cNvGrpSpPr/>
        <p:nvPr/>
      </p:nvGrpSpPr>
      <p:grpSpPr>
        <a:xfrm>
          <a:off x="0" y="0"/>
          <a:ext cx="0" cy="0"/>
          <a:chOff x="0" y="0"/>
          <a:chExt cx="0" cy="0"/>
        </a:xfrm>
      </p:grpSpPr>
      <p:sp>
        <p:nvSpPr>
          <p:cNvPr id="105265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5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5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75" name=""/>
        <p:cNvGrpSpPr/>
        <p:nvPr/>
      </p:nvGrpSpPr>
      <p:grpSpPr>
        <a:xfrm>
          <a:off x="0" y="0"/>
          <a:ext cx="0" cy="0"/>
          <a:chOff x="0" y="0"/>
          <a:chExt cx="0" cy="0"/>
        </a:xfrm>
      </p:grpSpPr>
      <p:sp>
        <p:nvSpPr>
          <p:cNvPr id="105259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9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83" name=""/>
        <p:cNvGrpSpPr/>
        <p:nvPr/>
      </p:nvGrpSpPr>
      <p:grpSpPr>
        <a:xfrm>
          <a:off x="0" y="0"/>
          <a:ext cx="0" cy="0"/>
          <a:chOff x="0" y="0"/>
          <a:chExt cx="0" cy="0"/>
        </a:xfrm>
      </p:grpSpPr>
      <p:sp>
        <p:nvSpPr>
          <p:cNvPr id="1052646"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47"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648"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9"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0"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8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74" name=""/>
        <p:cNvGrpSpPr/>
        <p:nvPr/>
      </p:nvGrpSpPr>
      <p:grpSpPr>
        <a:xfrm>
          <a:off x="0" y="0"/>
          <a:ext cx="0" cy="0"/>
          <a:chOff x="0" y="0"/>
          <a:chExt cx="0" cy="0"/>
        </a:xfrm>
      </p:grpSpPr>
      <p:sp>
        <p:nvSpPr>
          <p:cNvPr id="105259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59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59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59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484" name=""/>
        <p:cNvGrpSpPr/>
        <p:nvPr/>
      </p:nvGrpSpPr>
      <p:grpSpPr>
        <a:xfrm>
          <a:off x="0" y="0"/>
          <a:ext cx="0" cy="0"/>
          <a:chOff x="0" y="0"/>
          <a:chExt cx="0" cy="0"/>
        </a:xfrm>
      </p:grpSpPr>
      <p:sp>
        <p:nvSpPr>
          <p:cNvPr id="1052651"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rect l="0" t="0" r="r" b="b"/>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gradFill>
          <a:ln w="9525">
            <a:noFill/>
          </a:ln>
        </p:spPr>
        <p:txBody>
          <a:bodyPr/>
          <a:p>
            <a:endParaRPr lang="zh-CN" altLang="en-US" sz="3200"/>
          </a:p>
        </p:txBody>
      </p:sp>
      <p:sp>
        <p:nvSpPr>
          <p:cNvPr id="105265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105265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fontAlgn="base"/>
            <a:r>
              <a:rPr lang="zh-CN" altLang="en-US" strike="noStrike" noProof="1" smtClean="0"/>
              <a:t>单击此处编辑母版副标题样式</a:t>
            </a:r>
            <a:endParaRPr lang="zh-CN" altLang="en-US" strike="noStrike" noProof="1"/>
          </a:p>
        </p:txBody>
      </p:sp>
      <p:sp>
        <p:nvSpPr>
          <p:cNvPr id="105265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472" name=""/>
        <p:cNvGrpSpPr/>
        <p:nvPr/>
      </p:nvGrpSpPr>
      <p:grpSpPr>
        <a:xfrm>
          <a:off x="0" y="0"/>
          <a:ext cx="0" cy="0"/>
          <a:chOff x="0" y="0"/>
          <a:chExt cx="0" cy="0"/>
        </a:xfrm>
      </p:grpSpPr>
      <p:sp>
        <p:nvSpPr>
          <p:cNvPr id="1052581"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2" name="内容占位符 2"/>
          <p:cNvSpPr>
            <a:spLocks noGrp="1"/>
          </p:cNvSpPr>
          <p:nvPr>
            <p:ph idx="1"/>
          </p:nvPr>
        </p:nvSpPr>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3"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4"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5"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478" name=""/>
        <p:cNvGrpSpPr/>
        <p:nvPr/>
      </p:nvGrpSpPr>
      <p:grpSpPr>
        <a:xfrm>
          <a:off x="0" y="0"/>
          <a:ext cx="0" cy="0"/>
          <a:chOff x="0" y="0"/>
          <a:chExt cx="0" cy="0"/>
        </a:xfrm>
      </p:grpSpPr>
      <p:sp>
        <p:nvSpPr>
          <p:cNvPr id="1052618"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1052619"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1052620"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1"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2"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473" name=""/>
        <p:cNvGrpSpPr/>
        <p:nvPr/>
      </p:nvGrpSpPr>
      <p:grpSpPr>
        <a:xfrm>
          <a:off x="0" y="0"/>
          <a:ext cx="0" cy="0"/>
          <a:chOff x="0" y="0"/>
          <a:chExt cx="0" cy="0"/>
        </a:xfrm>
      </p:grpSpPr>
      <p:sp>
        <p:nvSpPr>
          <p:cNvPr id="1052586"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587" name="内容占位符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8" name="内容占位符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589"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0"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91"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481" name=""/>
        <p:cNvGrpSpPr/>
        <p:nvPr/>
      </p:nvGrpSpPr>
      <p:grpSpPr>
        <a:xfrm>
          <a:off x="0" y="0"/>
          <a:ext cx="0" cy="0"/>
          <a:chOff x="0" y="0"/>
          <a:chExt cx="0" cy="0"/>
        </a:xfrm>
      </p:grpSpPr>
      <p:sp>
        <p:nvSpPr>
          <p:cNvPr id="1052634"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5"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6"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7"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1052638"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9"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0"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1"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482" name=""/>
        <p:cNvGrpSpPr/>
        <p:nvPr/>
      </p:nvGrpSpPr>
      <p:grpSpPr>
        <a:xfrm>
          <a:off x="0" y="0"/>
          <a:ext cx="0" cy="0"/>
          <a:chOff x="0" y="0"/>
          <a:chExt cx="0" cy="0"/>
        </a:xfrm>
      </p:grpSpPr>
      <p:sp>
        <p:nvSpPr>
          <p:cNvPr id="1052642"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4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568" name=""/>
        <p:cNvGrpSpPr/>
        <p:nvPr/>
      </p:nvGrpSpPr>
      <p:grpSpPr>
        <a:xfrm>
          <a:off x="0" y="0"/>
          <a:ext cx="0" cy="0"/>
          <a:chOff x="0" y="0"/>
          <a:chExt cx="0" cy="0"/>
        </a:xfrm>
      </p:grpSpPr>
      <p:sp>
        <p:nvSpPr>
          <p:cNvPr id="1049640"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1"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42"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479" name=""/>
        <p:cNvGrpSpPr/>
        <p:nvPr/>
      </p:nvGrpSpPr>
      <p:grpSpPr>
        <a:xfrm>
          <a:off x="0" y="0"/>
          <a:ext cx="0" cy="0"/>
          <a:chOff x="0" y="0"/>
          <a:chExt cx="0" cy="0"/>
        </a:xfrm>
      </p:grpSpPr>
      <p:sp>
        <p:nvSpPr>
          <p:cNvPr id="1052623"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624"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25"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626"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7"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28"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471" name=""/>
        <p:cNvGrpSpPr/>
        <p:nvPr/>
      </p:nvGrpSpPr>
      <p:grpSpPr>
        <a:xfrm>
          <a:off x="0" y="0"/>
          <a:ext cx="0" cy="0"/>
          <a:chOff x="0" y="0"/>
          <a:chExt cx="0" cy="0"/>
        </a:xfrm>
      </p:grpSpPr>
      <p:sp>
        <p:nvSpPr>
          <p:cNvPr id="1052575"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1052576"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1052577"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1052578"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79"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580"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480" name=""/>
        <p:cNvGrpSpPr/>
        <p:nvPr/>
      </p:nvGrpSpPr>
      <p:grpSpPr>
        <a:xfrm>
          <a:off x="0" y="0"/>
          <a:ext cx="0" cy="0"/>
          <a:chOff x="0" y="0"/>
          <a:chExt cx="0" cy="0"/>
        </a:xfrm>
      </p:grpSpPr>
      <p:sp>
        <p:nvSpPr>
          <p:cNvPr id="1052629" name="标题 1"/>
          <p:cNvSpPr>
            <a:spLocks noGrp="1"/>
          </p:cNvSpPr>
          <p:nvPr>
            <p:ph type="title"/>
          </p:nvPr>
        </p:nvSpPr>
        <p:spPr/>
        <p:txBody>
          <a:bodyPr/>
          <a:p>
            <a:pPr fontAlgn="base"/>
            <a:r>
              <a:rPr lang="zh-CN" altLang="en-US" strike="noStrike" noProof="1" smtClean="0"/>
              <a:t>单击此处编辑母版标题样式</a:t>
            </a:r>
            <a:endParaRPr lang="zh-CN" altLang="en-US" strike="noStrike" noProof="1"/>
          </a:p>
        </p:txBody>
      </p:sp>
      <p:sp>
        <p:nvSpPr>
          <p:cNvPr id="1052630" name="竖排文字占位符 2"/>
          <p:cNvSpPr>
            <a:spLocks noGrp="1"/>
          </p:cNvSpPr>
          <p:nvPr>
            <p:ph type="body" orient="vert" idx="1"/>
          </p:nvPr>
        </p:nvSpPr>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31"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2"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33"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476" name=""/>
        <p:cNvGrpSpPr/>
        <p:nvPr/>
      </p:nvGrpSpPr>
      <p:grpSpPr>
        <a:xfrm>
          <a:off x="0" y="0"/>
          <a:ext cx="0" cy="0"/>
          <a:chOff x="0" y="0"/>
          <a:chExt cx="0" cy="0"/>
        </a:xfrm>
      </p:grpSpPr>
      <p:sp>
        <p:nvSpPr>
          <p:cNvPr id="1052606" name="竖排标题 1"/>
          <p:cNvSpPr>
            <a:spLocks noGrp="1"/>
          </p:cNvSpPr>
          <p:nvPr>
            <p:ph type="title" orient="vert"/>
          </p:nvPr>
        </p:nvSpPr>
        <p:spPr>
          <a:xfrm>
            <a:off x="8839200" y="274638"/>
            <a:ext cx="2743200" cy="5851525"/>
          </a:xfrm>
        </p:spPr>
        <p:txBody>
          <a:bodyPr vert="eaVert"/>
          <a:p>
            <a:pPr fontAlgn="base"/>
            <a:r>
              <a:rPr lang="zh-CN" altLang="en-US" strike="noStrike" noProof="1" smtClean="0"/>
              <a:t>单击此处编辑母版标题样式</a:t>
            </a:r>
            <a:endParaRPr lang="zh-CN" altLang="en-US" strike="noStrike" noProof="1"/>
          </a:p>
        </p:txBody>
      </p:sp>
      <p:sp>
        <p:nvSpPr>
          <p:cNvPr id="1052607" name="竖排文字占位符 2"/>
          <p:cNvSpPr>
            <a:spLocks noGrp="1"/>
          </p:cNvSpPr>
          <p:nvPr>
            <p:ph type="body" orient="vert" idx="1"/>
          </p:nvPr>
        </p:nvSpPr>
        <p:spPr>
          <a:xfrm>
            <a:off x="609600" y="274638"/>
            <a:ext cx="8026400" cy="5851525"/>
          </a:xfrm>
        </p:spPr>
        <p:txBody>
          <a:bodyPr vert="eaVert"/>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8"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9"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0"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486" name=""/>
        <p:cNvGrpSpPr/>
        <p:nvPr/>
      </p:nvGrpSpPr>
      <p:grpSpPr>
        <a:xfrm>
          <a:off x="0" y="0"/>
          <a:ext cx="0" cy="0"/>
          <a:chOff x="0" y="0"/>
          <a:chExt cx="0" cy="0"/>
        </a:xfrm>
      </p:grpSpPr>
      <p:sp>
        <p:nvSpPr>
          <p:cNvPr id="1052664"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65"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6" name="内容占位符 3"/>
          <p:cNvSpPr>
            <a:spLocks noGrp="1"/>
          </p:cNvSpPr>
          <p:nvPr>
            <p:ph sz="half" idx="2"/>
          </p:nvPr>
        </p:nvSpPr>
        <p:spPr>
          <a:xfrm>
            <a:off x="6197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7"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8"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9"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477" name=""/>
        <p:cNvGrpSpPr/>
        <p:nvPr/>
      </p:nvGrpSpPr>
      <p:grpSpPr>
        <a:xfrm>
          <a:off x="0" y="0"/>
          <a:ext cx="0" cy="0"/>
          <a:chOff x="0" y="0"/>
          <a:chExt cx="0" cy="0"/>
        </a:xfrm>
      </p:grpSpPr>
      <p:sp>
        <p:nvSpPr>
          <p:cNvPr id="1052611"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12" name="内容占位符 2"/>
          <p:cNvSpPr>
            <a:spLocks noGrp="1"/>
          </p:cNvSpPr>
          <p:nvPr>
            <p:ph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3"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4"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15"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6"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17"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485" name=""/>
        <p:cNvGrpSpPr/>
        <p:nvPr/>
      </p:nvGrpSpPr>
      <p:grpSpPr>
        <a:xfrm>
          <a:off x="0" y="0"/>
          <a:ext cx="0" cy="0"/>
          <a:chOff x="0" y="0"/>
          <a:chExt cx="0" cy="0"/>
        </a:xfrm>
      </p:grpSpPr>
      <p:sp>
        <p:nvSpPr>
          <p:cNvPr id="1052657" name="标题 1"/>
          <p:cNvSpPr>
            <a:spLocks noGrp="1"/>
          </p:cNvSpPr>
          <p:nvPr>
            <p:ph type="title"/>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58" name="文本占位符 2"/>
          <p:cNvSpPr>
            <a:spLocks noGrp="1"/>
          </p:cNvSpPr>
          <p:nvPr>
            <p:ph type="body" sz="half" idx="1"/>
          </p:nvPr>
        </p:nvSpPr>
        <p:spPr>
          <a:xfrm>
            <a:off x="609600" y="1600200"/>
            <a:ext cx="5384800" cy="4525963"/>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59"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0" name="内容占位符 4"/>
          <p:cNvSpPr>
            <a:spLocks noGrp="1"/>
          </p:cNvSpPr>
          <p:nvPr>
            <p:ph sz="quarter" idx="3"/>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61"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2"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63"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9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475" name=""/>
        <p:cNvGrpSpPr/>
        <p:nvPr/>
      </p:nvGrpSpPr>
      <p:grpSpPr>
        <a:xfrm>
          <a:off x="0" y="0"/>
          <a:ext cx="0" cy="0"/>
          <a:chOff x="0" y="0"/>
          <a:chExt cx="0" cy="0"/>
        </a:xfrm>
      </p:grpSpPr>
      <p:sp>
        <p:nvSpPr>
          <p:cNvPr id="1052598" name="标题 1"/>
          <p:cNvSpPr>
            <a:spLocks noGrp="1"/>
          </p:cNvSpPr>
          <p:nvPr>
            <p:ph type="title" sz="quarter"/>
          </p:nvPr>
        </p:nvSpPr>
        <p:spPr>
          <a:xfrm>
            <a:off x="609600" y="274638"/>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599" name="内容占位符 2"/>
          <p:cNvSpPr>
            <a:spLocks noGrp="1"/>
          </p:cNvSpPr>
          <p:nvPr>
            <p:ph sz="quarter" idx="1"/>
          </p:nvPr>
        </p:nvSpPr>
        <p:spPr>
          <a:xfrm>
            <a:off x="609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0" name="内容占位符 3"/>
          <p:cNvSpPr>
            <a:spLocks noGrp="1"/>
          </p:cNvSpPr>
          <p:nvPr>
            <p:ph sz="quarter" idx="2"/>
          </p:nvPr>
        </p:nvSpPr>
        <p:spPr>
          <a:xfrm>
            <a:off x="6197600" y="1600200"/>
            <a:ext cx="5384800" cy="2185988"/>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1" name="内容占位符 4"/>
          <p:cNvSpPr>
            <a:spLocks noGrp="1"/>
          </p:cNvSpPr>
          <p:nvPr>
            <p:ph sz="quarter" idx="3"/>
          </p:nvPr>
        </p:nvSpPr>
        <p:spPr>
          <a:xfrm>
            <a:off x="609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2" name="内容占位符 5"/>
          <p:cNvSpPr>
            <a:spLocks noGrp="1"/>
          </p:cNvSpPr>
          <p:nvPr>
            <p:ph sz="quarter" idx="4"/>
          </p:nvPr>
        </p:nvSpPr>
        <p:spPr>
          <a:xfrm>
            <a:off x="6197600" y="3938588"/>
            <a:ext cx="5384800" cy="2187575"/>
          </a:xfrm>
        </p:spPr>
        <p:txBody>
          <a:bodyPr/>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52603"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4"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05"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0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83" name=""/>
        <p:cNvGrpSpPr/>
        <p:nvPr/>
      </p:nvGrpSpPr>
      <p:grpSpPr>
        <a:xfrm>
          <a:off x="0" y="0"/>
          <a:ext cx="0" cy="0"/>
          <a:chOff x="0" y="0"/>
          <a:chExt cx="0" cy="0"/>
        </a:xfrm>
      </p:grpSpPr>
      <p:sp>
        <p:nvSpPr>
          <p:cNvPr id="1052646" name="标题 1"/>
          <p:cNvSpPr>
            <a:spLocks noGrp="1"/>
          </p:cNvSpPr>
          <p:nvPr>
            <p:ph type="title"/>
          </p:nvPr>
        </p:nvSpPr>
        <p:spPr>
          <a:xfrm>
            <a:off x="527051" y="188913"/>
            <a:ext cx="10972800" cy="1143000"/>
          </a:xfrm>
        </p:spPr>
        <p:txBody>
          <a:bodyPr/>
          <a:p>
            <a:pPr fontAlgn="base"/>
            <a:r>
              <a:rPr lang="zh-CN" altLang="en-US" strike="noStrike" noProof="1" smtClean="0"/>
              <a:t>单击此处编辑母版标题样式</a:t>
            </a:r>
            <a:endParaRPr lang="zh-CN" altLang="en-US" strike="noStrike" noProof="1"/>
          </a:p>
        </p:txBody>
      </p:sp>
      <p:sp>
        <p:nvSpPr>
          <p:cNvPr id="1052647"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1052648"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49"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650"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0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gradFill>
        <a:effectLst/>
      </p:bgPr>
    </p:bg>
    <p:spTree>
      <p:nvGrpSpPr>
        <p:cNvPr id="1474" name=""/>
        <p:cNvGrpSpPr/>
        <p:nvPr/>
      </p:nvGrpSpPr>
      <p:grpSpPr>
        <a:xfrm>
          <a:off x="0" y="0"/>
          <a:ext cx="0" cy="0"/>
          <a:chOff x="0" y="0"/>
          <a:chExt cx="0" cy="0"/>
        </a:xfrm>
      </p:grpSpPr>
      <p:sp>
        <p:nvSpPr>
          <p:cNvPr id="1052592"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052593"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4"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40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52595"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1052596"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597"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0" Type="http://schemas.openxmlformats.org/officeDocument/2006/relationships/theme" Target="../theme/theme2.xml"/><Relationship Id="rId2" Type="http://schemas.openxmlformats.org/officeDocument/2006/relationships/slideLayout" Target="../slideLayouts/slideLayout1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0" Type="http://schemas.openxmlformats.org/officeDocument/2006/relationships/theme" Target="../theme/theme3.xml"/><Relationship Id="rId2" Type="http://schemas.openxmlformats.org/officeDocument/2006/relationships/slideLayout" Target="../slideLayouts/slideLayout3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1.xml"/><Relationship Id="rId16" Type="http://schemas.openxmlformats.org/officeDocument/2006/relationships/slideLayout" Target="../slideLayouts/slideLayout50.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 Type="http://schemas.openxmlformats.org/officeDocument/2006/relationships/slideLayout" Target="../slideLayouts/slideLayout55.xml"/><Relationship Id="rId3" Type="http://schemas.openxmlformats.org/officeDocument/2006/relationships/slideLayout" Target="../slideLayouts/slideLayout54.xml"/><Relationship Id="rId20" Type="http://schemas.openxmlformats.org/officeDocument/2006/relationships/theme" Target="../theme/theme4.xml"/><Relationship Id="rId2" Type="http://schemas.openxmlformats.org/officeDocument/2006/relationships/slideLayout" Target="../slideLayouts/slideLayout5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8.xml"/><Relationship Id="rId16" Type="http://schemas.openxmlformats.org/officeDocument/2006/relationships/slideLayout" Target="../slideLayouts/slideLayout67.xml"/><Relationship Id="rId15" Type="http://schemas.openxmlformats.org/officeDocument/2006/relationships/slideLayout" Target="../slideLayouts/slideLayout66.xml"/><Relationship Id="rId14" Type="http://schemas.openxmlformats.org/officeDocument/2006/relationships/slideLayout" Target="../slideLayouts/slideLayout65.xml"/><Relationship Id="rId13" Type="http://schemas.openxmlformats.org/officeDocument/2006/relationships/slideLayout" Target="../slideLayouts/slideLayout64.xml"/><Relationship Id="rId12" Type="http://schemas.openxmlformats.org/officeDocument/2006/relationships/slideLayout" Target="../slideLayouts/slideLayout63.xml"/><Relationship Id="rId11" Type="http://schemas.openxmlformats.org/officeDocument/2006/relationships/slideLayout" Target="../slideLayouts/slideLayout62.xml"/><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0" Type="http://schemas.openxmlformats.org/officeDocument/2006/relationships/theme" Target="../theme/theme5.xml"/><Relationship Id="rId2" Type="http://schemas.openxmlformats.org/officeDocument/2006/relationships/slideLayout" Target="../slideLayouts/slideLayout7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5.xml"/><Relationship Id="rId16" Type="http://schemas.openxmlformats.org/officeDocument/2006/relationships/slideLayout" Target="../slideLayouts/slideLayout84.xml"/><Relationship Id="rId15" Type="http://schemas.openxmlformats.org/officeDocument/2006/relationships/slideLayout" Target="../slideLayouts/slideLayout83.xml"/><Relationship Id="rId14" Type="http://schemas.openxmlformats.org/officeDocument/2006/relationships/slideLayout" Target="../slideLayouts/slideLayout82.xml"/><Relationship Id="rId13" Type="http://schemas.openxmlformats.org/officeDocument/2006/relationships/slideLayout" Target="../slideLayouts/slideLayout81.xml"/><Relationship Id="rId12" Type="http://schemas.openxmlformats.org/officeDocument/2006/relationships/slideLayout" Target="../slideLayouts/slideLayout80.xml"/><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0" Type="http://schemas.openxmlformats.org/officeDocument/2006/relationships/theme" Target="../theme/theme6.xml"/><Relationship Id="rId2" Type="http://schemas.openxmlformats.org/officeDocument/2006/relationships/slideLayout" Target="../slideLayouts/slideLayout8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02.xml"/><Relationship Id="rId16" Type="http://schemas.openxmlformats.org/officeDocument/2006/relationships/slideLayout" Target="../slideLayouts/slideLayout101.xml"/><Relationship Id="rId15" Type="http://schemas.openxmlformats.org/officeDocument/2006/relationships/slideLayout" Target="../slideLayouts/slideLayout100.xml"/><Relationship Id="rId14" Type="http://schemas.openxmlformats.org/officeDocument/2006/relationships/slideLayout" Target="../slideLayouts/slideLayout99.xml"/><Relationship Id="rId13" Type="http://schemas.openxmlformats.org/officeDocument/2006/relationships/slideLayout" Target="../slideLayouts/slideLayout98.xml"/><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11.xml"/><Relationship Id="rId8" Type="http://schemas.openxmlformats.org/officeDocument/2006/relationships/slideLayout" Target="../slideLayouts/slideLayout110.xml"/><Relationship Id="rId7" Type="http://schemas.openxmlformats.org/officeDocument/2006/relationships/slideLayout" Target="../slideLayouts/slideLayout109.xml"/><Relationship Id="rId6" Type="http://schemas.openxmlformats.org/officeDocument/2006/relationships/slideLayout" Target="../slideLayouts/slideLayout108.xml"/><Relationship Id="rId5" Type="http://schemas.openxmlformats.org/officeDocument/2006/relationships/slideLayout" Target="../slideLayouts/slideLayout107.xml"/><Relationship Id="rId4" Type="http://schemas.openxmlformats.org/officeDocument/2006/relationships/slideLayout" Target="../slideLayouts/slideLayout106.xml"/><Relationship Id="rId3" Type="http://schemas.openxmlformats.org/officeDocument/2006/relationships/slideLayout" Target="../slideLayouts/slideLayout105.xml"/><Relationship Id="rId20" Type="http://schemas.openxmlformats.org/officeDocument/2006/relationships/theme" Target="../theme/theme7.xml"/><Relationship Id="rId2" Type="http://schemas.openxmlformats.org/officeDocument/2006/relationships/slideLayout" Target="../slideLayouts/slideLayout10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19.xml"/><Relationship Id="rId16" Type="http://schemas.openxmlformats.org/officeDocument/2006/relationships/slideLayout" Target="../slideLayouts/slideLayout118.xml"/><Relationship Id="rId15" Type="http://schemas.openxmlformats.org/officeDocument/2006/relationships/slideLayout" Target="../slideLayouts/slideLayout117.xml"/><Relationship Id="rId14" Type="http://schemas.openxmlformats.org/officeDocument/2006/relationships/slideLayout" Target="../slideLayouts/slideLayout116.xml"/><Relationship Id="rId13" Type="http://schemas.openxmlformats.org/officeDocument/2006/relationships/slideLayout" Target="../slideLayouts/slideLayout115.xml"/><Relationship Id="rId12" Type="http://schemas.openxmlformats.org/officeDocument/2006/relationships/slideLayout" Target="../slideLayouts/slideLayout114.xml"/><Relationship Id="rId11" Type="http://schemas.openxmlformats.org/officeDocument/2006/relationships/slideLayout" Target="../slideLayouts/slideLayout113.xml"/><Relationship Id="rId10" Type="http://schemas.openxmlformats.org/officeDocument/2006/relationships/slideLayout" Target="../slideLayouts/slideLayout112.xml"/><Relationship Id="rId1" Type="http://schemas.openxmlformats.org/officeDocument/2006/relationships/slideLayout" Target="../slideLayouts/slideLayout10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28.xml"/><Relationship Id="rId8" Type="http://schemas.openxmlformats.org/officeDocument/2006/relationships/slideLayout" Target="../slideLayouts/slideLayout127.xml"/><Relationship Id="rId7" Type="http://schemas.openxmlformats.org/officeDocument/2006/relationships/slideLayout" Target="../slideLayouts/slideLayout126.xml"/><Relationship Id="rId6" Type="http://schemas.openxmlformats.org/officeDocument/2006/relationships/slideLayout" Target="../slideLayouts/slideLayout125.xml"/><Relationship Id="rId5" Type="http://schemas.openxmlformats.org/officeDocument/2006/relationships/slideLayout" Target="../slideLayouts/slideLayout124.xml"/><Relationship Id="rId4" Type="http://schemas.openxmlformats.org/officeDocument/2006/relationships/slideLayout" Target="../slideLayouts/slideLayout123.xml"/><Relationship Id="rId3" Type="http://schemas.openxmlformats.org/officeDocument/2006/relationships/slideLayout" Target="../slideLayouts/slideLayout122.xml"/><Relationship Id="rId20" Type="http://schemas.openxmlformats.org/officeDocument/2006/relationships/theme" Target="../theme/theme8.xml"/><Relationship Id="rId2" Type="http://schemas.openxmlformats.org/officeDocument/2006/relationships/slideLayout" Target="../slideLayouts/slideLayout12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5" Type="http://schemas.openxmlformats.org/officeDocument/2006/relationships/slideLayout" Target="../slideLayouts/slideLayout134.xml"/><Relationship Id="rId14" Type="http://schemas.openxmlformats.org/officeDocument/2006/relationships/slideLayout" Target="../slideLayouts/slideLayout133.xml"/><Relationship Id="rId13" Type="http://schemas.openxmlformats.org/officeDocument/2006/relationships/slideLayout" Target="../slideLayouts/slideLayout132.xml"/><Relationship Id="rId12" Type="http://schemas.openxmlformats.org/officeDocument/2006/relationships/slideLayout" Target="../slideLayouts/slideLayout131.xml"/><Relationship Id="rId11" Type="http://schemas.openxmlformats.org/officeDocument/2006/relationships/slideLayout" Target="../slideLayouts/slideLayout130.xml"/><Relationship Id="rId10" Type="http://schemas.openxmlformats.org/officeDocument/2006/relationships/slideLayout" Target="../slideLayouts/slideLayout129.xml"/><Relationship Id="rId1" Type="http://schemas.openxmlformats.org/officeDocument/2006/relationships/slideLayout" Target="../slideLayouts/slideLayout12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45.xml"/><Relationship Id="rId8" Type="http://schemas.openxmlformats.org/officeDocument/2006/relationships/slideLayout" Target="../slideLayouts/slideLayout144.xml"/><Relationship Id="rId7" Type="http://schemas.openxmlformats.org/officeDocument/2006/relationships/slideLayout" Target="../slideLayouts/slideLayout143.xml"/><Relationship Id="rId6" Type="http://schemas.openxmlformats.org/officeDocument/2006/relationships/slideLayout" Target="../slideLayouts/slideLayout142.xml"/><Relationship Id="rId5" Type="http://schemas.openxmlformats.org/officeDocument/2006/relationships/slideLayout" Target="../slideLayouts/slideLayout141.xml"/><Relationship Id="rId4" Type="http://schemas.openxmlformats.org/officeDocument/2006/relationships/slideLayout" Target="../slideLayouts/slideLayout140.xml"/><Relationship Id="rId3" Type="http://schemas.openxmlformats.org/officeDocument/2006/relationships/slideLayout" Target="../slideLayouts/slideLayout139.xml"/><Relationship Id="rId20" Type="http://schemas.openxmlformats.org/officeDocument/2006/relationships/theme" Target="../theme/theme9.xml"/><Relationship Id="rId2" Type="http://schemas.openxmlformats.org/officeDocument/2006/relationships/slideLayout" Target="../slideLayouts/slideLayout13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53.xml"/><Relationship Id="rId16" Type="http://schemas.openxmlformats.org/officeDocument/2006/relationships/slideLayout" Target="../slideLayouts/slideLayout152.xml"/><Relationship Id="rId15" Type="http://schemas.openxmlformats.org/officeDocument/2006/relationships/slideLayout" Target="../slideLayouts/slideLayout151.xml"/><Relationship Id="rId14" Type="http://schemas.openxmlformats.org/officeDocument/2006/relationships/slideLayout" Target="../slideLayouts/slideLayout150.xml"/><Relationship Id="rId13" Type="http://schemas.openxmlformats.org/officeDocument/2006/relationships/slideLayout" Target="../slideLayouts/slideLayout149.xml"/><Relationship Id="rId12" Type="http://schemas.openxmlformats.org/officeDocument/2006/relationships/slideLayout" Target="../slideLayouts/slideLayout148.xml"/><Relationship Id="rId11" Type="http://schemas.openxmlformats.org/officeDocument/2006/relationships/slideLayout" Target="../slideLayouts/slideLayout147.xml"/><Relationship Id="rId10" Type="http://schemas.openxmlformats.org/officeDocument/2006/relationships/slideLayout" Target="../slideLayouts/slideLayout146.xml"/><Relationship Id="rId1" Type="http://schemas.openxmlformats.org/officeDocument/2006/relationships/slideLayout" Target="../slideLayouts/slideLayout13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62.xml"/><Relationship Id="rId8" Type="http://schemas.openxmlformats.org/officeDocument/2006/relationships/slideLayout" Target="../slideLayouts/slideLayout161.xml"/><Relationship Id="rId7" Type="http://schemas.openxmlformats.org/officeDocument/2006/relationships/slideLayout" Target="../slideLayouts/slideLayout160.xml"/><Relationship Id="rId6" Type="http://schemas.openxmlformats.org/officeDocument/2006/relationships/slideLayout" Target="../slideLayouts/slideLayout159.xml"/><Relationship Id="rId5" Type="http://schemas.openxmlformats.org/officeDocument/2006/relationships/slideLayout" Target="../slideLayouts/slideLayout158.xml"/><Relationship Id="rId4" Type="http://schemas.openxmlformats.org/officeDocument/2006/relationships/slideLayout" Target="../slideLayouts/slideLayout157.xml"/><Relationship Id="rId3" Type="http://schemas.openxmlformats.org/officeDocument/2006/relationships/slideLayout" Target="../slideLayouts/slideLayout156.xml"/><Relationship Id="rId20" Type="http://schemas.openxmlformats.org/officeDocument/2006/relationships/theme" Target="../theme/theme10.xml"/><Relationship Id="rId2" Type="http://schemas.openxmlformats.org/officeDocument/2006/relationships/slideLayout" Target="../slideLayouts/slideLayout15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0.xml"/><Relationship Id="rId16" Type="http://schemas.openxmlformats.org/officeDocument/2006/relationships/slideLayout" Target="../slideLayouts/slideLayout169.xml"/><Relationship Id="rId15" Type="http://schemas.openxmlformats.org/officeDocument/2006/relationships/slideLayout" Target="../slideLayouts/slideLayout168.xml"/><Relationship Id="rId14" Type="http://schemas.openxmlformats.org/officeDocument/2006/relationships/slideLayout" Target="../slideLayouts/slideLayout167.xml"/><Relationship Id="rId13" Type="http://schemas.openxmlformats.org/officeDocument/2006/relationships/slideLayout" Target="../slideLayouts/slideLayout166.xml"/><Relationship Id="rId12" Type="http://schemas.openxmlformats.org/officeDocument/2006/relationships/slideLayout" Target="../slideLayouts/slideLayout165.xml"/><Relationship Id="rId11" Type="http://schemas.openxmlformats.org/officeDocument/2006/relationships/slideLayout" Target="../slideLayouts/slideLayout164.xml"/><Relationship Id="rId10" Type="http://schemas.openxmlformats.org/officeDocument/2006/relationships/slideLayout" Target="../slideLayouts/slideLayout163.xml"/><Relationship Id="rId1" Type="http://schemas.openxmlformats.org/officeDocument/2006/relationships/slideLayout" Target="../slideLayouts/slideLayout154.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79.xml"/><Relationship Id="rId8" Type="http://schemas.openxmlformats.org/officeDocument/2006/relationships/slideLayout" Target="../slideLayouts/slideLayout178.xml"/><Relationship Id="rId7" Type="http://schemas.openxmlformats.org/officeDocument/2006/relationships/slideLayout" Target="../slideLayouts/slideLayout177.xml"/><Relationship Id="rId6" Type="http://schemas.openxmlformats.org/officeDocument/2006/relationships/slideLayout" Target="../slideLayouts/slideLayout176.xml"/><Relationship Id="rId5" Type="http://schemas.openxmlformats.org/officeDocument/2006/relationships/slideLayout" Target="../slideLayouts/slideLayout175.xml"/><Relationship Id="rId4" Type="http://schemas.openxmlformats.org/officeDocument/2006/relationships/slideLayout" Target="../slideLayouts/slideLayout174.xml"/><Relationship Id="rId3" Type="http://schemas.openxmlformats.org/officeDocument/2006/relationships/slideLayout" Target="../slideLayouts/slideLayout173.xml"/><Relationship Id="rId20" Type="http://schemas.openxmlformats.org/officeDocument/2006/relationships/theme" Target="../theme/theme11.xml"/><Relationship Id="rId2" Type="http://schemas.openxmlformats.org/officeDocument/2006/relationships/slideLayout" Target="../slideLayouts/slideLayout17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87.xml"/><Relationship Id="rId16" Type="http://schemas.openxmlformats.org/officeDocument/2006/relationships/slideLayout" Target="../slideLayouts/slideLayout186.xml"/><Relationship Id="rId15" Type="http://schemas.openxmlformats.org/officeDocument/2006/relationships/slideLayout" Target="../slideLayouts/slideLayout185.xml"/><Relationship Id="rId14" Type="http://schemas.openxmlformats.org/officeDocument/2006/relationships/slideLayout" Target="../slideLayouts/slideLayout184.xml"/><Relationship Id="rId13" Type="http://schemas.openxmlformats.org/officeDocument/2006/relationships/slideLayout" Target="../slideLayouts/slideLayout183.xml"/><Relationship Id="rId12" Type="http://schemas.openxmlformats.org/officeDocument/2006/relationships/slideLayout" Target="../slideLayouts/slideLayout182.xml"/><Relationship Id="rId11" Type="http://schemas.openxmlformats.org/officeDocument/2006/relationships/slideLayout" Target="../slideLayouts/slideLayout181.xml"/><Relationship Id="rId10" Type="http://schemas.openxmlformats.org/officeDocument/2006/relationships/slideLayout" Target="../slideLayouts/slideLayout180.xml"/><Relationship Id="rId1" Type="http://schemas.openxmlformats.org/officeDocument/2006/relationships/slideLayout" Target="../slideLayouts/slideLayout17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0" Type="http://schemas.openxmlformats.org/officeDocument/2006/relationships/theme" Target="../theme/theme12.xml"/><Relationship Id="rId2" Type="http://schemas.openxmlformats.org/officeDocument/2006/relationships/slideLayout" Target="../slideLayouts/slideLayout18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0" Type="http://schemas.openxmlformats.org/officeDocument/2006/relationships/theme" Target="../theme/theme13.xml"/><Relationship Id="rId2" Type="http://schemas.openxmlformats.org/officeDocument/2006/relationships/slideLayout" Target="../slideLayouts/slideLayout20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230.xml"/><Relationship Id="rId8" Type="http://schemas.openxmlformats.org/officeDocument/2006/relationships/slideLayout" Target="../slideLayouts/slideLayout229.xml"/><Relationship Id="rId7" Type="http://schemas.openxmlformats.org/officeDocument/2006/relationships/slideLayout" Target="../slideLayouts/slideLayout228.xml"/><Relationship Id="rId6" Type="http://schemas.openxmlformats.org/officeDocument/2006/relationships/slideLayout" Target="../slideLayouts/slideLayout227.xml"/><Relationship Id="rId5" Type="http://schemas.openxmlformats.org/officeDocument/2006/relationships/slideLayout" Target="../slideLayouts/slideLayout226.xml"/><Relationship Id="rId4" Type="http://schemas.openxmlformats.org/officeDocument/2006/relationships/slideLayout" Target="../slideLayouts/slideLayout225.xml"/><Relationship Id="rId3" Type="http://schemas.openxmlformats.org/officeDocument/2006/relationships/slideLayout" Target="../slideLayouts/slideLayout224.xml"/><Relationship Id="rId20" Type="http://schemas.openxmlformats.org/officeDocument/2006/relationships/theme" Target="../theme/theme14.xml"/><Relationship Id="rId2" Type="http://schemas.openxmlformats.org/officeDocument/2006/relationships/slideLayout" Target="../slideLayouts/slideLayout22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38.xml"/><Relationship Id="rId16" Type="http://schemas.openxmlformats.org/officeDocument/2006/relationships/slideLayout" Target="../slideLayouts/slideLayout237.xml"/><Relationship Id="rId15" Type="http://schemas.openxmlformats.org/officeDocument/2006/relationships/slideLayout" Target="../slideLayouts/slideLayout236.xml"/><Relationship Id="rId14" Type="http://schemas.openxmlformats.org/officeDocument/2006/relationships/slideLayout" Target="../slideLayouts/slideLayout235.xml"/><Relationship Id="rId13" Type="http://schemas.openxmlformats.org/officeDocument/2006/relationships/slideLayout" Target="../slideLayouts/slideLayout234.xml"/><Relationship Id="rId12" Type="http://schemas.openxmlformats.org/officeDocument/2006/relationships/slideLayout" Target="../slideLayouts/slideLayout233.xml"/><Relationship Id="rId11" Type="http://schemas.openxmlformats.org/officeDocument/2006/relationships/slideLayout" Target="../slideLayouts/slideLayout232.xml"/><Relationship Id="rId10" Type="http://schemas.openxmlformats.org/officeDocument/2006/relationships/slideLayout" Target="../slideLayouts/slideLayout231.xml"/><Relationship Id="rId1" Type="http://schemas.openxmlformats.org/officeDocument/2006/relationships/slideLayout" Target="../slideLayouts/slideLayout222.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247.xml"/><Relationship Id="rId8" Type="http://schemas.openxmlformats.org/officeDocument/2006/relationships/slideLayout" Target="../slideLayouts/slideLayout246.xml"/><Relationship Id="rId7" Type="http://schemas.openxmlformats.org/officeDocument/2006/relationships/slideLayout" Target="../slideLayouts/slideLayout245.xml"/><Relationship Id="rId6" Type="http://schemas.openxmlformats.org/officeDocument/2006/relationships/slideLayout" Target="../slideLayouts/slideLayout244.xml"/><Relationship Id="rId5" Type="http://schemas.openxmlformats.org/officeDocument/2006/relationships/slideLayout" Target="../slideLayouts/slideLayout243.xml"/><Relationship Id="rId4" Type="http://schemas.openxmlformats.org/officeDocument/2006/relationships/slideLayout" Target="../slideLayouts/slideLayout242.xml"/><Relationship Id="rId3" Type="http://schemas.openxmlformats.org/officeDocument/2006/relationships/slideLayout" Target="../slideLayouts/slideLayout241.xml"/><Relationship Id="rId20" Type="http://schemas.openxmlformats.org/officeDocument/2006/relationships/theme" Target="../theme/theme15.xml"/><Relationship Id="rId2" Type="http://schemas.openxmlformats.org/officeDocument/2006/relationships/slideLayout" Target="../slideLayouts/slideLayout24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55.xml"/><Relationship Id="rId16" Type="http://schemas.openxmlformats.org/officeDocument/2006/relationships/slideLayout" Target="../slideLayouts/slideLayout254.xml"/><Relationship Id="rId15" Type="http://schemas.openxmlformats.org/officeDocument/2006/relationships/slideLayout" Target="../slideLayouts/slideLayout253.xml"/><Relationship Id="rId14" Type="http://schemas.openxmlformats.org/officeDocument/2006/relationships/slideLayout" Target="../slideLayouts/slideLayout252.xml"/><Relationship Id="rId13" Type="http://schemas.openxmlformats.org/officeDocument/2006/relationships/slideLayout" Target="../slideLayouts/slideLayout251.xml"/><Relationship Id="rId12" Type="http://schemas.openxmlformats.org/officeDocument/2006/relationships/slideLayout" Target="../slideLayouts/slideLayout250.xml"/><Relationship Id="rId11" Type="http://schemas.openxmlformats.org/officeDocument/2006/relationships/slideLayout" Target="../slideLayouts/slideLayout249.xml"/><Relationship Id="rId10" Type="http://schemas.openxmlformats.org/officeDocument/2006/relationships/slideLayout" Target="../slideLayouts/slideLayout248.xml"/><Relationship Id="rId1" Type="http://schemas.openxmlformats.org/officeDocument/2006/relationships/slideLayout" Target="../slideLayouts/slideLayout239.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64.xml"/><Relationship Id="rId8" Type="http://schemas.openxmlformats.org/officeDocument/2006/relationships/slideLayout" Target="../slideLayouts/slideLayout263.xml"/><Relationship Id="rId7" Type="http://schemas.openxmlformats.org/officeDocument/2006/relationships/slideLayout" Target="../slideLayouts/slideLayout262.xml"/><Relationship Id="rId6" Type="http://schemas.openxmlformats.org/officeDocument/2006/relationships/slideLayout" Target="../slideLayouts/slideLayout261.xml"/><Relationship Id="rId5" Type="http://schemas.openxmlformats.org/officeDocument/2006/relationships/slideLayout" Target="../slideLayouts/slideLayout260.xml"/><Relationship Id="rId4" Type="http://schemas.openxmlformats.org/officeDocument/2006/relationships/slideLayout" Target="../slideLayouts/slideLayout259.xml"/><Relationship Id="rId3" Type="http://schemas.openxmlformats.org/officeDocument/2006/relationships/slideLayout" Target="../slideLayouts/slideLayout258.xml"/><Relationship Id="rId20" Type="http://schemas.openxmlformats.org/officeDocument/2006/relationships/theme" Target="../theme/theme16.xml"/><Relationship Id="rId2" Type="http://schemas.openxmlformats.org/officeDocument/2006/relationships/slideLayout" Target="../slideLayouts/slideLayout25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72.xml"/><Relationship Id="rId16" Type="http://schemas.openxmlformats.org/officeDocument/2006/relationships/slideLayout" Target="../slideLayouts/slideLayout271.xml"/><Relationship Id="rId15" Type="http://schemas.openxmlformats.org/officeDocument/2006/relationships/slideLayout" Target="../slideLayouts/slideLayout270.xml"/><Relationship Id="rId14" Type="http://schemas.openxmlformats.org/officeDocument/2006/relationships/slideLayout" Target="../slideLayouts/slideLayout269.xml"/><Relationship Id="rId13" Type="http://schemas.openxmlformats.org/officeDocument/2006/relationships/slideLayout" Target="../slideLayouts/slideLayout268.xml"/><Relationship Id="rId12" Type="http://schemas.openxmlformats.org/officeDocument/2006/relationships/slideLayout" Target="../slideLayouts/slideLayout267.xml"/><Relationship Id="rId11" Type="http://schemas.openxmlformats.org/officeDocument/2006/relationships/slideLayout" Target="../slideLayouts/slideLayout266.xml"/><Relationship Id="rId10" Type="http://schemas.openxmlformats.org/officeDocument/2006/relationships/slideLayout" Target="../slideLayouts/slideLayout265.xml"/><Relationship Id="rId1" Type="http://schemas.openxmlformats.org/officeDocument/2006/relationships/slideLayout" Target="../slideLayouts/slideLayout25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81.xml"/><Relationship Id="rId8" Type="http://schemas.openxmlformats.org/officeDocument/2006/relationships/slideLayout" Target="../slideLayouts/slideLayout280.xml"/><Relationship Id="rId7" Type="http://schemas.openxmlformats.org/officeDocument/2006/relationships/slideLayout" Target="../slideLayouts/slideLayout279.xml"/><Relationship Id="rId6" Type="http://schemas.openxmlformats.org/officeDocument/2006/relationships/slideLayout" Target="../slideLayouts/slideLayout278.xml"/><Relationship Id="rId5" Type="http://schemas.openxmlformats.org/officeDocument/2006/relationships/slideLayout" Target="../slideLayouts/slideLayout277.xml"/><Relationship Id="rId4" Type="http://schemas.openxmlformats.org/officeDocument/2006/relationships/slideLayout" Target="../slideLayouts/slideLayout276.xml"/><Relationship Id="rId3" Type="http://schemas.openxmlformats.org/officeDocument/2006/relationships/slideLayout" Target="../slideLayouts/slideLayout275.xml"/><Relationship Id="rId20" Type="http://schemas.openxmlformats.org/officeDocument/2006/relationships/theme" Target="../theme/theme17.xml"/><Relationship Id="rId2" Type="http://schemas.openxmlformats.org/officeDocument/2006/relationships/slideLayout" Target="../slideLayouts/slideLayout27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89.xml"/><Relationship Id="rId16" Type="http://schemas.openxmlformats.org/officeDocument/2006/relationships/slideLayout" Target="../slideLayouts/slideLayout288.xml"/><Relationship Id="rId15" Type="http://schemas.openxmlformats.org/officeDocument/2006/relationships/slideLayout" Target="../slideLayouts/slideLayout287.xml"/><Relationship Id="rId14" Type="http://schemas.openxmlformats.org/officeDocument/2006/relationships/slideLayout" Target="../slideLayouts/slideLayout286.xml"/><Relationship Id="rId13" Type="http://schemas.openxmlformats.org/officeDocument/2006/relationships/slideLayout" Target="../slideLayouts/slideLayout285.xml"/><Relationship Id="rId12" Type="http://schemas.openxmlformats.org/officeDocument/2006/relationships/slideLayout" Target="../slideLayouts/slideLayout284.xml"/><Relationship Id="rId11" Type="http://schemas.openxmlformats.org/officeDocument/2006/relationships/slideLayout" Target="../slideLayouts/slideLayout283.xml"/><Relationship Id="rId10" Type="http://schemas.openxmlformats.org/officeDocument/2006/relationships/slideLayout" Target="../slideLayouts/slideLayout282.xml"/><Relationship Id="rId1" Type="http://schemas.openxmlformats.org/officeDocument/2006/relationships/slideLayout" Target="../slideLayouts/slideLayout273.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298.xml"/><Relationship Id="rId8" Type="http://schemas.openxmlformats.org/officeDocument/2006/relationships/slideLayout" Target="../slideLayouts/slideLayout297.xml"/><Relationship Id="rId7" Type="http://schemas.openxmlformats.org/officeDocument/2006/relationships/slideLayout" Target="../slideLayouts/slideLayout296.xml"/><Relationship Id="rId6" Type="http://schemas.openxmlformats.org/officeDocument/2006/relationships/slideLayout" Target="../slideLayouts/slideLayout295.xml"/><Relationship Id="rId5" Type="http://schemas.openxmlformats.org/officeDocument/2006/relationships/slideLayout" Target="../slideLayouts/slideLayout294.xml"/><Relationship Id="rId4" Type="http://schemas.openxmlformats.org/officeDocument/2006/relationships/slideLayout" Target="../slideLayouts/slideLayout293.xml"/><Relationship Id="rId3" Type="http://schemas.openxmlformats.org/officeDocument/2006/relationships/slideLayout" Target="../slideLayouts/slideLayout292.xml"/><Relationship Id="rId20" Type="http://schemas.openxmlformats.org/officeDocument/2006/relationships/theme" Target="../theme/theme18.xml"/><Relationship Id="rId2" Type="http://schemas.openxmlformats.org/officeDocument/2006/relationships/slideLayout" Target="../slideLayouts/slideLayout29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06.xml"/><Relationship Id="rId16" Type="http://schemas.openxmlformats.org/officeDocument/2006/relationships/slideLayout" Target="../slideLayouts/slideLayout305.xml"/><Relationship Id="rId15" Type="http://schemas.openxmlformats.org/officeDocument/2006/relationships/slideLayout" Target="../slideLayouts/slideLayout304.xml"/><Relationship Id="rId14" Type="http://schemas.openxmlformats.org/officeDocument/2006/relationships/slideLayout" Target="../slideLayouts/slideLayout303.xml"/><Relationship Id="rId13" Type="http://schemas.openxmlformats.org/officeDocument/2006/relationships/slideLayout" Target="../slideLayouts/slideLayout302.xml"/><Relationship Id="rId12" Type="http://schemas.openxmlformats.org/officeDocument/2006/relationships/slideLayout" Target="../slideLayouts/slideLayout301.xml"/><Relationship Id="rId11" Type="http://schemas.openxmlformats.org/officeDocument/2006/relationships/slideLayout" Target="../slideLayouts/slideLayout300.xml"/><Relationship Id="rId10" Type="http://schemas.openxmlformats.org/officeDocument/2006/relationships/slideLayout" Target="../slideLayouts/slideLayout299.xml"/><Relationship Id="rId1" Type="http://schemas.openxmlformats.org/officeDocument/2006/relationships/slideLayout" Target="../slideLayouts/slideLayout290.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315.xml"/><Relationship Id="rId8" Type="http://schemas.openxmlformats.org/officeDocument/2006/relationships/slideLayout" Target="../slideLayouts/slideLayout314.xml"/><Relationship Id="rId7" Type="http://schemas.openxmlformats.org/officeDocument/2006/relationships/slideLayout" Target="../slideLayouts/slideLayout313.xml"/><Relationship Id="rId6" Type="http://schemas.openxmlformats.org/officeDocument/2006/relationships/slideLayout" Target="../slideLayouts/slideLayout312.xml"/><Relationship Id="rId5" Type="http://schemas.openxmlformats.org/officeDocument/2006/relationships/slideLayout" Target="../slideLayouts/slideLayout311.xml"/><Relationship Id="rId4" Type="http://schemas.openxmlformats.org/officeDocument/2006/relationships/slideLayout" Target="../slideLayouts/slideLayout310.xml"/><Relationship Id="rId3" Type="http://schemas.openxmlformats.org/officeDocument/2006/relationships/slideLayout" Target="../slideLayouts/slideLayout309.xml"/><Relationship Id="rId20" Type="http://schemas.openxmlformats.org/officeDocument/2006/relationships/theme" Target="../theme/theme19.xml"/><Relationship Id="rId2" Type="http://schemas.openxmlformats.org/officeDocument/2006/relationships/slideLayout" Target="../slideLayouts/slideLayout30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23.xml"/><Relationship Id="rId16" Type="http://schemas.openxmlformats.org/officeDocument/2006/relationships/slideLayout" Target="../slideLayouts/slideLayout322.xml"/><Relationship Id="rId15" Type="http://schemas.openxmlformats.org/officeDocument/2006/relationships/slideLayout" Target="../slideLayouts/slideLayout321.xml"/><Relationship Id="rId14" Type="http://schemas.openxmlformats.org/officeDocument/2006/relationships/slideLayout" Target="../slideLayouts/slideLayout320.xml"/><Relationship Id="rId13" Type="http://schemas.openxmlformats.org/officeDocument/2006/relationships/slideLayout" Target="../slideLayouts/slideLayout319.xml"/><Relationship Id="rId12" Type="http://schemas.openxmlformats.org/officeDocument/2006/relationships/slideLayout" Target="../slideLayouts/slideLayout318.xml"/><Relationship Id="rId11" Type="http://schemas.openxmlformats.org/officeDocument/2006/relationships/slideLayout" Target="../slideLayouts/slideLayout317.xml"/><Relationship Id="rId10" Type="http://schemas.openxmlformats.org/officeDocument/2006/relationships/slideLayout" Target="../slideLayouts/slideLayout316.xml"/><Relationship Id="rId1" Type="http://schemas.openxmlformats.org/officeDocument/2006/relationships/slideLayout" Target="../slideLayouts/slideLayout307.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332.xml"/><Relationship Id="rId8" Type="http://schemas.openxmlformats.org/officeDocument/2006/relationships/slideLayout" Target="../slideLayouts/slideLayout331.xml"/><Relationship Id="rId7" Type="http://schemas.openxmlformats.org/officeDocument/2006/relationships/slideLayout" Target="../slideLayouts/slideLayout330.xml"/><Relationship Id="rId6" Type="http://schemas.openxmlformats.org/officeDocument/2006/relationships/slideLayout" Target="../slideLayouts/slideLayout329.xml"/><Relationship Id="rId5" Type="http://schemas.openxmlformats.org/officeDocument/2006/relationships/slideLayout" Target="../slideLayouts/slideLayout328.xml"/><Relationship Id="rId4" Type="http://schemas.openxmlformats.org/officeDocument/2006/relationships/slideLayout" Target="../slideLayouts/slideLayout327.xml"/><Relationship Id="rId3" Type="http://schemas.openxmlformats.org/officeDocument/2006/relationships/slideLayout" Target="../slideLayouts/slideLayout326.xml"/><Relationship Id="rId20" Type="http://schemas.openxmlformats.org/officeDocument/2006/relationships/theme" Target="../theme/theme20.xml"/><Relationship Id="rId2" Type="http://schemas.openxmlformats.org/officeDocument/2006/relationships/slideLayout" Target="../slideLayouts/slideLayout32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40.xml"/><Relationship Id="rId16" Type="http://schemas.openxmlformats.org/officeDocument/2006/relationships/slideLayout" Target="../slideLayouts/slideLayout339.xml"/><Relationship Id="rId15" Type="http://schemas.openxmlformats.org/officeDocument/2006/relationships/slideLayout" Target="../slideLayouts/slideLayout338.xml"/><Relationship Id="rId14" Type="http://schemas.openxmlformats.org/officeDocument/2006/relationships/slideLayout" Target="../slideLayouts/slideLayout337.xml"/><Relationship Id="rId13" Type="http://schemas.openxmlformats.org/officeDocument/2006/relationships/slideLayout" Target="../slideLayouts/slideLayout336.xml"/><Relationship Id="rId12" Type="http://schemas.openxmlformats.org/officeDocument/2006/relationships/slideLayout" Target="../slideLayouts/slideLayout335.xml"/><Relationship Id="rId11" Type="http://schemas.openxmlformats.org/officeDocument/2006/relationships/slideLayout" Target="../slideLayouts/slideLayout334.xml"/><Relationship Id="rId10" Type="http://schemas.openxmlformats.org/officeDocument/2006/relationships/slideLayout" Target="../slideLayouts/slideLayout333.xml"/><Relationship Id="rId1" Type="http://schemas.openxmlformats.org/officeDocument/2006/relationships/slideLayout" Target="../slideLayouts/slideLayout324.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349.xml"/><Relationship Id="rId8" Type="http://schemas.openxmlformats.org/officeDocument/2006/relationships/slideLayout" Target="../slideLayouts/slideLayout348.xml"/><Relationship Id="rId7" Type="http://schemas.openxmlformats.org/officeDocument/2006/relationships/slideLayout" Target="../slideLayouts/slideLayout347.xml"/><Relationship Id="rId6" Type="http://schemas.openxmlformats.org/officeDocument/2006/relationships/slideLayout" Target="../slideLayouts/slideLayout346.xml"/><Relationship Id="rId5" Type="http://schemas.openxmlformats.org/officeDocument/2006/relationships/slideLayout" Target="../slideLayouts/slideLayout345.xml"/><Relationship Id="rId4" Type="http://schemas.openxmlformats.org/officeDocument/2006/relationships/slideLayout" Target="../slideLayouts/slideLayout344.xml"/><Relationship Id="rId3" Type="http://schemas.openxmlformats.org/officeDocument/2006/relationships/slideLayout" Target="../slideLayouts/slideLayout343.xml"/><Relationship Id="rId20" Type="http://schemas.openxmlformats.org/officeDocument/2006/relationships/theme" Target="../theme/theme21.xml"/><Relationship Id="rId2" Type="http://schemas.openxmlformats.org/officeDocument/2006/relationships/slideLayout" Target="../slideLayouts/slideLayout34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57.xml"/><Relationship Id="rId16" Type="http://schemas.openxmlformats.org/officeDocument/2006/relationships/slideLayout" Target="../slideLayouts/slideLayout356.xml"/><Relationship Id="rId15" Type="http://schemas.openxmlformats.org/officeDocument/2006/relationships/slideLayout" Target="../slideLayouts/slideLayout355.xml"/><Relationship Id="rId14" Type="http://schemas.openxmlformats.org/officeDocument/2006/relationships/slideLayout" Target="../slideLayouts/slideLayout354.xml"/><Relationship Id="rId13" Type="http://schemas.openxmlformats.org/officeDocument/2006/relationships/slideLayout" Target="../slideLayouts/slideLayout353.xml"/><Relationship Id="rId12" Type="http://schemas.openxmlformats.org/officeDocument/2006/relationships/slideLayout" Target="../slideLayouts/slideLayout352.xml"/><Relationship Id="rId11" Type="http://schemas.openxmlformats.org/officeDocument/2006/relationships/slideLayout" Target="../slideLayouts/slideLayout351.xml"/><Relationship Id="rId10" Type="http://schemas.openxmlformats.org/officeDocument/2006/relationships/slideLayout" Target="../slideLayouts/slideLayout350.xml"/><Relationship Id="rId1" Type="http://schemas.openxmlformats.org/officeDocument/2006/relationships/slideLayout" Target="../slideLayouts/slideLayout34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366.xml"/><Relationship Id="rId8" Type="http://schemas.openxmlformats.org/officeDocument/2006/relationships/slideLayout" Target="../slideLayouts/slideLayout365.xml"/><Relationship Id="rId7" Type="http://schemas.openxmlformats.org/officeDocument/2006/relationships/slideLayout" Target="../slideLayouts/slideLayout364.xml"/><Relationship Id="rId6" Type="http://schemas.openxmlformats.org/officeDocument/2006/relationships/slideLayout" Target="../slideLayouts/slideLayout363.xml"/><Relationship Id="rId5" Type="http://schemas.openxmlformats.org/officeDocument/2006/relationships/slideLayout" Target="../slideLayouts/slideLayout362.xml"/><Relationship Id="rId4" Type="http://schemas.openxmlformats.org/officeDocument/2006/relationships/slideLayout" Target="../slideLayouts/slideLayout361.xml"/><Relationship Id="rId3" Type="http://schemas.openxmlformats.org/officeDocument/2006/relationships/slideLayout" Target="../slideLayouts/slideLayout360.xml"/><Relationship Id="rId20" Type="http://schemas.openxmlformats.org/officeDocument/2006/relationships/theme" Target="../theme/theme22.xml"/><Relationship Id="rId2" Type="http://schemas.openxmlformats.org/officeDocument/2006/relationships/slideLayout" Target="../slideLayouts/slideLayout35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74.xml"/><Relationship Id="rId16" Type="http://schemas.openxmlformats.org/officeDocument/2006/relationships/slideLayout" Target="../slideLayouts/slideLayout373.xml"/><Relationship Id="rId15" Type="http://schemas.openxmlformats.org/officeDocument/2006/relationships/slideLayout" Target="../slideLayouts/slideLayout372.xml"/><Relationship Id="rId14" Type="http://schemas.openxmlformats.org/officeDocument/2006/relationships/slideLayout" Target="../slideLayouts/slideLayout371.xml"/><Relationship Id="rId13" Type="http://schemas.openxmlformats.org/officeDocument/2006/relationships/slideLayout" Target="../slideLayouts/slideLayout370.xml"/><Relationship Id="rId12" Type="http://schemas.openxmlformats.org/officeDocument/2006/relationships/slideLayout" Target="../slideLayouts/slideLayout369.xml"/><Relationship Id="rId11" Type="http://schemas.openxmlformats.org/officeDocument/2006/relationships/slideLayout" Target="../slideLayouts/slideLayout368.xml"/><Relationship Id="rId10" Type="http://schemas.openxmlformats.org/officeDocument/2006/relationships/slideLayout" Target="../slideLayouts/slideLayout367.xml"/><Relationship Id="rId1" Type="http://schemas.openxmlformats.org/officeDocument/2006/relationships/slideLayout" Target="../slideLayouts/slideLayout358.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0" Type="http://schemas.openxmlformats.org/officeDocument/2006/relationships/theme" Target="../theme/theme23.xml"/><Relationship Id="rId2" Type="http://schemas.openxmlformats.org/officeDocument/2006/relationships/slideLayout" Target="../slideLayouts/slideLayout37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91.xml"/><Relationship Id="rId16" Type="http://schemas.openxmlformats.org/officeDocument/2006/relationships/slideLayout" Target="../slideLayouts/slideLayout390.xml"/><Relationship Id="rId15" Type="http://schemas.openxmlformats.org/officeDocument/2006/relationships/slideLayout" Target="../slideLayouts/slideLayout389.xml"/><Relationship Id="rId14" Type="http://schemas.openxmlformats.org/officeDocument/2006/relationships/slideLayout" Target="../slideLayouts/slideLayout388.xml"/><Relationship Id="rId13" Type="http://schemas.openxmlformats.org/officeDocument/2006/relationships/slideLayout" Target="../slideLayouts/slideLayout387.xml"/><Relationship Id="rId12" Type="http://schemas.openxmlformats.org/officeDocument/2006/relationships/slideLayout" Target="../slideLayouts/slideLayout386.xml"/><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400.xml"/><Relationship Id="rId8" Type="http://schemas.openxmlformats.org/officeDocument/2006/relationships/slideLayout" Target="../slideLayouts/slideLayout399.xml"/><Relationship Id="rId7" Type="http://schemas.openxmlformats.org/officeDocument/2006/relationships/slideLayout" Target="../slideLayouts/slideLayout398.xml"/><Relationship Id="rId6" Type="http://schemas.openxmlformats.org/officeDocument/2006/relationships/slideLayout" Target="../slideLayouts/slideLayout397.xml"/><Relationship Id="rId5" Type="http://schemas.openxmlformats.org/officeDocument/2006/relationships/slideLayout" Target="../slideLayouts/slideLayout396.xml"/><Relationship Id="rId4" Type="http://schemas.openxmlformats.org/officeDocument/2006/relationships/slideLayout" Target="../slideLayouts/slideLayout395.xml"/><Relationship Id="rId3" Type="http://schemas.openxmlformats.org/officeDocument/2006/relationships/slideLayout" Target="../slideLayouts/slideLayout394.xml"/><Relationship Id="rId20" Type="http://schemas.openxmlformats.org/officeDocument/2006/relationships/theme" Target="../theme/theme24.xml"/><Relationship Id="rId2" Type="http://schemas.openxmlformats.org/officeDocument/2006/relationships/slideLayout" Target="../slideLayouts/slideLayout39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08.xml"/><Relationship Id="rId16" Type="http://schemas.openxmlformats.org/officeDocument/2006/relationships/slideLayout" Target="../slideLayouts/slideLayout407.xml"/><Relationship Id="rId15" Type="http://schemas.openxmlformats.org/officeDocument/2006/relationships/slideLayout" Target="../slideLayouts/slideLayout406.xml"/><Relationship Id="rId14" Type="http://schemas.openxmlformats.org/officeDocument/2006/relationships/slideLayout" Target="../slideLayouts/slideLayout405.xml"/><Relationship Id="rId13" Type="http://schemas.openxmlformats.org/officeDocument/2006/relationships/slideLayout" Target="../slideLayouts/slideLayout404.xml"/><Relationship Id="rId12" Type="http://schemas.openxmlformats.org/officeDocument/2006/relationships/slideLayout" Target="../slideLayouts/slideLayout403.xml"/><Relationship Id="rId11" Type="http://schemas.openxmlformats.org/officeDocument/2006/relationships/slideLayout" Target="../slideLayouts/slideLayout402.xml"/><Relationship Id="rId10" Type="http://schemas.openxmlformats.org/officeDocument/2006/relationships/slideLayout" Target="../slideLayouts/slideLayout401.xml"/><Relationship Id="rId1" Type="http://schemas.openxmlformats.org/officeDocument/2006/relationships/slideLayout" Target="../slideLayouts/slideLayout392.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417.xml"/><Relationship Id="rId8" Type="http://schemas.openxmlformats.org/officeDocument/2006/relationships/slideLayout" Target="../slideLayouts/slideLayout416.xml"/><Relationship Id="rId7" Type="http://schemas.openxmlformats.org/officeDocument/2006/relationships/slideLayout" Target="../slideLayouts/slideLayout415.xml"/><Relationship Id="rId6" Type="http://schemas.openxmlformats.org/officeDocument/2006/relationships/slideLayout" Target="../slideLayouts/slideLayout414.xml"/><Relationship Id="rId5" Type="http://schemas.openxmlformats.org/officeDocument/2006/relationships/slideLayout" Target="../slideLayouts/slideLayout413.xml"/><Relationship Id="rId4" Type="http://schemas.openxmlformats.org/officeDocument/2006/relationships/slideLayout" Target="../slideLayouts/slideLayout412.xml"/><Relationship Id="rId3" Type="http://schemas.openxmlformats.org/officeDocument/2006/relationships/slideLayout" Target="../slideLayouts/slideLayout411.xml"/><Relationship Id="rId20" Type="http://schemas.openxmlformats.org/officeDocument/2006/relationships/theme" Target="../theme/theme25.xml"/><Relationship Id="rId2" Type="http://schemas.openxmlformats.org/officeDocument/2006/relationships/slideLayout" Target="../slideLayouts/slideLayout41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25.xml"/><Relationship Id="rId16" Type="http://schemas.openxmlformats.org/officeDocument/2006/relationships/slideLayout" Target="../slideLayouts/slideLayout424.xml"/><Relationship Id="rId15" Type="http://schemas.openxmlformats.org/officeDocument/2006/relationships/slideLayout" Target="../slideLayouts/slideLayout423.xml"/><Relationship Id="rId14" Type="http://schemas.openxmlformats.org/officeDocument/2006/relationships/slideLayout" Target="../slideLayouts/slideLayout422.xml"/><Relationship Id="rId13" Type="http://schemas.openxmlformats.org/officeDocument/2006/relationships/slideLayout" Target="../slideLayouts/slideLayout421.xml"/><Relationship Id="rId12" Type="http://schemas.openxmlformats.org/officeDocument/2006/relationships/slideLayout" Target="../slideLayouts/slideLayout420.xml"/><Relationship Id="rId11" Type="http://schemas.openxmlformats.org/officeDocument/2006/relationships/slideLayout" Target="../slideLayouts/slideLayout419.xml"/><Relationship Id="rId10" Type="http://schemas.openxmlformats.org/officeDocument/2006/relationships/slideLayout" Target="../slideLayouts/slideLayout418.xml"/><Relationship Id="rId1" Type="http://schemas.openxmlformats.org/officeDocument/2006/relationships/slideLayout" Target="../slideLayouts/slideLayout409.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434.xml"/><Relationship Id="rId8" Type="http://schemas.openxmlformats.org/officeDocument/2006/relationships/slideLayout" Target="../slideLayouts/slideLayout433.xml"/><Relationship Id="rId7" Type="http://schemas.openxmlformats.org/officeDocument/2006/relationships/slideLayout" Target="../slideLayouts/slideLayout432.xml"/><Relationship Id="rId6" Type="http://schemas.openxmlformats.org/officeDocument/2006/relationships/slideLayout" Target="../slideLayouts/slideLayout431.xml"/><Relationship Id="rId5" Type="http://schemas.openxmlformats.org/officeDocument/2006/relationships/slideLayout" Target="../slideLayouts/slideLayout430.xml"/><Relationship Id="rId4" Type="http://schemas.openxmlformats.org/officeDocument/2006/relationships/slideLayout" Target="../slideLayouts/slideLayout429.xml"/><Relationship Id="rId3" Type="http://schemas.openxmlformats.org/officeDocument/2006/relationships/slideLayout" Target="../slideLayouts/slideLayout428.xml"/><Relationship Id="rId20" Type="http://schemas.openxmlformats.org/officeDocument/2006/relationships/theme" Target="../theme/theme26.xml"/><Relationship Id="rId2" Type="http://schemas.openxmlformats.org/officeDocument/2006/relationships/slideLayout" Target="../slideLayouts/slideLayout42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42.xml"/><Relationship Id="rId16" Type="http://schemas.openxmlformats.org/officeDocument/2006/relationships/slideLayout" Target="../slideLayouts/slideLayout441.xml"/><Relationship Id="rId15" Type="http://schemas.openxmlformats.org/officeDocument/2006/relationships/slideLayout" Target="../slideLayouts/slideLayout440.xml"/><Relationship Id="rId14" Type="http://schemas.openxmlformats.org/officeDocument/2006/relationships/slideLayout" Target="../slideLayouts/slideLayout439.xml"/><Relationship Id="rId13" Type="http://schemas.openxmlformats.org/officeDocument/2006/relationships/slideLayout" Target="../slideLayouts/slideLayout438.xml"/><Relationship Id="rId12" Type="http://schemas.openxmlformats.org/officeDocument/2006/relationships/slideLayout" Target="../slideLayouts/slideLayout437.xml"/><Relationship Id="rId11" Type="http://schemas.openxmlformats.org/officeDocument/2006/relationships/slideLayout" Target="../slideLayouts/slideLayout436.xml"/><Relationship Id="rId10" Type="http://schemas.openxmlformats.org/officeDocument/2006/relationships/slideLayout" Target="../slideLayouts/slideLayout435.xml"/><Relationship Id="rId1" Type="http://schemas.openxmlformats.org/officeDocument/2006/relationships/slideLayout" Target="../slideLayouts/slideLayout42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451.xml"/><Relationship Id="rId8" Type="http://schemas.openxmlformats.org/officeDocument/2006/relationships/slideLayout" Target="../slideLayouts/slideLayout450.xml"/><Relationship Id="rId7" Type="http://schemas.openxmlformats.org/officeDocument/2006/relationships/slideLayout" Target="../slideLayouts/slideLayout449.xml"/><Relationship Id="rId6" Type="http://schemas.openxmlformats.org/officeDocument/2006/relationships/slideLayout" Target="../slideLayouts/slideLayout448.xml"/><Relationship Id="rId5" Type="http://schemas.openxmlformats.org/officeDocument/2006/relationships/slideLayout" Target="../slideLayouts/slideLayout447.xml"/><Relationship Id="rId4" Type="http://schemas.openxmlformats.org/officeDocument/2006/relationships/slideLayout" Target="../slideLayouts/slideLayout446.xml"/><Relationship Id="rId3" Type="http://schemas.openxmlformats.org/officeDocument/2006/relationships/slideLayout" Target="../slideLayouts/slideLayout445.xml"/><Relationship Id="rId20" Type="http://schemas.openxmlformats.org/officeDocument/2006/relationships/theme" Target="../theme/theme27.xml"/><Relationship Id="rId2" Type="http://schemas.openxmlformats.org/officeDocument/2006/relationships/slideLayout" Target="../slideLayouts/slideLayout44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59.xml"/><Relationship Id="rId16" Type="http://schemas.openxmlformats.org/officeDocument/2006/relationships/slideLayout" Target="../slideLayouts/slideLayout458.xml"/><Relationship Id="rId15" Type="http://schemas.openxmlformats.org/officeDocument/2006/relationships/slideLayout" Target="../slideLayouts/slideLayout457.xml"/><Relationship Id="rId14" Type="http://schemas.openxmlformats.org/officeDocument/2006/relationships/slideLayout" Target="../slideLayouts/slideLayout456.xml"/><Relationship Id="rId13" Type="http://schemas.openxmlformats.org/officeDocument/2006/relationships/slideLayout" Target="../slideLayouts/slideLayout455.xml"/><Relationship Id="rId12" Type="http://schemas.openxmlformats.org/officeDocument/2006/relationships/slideLayout" Target="../slideLayouts/slideLayout454.xml"/><Relationship Id="rId11" Type="http://schemas.openxmlformats.org/officeDocument/2006/relationships/slideLayout" Target="../slideLayouts/slideLayout453.xml"/><Relationship Id="rId10" Type="http://schemas.openxmlformats.org/officeDocument/2006/relationships/slideLayout" Target="../slideLayouts/slideLayout452.xml"/><Relationship Id="rId1" Type="http://schemas.openxmlformats.org/officeDocument/2006/relationships/slideLayout" Target="../slideLayouts/slideLayout443.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468.xml"/><Relationship Id="rId8" Type="http://schemas.openxmlformats.org/officeDocument/2006/relationships/slideLayout" Target="../slideLayouts/slideLayout467.xml"/><Relationship Id="rId7" Type="http://schemas.openxmlformats.org/officeDocument/2006/relationships/slideLayout" Target="../slideLayouts/slideLayout466.xml"/><Relationship Id="rId6" Type="http://schemas.openxmlformats.org/officeDocument/2006/relationships/slideLayout" Target="../slideLayouts/slideLayout465.xml"/><Relationship Id="rId5" Type="http://schemas.openxmlformats.org/officeDocument/2006/relationships/slideLayout" Target="../slideLayouts/slideLayout464.xml"/><Relationship Id="rId4" Type="http://schemas.openxmlformats.org/officeDocument/2006/relationships/slideLayout" Target="../slideLayouts/slideLayout463.xml"/><Relationship Id="rId3" Type="http://schemas.openxmlformats.org/officeDocument/2006/relationships/slideLayout" Target="../slideLayouts/slideLayout462.xml"/><Relationship Id="rId20" Type="http://schemas.openxmlformats.org/officeDocument/2006/relationships/theme" Target="../theme/theme28.xml"/><Relationship Id="rId2" Type="http://schemas.openxmlformats.org/officeDocument/2006/relationships/slideLayout" Target="../slideLayouts/slideLayout46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76.xml"/><Relationship Id="rId16" Type="http://schemas.openxmlformats.org/officeDocument/2006/relationships/slideLayout" Target="../slideLayouts/slideLayout475.xml"/><Relationship Id="rId15" Type="http://schemas.openxmlformats.org/officeDocument/2006/relationships/slideLayout" Target="../slideLayouts/slideLayout474.xml"/><Relationship Id="rId14" Type="http://schemas.openxmlformats.org/officeDocument/2006/relationships/slideLayout" Target="../slideLayouts/slideLayout473.xml"/><Relationship Id="rId13" Type="http://schemas.openxmlformats.org/officeDocument/2006/relationships/slideLayout" Target="../slideLayouts/slideLayout472.xml"/><Relationship Id="rId12" Type="http://schemas.openxmlformats.org/officeDocument/2006/relationships/slideLayout" Target="../slideLayouts/slideLayout471.xml"/><Relationship Id="rId11" Type="http://schemas.openxmlformats.org/officeDocument/2006/relationships/slideLayout" Target="../slideLayouts/slideLayout470.xml"/><Relationship Id="rId10" Type="http://schemas.openxmlformats.org/officeDocument/2006/relationships/slideLayout" Target="../slideLayouts/slideLayout469.xml"/><Relationship Id="rId1" Type="http://schemas.openxmlformats.org/officeDocument/2006/relationships/slideLayout" Target="../slideLayouts/slideLayout460.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485.xml"/><Relationship Id="rId8" Type="http://schemas.openxmlformats.org/officeDocument/2006/relationships/slideLayout" Target="../slideLayouts/slideLayout484.xml"/><Relationship Id="rId7" Type="http://schemas.openxmlformats.org/officeDocument/2006/relationships/slideLayout" Target="../slideLayouts/slideLayout483.xml"/><Relationship Id="rId6" Type="http://schemas.openxmlformats.org/officeDocument/2006/relationships/slideLayout" Target="../slideLayouts/slideLayout482.xml"/><Relationship Id="rId5" Type="http://schemas.openxmlformats.org/officeDocument/2006/relationships/slideLayout" Target="../slideLayouts/slideLayout481.xml"/><Relationship Id="rId4" Type="http://schemas.openxmlformats.org/officeDocument/2006/relationships/slideLayout" Target="../slideLayouts/slideLayout480.xml"/><Relationship Id="rId3" Type="http://schemas.openxmlformats.org/officeDocument/2006/relationships/slideLayout" Target="../slideLayouts/slideLayout479.xml"/><Relationship Id="rId20" Type="http://schemas.openxmlformats.org/officeDocument/2006/relationships/theme" Target="../theme/theme29.xml"/><Relationship Id="rId2" Type="http://schemas.openxmlformats.org/officeDocument/2006/relationships/slideLayout" Target="../slideLayouts/slideLayout47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93.xml"/><Relationship Id="rId16" Type="http://schemas.openxmlformats.org/officeDocument/2006/relationships/slideLayout" Target="../slideLayouts/slideLayout492.xml"/><Relationship Id="rId15" Type="http://schemas.openxmlformats.org/officeDocument/2006/relationships/slideLayout" Target="../slideLayouts/slideLayout491.xml"/><Relationship Id="rId14" Type="http://schemas.openxmlformats.org/officeDocument/2006/relationships/slideLayout" Target="../slideLayouts/slideLayout490.xml"/><Relationship Id="rId13" Type="http://schemas.openxmlformats.org/officeDocument/2006/relationships/slideLayout" Target="../slideLayouts/slideLayout489.xml"/><Relationship Id="rId12" Type="http://schemas.openxmlformats.org/officeDocument/2006/relationships/slideLayout" Target="../slideLayouts/slideLayout488.xml"/><Relationship Id="rId11" Type="http://schemas.openxmlformats.org/officeDocument/2006/relationships/slideLayout" Target="../slideLayouts/slideLayout487.xml"/><Relationship Id="rId10" Type="http://schemas.openxmlformats.org/officeDocument/2006/relationships/slideLayout" Target="../slideLayouts/slideLayout486.xml"/><Relationship Id="rId1" Type="http://schemas.openxmlformats.org/officeDocument/2006/relationships/slideLayout" Target="../slideLayouts/slideLayout477.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502.xml"/><Relationship Id="rId8" Type="http://schemas.openxmlformats.org/officeDocument/2006/relationships/slideLayout" Target="../slideLayouts/slideLayout501.xml"/><Relationship Id="rId7" Type="http://schemas.openxmlformats.org/officeDocument/2006/relationships/slideLayout" Target="../slideLayouts/slideLayout500.xml"/><Relationship Id="rId6" Type="http://schemas.openxmlformats.org/officeDocument/2006/relationships/slideLayout" Target="../slideLayouts/slideLayout499.xml"/><Relationship Id="rId5" Type="http://schemas.openxmlformats.org/officeDocument/2006/relationships/slideLayout" Target="../slideLayouts/slideLayout498.xml"/><Relationship Id="rId4" Type="http://schemas.openxmlformats.org/officeDocument/2006/relationships/slideLayout" Target="../slideLayouts/slideLayout497.xml"/><Relationship Id="rId3" Type="http://schemas.openxmlformats.org/officeDocument/2006/relationships/slideLayout" Target="../slideLayouts/slideLayout496.xml"/><Relationship Id="rId20" Type="http://schemas.openxmlformats.org/officeDocument/2006/relationships/theme" Target="../theme/theme30.xml"/><Relationship Id="rId2" Type="http://schemas.openxmlformats.org/officeDocument/2006/relationships/slideLayout" Target="../slideLayouts/slideLayout49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10.xml"/><Relationship Id="rId16" Type="http://schemas.openxmlformats.org/officeDocument/2006/relationships/slideLayout" Target="../slideLayouts/slideLayout509.xml"/><Relationship Id="rId15" Type="http://schemas.openxmlformats.org/officeDocument/2006/relationships/slideLayout" Target="../slideLayouts/slideLayout508.xml"/><Relationship Id="rId14" Type="http://schemas.openxmlformats.org/officeDocument/2006/relationships/slideLayout" Target="../slideLayouts/slideLayout507.xml"/><Relationship Id="rId13" Type="http://schemas.openxmlformats.org/officeDocument/2006/relationships/slideLayout" Target="../slideLayouts/slideLayout506.xml"/><Relationship Id="rId12" Type="http://schemas.openxmlformats.org/officeDocument/2006/relationships/slideLayout" Target="../slideLayouts/slideLayout505.xml"/><Relationship Id="rId11" Type="http://schemas.openxmlformats.org/officeDocument/2006/relationships/slideLayout" Target="../slideLayouts/slideLayout504.xml"/><Relationship Id="rId10" Type="http://schemas.openxmlformats.org/officeDocument/2006/relationships/slideLayout" Target="../slideLayouts/slideLayout503.xml"/><Relationship Id="rId1" Type="http://schemas.openxmlformats.org/officeDocument/2006/relationships/slideLayout" Target="../slideLayouts/slideLayout494.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519.xml"/><Relationship Id="rId8" Type="http://schemas.openxmlformats.org/officeDocument/2006/relationships/slideLayout" Target="../slideLayouts/slideLayout518.xml"/><Relationship Id="rId7" Type="http://schemas.openxmlformats.org/officeDocument/2006/relationships/slideLayout" Target="../slideLayouts/slideLayout517.xml"/><Relationship Id="rId6" Type="http://schemas.openxmlformats.org/officeDocument/2006/relationships/slideLayout" Target="../slideLayouts/slideLayout516.xml"/><Relationship Id="rId5" Type="http://schemas.openxmlformats.org/officeDocument/2006/relationships/slideLayout" Target="../slideLayouts/slideLayout515.xml"/><Relationship Id="rId4" Type="http://schemas.openxmlformats.org/officeDocument/2006/relationships/slideLayout" Target="../slideLayouts/slideLayout514.xml"/><Relationship Id="rId3" Type="http://schemas.openxmlformats.org/officeDocument/2006/relationships/slideLayout" Target="../slideLayouts/slideLayout513.xml"/><Relationship Id="rId20" Type="http://schemas.openxmlformats.org/officeDocument/2006/relationships/theme" Target="../theme/theme31.xml"/><Relationship Id="rId2" Type="http://schemas.openxmlformats.org/officeDocument/2006/relationships/slideLayout" Target="../slideLayouts/slideLayout51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27.xml"/><Relationship Id="rId16" Type="http://schemas.openxmlformats.org/officeDocument/2006/relationships/slideLayout" Target="../slideLayouts/slideLayout526.xml"/><Relationship Id="rId15" Type="http://schemas.openxmlformats.org/officeDocument/2006/relationships/slideLayout" Target="../slideLayouts/slideLayout525.xml"/><Relationship Id="rId14" Type="http://schemas.openxmlformats.org/officeDocument/2006/relationships/slideLayout" Target="../slideLayouts/slideLayout524.xml"/><Relationship Id="rId13" Type="http://schemas.openxmlformats.org/officeDocument/2006/relationships/slideLayout" Target="../slideLayouts/slideLayout523.xml"/><Relationship Id="rId12" Type="http://schemas.openxmlformats.org/officeDocument/2006/relationships/slideLayout" Target="../slideLayouts/slideLayout522.xml"/><Relationship Id="rId11" Type="http://schemas.openxmlformats.org/officeDocument/2006/relationships/slideLayout" Target="../slideLayouts/slideLayout521.xml"/><Relationship Id="rId10" Type="http://schemas.openxmlformats.org/officeDocument/2006/relationships/slideLayout" Target="../slideLayouts/slideLayout520.xml"/><Relationship Id="rId1" Type="http://schemas.openxmlformats.org/officeDocument/2006/relationships/slideLayout" Target="../slideLayouts/slideLayout51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536.xml"/><Relationship Id="rId8" Type="http://schemas.openxmlformats.org/officeDocument/2006/relationships/slideLayout" Target="../slideLayouts/slideLayout535.xml"/><Relationship Id="rId7" Type="http://schemas.openxmlformats.org/officeDocument/2006/relationships/slideLayout" Target="../slideLayouts/slideLayout534.xml"/><Relationship Id="rId6" Type="http://schemas.openxmlformats.org/officeDocument/2006/relationships/slideLayout" Target="../slideLayouts/slideLayout533.xml"/><Relationship Id="rId5" Type="http://schemas.openxmlformats.org/officeDocument/2006/relationships/slideLayout" Target="../slideLayouts/slideLayout532.xml"/><Relationship Id="rId4" Type="http://schemas.openxmlformats.org/officeDocument/2006/relationships/slideLayout" Target="../slideLayouts/slideLayout531.xml"/><Relationship Id="rId3" Type="http://schemas.openxmlformats.org/officeDocument/2006/relationships/slideLayout" Target="../slideLayouts/slideLayout530.xml"/><Relationship Id="rId20" Type="http://schemas.openxmlformats.org/officeDocument/2006/relationships/theme" Target="../theme/theme32.xml"/><Relationship Id="rId2" Type="http://schemas.openxmlformats.org/officeDocument/2006/relationships/slideLayout" Target="../slideLayouts/slideLayout52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44.xml"/><Relationship Id="rId16" Type="http://schemas.openxmlformats.org/officeDocument/2006/relationships/slideLayout" Target="../slideLayouts/slideLayout543.xml"/><Relationship Id="rId15" Type="http://schemas.openxmlformats.org/officeDocument/2006/relationships/slideLayout" Target="../slideLayouts/slideLayout542.xml"/><Relationship Id="rId14" Type="http://schemas.openxmlformats.org/officeDocument/2006/relationships/slideLayout" Target="../slideLayouts/slideLayout541.xml"/><Relationship Id="rId13" Type="http://schemas.openxmlformats.org/officeDocument/2006/relationships/slideLayout" Target="../slideLayouts/slideLayout540.xml"/><Relationship Id="rId12" Type="http://schemas.openxmlformats.org/officeDocument/2006/relationships/slideLayout" Target="../slideLayouts/slideLayout539.xml"/><Relationship Id="rId11" Type="http://schemas.openxmlformats.org/officeDocument/2006/relationships/slideLayout" Target="../slideLayouts/slideLayout538.xml"/><Relationship Id="rId10" Type="http://schemas.openxmlformats.org/officeDocument/2006/relationships/slideLayout" Target="../slideLayouts/slideLayout537.xml"/><Relationship Id="rId1" Type="http://schemas.openxmlformats.org/officeDocument/2006/relationships/slideLayout" Target="../slideLayouts/slideLayout528.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553.xml"/><Relationship Id="rId8" Type="http://schemas.openxmlformats.org/officeDocument/2006/relationships/slideLayout" Target="../slideLayouts/slideLayout552.xml"/><Relationship Id="rId7" Type="http://schemas.openxmlformats.org/officeDocument/2006/relationships/slideLayout" Target="../slideLayouts/slideLayout551.xml"/><Relationship Id="rId6" Type="http://schemas.openxmlformats.org/officeDocument/2006/relationships/slideLayout" Target="../slideLayouts/slideLayout550.xml"/><Relationship Id="rId5" Type="http://schemas.openxmlformats.org/officeDocument/2006/relationships/slideLayout" Target="../slideLayouts/slideLayout549.xml"/><Relationship Id="rId4" Type="http://schemas.openxmlformats.org/officeDocument/2006/relationships/slideLayout" Target="../slideLayouts/slideLayout548.xml"/><Relationship Id="rId3" Type="http://schemas.openxmlformats.org/officeDocument/2006/relationships/slideLayout" Target="../slideLayouts/slideLayout547.xml"/><Relationship Id="rId20" Type="http://schemas.openxmlformats.org/officeDocument/2006/relationships/theme" Target="../theme/theme33.xml"/><Relationship Id="rId2" Type="http://schemas.openxmlformats.org/officeDocument/2006/relationships/slideLayout" Target="../slideLayouts/slideLayout54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61.xml"/><Relationship Id="rId16" Type="http://schemas.openxmlformats.org/officeDocument/2006/relationships/slideLayout" Target="../slideLayouts/slideLayout560.xml"/><Relationship Id="rId15" Type="http://schemas.openxmlformats.org/officeDocument/2006/relationships/slideLayout" Target="../slideLayouts/slideLayout559.xml"/><Relationship Id="rId14" Type="http://schemas.openxmlformats.org/officeDocument/2006/relationships/slideLayout" Target="../slideLayouts/slideLayout558.xml"/><Relationship Id="rId13" Type="http://schemas.openxmlformats.org/officeDocument/2006/relationships/slideLayout" Target="../slideLayouts/slideLayout557.xml"/><Relationship Id="rId12" Type="http://schemas.openxmlformats.org/officeDocument/2006/relationships/slideLayout" Target="../slideLayouts/slideLayout556.xml"/><Relationship Id="rId11" Type="http://schemas.openxmlformats.org/officeDocument/2006/relationships/slideLayout" Target="../slideLayouts/slideLayout555.xml"/><Relationship Id="rId10" Type="http://schemas.openxmlformats.org/officeDocument/2006/relationships/slideLayout" Target="../slideLayouts/slideLayout554.xml"/><Relationship Id="rId1" Type="http://schemas.openxmlformats.org/officeDocument/2006/relationships/slideLayout" Target="../slideLayouts/slideLayout545.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0" Type="http://schemas.openxmlformats.org/officeDocument/2006/relationships/theme" Target="../theme/theme34.xml"/><Relationship Id="rId2" Type="http://schemas.openxmlformats.org/officeDocument/2006/relationships/slideLayout" Target="../slideLayouts/slideLayout56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78.xml"/><Relationship Id="rId16" Type="http://schemas.openxmlformats.org/officeDocument/2006/relationships/slideLayout" Target="../slideLayouts/slideLayout577.xml"/><Relationship Id="rId15" Type="http://schemas.openxmlformats.org/officeDocument/2006/relationships/slideLayout" Target="../slideLayouts/slideLayout576.xml"/><Relationship Id="rId14" Type="http://schemas.openxmlformats.org/officeDocument/2006/relationships/slideLayout" Target="../slideLayouts/slideLayout575.xml"/><Relationship Id="rId13" Type="http://schemas.openxmlformats.org/officeDocument/2006/relationships/slideLayout" Target="../slideLayouts/slideLayout574.xml"/><Relationship Id="rId12" Type="http://schemas.openxmlformats.org/officeDocument/2006/relationships/slideLayout" Target="../slideLayouts/slideLayout573.xml"/><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587.xml"/><Relationship Id="rId8" Type="http://schemas.openxmlformats.org/officeDocument/2006/relationships/slideLayout" Target="../slideLayouts/slideLayout586.xml"/><Relationship Id="rId7" Type="http://schemas.openxmlformats.org/officeDocument/2006/relationships/slideLayout" Target="../slideLayouts/slideLayout585.xml"/><Relationship Id="rId6" Type="http://schemas.openxmlformats.org/officeDocument/2006/relationships/slideLayout" Target="../slideLayouts/slideLayout584.xml"/><Relationship Id="rId5" Type="http://schemas.openxmlformats.org/officeDocument/2006/relationships/slideLayout" Target="../slideLayouts/slideLayout583.xml"/><Relationship Id="rId4" Type="http://schemas.openxmlformats.org/officeDocument/2006/relationships/slideLayout" Target="../slideLayouts/slideLayout582.xml"/><Relationship Id="rId3" Type="http://schemas.openxmlformats.org/officeDocument/2006/relationships/slideLayout" Target="../slideLayouts/slideLayout581.xml"/><Relationship Id="rId20" Type="http://schemas.openxmlformats.org/officeDocument/2006/relationships/theme" Target="../theme/theme35.xml"/><Relationship Id="rId2" Type="http://schemas.openxmlformats.org/officeDocument/2006/relationships/slideLayout" Target="../slideLayouts/slideLayout58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95.xml"/><Relationship Id="rId16" Type="http://schemas.openxmlformats.org/officeDocument/2006/relationships/slideLayout" Target="../slideLayouts/slideLayout594.xml"/><Relationship Id="rId15" Type="http://schemas.openxmlformats.org/officeDocument/2006/relationships/slideLayout" Target="../slideLayouts/slideLayout593.xml"/><Relationship Id="rId14" Type="http://schemas.openxmlformats.org/officeDocument/2006/relationships/slideLayout" Target="../slideLayouts/slideLayout592.xml"/><Relationship Id="rId13" Type="http://schemas.openxmlformats.org/officeDocument/2006/relationships/slideLayout" Target="../slideLayouts/slideLayout591.xml"/><Relationship Id="rId12" Type="http://schemas.openxmlformats.org/officeDocument/2006/relationships/slideLayout" Target="../slideLayouts/slideLayout590.xml"/><Relationship Id="rId11" Type="http://schemas.openxmlformats.org/officeDocument/2006/relationships/slideLayout" Target="../slideLayouts/slideLayout589.xml"/><Relationship Id="rId10" Type="http://schemas.openxmlformats.org/officeDocument/2006/relationships/slideLayout" Target="../slideLayouts/slideLayout588.xml"/><Relationship Id="rId1" Type="http://schemas.openxmlformats.org/officeDocument/2006/relationships/slideLayout" Target="../slideLayouts/slideLayout579.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604.xml"/><Relationship Id="rId8" Type="http://schemas.openxmlformats.org/officeDocument/2006/relationships/slideLayout" Target="../slideLayouts/slideLayout603.xml"/><Relationship Id="rId7" Type="http://schemas.openxmlformats.org/officeDocument/2006/relationships/slideLayout" Target="../slideLayouts/slideLayout602.xml"/><Relationship Id="rId6" Type="http://schemas.openxmlformats.org/officeDocument/2006/relationships/slideLayout" Target="../slideLayouts/slideLayout601.xml"/><Relationship Id="rId5" Type="http://schemas.openxmlformats.org/officeDocument/2006/relationships/slideLayout" Target="../slideLayouts/slideLayout600.xml"/><Relationship Id="rId4" Type="http://schemas.openxmlformats.org/officeDocument/2006/relationships/slideLayout" Target="../slideLayouts/slideLayout599.xml"/><Relationship Id="rId3" Type="http://schemas.openxmlformats.org/officeDocument/2006/relationships/slideLayout" Target="../slideLayouts/slideLayout598.xml"/><Relationship Id="rId20" Type="http://schemas.openxmlformats.org/officeDocument/2006/relationships/theme" Target="../theme/theme36.xml"/><Relationship Id="rId2" Type="http://schemas.openxmlformats.org/officeDocument/2006/relationships/slideLayout" Target="../slideLayouts/slideLayout59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12.xml"/><Relationship Id="rId16" Type="http://schemas.openxmlformats.org/officeDocument/2006/relationships/slideLayout" Target="../slideLayouts/slideLayout611.xml"/><Relationship Id="rId15" Type="http://schemas.openxmlformats.org/officeDocument/2006/relationships/slideLayout" Target="../slideLayouts/slideLayout610.xml"/><Relationship Id="rId14" Type="http://schemas.openxmlformats.org/officeDocument/2006/relationships/slideLayout" Target="../slideLayouts/slideLayout609.xml"/><Relationship Id="rId13" Type="http://schemas.openxmlformats.org/officeDocument/2006/relationships/slideLayout" Target="../slideLayouts/slideLayout608.xml"/><Relationship Id="rId12" Type="http://schemas.openxmlformats.org/officeDocument/2006/relationships/slideLayout" Target="../slideLayouts/slideLayout607.xml"/><Relationship Id="rId11" Type="http://schemas.openxmlformats.org/officeDocument/2006/relationships/slideLayout" Target="../slideLayouts/slideLayout606.xml"/><Relationship Id="rId10" Type="http://schemas.openxmlformats.org/officeDocument/2006/relationships/slideLayout" Target="../slideLayouts/slideLayout605.xml"/><Relationship Id="rId1" Type="http://schemas.openxmlformats.org/officeDocument/2006/relationships/slideLayout" Target="../slideLayouts/slideLayout59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621.xml"/><Relationship Id="rId8" Type="http://schemas.openxmlformats.org/officeDocument/2006/relationships/slideLayout" Target="../slideLayouts/slideLayout620.xml"/><Relationship Id="rId7" Type="http://schemas.openxmlformats.org/officeDocument/2006/relationships/slideLayout" Target="../slideLayouts/slideLayout619.xml"/><Relationship Id="rId6" Type="http://schemas.openxmlformats.org/officeDocument/2006/relationships/slideLayout" Target="../slideLayouts/slideLayout618.xml"/><Relationship Id="rId5" Type="http://schemas.openxmlformats.org/officeDocument/2006/relationships/slideLayout" Target="../slideLayouts/slideLayout617.xml"/><Relationship Id="rId4" Type="http://schemas.openxmlformats.org/officeDocument/2006/relationships/slideLayout" Target="../slideLayouts/slideLayout616.xml"/><Relationship Id="rId3" Type="http://schemas.openxmlformats.org/officeDocument/2006/relationships/slideLayout" Target="../slideLayouts/slideLayout615.xml"/><Relationship Id="rId20" Type="http://schemas.openxmlformats.org/officeDocument/2006/relationships/theme" Target="../theme/theme37.xml"/><Relationship Id="rId2" Type="http://schemas.openxmlformats.org/officeDocument/2006/relationships/slideLayout" Target="../slideLayouts/slideLayout61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29.xml"/><Relationship Id="rId16" Type="http://schemas.openxmlformats.org/officeDocument/2006/relationships/slideLayout" Target="../slideLayouts/slideLayout628.xml"/><Relationship Id="rId15" Type="http://schemas.openxmlformats.org/officeDocument/2006/relationships/slideLayout" Target="../slideLayouts/slideLayout627.xml"/><Relationship Id="rId14" Type="http://schemas.openxmlformats.org/officeDocument/2006/relationships/slideLayout" Target="../slideLayouts/slideLayout626.xml"/><Relationship Id="rId13" Type="http://schemas.openxmlformats.org/officeDocument/2006/relationships/slideLayout" Target="../slideLayouts/slideLayout625.xml"/><Relationship Id="rId12" Type="http://schemas.openxmlformats.org/officeDocument/2006/relationships/slideLayout" Target="../slideLayouts/slideLayout624.xml"/><Relationship Id="rId11" Type="http://schemas.openxmlformats.org/officeDocument/2006/relationships/slideLayout" Target="../slideLayouts/slideLayout623.xml"/><Relationship Id="rId10" Type="http://schemas.openxmlformats.org/officeDocument/2006/relationships/slideLayout" Target="../slideLayouts/slideLayout622.xml"/><Relationship Id="rId1" Type="http://schemas.openxmlformats.org/officeDocument/2006/relationships/slideLayout" Target="../slideLayouts/slideLayout613.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638.xml"/><Relationship Id="rId8" Type="http://schemas.openxmlformats.org/officeDocument/2006/relationships/slideLayout" Target="../slideLayouts/slideLayout637.xml"/><Relationship Id="rId7" Type="http://schemas.openxmlformats.org/officeDocument/2006/relationships/slideLayout" Target="../slideLayouts/slideLayout636.xml"/><Relationship Id="rId6" Type="http://schemas.openxmlformats.org/officeDocument/2006/relationships/slideLayout" Target="../slideLayouts/slideLayout635.xml"/><Relationship Id="rId5" Type="http://schemas.openxmlformats.org/officeDocument/2006/relationships/slideLayout" Target="../slideLayouts/slideLayout634.xml"/><Relationship Id="rId4" Type="http://schemas.openxmlformats.org/officeDocument/2006/relationships/slideLayout" Target="../slideLayouts/slideLayout633.xml"/><Relationship Id="rId3" Type="http://schemas.openxmlformats.org/officeDocument/2006/relationships/slideLayout" Target="../slideLayouts/slideLayout632.xml"/><Relationship Id="rId20" Type="http://schemas.openxmlformats.org/officeDocument/2006/relationships/theme" Target="../theme/theme38.xml"/><Relationship Id="rId2" Type="http://schemas.openxmlformats.org/officeDocument/2006/relationships/slideLayout" Target="../slideLayouts/slideLayout63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46.xml"/><Relationship Id="rId16" Type="http://schemas.openxmlformats.org/officeDocument/2006/relationships/slideLayout" Target="../slideLayouts/slideLayout645.xml"/><Relationship Id="rId15" Type="http://schemas.openxmlformats.org/officeDocument/2006/relationships/slideLayout" Target="../slideLayouts/slideLayout644.xml"/><Relationship Id="rId14" Type="http://schemas.openxmlformats.org/officeDocument/2006/relationships/slideLayout" Target="../slideLayouts/slideLayout643.xml"/><Relationship Id="rId13" Type="http://schemas.openxmlformats.org/officeDocument/2006/relationships/slideLayout" Target="../slideLayouts/slideLayout642.xml"/><Relationship Id="rId12" Type="http://schemas.openxmlformats.org/officeDocument/2006/relationships/slideLayout" Target="../slideLayouts/slideLayout641.xml"/><Relationship Id="rId11" Type="http://schemas.openxmlformats.org/officeDocument/2006/relationships/slideLayout" Target="../slideLayouts/slideLayout640.xml"/><Relationship Id="rId10" Type="http://schemas.openxmlformats.org/officeDocument/2006/relationships/slideLayout" Target="../slideLayouts/slideLayout639.xml"/><Relationship Id="rId1" Type="http://schemas.openxmlformats.org/officeDocument/2006/relationships/slideLayout" Target="../slideLayouts/slideLayout630.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655.xml"/><Relationship Id="rId8" Type="http://schemas.openxmlformats.org/officeDocument/2006/relationships/slideLayout" Target="../slideLayouts/slideLayout654.xml"/><Relationship Id="rId7" Type="http://schemas.openxmlformats.org/officeDocument/2006/relationships/slideLayout" Target="../slideLayouts/slideLayout653.xml"/><Relationship Id="rId6" Type="http://schemas.openxmlformats.org/officeDocument/2006/relationships/slideLayout" Target="../slideLayouts/slideLayout652.xml"/><Relationship Id="rId5" Type="http://schemas.openxmlformats.org/officeDocument/2006/relationships/slideLayout" Target="../slideLayouts/slideLayout651.xml"/><Relationship Id="rId4" Type="http://schemas.openxmlformats.org/officeDocument/2006/relationships/slideLayout" Target="../slideLayouts/slideLayout650.xml"/><Relationship Id="rId3" Type="http://schemas.openxmlformats.org/officeDocument/2006/relationships/slideLayout" Target="../slideLayouts/slideLayout649.xml"/><Relationship Id="rId20" Type="http://schemas.openxmlformats.org/officeDocument/2006/relationships/theme" Target="../theme/theme39.xml"/><Relationship Id="rId2" Type="http://schemas.openxmlformats.org/officeDocument/2006/relationships/slideLayout" Target="../slideLayouts/slideLayout64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63.xml"/><Relationship Id="rId16" Type="http://schemas.openxmlformats.org/officeDocument/2006/relationships/slideLayout" Target="../slideLayouts/slideLayout662.xml"/><Relationship Id="rId15" Type="http://schemas.openxmlformats.org/officeDocument/2006/relationships/slideLayout" Target="../slideLayouts/slideLayout661.xml"/><Relationship Id="rId14" Type="http://schemas.openxmlformats.org/officeDocument/2006/relationships/slideLayout" Target="../slideLayouts/slideLayout660.xml"/><Relationship Id="rId13" Type="http://schemas.openxmlformats.org/officeDocument/2006/relationships/slideLayout" Target="../slideLayouts/slideLayout659.xml"/><Relationship Id="rId12" Type="http://schemas.openxmlformats.org/officeDocument/2006/relationships/slideLayout" Target="../slideLayouts/slideLayout658.xml"/><Relationship Id="rId11" Type="http://schemas.openxmlformats.org/officeDocument/2006/relationships/slideLayout" Target="../slideLayouts/slideLayout657.xml"/><Relationship Id="rId10" Type="http://schemas.openxmlformats.org/officeDocument/2006/relationships/slideLayout" Target="../slideLayouts/slideLayout656.xml"/><Relationship Id="rId1" Type="http://schemas.openxmlformats.org/officeDocument/2006/relationships/slideLayout" Target="../slideLayouts/slideLayout647.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672.xml"/><Relationship Id="rId8" Type="http://schemas.openxmlformats.org/officeDocument/2006/relationships/slideLayout" Target="../slideLayouts/slideLayout671.xml"/><Relationship Id="rId7" Type="http://schemas.openxmlformats.org/officeDocument/2006/relationships/slideLayout" Target="../slideLayouts/slideLayout670.xml"/><Relationship Id="rId6" Type="http://schemas.openxmlformats.org/officeDocument/2006/relationships/slideLayout" Target="../slideLayouts/slideLayout669.xml"/><Relationship Id="rId5" Type="http://schemas.openxmlformats.org/officeDocument/2006/relationships/slideLayout" Target="../slideLayouts/slideLayout668.xml"/><Relationship Id="rId4" Type="http://schemas.openxmlformats.org/officeDocument/2006/relationships/slideLayout" Target="../slideLayouts/slideLayout667.xml"/><Relationship Id="rId3" Type="http://schemas.openxmlformats.org/officeDocument/2006/relationships/slideLayout" Target="../slideLayouts/slideLayout666.xml"/><Relationship Id="rId20" Type="http://schemas.openxmlformats.org/officeDocument/2006/relationships/theme" Target="../theme/theme40.xml"/><Relationship Id="rId2" Type="http://schemas.openxmlformats.org/officeDocument/2006/relationships/slideLayout" Target="../slideLayouts/slideLayout66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80.xml"/><Relationship Id="rId16" Type="http://schemas.openxmlformats.org/officeDocument/2006/relationships/slideLayout" Target="../slideLayouts/slideLayout679.xml"/><Relationship Id="rId15" Type="http://schemas.openxmlformats.org/officeDocument/2006/relationships/slideLayout" Target="../slideLayouts/slideLayout678.xml"/><Relationship Id="rId14" Type="http://schemas.openxmlformats.org/officeDocument/2006/relationships/slideLayout" Target="../slideLayouts/slideLayout677.xml"/><Relationship Id="rId13" Type="http://schemas.openxmlformats.org/officeDocument/2006/relationships/slideLayout" Target="../slideLayouts/slideLayout676.xml"/><Relationship Id="rId12" Type="http://schemas.openxmlformats.org/officeDocument/2006/relationships/slideLayout" Target="../slideLayouts/slideLayout675.xml"/><Relationship Id="rId11" Type="http://schemas.openxmlformats.org/officeDocument/2006/relationships/slideLayout" Target="../slideLayouts/slideLayout674.xml"/><Relationship Id="rId10" Type="http://schemas.openxmlformats.org/officeDocument/2006/relationships/slideLayout" Target="../slideLayouts/slideLayout673.xml"/><Relationship Id="rId1" Type="http://schemas.openxmlformats.org/officeDocument/2006/relationships/slideLayout" Target="../slideLayouts/slideLayout664.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689.xml"/><Relationship Id="rId8" Type="http://schemas.openxmlformats.org/officeDocument/2006/relationships/slideLayout" Target="../slideLayouts/slideLayout688.xml"/><Relationship Id="rId7" Type="http://schemas.openxmlformats.org/officeDocument/2006/relationships/slideLayout" Target="../slideLayouts/slideLayout687.xml"/><Relationship Id="rId6" Type="http://schemas.openxmlformats.org/officeDocument/2006/relationships/slideLayout" Target="../slideLayouts/slideLayout686.xml"/><Relationship Id="rId5" Type="http://schemas.openxmlformats.org/officeDocument/2006/relationships/slideLayout" Target="../slideLayouts/slideLayout685.xml"/><Relationship Id="rId4" Type="http://schemas.openxmlformats.org/officeDocument/2006/relationships/slideLayout" Target="../slideLayouts/slideLayout684.xml"/><Relationship Id="rId3" Type="http://schemas.openxmlformats.org/officeDocument/2006/relationships/slideLayout" Target="../slideLayouts/slideLayout683.xml"/><Relationship Id="rId20" Type="http://schemas.openxmlformats.org/officeDocument/2006/relationships/theme" Target="../theme/theme41.xml"/><Relationship Id="rId2" Type="http://schemas.openxmlformats.org/officeDocument/2006/relationships/slideLayout" Target="../slideLayouts/slideLayout68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97.xml"/><Relationship Id="rId16" Type="http://schemas.openxmlformats.org/officeDocument/2006/relationships/slideLayout" Target="../slideLayouts/slideLayout696.xml"/><Relationship Id="rId15" Type="http://schemas.openxmlformats.org/officeDocument/2006/relationships/slideLayout" Target="../slideLayouts/slideLayout695.xml"/><Relationship Id="rId14" Type="http://schemas.openxmlformats.org/officeDocument/2006/relationships/slideLayout" Target="../slideLayouts/slideLayout694.xml"/><Relationship Id="rId13" Type="http://schemas.openxmlformats.org/officeDocument/2006/relationships/slideLayout" Target="../slideLayouts/slideLayout693.xml"/><Relationship Id="rId12" Type="http://schemas.openxmlformats.org/officeDocument/2006/relationships/slideLayout" Target="../slideLayouts/slideLayout692.xml"/><Relationship Id="rId11" Type="http://schemas.openxmlformats.org/officeDocument/2006/relationships/slideLayout" Target="../slideLayouts/slideLayout691.xml"/><Relationship Id="rId10" Type="http://schemas.openxmlformats.org/officeDocument/2006/relationships/slideLayout" Target="../slideLayouts/slideLayout690.xml"/><Relationship Id="rId1" Type="http://schemas.openxmlformats.org/officeDocument/2006/relationships/slideLayout" Target="../slideLayouts/slideLayout68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706.xml"/><Relationship Id="rId8" Type="http://schemas.openxmlformats.org/officeDocument/2006/relationships/slideLayout" Target="../slideLayouts/slideLayout705.xml"/><Relationship Id="rId7" Type="http://schemas.openxmlformats.org/officeDocument/2006/relationships/slideLayout" Target="../slideLayouts/slideLayout704.xml"/><Relationship Id="rId6" Type="http://schemas.openxmlformats.org/officeDocument/2006/relationships/slideLayout" Target="../slideLayouts/slideLayout703.xml"/><Relationship Id="rId5" Type="http://schemas.openxmlformats.org/officeDocument/2006/relationships/slideLayout" Target="../slideLayouts/slideLayout702.xml"/><Relationship Id="rId4" Type="http://schemas.openxmlformats.org/officeDocument/2006/relationships/slideLayout" Target="../slideLayouts/slideLayout701.xml"/><Relationship Id="rId3" Type="http://schemas.openxmlformats.org/officeDocument/2006/relationships/slideLayout" Target="../slideLayouts/slideLayout700.xml"/><Relationship Id="rId20" Type="http://schemas.openxmlformats.org/officeDocument/2006/relationships/theme" Target="../theme/theme42.xml"/><Relationship Id="rId2" Type="http://schemas.openxmlformats.org/officeDocument/2006/relationships/slideLayout" Target="../slideLayouts/slideLayout69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14.xml"/><Relationship Id="rId16" Type="http://schemas.openxmlformats.org/officeDocument/2006/relationships/slideLayout" Target="../slideLayouts/slideLayout713.xml"/><Relationship Id="rId15" Type="http://schemas.openxmlformats.org/officeDocument/2006/relationships/slideLayout" Target="../slideLayouts/slideLayout712.xml"/><Relationship Id="rId14" Type="http://schemas.openxmlformats.org/officeDocument/2006/relationships/slideLayout" Target="../slideLayouts/slideLayout711.xml"/><Relationship Id="rId13" Type="http://schemas.openxmlformats.org/officeDocument/2006/relationships/slideLayout" Target="../slideLayouts/slideLayout710.xml"/><Relationship Id="rId12" Type="http://schemas.openxmlformats.org/officeDocument/2006/relationships/slideLayout" Target="../slideLayouts/slideLayout709.xml"/><Relationship Id="rId11" Type="http://schemas.openxmlformats.org/officeDocument/2006/relationships/slideLayout" Target="../slideLayouts/slideLayout708.xml"/><Relationship Id="rId10" Type="http://schemas.openxmlformats.org/officeDocument/2006/relationships/slideLayout" Target="../slideLayouts/slideLayout707.xml"/><Relationship Id="rId1" Type="http://schemas.openxmlformats.org/officeDocument/2006/relationships/slideLayout" Target="../slideLayouts/slideLayout698.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723.xml"/><Relationship Id="rId8" Type="http://schemas.openxmlformats.org/officeDocument/2006/relationships/slideLayout" Target="../slideLayouts/slideLayout722.xml"/><Relationship Id="rId7" Type="http://schemas.openxmlformats.org/officeDocument/2006/relationships/slideLayout" Target="../slideLayouts/slideLayout721.xml"/><Relationship Id="rId6" Type="http://schemas.openxmlformats.org/officeDocument/2006/relationships/slideLayout" Target="../slideLayouts/slideLayout720.xml"/><Relationship Id="rId5" Type="http://schemas.openxmlformats.org/officeDocument/2006/relationships/slideLayout" Target="../slideLayouts/slideLayout719.xml"/><Relationship Id="rId4" Type="http://schemas.openxmlformats.org/officeDocument/2006/relationships/slideLayout" Target="../slideLayouts/slideLayout718.xml"/><Relationship Id="rId3" Type="http://schemas.openxmlformats.org/officeDocument/2006/relationships/slideLayout" Target="../slideLayouts/slideLayout717.xml"/><Relationship Id="rId20" Type="http://schemas.openxmlformats.org/officeDocument/2006/relationships/theme" Target="../theme/theme43.xml"/><Relationship Id="rId2" Type="http://schemas.openxmlformats.org/officeDocument/2006/relationships/slideLayout" Target="../slideLayouts/slideLayout71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31.xml"/><Relationship Id="rId16" Type="http://schemas.openxmlformats.org/officeDocument/2006/relationships/slideLayout" Target="../slideLayouts/slideLayout730.xml"/><Relationship Id="rId15" Type="http://schemas.openxmlformats.org/officeDocument/2006/relationships/slideLayout" Target="../slideLayouts/slideLayout729.xml"/><Relationship Id="rId14" Type="http://schemas.openxmlformats.org/officeDocument/2006/relationships/slideLayout" Target="../slideLayouts/slideLayout728.xml"/><Relationship Id="rId13" Type="http://schemas.openxmlformats.org/officeDocument/2006/relationships/slideLayout" Target="../slideLayouts/slideLayout727.xml"/><Relationship Id="rId12" Type="http://schemas.openxmlformats.org/officeDocument/2006/relationships/slideLayout" Target="../slideLayouts/slideLayout726.xml"/><Relationship Id="rId11" Type="http://schemas.openxmlformats.org/officeDocument/2006/relationships/slideLayout" Target="../slideLayouts/slideLayout725.xml"/><Relationship Id="rId10" Type="http://schemas.openxmlformats.org/officeDocument/2006/relationships/slideLayout" Target="../slideLayouts/slideLayout724.xml"/><Relationship Id="rId1" Type="http://schemas.openxmlformats.org/officeDocument/2006/relationships/slideLayout" Target="../slideLayouts/slideLayout715.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740.xml"/><Relationship Id="rId8" Type="http://schemas.openxmlformats.org/officeDocument/2006/relationships/slideLayout" Target="../slideLayouts/slideLayout739.xml"/><Relationship Id="rId7" Type="http://schemas.openxmlformats.org/officeDocument/2006/relationships/slideLayout" Target="../slideLayouts/slideLayout738.xml"/><Relationship Id="rId6" Type="http://schemas.openxmlformats.org/officeDocument/2006/relationships/slideLayout" Target="../slideLayouts/slideLayout737.xml"/><Relationship Id="rId5" Type="http://schemas.openxmlformats.org/officeDocument/2006/relationships/slideLayout" Target="../slideLayouts/slideLayout736.xml"/><Relationship Id="rId4" Type="http://schemas.openxmlformats.org/officeDocument/2006/relationships/slideLayout" Target="../slideLayouts/slideLayout735.xml"/><Relationship Id="rId3" Type="http://schemas.openxmlformats.org/officeDocument/2006/relationships/slideLayout" Target="../slideLayouts/slideLayout734.xml"/><Relationship Id="rId20" Type="http://schemas.openxmlformats.org/officeDocument/2006/relationships/theme" Target="../theme/theme44.xml"/><Relationship Id="rId2" Type="http://schemas.openxmlformats.org/officeDocument/2006/relationships/slideLayout" Target="../slideLayouts/slideLayout73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48.xml"/><Relationship Id="rId16" Type="http://schemas.openxmlformats.org/officeDocument/2006/relationships/slideLayout" Target="../slideLayouts/slideLayout747.xml"/><Relationship Id="rId15" Type="http://schemas.openxmlformats.org/officeDocument/2006/relationships/slideLayout" Target="../slideLayouts/slideLayout746.xml"/><Relationship Id="rId14" Type="http://schemas.openxmlformats.org/officeDocument/2006/relationships/slideLayout" Target="../slideLayouts/slideLayout745.xml"/><Relationship Id="rId13" Type="http://schemas.openxmlformats.org/officeDocument/2006/relationships/slideLayout" Target="../slideLayouts/slideLayout744.xml"/><Relationship Id="rId12" Type="http://schemas.openxmlformats.org/officeDocument/2006/relationships/slideLayout" Target="../slideLayouts/slideLayout743.xml"/><Relationship Id="rId11" Type="http://schemas.openxmlformats.org/officeDocument/2006/relationships/slideLayout" Target="../slideLayouts/slideLayout742.xml"/><Relationship Id="rId10" Type="http://schemas.openxmlformats.org/officeDocument/2006/relationships/slideLayout" Target="../slideLayouts/slideLayout741.xml"/><Relationship Id="rId1" Type="http://schemas.openxmlformats.org/officeDocument/2006/relationships/slideLayout" Target="../slideLayouts/slideLayout732.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757.xml"/><Relationship Id="rId8" Type="http://schemas.openxmlformats.org/officeDocument/2006/relationships/slideLayout" Target="../slideLayouts/slideLayout756.xml"/><Relationship Id="rId7" Type="http://schemas.openxmlformats.org/officeDocument/2006/relationships/slideLayout" Target="../slideLayouts/slideLayout755.xml"/><Relationship Id="rId6" Type="http://schemas.openxmlformats.org/officeDocument/2006/relationships/slideLayout" Target="../slideLayouts/slideLayout754.xml"/><Relationship Id="rId5" Type="http://schemas.openxmlformats.org/officeDocument/2006/relationships/slideLayout" Target="../slideLayouts/slideLayout753.xml"/><Relationship Id="rId4" Type="http://schemas.openxmlformats.org/officeDocument/2006/relationships/slideLayout" Target="../slideLayouts/slideLayout752.xml"/><Relationship Id="rId3" Type="http://schemas.openxmlformats.org/officeDocument/2006/relationships/slideLayout" Target="../slideLayouts/slideLayout751.xml"/><Relationship Id="rId20" Type="http://schemas.openxmlformats.org/officeDocument/2006/relationships/theme" Target="../theme/theme45.xml"/><Relationship Id="rId2" Type="http://schemas.openxmlformats.org/officeDocument/2006/relationships/slideLayout" Target="../slideLayouts/slideLayout75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65.xml"/><Relationship Id="rId16" Type="http://schemas.openxmlformats.org/officeDocument/2006/relationships/slideLayout" Target="../slideLayouts/slideLayout764.xml"/><Relationship Id="rId15" Type="http://schemas.openxmlformats.org/officeDocument/2006/relationships/slideLayout" Target="../slideLayouts/slideLayout763.xml"/><Relationship Id="rId14" Type="http://schemas.openxmlformats.org/officeDocument/2006/relationships/slideLayout" Target="../slideLayouts/slideLayout762.xml"/><Relationship Id="rId13" Type="http://schemas.openxmlformats.org/officeDocument/2006/relationships/slideLayout" Target="../slideLayouts/slideLayout761.xml"/><Relationship Id="rId12" Type="http://schemas.openxmlformats.org/officeDocument/2006/relationships/slideLayout" Target="../slideLayouts/slideLayout760.xml"/><Relationship Id="rId11" Type="http://schemas.openxmlformats.org/officeDocument/2006/relationships/slideLayout" Target="../slideLayouts/slideLayout759.xml"/><Relationship Id="rId10" Type="http://schemas.openxmlformats.org/officeDocument/2006/relationships/slideLayout" Target="../slideLayouts/slideLayout758.xml"/><Relationship Id="rId1" Type="http://schemas.openxmlformats.org/officeDocument/2006/relationships/slideLayout" Target="../slideLayouts/slideLayout749.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774.xml"/><Relationship Id="rId8" Type="http://schemas.openxmlformats.org/officeDocument/2006/relationships/slideLayout" Target="../slideLayouts/slideLayout773.xml"/><Relationship Id="rId7" Type="http://schemas.openxmlformats.org/officeDocument/2006/relationships/slideLayout" Target="../slideLayouts/slideLayout772.xml"/><Relationship Id="rId6" Type="http://schemas.openxmlformats.org/officeDocument/2006/relationships/slideLayout" Target="../slideLayouts/slideLayout771.xml"/><Relationship Id="rId5" Type="http://schemas.openxmlformats.org/officeDocument/2006/relationships/slideLayout" Target="../slideLayouts/slideLayout770.xml"/><Relationship Id="rId4" Type="http://schemas.openxmlformats.org/officeDocument/2006/relationships/slideLayout" Target="../slideLayouts/slideLayout769.xml"/><Relationship Id="rId3" Type="http://schemas.openxmlformats.org/officeDocument/2006/relationships/slideLayout" Target="../slideLayouts/slideLayout768.xml"/><Relationship Id="rId20" Type="http://schemas.openxmlformats.org/officeDocument/2006/relationships/theme" Target="../theme/theme46.xml"/><Relationship Id="rId2" Type="http://schemas.openxmlformats.org/officeDocument/2006/relationships/slideLayout" Target="../slideLayouts/slideLayout76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82.xml"/><Relationship Id="rId16" Type="http://schemas.openxmlformats.org/officeDocument/2006/relationships/slideLayout" Target="../slideLayouts/slideLayout781.xml"/><Relationship Id="rId15" Type="http://schemas.openxmlformats.org/officeDocument/2006/relationships/slideLayout" Target="../slideLayouts/slideLayout780.xml"/><Relationship Id="rId14" Type="http://schemas.openxmlformats.org/officeDocument/2006/relationships/slideLayout" Target="../slideLayouts/slideLayout779.xml"/><Relationship Id="rId13" Type="http://schemas.openxmlformats.org/officeDocument/2006/relationships/slideLayout" Target="../slideLayouts/slideLayout778.xml"/><Relationship Id="rId12" Type="http://schemas.openxmlformats.org/officeDocument/2006/relationships/slideLayout" Target="../slideLayouts/slideLayout777.xml"/><Relationship Id="rId11" Type="http://schemas.openxmlformats.org/officeDocument/2006/relationships/slideLayout" Target="../slideLayouts/slideLayout776.xml"/><Relationship Id="rId10" Type="http://schemas.openxmlformats.org/officeDocument/2006/relationships/slideLayout" Target="../slideLayouts/slideLayout775.xml"/><Relationship Id="rId1" Type="http://schemas.openxmlformats.org/officeDocument/2006/relationships/slideLayout" Target="../slideLayouts/slideLayout76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791.xml"/><Relationship Id="rId8" Type="http://schemas.openxmlformats.org/officeDocument/2006/relationships/slideLayout" Target="../slideLayouts/slideLayout790.xml"/><Relationship Id="rId7" Type="http://schemas.openxmlformats.org/officeDocument/2006/relationships/slideLayout" Target="../slideLayouts/slideLayout789.xml"/><Relationship Id="rId6" Type="http://schemas.openxmlformats.org/officeDocument/2006/relationships/slideLayout" Target="../slideLayouts/slideLayout788.xml"/><Relationship Id="rId5" Type="http://schemas.openxmlformats.org/officeDocument/2006/relationships/slideLayout" Target="../slideLayouts/slideLayout787.xml"/><Relationship Id="rId4" Type="http://schemas.openxmlformats.org/officeDocument/2006/relationships/slideLayout" Target="../slideLayouts/slideLayout786.xml"/><Relationship Id="rId3" Type="http://schemas.openxmlformats.org/officeDocument/2006/relationships/slideLayout" Target="../slideLayouts/slideLayout785.xml"/><Relationship Id="rId20" Type="http://schemas.openxmlformats.org/officeDocument/2006/relationships/theme" Target="../theme/theme47.xml"/><Relationship Id="rId2" Type="http://schemas.openxmlformats.org/officeDocument/2006/relationships/slideLayout" Target="../slideLayouts/slideLayout78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99.xml"/><Relationship Id="rId16" Type="http://schemas.openxmlformats.org/officeDocument/2006/relationships/slideLayout" Target="../slideLayouts/slideLayout798.xml"/><Relationship Id="rId15" Type="http://schemas.openxmlformats.org/officeDocument/2006/relationships/slideLayout" Target="../slideLayouts/slideLayout797.xml"/><Relationship Id="rId14" Type="http://schemas.openxmlformats.org/officeDocument/2006/relationships/slideLayout" Target="../slideLayouts/slideLayout796.xml"/><Relationship Id="rId13" Type="http://schemas.openxmlformats.org/officeDocument/2006/relationships/slideLayout" Target="../slideLayouts/slideLayout795.xml"/><Relationship Id="rId12" Type="http://schemas.openxmlformats.org/officeDocument/2006/relationships/slideLayout" Target="../slideLayouts/slideLayout794.xml"/><Relationship Id="rId11" Type="http://schemas.openxmlformats.org/officeDocument/2006/relationships/slideLayout" Target="../slideLayouts/slideLayout793.xml"/><Relationship Id="rId10" Type="http://schemas.openxmlformats.org/officeDocument/2006/relationships/slideLayout" Target="../slideLayouts/slideLayout792.xml"/><Relationship Id="rId1" Type="http://schemas.openxmlformats.org/officeDocument/2006/relationships/slideLayout" Target="../slideLayouts/slideLayout783.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808.xml"/><Relationship Id="rId8" Type="http://schemas.openxmlformats.org/officeDocument/2006/relationships/slideLayout" Target="../slideLayouts/slideLayout807.xml"/><Relationship Id="rId7" Type="http://schemas.openxmlformats.org/officeDocument/2006/relationships/slideLayout" Target="../slideLayouts/slideLayout806.xml"/><Relationship Id="rId6" Type="http://schemas.openxmlformats.org/officeDocument/2006/relationships/slideLayout" Target="../slideLayouts/slideLayout805.xml"/><Relationship Id="rId5" Type="http://schemas.openxmlformats.org/officeDocument/2006/relationships/slideLayout" Target="../slideLayouts/slideLayout804.xml"/><Relationship Id="rId4" Type="http://schemas.openxmlformats.org/officeDocument/2006/relationships/slideLayout" Target="../slideLayouts/slideLayout803.xml"/><Relationship Id="rId3" Type="http://schemas.openxmlformats.org/officeDocument/2006/relationships/slideLayout" Target="../slideLayouts/slideLayout802.xml"/><Relationship Id="rId20" Type="http://schemas.openxmlformats.org/officeDocument/2006/relationships/theme" Target="../theme/theme48.xml"/><Relationship Id="rId2" Type="http://schemas.openxmlformats.org/officeDocument/2006/relationships/slideLayout" Target="../slideLayouts/slideLayout80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16.xml"/><Relationship Id="rId16" Type="http://schemas.openxmlformats.org/officeDocument/2006/relationships/slideLayout" Target="../slideLayouts/slideLayout815.xml"/><Relationship Id="rId15" Type="http://schemas.openxmlformats.org/officeDocument/2006/relationships/slideLayout" Target="../slideLayouts/slideLayout814.xml"/><Relationship Id="rId14" Type="http://schemas.openxmlformats.org/officeDocument/2006/relationships/slideLayout" Target="../slideLayouts/slideLayout813.xml"/><Relationship Id="rId13" Type="http://schemas.openxmlformats.org/officeDocument/2006/relationships/slideLayout" Target="../slideLayouts/slideLayout812.xml"/><Relationship Id="rId12" Type="http://schemas.openxmlformats.org/officeDocument/2006/relationships/slideLayout" Target="../slideLayouts/slideLayout811.xml"/><Relationship Id="rId11" Type="http://schemas.openxmlformats.org/officeDocument/2006/relationships/slideLayout" Target="../slideLayouts/slideLayout810.xml"/><Relationship Id="rId10" Type="http://schemas.openxmlformats.org/officeDocument/2006/relationships/slideLayout" Target="../slideLayouts/slideLayout809.xml"/><Relationship Id="rId1" Type="http://schemas.openxmlformats.org/officeDocument/2006/relationships/slideLayout" Target="../slideLayouts/slideLayout800.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825.xml"/><Relationship Id="rId8" Type="http://schemas.openxmlformats.org/officeDocument/2006/relationships/slideLayout" Target="../slideLayouts/slideLayout824.xml"/><Relationship Id="rId7" Type="http://schemas.openxmlformats.org/officeDocument/2006/relationships/slideLayout" Target="../slideLayouts/slideLayout823.xml"/><Relationship Id="rId6" Type="http://schemas.openxmlformats.org/officeDocument/2006/relationships/slideLayout" Target="../slideLayouts/slideLayout822.xml"/><Relationship Id="rId5" Type="http://schemas.openxmlformats.org/officeDocument/2006/relationships/slideLayout" Target="../slideLayouts/slideLayout821.xml"/><Relationship Id="rId4" Type="http://schemas.openxmlformats.org/officeDocument/2006/relationships/slideLayout" Target="../slideLayouts/slideLayout820.xml"/><Relationship Id="rId3" Type="http://schemas.openxmlformats.org/officeDocument/2006/relationships/slideLayout" Target="../slideLayouts/slideLayout819.xml"/><Relationship Id="rId20" Type="http://schemas.openxmlformats.org/officeDocument/2006/relationships/theme" Target="../theme/theme49.xml"/><Relationship Id="rId2" Type="http://schemas.openxmlformats.org/officeDocument/2006/relationships/slideLayout" Target="../slideLayouts/slideLayout81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33.xml"/><Relationship Id="rId16" Type="http://schemas.openxmlformats.org/officeDocument/2006/relationships/slideLayout" Target="../slideLayouts/slideLayout832.xml"/><Relationship Id="rId15" Type="http://schemas.openxmlformats.org/officeDocument/2006/relationships/slideLayout" Target="../slideLayouts/slideLayout831.xml"/><Relationship Id="rId14" Type="http://schemas.openxmlformats.org/officeDocument/2006/relationships/slideLayout" Target="../slideLayouts/slideLayout830.xml"/><Relationship Id="rId13" Type="http://schemas.openxmlformats.org/officeDocument/2006/relationships/slideLayout" Target="../slideLayouts/slideLayout829.xml"/><Relationship Id="rId12" Type="http://schemas.openxmlformats.org/officeDocument/2006/relationships/slideLayout" Target="../slideLayouts/slideLayout828.xml"/><Relationship Id="rId11" Type="http://schemas.openxmlformats.org/officeDocument/2006/relationships/slideLayout" Target="../slideLayouts/slideLayout827.xml"/><Relationship Id="rId10" Type="http://schemas.openxmlformats.org/officeDocument/2006/relationships/slideLayout" Target="../slideLayouts/slideLayout826.xml"/><Relationship Id="rId1" Type="http://schemas.openxmlformats.org/officeDocument/2006/relationships/slideLayout" Target="../slideLayouts/slideLayout817.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842.xml"/><Relationship Id="rId8" Type="http://schemas.openxmlformats.org/officeDocument/2006/relationships/slideLayout" Target="../slideLayouts/slideLayout841.xml"/><Relationship Id="rId7" Type="http://schemas.openxmlformats.org/officeDocument/2006/relationships/slideLayout" Target="../slideLayouts/slideLayout840.xml"/><Relationship Id="rId6" Type="http://schemas.openxmlformats.org/officeDocument/2006/relationships/slideLayout" Target="../slideLayouts/slideLayout839.xml"/><Relationship Id="rId5" Type="http://schemas.openxmlformats.org/officeDocument/2006/relationships/slideLayout" Target="../slideLayouts/slideLayout838.xml"/><Relationship Id="rId4" Type="http://schemas.openxmlformats.org/officeDocument/2006/relationships/slideLayout" Target="../slideLayouts/slideLayout837.xml"/><Relationship Id="rId3" Type="http://schemas.openxmlformats.org/officeDocument/2006/relationships/slideLayout" Target="../slideLayouts/slideLayout836.xml"/><Relationship Id="rId20" Type="http://schemas.openxmlformats.org/officeDocument/2006/relationships/theme" Target="../theme/theme50.xml"/><Relationship Id="rId2" Type="http://schemas.openxmlformats.org/officeDocument/2006/relationships/slideLayout" Target="../slideLayouts/slideLayout83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50.xml"/><Relationship Id="rId16" Type="http://schemas.openxmlformats.org/officeDocument/2006/relationships/slideLayout" Target="../slideLayouts/slideLayout849.xml"/><Relationship Id="rId15" Type="http://schemas.openxmlformats.org/officeDocument/2006/relationships/slideLayout" Target="../slideLayouts/slideLayout848.xml"/><Relationship Id="rId14" Type="http://schemas.openxmlformats.org/officeDocument/2006/relationships/slideLayout" Target="../slideLayouts/slideLayout847.xml"/><Relationship Id="rId13" Type="http://schemas.openxmlformats.org/officeDocument/2006/relationships/slideLayout" Target="../slideLayouts/slideLayout846.xml"/><Relationship Id="rId12" Type="http://schemas.openxmlformats.org/officeDocument/2006/relationships/slideLayout" Target="../slideLayouts/slideLayout845.xml"/><Relationship Id="rId11" Type="http://schemas.openxmlformats.org/officeDocument/2006/relationships/slideLayout" Target="../slideLayouts/slideLayout844.xml"/><Relationship Id="rId10" Type="http://schemas.openxmlformats.org/officeDocument/2006/relationships/slideLayout" Target="../slideLayouts/slideLayout843.xml"/><Relationship Id="rId1" Type="http://schemas.openxmlformats.org/officeDocument/2006/relationships/slideLayout" Target="../slideLayouts/slideLayout834.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859.xml"/><Relationship Id="rId8" Type="http://schemas.openxmlformats.org/officeDocument/2006/relationships/slideLayout" Target="../slideLayouts/slideLayout858.xml"/><Relationship Id="rId7" Type="http://schemas.openxmlformats.org/officeDocument/2006/relationships/slideLayout" Target="../slideLayouts/slideLayout857.xml"/><Relationship Id="rId6" Type="http://schemas.openxmlformats.org/officeDocument/2006/relationships/slideLayout" Target="../slideLayouts/slideLayout856.xml"/><Relationship Id="rId5" Type="http://schemas.openxmlformats.org/officeDocument/2006/relationships/slideLayout" Target="../slideLayouts/slideLayout855.xml"/><Relationship Id="rId4" Type="http://schemas.openxmlformats.org/officeDocument/2006/relationships/slideLayout" Target="../slideLayouts/slideLayout854.xml"/><Relationship Id="rId3" Type="http://schemas.openxmlformats.org/officeDocument/2006/relationships/slideLayout" Target="../slideLayouts/slideLayout853.xml"/><Relationship Id="rId20" Type="http://schemas.openxmlformats.org/officeDocument/2006/relationships/theme" Target="../theme/theme51.xml"/><Relationship Id="rId2" Type="http://schemas.openxmlformats.org/officeDocument/2006/relationships/slideLayout" Target="../slideLayouts/slideLayout85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67.xml"/><Relationship Id="rId16" Type="http://schemas.openxmlformats.org/officeDocument/2006/relationships/slideLayout" Target="../slideLayouts/slideLayout866.xml"/><Relationship Id="rId15" Type="http://schemas.openxmlformats.org/officeDocument/2006/relationships/slideLayout" Target="../slideLayouts/slideLayout865.xml"/><Relationship Id="rId14" Type="http://schemas.openxmlformats.org/officeDocument/2006/relationships/slideLayout" Target="../slideLayouts/slideLayout864.xml"/><Relationship Id="rId13" Type="http://schemas.openxmlformats.org/officeDocument/2006/relationships/slideLayout" Target="../slideLayouts/slideLayout863.xml"/><Relationship Id="rId12" Type="http://schemas.openxmlformats.org/officeDocument/2006/relationships/slideLayout" Target="../slideLayouts/slideLayout862.xml"/><Relationship Id="rId11" Type="http://schemas.openxmlformats.org/officeDocument/2006/relationships/slideLayout" Target="../slideLayouts/slideLayout861.xml"/><Relationship Id="rId10" Type="http://schemas.openxmlformats.org/officeDocument/2006/relationships/slideLayout" Target="../slideLayouts/slideLayout860.xml"/><Relationship Id="rId1" Type="http://schemas.openxmlformats.org/officeDocument/2006/relationships/slideLayout" Target="../slideLayouts/slideLayout8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876.xml"/><Relationship Id="rId8" Type="http://schemas.openxmlformats.org/officeDocument/2006/relationships/slideLayout" Target="../slideLayouts/slideLayout875.xml"/><Relationship Id="rId7" Type="http://schemas.openxmlformats.org/officeDocument/2006/relationships/slideLayout" Target="../slideLayouts/slideLayout874.xml"/><Relationship Id="rId6" Type="http://schemas.openxmlformats.org/officeDocument/2006/relationships/slideLayout" Target="../slideLayouts/slideLayout873.xml"/><Relationship Id="rId5" Type="http://schemas.openxmlformats.org/officeDocument/2006/relationships/slideLayout" Target="../slideLayouts/slideLayout872.xml"/><Relationship Id="rId4" Type="http://schemas.openxmlformats.org/officeDocument/2006/relationships/slideLayout" Target="../slideLayouts/slideLayout871.xml"/><Relationship Id="rId3" Type="http://schemas.openxmlformats.org/officeDocument/2006/relationships/slideLayout" Target="../slideLayouts/slideLayout870.xml"/><Relationship Id="rId20" Type="http://schemas.openxmlformats.org/officeDocument/2006/relationships/theme" Target="../theme/theme52.xml"/><Relationship Id="rId2" Type="http://schemas.openxmlformats.org/officeDocument/2006/relationships/slideLayout" Target="../slideLayouts/slideLayout86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84.xml"/><Relationship Id="rId16" Type="http://schemas.openxmlformats.org/officeDocument/2006/relationships/slideLayout" Target="../slideLayouts/slideLayout883.xml"/><Relationship Id="rId15" Type="http://schemas.openxmlformats.org/officeDocument/2006/relationships/slideLayout" Target="../slideLayouts/slideLayout882.xml"/><Relationship Id="rId14" Type="http://schemas.openxmlformats.org/officeDocument/2006/relationships/slideLayout" Target="../slideLayouts/slideLayout881.xml"/><Relationship Id="rId13" Type="http://schemas.openxmlformats.org/officeDocument/2006/relationships/slideLayout" Target="../slideLayouts/slideLayout880.xml"/><Relationship Id="rId12" Type="http://schemas.openxmlformats.org/officeDocument/2006/relationships/slideLayout" Target="../slideLayouts/slideLayout879.xml"/><Relationship Id="rId11" Type="http://schemas.openxmlformats.org/officeDocument/2006/relationships/slideLayout" Target="../slideLayouts/slideLayout878.xml"/><Relationship Id="rId10" Type="http://schemas.openxmlformats.org/officeDocument/2006/relationships/slideLayout" Target="../slideLayouts/slideLayout877.xml"/><Relationship Id="rId1" Type="http://schemas.openxmlformats.org/officeDocument/2006/relationships/slideLayout" Target="../slideLayouts/slideLayout868.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893.xml"/><Relationship Id="rId8" Type="http://schemas.openxmlformats.org/officeDocument/2006/relationships/slideLayout" Target="../slideLayouts/slideLayout892.xml"/><Relationship Id="rId7" Type="http://schemas.openxmlformats.org/officeDocument/2006/relationships/slideLayout" Target="../slideLayouts/slideLayout891.xml"/><Relationship Id="rId6" Type="http://schemas.openxmlformats.org/officeDocument/2006/relationships/slideLayout" Target="../slideLayouts/slideLayout890.xml"/><Relationship Id="rId5" Type="http://schemas.openxmlformats.org/officeDocument/2006/relationships/slideLayout" Target="../slideLayouts/slideLayout889.xml"/><Relationship Id="rId4" Type="http://schemas.openxmlformats.org/officeDocument/2006/relationships/slideLayout" Target="../slideLayouts/slideLayout888.xml"/><Relationship Id="rId3" Type="http://schemas.openxmlformats.org/officeDocument/2006/relationships/slideLayout" Target="../slideLayouts/slideLayout887.xml"/><Relationship Id="rId20" Type="http://schemas.openxmlformats.org/officeDocument/2006/relationships/theme" Target="../theme/theme53.xml"/><Relationship Id="rId2" Type="http://schemas.openxmlformats.org/officeDocument/2006/relationships/slideLayout" Target="../slideLayouts/slideLayout88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01.xml"/><Relationship Id="rId16" Type="http://schemas.openxmlformats.org/officeDocument/2006/relationships/slideLayout" Target="../slideLayouts/slideLayout900.xml"/><Relationship Id="rId15" Type="http://schemas.openxmlformats.org/officeDocument/2006/relationships/slideLayout" Target="../slideLayouts/slideLayout899.xml"/><Relationship Id="rId14" Type="http://schemas.openxmlformats.org/officeDocument/2006/relationships/slideLayout" Target="../slideLayouts/slideLayout898.xml"/><Relationship Id="rId13" Type="http://schemas.openxmlformats.org/officeDocument/2006/relationships/slideLayout" Target="../slideLayouts/slideLayout897.xml"/><Relationship Id="rId12" Type="http://schemas.openxmlformats.org/officeDocument/2006/relationships/slideLayout" Target="../slideLayouts/slideLayout896.xml"/><Relationship Id="rId11" Type="http://schemas.openxmlformats.org/officeDocument/2006/relationships/slideLayout" Target="../slideLayouts/slideLayout895.xml"/><Relationship Id="rId10" Type="http://schemas.openxmlformats.org/officeDocument/2006/relationships/slideLayout" Target="../slideLayouts/slideLayout894.xml"/><Relationship Id="rId1" Type="http://schemas.openxmlformats.org/officeDocument/2006/relationships/slideLayout" Target="../slideLayouts/slideLayout8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249" name=""/>
        <p:cNvGrpSpPr/>
        <p:nvPr/>
      </p:nvGrpSpPr>
      <p:grpSpPr/>
      <p:sp>
        <p:nvSpPr>
          <p:cNvPr id="104896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965"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966"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967"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68"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69"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970"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971"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972"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04"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217" name=""/>
        <p:cNvGrpSpPr/>
        <p:nvPr/>
      </p:nvGrpSpPr>
      <p:grpSpPr/>
      <p:sp>
        <p:nvSpPr>
          <p:cNvPr id="1048901"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902"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903"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904"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05"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906"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907"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908"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909"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9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270" name=""/>
        <p:cNvGrpSpPr/>
        <p:nvPr/>
      </p:nvGrpSpPr>
      <p:grpSpPr/>
      <p:sp>
        <p:nvSpPr>
          <p:cNvPr id="1049017"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018"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019"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02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2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2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023"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024"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025"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0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291" name=""/>
        <p:cNvGrpSpPr/>
        <p:nvPr/>
      </p:nvGrpSpPr>
      <p:grpSpPr/>
      <p:sp>
        <p:nvSpPr>
          <p:cNvPr id="1049066"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067"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068"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069"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70"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71"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072"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073"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074"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07"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311" name=""/>
        <p:cNvGrpSpPr/>
        <p:nvPr/>
      </p:nvGrpSpPr>
      <p:grpSpPr/>
      <p:sp>
        <p:nvSpPr>
          <p:cNvPr id="1049082"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083"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084"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085"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86"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087"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088"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08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090"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0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331" name=""/>
        <p:cNvGrpSpPr/>
        <p:nvPr/>
      </p:nvGrpSpPr>
      <p:grpSpPr/>
      <p:sp>
        <p:nvSpPr>
          <p:cNvPr id="10491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1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1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1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1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1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1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09"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455" name=""/>
        <p:cNvGrpSpPr/>
        <p:nvPr/>
      </p:nvGrpSpPr>
      <p:grpSpPr/>
      <p:sp>
        <p:nvSpPr>
          <p:cNvPr id="104936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36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37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37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7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7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37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37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37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34"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373" name=""/>
        <p:cNvGrpSpPr/>
        <p:nvPr/>
      </p:nvGrpSpPr>
      <p:grpSpPr/>
      <p:sp>
        <p:nvSpPr>
          <p:cNvPr id="1049232"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233"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234"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235"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36"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37"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238"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23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240"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2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393" name=""/>
        <p:cNvGrpSpPr/>
        <p:nvPr/>
      </p:nvGrpSpPr>
      <p:grpSpPr/>
      <p:sp>
        <p:nvSpPr>
          <p:cNvPr id="1049245"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24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24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24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4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5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251"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252"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253"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26"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413" name=""/>
        <p:cNvGrpSpPr/>
        <p:nvPr/>
      </p:nvGrpSpPr>
      <p:grpSpPr/>
      <p:sp>
        <p:nvSpPr>
          <p:cNvPr id="1049271"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272"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273"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274"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75"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276"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277"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278"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279"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27"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351" name=""/>
        <p:cNvGrpSpPr/>
        <p:nvPr/>
      </p:nvGrpSpPr>
      <p:grpSpPr/>
      <p:sp>
        <p:nvSpPr>
          <p:cNvPr id="1049182"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183"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184"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185"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86"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187"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188"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18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190"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10"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03" name=""/>
        <p:cNvGrpSpPr/>
        <p:nvPr/>
      </p:nvGrpSpPr>
      <p:grpSpPr/>
      <p:sp>
        <p:nvSpPr>
          <p:cNvPr id="1052765"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276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276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276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6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277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771"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2772"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2773"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4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433" name=""/>
        <p:cNvGrpSpPr/>
        <p:nvPr/>
      </p:nvGrpSpPr>
      <p:grpSpPr/>
      <p:sp>
        <p:nvSpPr>
          <p:cNvPr id="1049343"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344"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345"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346"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47"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48"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349"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350"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351"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3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476" name=""/>
        <p:cNvGrpSpPr/>
        <p:nvPr/>
      </p:nvGrpSpPr>
      <p:grpSpPr/>
      <p:sp>
        <p:nvSpPr>
          <p:cNvPr id="1049387"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388"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389"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39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9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39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393"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394"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395"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3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497" name=""/>
        <p:cNvGrpSpPr/>
        <p:nvPr/>
      </p:nvGrpSpPr>
      <p:grpSpPr/>
      <p:sp>
        <p:nvSpPr>
          <p:cNvPr id="104949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49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50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50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0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0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50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50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50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4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 id="2147483933" r:id="rId15"/>
    <p:sldLayoutId id="2147483934" r:id="rId16"/>
    <p:sldLayoutId id="214748393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23" name=""/>
        <p:cNvGrpSpPr/>
        <p:nvPr/>
      </p:nvGrpSpPr>
      <p:grpSpPr/>
      <p:sp>
        <p:nvSpPr>
          <p:cNvPr id="104956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565"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566"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567"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68"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569"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570"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571"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572"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49"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50" name=""/>
        <p:cNvGrpSpPr/>
        <p:nvPr/>
      </p:nvGrpSpPr>
      <p:grpSpPr/>
      <p:sp>
        <p:nvSpPr>
          <p:cNvPr id="1049631"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632"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633"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634"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5"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6"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637"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638"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639"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56"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 id="214748397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98" name=""/>
        <p:cNvGrpSpPr/>
        <p:nvPr/>
      </p:nvGrpSpPr>
      <p:grpSpPr/>
      <p:sp>
        <p:nvSpPr>
          <p:cNvPr id="1049700"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701"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702"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703"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04"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05"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706"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707"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708"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63"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78" name=""/>
        <p:cNvGrpSpPr/>
        <p:nvPr/>
      </p:nvGrpSpPr>
      <p:grpSpPr/>
      <p:sp>
        <p:nvSpPr>
          <p:cNvPr id="104968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68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69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69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9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9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69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69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69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6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626" name=""/>
        <p:cNvGrpSpPr/>
        <p:nvPr/>
      </p:nvGrpSpPr>
      <p:grpSpPr/>
      <p:sp>
        <p:nvSpPr>
          <p:cNvPr id="1049757"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758"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759"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76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6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76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763"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764"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765"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8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660" name=""/>
        <p:cNvGrpSpPr/>
        <p:nvPr/>
      </p:nvGrpSpPr>
      <p:grpSpPr/>
      <p:sp>
        <p:nvSpPr>
          <p:cNvPr id="1049846"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847"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848"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849"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50"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51"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852"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853"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854"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8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 id="2147484040" r:id="rId14"/>
    <p:sldLayoutId id="2147484041" r:id="rId15"/>
    <p:sldLayoutId id="2147484042" r:id="rId16"/>
    <p:sldLayoutId id="214748404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680" name=""/>
        <p:cNvGrpSpPr/>
        <p:nvPr/>
      </p:nvGrpSpPr>
      <p:grpSpPr/>
      <p:sp>
        <p:nvSpPr>
          <p:cNvPr id="1049860"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861"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862"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863"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64"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65"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866"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867"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868"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83"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30" name=""/>
        <p:cNvGrpSpPr/>
        <p:nvPr/>
      </p:nvGrpSpPr>
      <p:grpSpPr/>
      <p:sp>
        <p:nvSpPr>
          <p:cNvPr id="1048576"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577"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578"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579"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0"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1"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582"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583"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584"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 id="2147484074" r:id="rId12"/>
    <p:sldLayoutId id="2147484075" r:id="rId13"/>
    <p:sldLayoutId id="2147484076" r:id="rId14"/>
    <p:sldLayoutId id="2147484077" r:id="rId15"/>
    <p:sldLayoutId id="2147484078" r:id="rId16"/>
    <p:sldLayoutId id="214748407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707" name=""/>
        <p:cNvGrpSpPr/>
        <p:nvPr/>
      </p:nvGrpSpPr>
      <p:grpSpPr/>
      <p:sp>
        <p:nvSpPr>
          <p:cNvPr id="1049895"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89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89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89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89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0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01"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02"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03"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8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 id="2147484092" r:id="rId12"/>
    <p:sldLayoutId id="2147484093" r:id="rId13"/>
    <p:sldLayoutId id="2147484094" r:id="rId14"/>
    <p:sldLayoutId id="2147484095" r:id="rId15"/>
    <p:sldLayoutId id="2147484096" r:id="rId16"/>
    <p:sldLayoutId id="214748409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727" name=""/>
        <p:cNvGrpSpPr/>
        <p:nvPr/>
      </p:nvGrpSpPr>
      <p:grpSpPr/>
      <p:sp>
        <p:nvSpPr>
          <p:cNvPr id="104990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1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1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1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1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1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1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1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1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90"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 id="2147484111" r:id="rId13"/>
    <p:sldLayoutId id="2147484112" r:id="rId14"/>
    <p:sldLayoutId id="2147484113" r:id="rId15"/>
    <p:sldLayoutId id="2147484114" r:id="rId16"/>
    <p:sldLayoutId id="214748411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747" name=""/>
        <p:cNvGrpSpPr/>
        <p:nvPr/>
      </p:nvGrpSpPr>
      <p:grpSpPr/>
      <p:sp>
        <p:nvSpPr>
          <p:cNvPr id="1049925"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31"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32"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33"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9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 id="2147484128" r:id="rId12"/>
    <p:sldLayoutId id="2147484129" r:id="rId13"/>
    <p:sldLayoutId id="2147484130" r:id="rId14"/>
    <p:sldLayoutId id="2147484131" r:id="rId15"/>
    <p:sldLayoutId id="2147484132" r:id="rId16"/>
    <p:sldLayoutId id="214748413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767" name=""/>
        <p:cNvGrpSpPr/>
        <p:nvPr/>
      </p:nvGrpSpPr>
      <p:grpSpPr/>
      <p:sp>
        <p:nvSpPr>
          <p:cNvPr id="1049940"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41"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42"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43"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44"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45"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46"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47"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48"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9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35" r:id="rId1"/>
    <p:sldLayoutId id="2147484136" r:id="rId2"/>
    <p:sldLayoutId id="2147484137" r:id="rId3"/>
    <p:sldLayoutId id="2147484138" r:id="rId4"/>
    <p:sldLayoutId id="2147484139" r:id="rId5"/>
    <p:sldLayoutId id="2147484140" r:id="rId6"/>
    <p:sldLayoutId id="2147484141" r:id="rId7"/>
    <p:sldLayoutId id="2147484142" r:id="rId8"/>
    <p:sldLayoutId id="2147484143" r:id="rId9"/>
    <p:sldLayoutId id="2147484144" r:id="rId10"/>
    <p:sldLayoutId id="2147484145" r:id="rId11"/>
    <p:sldLayoutId id="2147484146" r:id="rId12"/>
    <p:sldLayoutId id="2147484147" r:id="rId13"/>
    <p:sldLayoutId id="2147484148" r:id="rId14"/>
    <p:sldLayoutId id="2147484149" r:id="rId15"/>
    <p:sldLayoutId id="2147484150" r:id="rId16"/>
    <p:sldLayoutId id="214748415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789" name=""/>
        <p:cNvGrpSpPr/>
        <p:nvPr/>
      </p:nvGrpSpPr>
      <p:grpSpPr/>
      <p:sp>
        <p:nvSpPr>
          <p:cNvPr id="1049960"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61"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62"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63"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64"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65"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66"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67"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68"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99"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 id="2147484164" r:id="rId12"/>
    <p:sldLayoutId id="2147484165" r:id="rId13"/>
    <p:sldLayoutId id="2147484166" r:id="rId14"/>
    <p:sldLayoutId id="2147484167" r:id="rId15"/>
    <p:sldLayoutId id="2147484168" r:id="rId16"/>
    <p:sldLayoutId id="214748416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809" name=""/>
        <p:cNvGrpSpPr/>
        <p:nvPr/>
      </p:nvGrpSpPr>
      <p:grpSpPr/>
      <p:sp>
        <p:nvSpPr>
          <p:cNvPr id="104997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75"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76"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77"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78"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79"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80"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81"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82"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00"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849" name=""/>
        <p:cNvGrpSpPr/>
        <p:nvPr/>
      </p:nvGrpSpPr>
      <p:grpSpPr/>
      <p:sp>
        <p:nvSpPr>
          <p:cNvPr id="1050000"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001"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002"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003"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04"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05"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06"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007"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008"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0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829" name=""/>
        <p:cNvGrpSpPr/>
        <p:nvPr/>
      </p:nvGrpSpPr>
      <p:grpSpPr/>
      <p:sp>
        <p:nvSpPr>
          <p:cNvPr id="1049987"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988"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989"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99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9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99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993"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994"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995"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0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869" name=""/>
        <p:cNvGrpSpPr/>
        <p:nvPr/>
      </p:nvGrpSpPr>
      <p:grpSpPr/>
      <p:sp>
        <p:nvSpPr>
          <p:cNvPr id="1050013"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014"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015"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016"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17"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18"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19"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020"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021"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06"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 id="2147484236" r:id="rId12"/>
    <p:sldLayoutId id="2147484237" r:id="rId13"/>
    <p:sldLayoutId id="2147484238" r:id="rId14"/>
    <p:sldLayoutId id="2147484239" r:id="rId15"/>
    <p:sldLayoutId id="2147484240" r:id="rId16"/>
    <p:sldLayoutId id="214748424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889" name=""/>
        <p:cNvGrpSpPr/>
        <p:nvPr/>
      </p:nvGrpSpPr>
      <p:grpSpPr/>
      <p:sp>
        <p:nvSpPr>
          <p:cNvPr id="1050025"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31"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032"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033"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0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43" r:id="rId1"/>
    <p:sldLayoutId id="2147484244" r:id="rId2"/>
    <p:sldLayoutId id="2147484245" r:id="rId3"/>
    <p:sldLayoutId id="2147484246" r:id="rId4"/>
    <p:sldLayoutId id="2147484247" r:id="rId5"/>
    <p:sldLayoutId id="2147484248" r:id="rId6"/>
    <p:sldLayoutId id="2147484249" r:id="rId7"/>
    <p:sldLayoutId id="2147484250" r:id="rId8"/>
    <p:sldLayoutId id="2147484251" r:id="rId9"/>
    <p:sldLayoutId id="2147484252" r:id="rId10"/>
    <p:sldLayoutId id="2147484253" r:id="rId11"/>
    <p:sldLayoutId id="2147484254" r:id="rId12"/>
    <p:sldLayoutId id="2147484255" r:id="rId13"/>
    <p:sldLayoutId id="2147484256" r:id="rId14"/>
    <p:sldLayoutId id="2147484257" r:id="rId15"/>
    <p:sldLayoutId id="2147484258" r:id="rId16"/>
    <p:sldLayoutId id="214748425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909" name=""/>
        <p:cNvGrpSpPr/>
        <p:nvPr/>
      </p:nvGrpSpPr>
      <p:grpSpPr/>
      <p:sp>
        <p:nvSpPr>
          <p:cNvPr id="105003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03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04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04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4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04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04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10"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 id="2147484275" r:id="rId15"/>
    <p:sldLayoutId id="2147484276" r:id="rId16"/>
    <p:sldLayoutId id="214748427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986" name=""/>
        <p:cNvGrpSpPr/>
        <p:nvPr/>
      </p:nvGrpSpPr>
      <p:grpSpPr/>
      <p:sp>
        <p:nvSpPr>
          <p:cNvPr id="105020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1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1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1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1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1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1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4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79" r:id="rId1"/>
    <p:sldLayoutId id="2147484280" r:id="rId2"/>
    <p:sldLayoutId id="2147484281" r:id="rId3"/>
    <p:sldLayoutId id="2147484282" r:id="rId4"/>
    <p:sldLayoutId id="2147484283" r:id="rId5"/>
    <p:sldLayoutId id="2147484284" r:id="rId6"/>
    <p:sldLayoutId id="2147484285" r:id="rId7"/>
    <p:sldLayoutId id="2147484286" r:id="rId8"/>
    <p:sldLayoutId id="2147484287" r:id="rId9"/>
    <p:sldLayoutId id="2147484288" r:id="rId10"/>
    <p:sldLayoutId id="2147484289" r:id="rId11"/>
    <p:sldLayoutId id="2147484290" r:id="rId12"/>
    <p:sldLayoutId id="2147484291" r:id="rId13"/>
    <p:sldLayoutId id="2147484292" r:id="rId14"/>
    <p:sldLayoutId id="2147484293" r:id="rId15"/>
    <p:sldLayoutId id="2147484294" r:id="rId16"/>
    <p:sldLayoutId id="214748429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011" name=""/>
        <p:cNvGrpSpPr/>
        <p:nvPr/>
      </p:nvGrpSpPr>
      <p:grpSpPr/>
      <p:sp>
        <p:nvSpPr>
          <p:cNvPr id="1050253"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54"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55"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56"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57"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58"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59"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60"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61"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47"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 id="2147484308" r:id="rId12"/>
    <p:sldLayoutId id="2147484309" r:id="rId13"/>
    <p:sldLayoutId id="2147484310" r:id="rId14"/>
    <p:sldLayoutId id="2147484311" r:id="rId15"/>
    <p:sldLayoutId id="2147484312" r:id="rId16"/>
    <p:sldLayoutId id="214748431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031" name=""/>
        <p:cNvGrpSpPr/>
        <p:nvPr/>
      </p:nvGrpSpPr>
      <p:grpSpPr/>
      <p:sp>
        <p:nvSpPr>
          <p:cNvPr id="1050267"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68"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69"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70"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71"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72"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73"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74"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75"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49"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19" r:id="rId5"/>
    <p:sldLayoutId id="2147484320" r:id="rId6"/>
    <p:sldLayoutId id="2147484321" r:id="rId7"/>
    <p:sldLayoutId id="2147484322" r:id="rId8"/>
    <p:sldLayoutId id="2147484323" r:id="rId9"/>
    <p:sldLayoutId id="2147484324" r:id="rId10"/>
    <p:sldLayoutId id="2147484325" r:id="rId11"/>
    <p:sldLayoutId id="2147484326" r:id="rId12"/>
    <p:sldLayoutId id="2147484327" r:id="rId13"/>
    <p:sldLayoutId id="2147484328" r:id="rId14"/>
    <p:sldLayoutId id="2147484329" r:id="rId15"/>
    <p:sldLayoutId id="2147484330" r:id="rId16"/>
    <p:sldLayoutId id="214748433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051" name=""/>
        <p:cNvGrpSpPr/>
        <p:nvPr/>
      </p:nvGrpSpPr>
      <p:grpSpPr/>
      <p:sp>
        <p:nvSpPr>
          <p:cNvPr id="105027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8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8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8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8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8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8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53"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 id="2147484344" r:id="rId12"/>
    <p:sldLayoutId id="2147484345" r:id="rId13"/>
    <p:sldLayoutId id="2147484346" r:id="rId14"/>
    <p:sldLayoutId id="2147484347" r:id="rId15"/>
    <p:sldLayoutId id="2147484348" r:id="rId16"/>
    <p:sldLayoutId id="214748434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110" name=""/>
        <p:cNvGrpSpPr/>
        <p:nvPr/>
      </p:nvGrpSpPr>
      <p:grpSpPr/>
      <p:sp>
        <p:nvSpPr>
          <p:cNvPr id="105046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46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47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47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47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47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47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47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47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404"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51" r:id="rId1"/>
    <p:sldLayoutId id="2147484352" r:id="rId2"/>
    <p:sldLayoutId id="2147484353" r:id="rId3"/>
    <p:sldLayoutId id="2147484354" r:id="rId4"/>
    <p:sldLayoutId id="2147484355" r:id="rId5"/>
    <p:sldLayoutId id="2147484356" r:id="rId6"/>
    <p:sldLayoutId id="2147484357" r:id="rId7"/>
    <p:sldLayoutId id="2147484358" r:id="rId8"/>
    <p:sldLayoutId id="2147484359" r:id="rId9"/>
    <p:sldLayoutId id="2147484360" r:id="rId10"/>
    <p:sldLayoutId id="2147484361" r:id="rId11"/>
    <p:sldLayoutId id="2147484362" r:id="rId12"/>
    <p:sldLayoutId id="2147484363" r:id="rId13"/>
    <p:sldLayoutId id="2147484364" r:id="rId14"/>
    <p:sldLayoutId id="2147484365" r:id="rId15"/>
    <p:sldLayoutId id="2147484366" r:id="rId16"/>
    <p:sldLayoutId id="214748436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30" name=""/>
        <p:cNvGrpSpPr/>
        <p:nvPr/>
      </p:nvGrpSpPr>
      <p:grpSpPr/>
      <p:sp>
        <p:nvSpPr>
          <p:cNvPr id="1048576"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577"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578"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579"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0"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581"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582"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583"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584"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2"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 id="2147484380" r:id="rId12"/>
    <p:sldLayoutId id="2147484381" r:id="rId13"/>
    <p:sldLayoutId id="2147484382" r:id="rId14"/>
    <p:sldLayoutId id="2147484383" r:id="rId15"/>
    <p:sldLayoutId id="2147484384" r:id="rId16"/>
    <p:sldLayoutId id="214748438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87" r:id="rId1"/>
    <p:sldLayoutId id="2147484388" r:id="rId2"/>
    <p:sldLayoutId id="2147484389" r:id="rId3"/>
    <p:sldLayoutId id="2147484390" r:id="rId4"/>
    <p:sldLayoutId id="2147484391" r:id="rId5"/>
    <p:sldLayoutId id="2147484392" r:id="rId6"/>
    <p:sldLayoutId id="2147484393" r:id="rId7"/>
    <p:sldLayoutId id="2147484394" r:id="rId8"/>
    <p:sldLayoutId id="2147484395" r:id="rId9"/>
    <p:sldLayoutId id="2147484396" r:id="rId10"/>
    <p:sldLayoutId id="2147484397" r:id="rId11"/>
    <p:sldLayoutId id="2147484398" r:id="rId12"/>
    <p:sldLayoutId id="2147484399" r:id="rId13"/>
    <p:sldLayoutId id="2147484400" r:id="rId14"/>
    <p:sldLayoutId id="2147484401" r:id="rId15"/>
    <p:sldLayoutId id="2147484402" r:id="rId16"/>
    <p:sldLayoutId id="214748440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 id="2147484416" r:id="rId12"/>
    <p:sldLayoutId id="2147484417" r:id="rId13"/>
    <p:sldLayoutId id="2147484418" r:id="rId14"/>
    <p:sldLayoutId id="2147484419" r:id="rId15"/>
    <p:sldLayoutId id="2147484420" r:id="rId16"/>
    <p:sldLayoutId id="214748442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909" name=""/>
        <p:cNvGrpSpPr/>
        <p:nvPr/>
      </p:nvGrpSpPr>
      <p:grpSpPr/>
      <p:sp>
        <p:nvSpPr>
          <p:cNvPr id="1050038"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039"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040"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041"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2"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043"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044"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045"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046"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10"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23" r:id="rId1"/>
    <p:sldLayoutId id="2147484424" r:id="rId2"/>
    <p:sldLayoutId id="2147484425" r:id="rId3"/>
    <p:sldLayoutId id="2147484426" r:id="rId4"/>
    <p:sldLayoutId id="2147484427" r:id="rId5"/>
    <p:sldLayoutId id="2147484428" r:id="rId6"/>
    <p:sldLayoutId id="2147484429" r:id="rId7"/>
    <p:sldLayoutId id="2147484430" r:id="rId8"/>
    <p:sldLayoutId id="2147484431" r:id="rId9"/>
    <p:sldLayoutId id="2147484432" r:id="rId10"/>
    <p:sldLayoutId id="2147484433" r:id="rId11"/>
    <p:sldLayoutId id="2147484434" r:id="rId12"/>
    <p:sldLayoutId id="2147484435" r:id="rId13"/>
    <p:sldLayoutId id="2147484436" r:id="rId14"/>
    <p:sldLayoutId id="2147484437" r:id="rId15"/>
    <p:sldLayoutId id="2147484438" r:id="rId16"/>
    <p:sldLayoutId id="214748443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 id="2147484452" r:id="rId12"/>
    <p:sldLayoutId id="2147484453" r:id="rId13"/>
    <p:sldLayoutId id="2147484454" r:id="rId14"/>
    <p:sldLayoutId id="2147484455" r:id="rId15"/>
    <p:sldLayoutId id="2147484456" r:id="rId16"/>
    <p:sldLayoutId id="214748445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986" name=""/>
        <p:cNvGrpSpPr/>
        <p:nvPr/>
      </p:nvGrpSpPr>
      <p:grpSpPr/>
      <p:sp>
        <p:nvSpPr>
          <p:cNvPr id="105020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1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1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1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1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1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1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1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41"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59" r:id="rId1"/>
    <p:sldLayoutId id="2147484460" r:id="rId2"/>
    <p:sldLayoutId id="2147484461" r:id="rId3"/>
    <p:sldLayoutId id="2147484462" r:id="rId4"/>
    <p:sldLayoutId id="2147484463" r:id="rId5"/>
    <p:sldLayoutId id="2147484464" r:id="rId6"/>
    <p:sldLayoutId id="2147484465" r:id="rId7"/>
    <p:sldLayoutId id="2147484466" r:id="rId8"/>
    <p:sldLayoutId id="2147484467" r:id="rId9"/>
    <p:sldLayoutId id="2147484468" r:id="rId10"/>
    <p:sldLayoutId id="2147484469" r:id="rId11"/>
    <p:sldLayoutId id="2147484470" r:id="rId12"/>
    <p:sldLayoutId id="2147484471" r:id="rId13"/>
    <p:sldLayoutId id="2147484472" r:id="rId14"/>
    <p:sldLayoutId id="2147484473" r:id="rId15"/>
    <p:sldLayoutId id="2147484474" r:id="rId16"/>
    <p:sldLayoutId id="214748447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051" name=""/>
        <p:cNvGrpSpPr/>
        <p:nvPr/>
      </p:nvGrpSpPr>
      <p:grpSpPr/>
      <p:sp>
        <p:nvSpPr>
          <p:cNvPr id="105027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5028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5028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5028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5028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28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5028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5028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353"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 id="2147484488" r:id="rId12"/>
    <p:sldLayoutId id="2147484489" r:id="rId13"/>
    <p:sldLayoutId id="2147484490" r:id="rId14"/>
    <p:sldLayoutId id="2147484491" r:id="rId15"/>
    <p:sldLayoutId id="2147484492" r:id="rId16"/>
    <p:sldLayoutId id="214748449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95" r:id="rId1"/>
    <p:sldLayoutId id="2147484496" r:id="rId2"/>
    <p:sldLayoutId id="2147484497" r:id="rId3"/>
    <p:sldLayoutId id="2147484498" r:id="rId4"/>
    <p:sldLayoutId id="2147484499" r:id="rId5"/>
    <p:sldLayoutId id="2147484500" r:id="rId6"/>
    <p:sldLayoutId id="2147484501" r:id="rId7"/>
    <p:sldLayoutId id="2147484502" r:id="rId8"/>
    <p:sldLayoutId id="2147484503" r:id="rId9"/>
    <p:sldLayoutId id="2147484504" r:id="rId10"/>
    <p:sldLayoutId id="2147484505" r:id="rId11"/>
    <p:sldLayoutId id="2147484506" r:id="rId12"/>
    <p:sldLayoutId id="2147484507" r:id="rId13"/>
    <p:sldLayoutId id="2147484508" r:id="rId14"/>
    <p:sldLayoutId id="2147484509" r:id="rId15"/>
    <p:sldLayoutId id="2147484510" r:id="rId16"/>
    <p:sldLayoutId id="214748451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 id="2147484524" r:id="rId12"/>
    <p:sldLayoutId id="2147484525" r:id="rId13"/>
    <p:sldLayoutId id="2147484526" r:id="rId14"/>
    <p:sldLayoutId id="2147484527" r:id="rId15"/>
    <p:sldLayoutId id="2147484528" r:id="rId16"/>
    <p:sldLayoutId id="2147484529"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59" name=""/>
        <p:cNvGrpSpPr/>
        <p:nvPr/>
      </p:nvGrpSpPr>
      <p:grpSpPr/>
      <p:sp>
        <p:nvSpPr>
          <p:cNvPr id="1048669"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8670"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8671"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8672"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3"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8674"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675"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8676"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8677"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155"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49" r:id="rId1"/>
    <p:sldLayoutId id="2147484550" r:id="rId2"/>
    <p:sldLayoutId id="2147484551" r:id="rId3"/>
    <p:sldLayoutId id="2147484552" r:id="rId4"/>
    <p:sldLayoutId id="2147484553" r:id="rId5"/>
    <p:sldLayoutId id="2147484554" r:id="rId6"/>
    <p:sldLayoutId id="2147484555" r:id="rId7"/>
    <p:sldLayoutId id="2147484556" r:id="rId8"/>
    <p:sldLayoutId id="2147484557" r:id="rId9"/>
    <p:sldLayoutId id="2147484558" r:id="rId10"/>
    <p:sldLayoutId id="2147484559" r:id="rId11"/>
    <p:sldLayoutId id="2147484560" r:id="rId12"/>
    <p:sldLayoutId id="2147484561" r:id="rId13"/>
    <p:sldLayoutId id="2147484562" r:id="rId14"/>
    <p:sldLayoutId id="2147484563" r:id="rId15"/>
    <p:sldLayoutId id="2147484564" r:id="rId16"/>
    <p:sldLayoutId id="2147484565"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50" name=""/>
        <p:cNvGrpSpPr/>
        <p:nvPr/>
      </p:nvGrpSpPr>
      <p:grpSpPr/>
      <p:sp>
        <p:nvSpPr>
          <p:cNvPr id="1049631"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632"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633"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634"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5"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6"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637"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638"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639"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56"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67" r:id="rId1"/>
    <p:sldLayoutId id="2147484568" r:id="rId2"/>
    <p:sldLayoutId id="2147484569" r:id="rId3"/>
    <p:sldLayoutId id="2147484570" r:id="rId4"/>
    <p:sldLayoutId id="2147484571" r:id="rId5"/>
    <p:sldLayoutId id="2147484572" r:id="rId6"/>
    <p:sldLayoutId id="2147484573" r:id="rId7"/>
    <p:sldLayoutId id="2147484574" r:id="rId8"/>
    <p:sldLayoutId id="2147484575" r:id="rId9"/>
    <p:sldLayoutId id="2147484576" r:id="rId10"/>
    <p:sldLayoutId id="2147484577" r:id="rId11"/>
    <p:sldLayoutId id="2147484578" r:id="rId12"/>
    <p:sldLayoutId id="2147484579" r:id="rId13"/>
    <p:sldLayoutId id="2147484580" r:id="rId14"/>
    <p:sldLayoutId id="2147484581" r:id="rId15"/>
    <p:sldLayoutId id="2147484582" r:id="rId16"/>
    <p:sldLayoutId id="2147484583"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50" name=""/>
        <p:cNvGrpSpPr/>
        <p:nvPr/>
      </p:nvGrpSpPr>
      <p:grpSpPr/>
      <p:sp>
        <p:nvSpPr>
          <p:cNvPr id="1049631"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3200" strike="noStrike" noProof="1"/>
          </a:p>
        </p:txBody>
      </p:sp>
      <p:sp>
        <p:nvSpPr>
          <p:cNvPr id="1049632"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49633"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49634"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5"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49636"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637" name="矩形 6"/>
          <p:cNvSpPr/>
          <p:nvPr userDrawn="1"/>
        </p:nvSpPr>
        <p:spPr bwMode="auto">
          <a:xfrm>
            <a:off x="0" y="6553199"/>
            <a:ext cx="12192000" cy="292101"/>
          </a:xfrm>
          <a:prstGeom prst="rect">
            <a:avLst/>
          </a:prstGeom>
          <a:gradFill>
            <a:gsLst>
              <a:gs pos="0">
                <a:srgbClr val="DDE3D8"/>
              </a:gs>
              <a:gs pos="100000">
                <a:srgbClr val="B3CED5"/>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1049638"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40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49639" name="Rectangle 6"/>
          <p:cNvSpPr>
            <a:spLocks noGrp="1"/>
          </p:cNvSpPr>
          <p:nvPr userDrawn="1"/>
        </p:nvSpPr>
        <p:spPr>
          <a:xfrm>
            <a:off x="3860800" y="6553200"/>
            <a:ext cx="4775200" cy="304800"/>
          </a:xfrm>
          <a:prstGeom prst="rect">
            <a:avLst/>
          </a:prstGeom>
          <a:noFill/>
          <a:ln w="9525">
            <a:noFill/>
          </a:ln>
        </p:spPr>
        <p:txBody>
          <a:bodyPr wrap="square" lIns="91440" tIns="45720" rIns="91440" bIns="45720" anchor="t"/>
          <a:p>
            <a:pPr lvl="0" algn="ctr"/>
            <a:fld id="{9A0DB2DC-4C9A-4742-B13C-FB6460FD3503}" type="slidenum">
              <a:rPr lang="en-US" altLang="zh-CN" sz="1400" dirty="0">
                <a:latin typeface="Arial" panose="020B0604020202020204" pitchFamily="34" charset="0"/>
                <a:ea typeface="宋体" panose="02010600030101010101" pitchFamily="2" charset="-122"/>
              </a:rPr>
            </a:fld>
            <a:endParaRPr lang="en-US" altLang="zh-CN" sz="1400" dirty="0">
              <a:latin typeface="Arial" panose="020B0604020202020204" pitchFamily="34" charset="0"/>
              <a:ea typeface="宋体" panose="02010600030101010101" pitchFamily="2" charset="-122"/>
            </a:endParaRPr>
          </a:p>
        </p:txBody>
      </p:sp>
      <p:pic>
        <p:nvPicPr>
          <p:cNvPr id="2097256"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 id="2147484596" r:id="rId12"/>
    <p:sldLayoutId id="2147484597" r:id="rId13"/>
    <p:sldLayoutId id="2147484598" r:id="rId14"/>
    <p:sldLayoutId id="2147484599" r:id="rId15"/>
    <p:sldLayoutId id="2147484600" r:id="rId16"/>
    <p:sldLayoutId id="2147484601" r:id="rId17"/>
  </p:sldLayoutIdLst>
  <p:hf sldNum="0" hdr="0" ftr="0" dt="0"/>
  <p:txStyles>
    <p:titleStyle>
      <a:lvl1pPr algn="ctr" rtl="0" eaLnBrk="0" fontAlgn="base" hangingPunct="0">
        <a:spcBef>
          <a:spcPct val="0"/>
        </a:spcBef>
        <a:spcAft>
          <a:spcPct val="0"/>
        </a:spcAft>
        <a:defRPr sz="44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FF00"/>
        </a:buClr>
        <a:buFont typeface="Wingdings" panose="05000000000000000000" pitchFamily="2" charset="2"/>
        <a:buChar char="Ø"/>
        <a:defRPr sz="3200" b="1">
          <a:solidFill>
            <a:schemeClr val="tx1"/>
          </a:solidFill>
          <a:latin typeface="+mn-lt"/>
          <a:ea typeface="+mn-ea"/>
          <a:cs typeface="+mn-cs"/>
        </a:defRPr>
      </a:lvl1pPr>
      <a:lvl2pPr marL="742950" indent="-285750" algn="l" rtl="0" eaLnBrk="0" fontAlgn="base" hangingPunct="0">
        <a:spcBef>
          <a:spcPct val="20000"/>
        </a:spcBef>
        <a:spcAft>
          <a:spcPct val="0"/>
        </a:spcAft>
        <a:buBlip>
          <a:blip r:embed="rId19"/>
        </a:buBlip>
        <a:defRPr sz="2800" b="1">
          <a:solidFill>
            <a:schemeClr val="tx1"/>
          </a:solidFill>
          <a:latin typeface="+mn-lt"/>
          <a:ea typeface="+mn-ea"/>
        </a:defRPr>
      </a:lvl2pPr>
      <a:lvl3pPr marL="1143000" indent="-228600" algn="l" rtl="0" eaLnBrk="0" fontAlgn="base" hangingPunct="0">
        <a:spcBef>
          <a:spcPct val="20000"/>
        </a:spcBef>
        <a:spcAft>
          <a:spcPct val="0"/>
        </a:spcAft>
        <a:buBlip>
          <a:blip r:embed="rId19"/>
        </a:buBlip>
        <a:defRPr sz="2400" b="1">
          <a:solidFill>
            <a:schemeClr val="tx1"/>
          </a:solidFill>
          <a:latin typeface="+mn-lt"/>
          <a:ea typeface="+mn-ea"/>
        </a:defRPr>
      </a:lvl3pPr>
      <a:lvl4pPr marL="1600200" indent="-228600" algn="l" rtl="0" eaLnBrk="0" fontAlgn="base" hangingPunct="0">
        <a:spcBef>
          <a:spcPct val="20000"/>
        </a:spcBef>
        <a:spcAft>
          <a:spcPct val="0"/>
        </a:spcAft>
        <a:buBlip>
          <a:blip r:embed="rId19"/>
        </a:buBlip>
        <a:defRPr sz="2000" b="1">
          <a:solidFill>
            <a:schemeClr val="tx1"/>
          </a:solidFill>
          <a:latin typeface="+mn-lt"/>
          <a:ea typeface="+mn-ea"/>
        </a:defRPr>
      </a:lvl4pPr>
      <a:lvl5pPr marL="2057400" indent="-228600" algn="l" rtl="0" eaLnBrk="0" fontAlgn="base" hangingPunct="0">
        <a:spcBef>
          <a:spcPct val="20000"/>
        </a:spcBef>
        <a:spcAft>
          <a:spcPct val="0"/>
        </a:spcAft>
        <a:buBlip>
          <a:blip r:embed="rId19"/>
        </a:buBlip>
        <a:defRPr sz="2000" b="1">
          <a:solidFill>
            <a:schemeClr val="tx1"/>
          </a:solidFill>
          <a:latin typeface="+mn-lt"/>
          <a:ea typeface="+mn-ea"/>
        </a:defRPr>
      </a:lvl5pPr>
      <a:lvl6pPr marL="2514600" indent="-228600" algn="l" rtl="0" fontAlgn="base">
        <a:spcBef>
          <a:spcPct val="20000"/>
        </a:spcBef>
        <a:spcAft>
          <a:spcPct val="0"/>
        </a:spcAft>
        <a:buBlip>
          <a:blip r:embed="rId19"/>
        </a:buBlip>
        <a:defRPr sz="2000" b="1">
          <a:solidFill>
            <a:srgbClr val="FFFF00"/>
          </a:solidFill>
          <a:latin typeface="+mn-lt"/>
          <a:ea typeface="+mn-ea"/>
        </a:defRPr>
      </a:lvl6pPr>
      <a:lvl7pPr marL="2971800" indent="-228600" algn="l" rtl="0" fontAlgn="base">
        <a:spcBef>
          <a:spcPct val="20000"/>
        </a:spcBef>
        <a:spcAft>
          <a:spcPct val="0"/>
        </a:spcAft>
        <a:buBlip>
          <a:blip r:embed="rId19"/>
        </a:buBlip>
        <a:defRPr sz="2000" b="1">
          <a:solidFill>
            <a:srgbClr val="FFFF00"/>
          </a:solidFill>
          <a:latin typeface="+mn-lt"/>
          <a:ea typeface="+mn-ea"/>
        </a:defRPr>
      </a:lvl7pPr>
      <a:lvl8pPr marL="3429000" indent="-228600" algn="l" rtl="0" fontAlgn="base">
        <a:spcBef>
          <a:spcPct val="20000"/>
        </a:spcBef>
        <a:spcAft>
          <a:spcPct val="0"/>
        </a:spcAft>
        <a:buBlip>
          <a:blip r:embed="rId19"/>
        </a:buBlip>
        <a:defRPr sz="2000" b="1">
          <a:solidFill>
            <a:srgbClr val="FFFF00"/>
          </a:solidFill>
          <a:latin typeface="+mn-lt"/>
          <a:ea typeface="+mn-ea"/>
        </a:defRPr>
      </a:lvl8pPr>
      <a:lvl9pPr marL="3886200" indent="-228600" algn="l" rtl="0" fontAlgn="base">
        <a:spcBef>
          <a:spcPct val="20000"/>
        </a:spcBef>
        <a:spcAft>
          <a:spcPct val="0"/>
        </a:spcAft>
        <a:buBlip>
          <a:blip r:embed="rId19"/>
        </a:buBlip>
        <a:defRPr sz="2000" b="1">
          <a:solidFill>
            <a:srgbClr val="FFFF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41.xml"/><Relationship Id="rId6" Type="http://schemas.openxmlformats.org/officeDocument/2006/relationships/slide" Target="slide1.xml"/><Relationship Id="rId5" Type="http://schemas.openxmlformats.org/officeDocument/2006/relationships/slide" Target="slide22.xml"/><Relationship Id="rId4" Type="http://schemas.openxmlformats.org/officeDocument/2006/relationships/slide" Target="slide14.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image" Target="../media/image5.pn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92.xml"/><Relationship Id="rId2" Type="http://schemas.openxmlformats.org/officeDocument/2006/relationships/image" Target="../media/image7.jpe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wmf"/><Relationship Id="rId7" Type="http://schemas.openxmlformats.org/officeDocument/2006/relationships/oleObject" Target="../embeddings/oleObject4.bin"/><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1" Type="http://schemas.openxmlformats.org/officeDocument/2006/relationships/vmlDrawing" Target="../drawings/vmlDrawing1.vml"/><Relationship Id="rId10" Type="http://schemas.openxmlformats.org/officeDocument/2006/relationships/slideLayout" Target="../slideLayouts/slideLayout7.xml"/><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emf"/></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43.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21.png"/><Relationship Id="rId7" Type="http://schemas.openxmlformats.org/officeDocument/2006/relationships/customXml" Target="../ink/ink4.xml"/><Relationship Id="rId6" Type="http://schemas.openxmlformats.org/officeDocument/2006/relationships/image" Target="../media/image20.png"/><Relationship Id="rId5" Type="http://schemas.openxmlformats.org/officeDocument/2006/relationships/customXml" Target="../ink/ink3.xml"/><Relationship Id="rId4" Type="http://schemas.openxmlformats.org/officeDocument/2006/relationships/image" Target="../media/image19.png"/><Relationship Id="rId3" Type="http://schemas.openxmlformats.org/officeDocument/2006/relationships/customXml" Target="../ink/ink2.xml"/><Relationship Id="rId27" Type="http://schemas.openxmlformats.org/officeDocument/2006/relationships/slideLayout" Target="../slideLayouts/slideLayout160.xml"/><Relationship Id="rId26" Type="http://schemas.openxmlformats.org/officeDocument/2006/relationships/image" Target="../media/image30.png"/><Relationship Id="rId25" Type="http://schemas.openxmlformats.org/officeDocument/2006/relationships/customXml" Target="../ink/ink13.xml"/><Relationship Id="rId24" Type="http://schemas.openxmlformats.org/officeDocument/2006/relationships/image" Target="../media/image29.png"/><Relationship Id="rId23" Type="http://schemas.openxmlformats.org/officeDocument/2006/relationships/customXml" Target="../ink/ink12.xml"/><Relationship Id="rId22" Type="http://schemas.openxmlformats.org/officeDocument/2006/relationships/image" Target="../media/image28.png"/><Relationship Id="rId21" Type="http://schemas.openxmlformats.org/officeDocument/2006/relationships/customXml" Target="../ink/ink11.xml"/><Relationship Id="rId20" Type="http://schemas.openxmlformats.org/officeDocument/2006/relationships/image" Target="../media/image27.png"/><Relationship Id="rId2" Type="http://schemas.openxmlformats.org/officeDocument/2006/relationships/image" Target="../media/image18.png"/><Relationship Id="rId19" Type="http://schemas.openxmlformats.org/officeDocument/2006/relationships/customXml" Target="../ink/ink10.xml"/><Relationship Id="rId18" Type="http://schemas.openxmlformats.org/officeDocument/2006/relationships/image" Target="../media/image26.png"/><Relationship Id="rId17" Type="http://schemas.openxmlformats.org/officeDocument/2006/relationships/customXml" Target="../ink/ink9.xml"/><Relationship Id="rId16" Type="http://schemas.openxmlformats.org/officeDocument/2006/relationships/image" Target="../media/image25.png"/><Relationship Id="rId15" Type="http://schemas.openxmlformats.org/officeDocument/2006/relationships/customXml" Target="../ink/ink8.xml"/><Relationship Id="rId14" Type="http://schemas.openxmlformats.org/officeDocument/2006/relationships/image" Target="../media/image24.png"/><Relationship Id="rId13" Type="http://schemas.openxmlformats.org/officeDocument/2006/relationships/customXml" Target="../ink/ink7.xml"/><Relationship Id="rId12" Type="http://schemas.openxmlformats.org/officeDocument/2006/relationships/image" Target="../media/image23.png"/><Relationship Id="rId11" Type="http://schemas.openxmlformats.org/officeDocument/2006/relationships/customXml" Target="../ink/ink6.xml"/><Relationship Id="rId10" Type="http://schemas.openxmlformats.org/officeDocument/2006/relationships/image" Target="../media/image22.png"/><Relationship Id="rId1" Type="http://schemas.openxmlformats.org/officeDocument/2006/relationships/customXml" Target="../ink/ink1.xml"/></Relationships>
</file>

<file path=ppt/slides/_rels/slide18.xml.rels><?xml version="1.0" encoding="UTF-8" standalone="yes"?>
<Relationships xmlns="http://schemas.openxmlformats.org/package/2006/relationships"><Relationship Id="rId99" Type="http://schemas.openxmlformats.org/officeDocument/2006/relationships/image" Target="../media/image81.png"/><Relationship Id="rId98" Type="http://schemas.openxmlformats.org/officeDocument/2006/relationships/customXml" Target="../ink/ink61.xml"/><Relationship Id="rId97" Type="http://schemas.openxmlformats.org/officeDocument/2006/relationships/image" Target="../media/image80.png"/><Relationship Id="rId96" Type="http://schemas.openxmlformats.org/officeDocument/2006/relationships/customXml" Target="../ink/ink60.xml"/><Relationship Id="rId95" Type="http://schemas.openxmlformats.org/officeDocument/2006/relationships/image" Target="../media/image79.png"/><Relationship Id="rId94" Type="http://schemas.openxmlformats.org/officeDocument/2006/relationships/customXml" Target="../ink/ink59.xml"/><Relationship Id="rId93" Type="http://schemas.openxmlformats.org/officeDocument/2006/relationships/image" Target="../media/image78.png"/><Relationship Id="rId92" Type="http://schemas.openxmlformats.org/officeDocument/2006/relationships/customXml" Target="../ink/ink58.xml"/><Relationship Id="rId91" Type="http://schemas.openxmlformats.org/officeDocument/2006/relationships/image" Target="../media/image77.png"/><Relationship Id="rId90" Type="http://schemas.openxmlformats.org/officeDocument/2006/relationships/customXml" Target="../ink/ink57.xml"/><Relationship Id="rId9" Type="http://schemas.openxmlformats.org/officeDocument/2006/relationships/image" Target="../media/image36.png"/><Relationship Id="rId89" Type="http://schemas.openxmlformats.org/officeDocument/2006/relationships/image" Target="../media/image76.png"/><Relationship Id="rId88" Type="http://schemas.openxmlformats.org/officeDocument/2006/relationships/customXml" Target="../ink/ink56.xml"/><Relationship Id="rId87" Type="http://schemas.openxmlformats.org/officeDocument/2006/relationships/image" Target="../media/image75.png"/><Relationship Id="rId86" Type="http://schemas.openxmlformats.org/officeDocument/2006/relationships/customXml" Target="../ink/ink55.xml"/><Relationship Id="rId85" Type="http://schemas.openxmlformats.org/officeDocument/2006/relationships/image" Target="../media/image74.png"/><Relationship Id="rId84" Type="http://schemas.openxmlformats.org/officeDocument/2006/relationships/customXml" Target="../ink/ink54.xml"/><Relationship Id="rId83" Type="http://schemas.openxmlformats.org/officeDocument/2006/relationships/image" Target="../media/image73.png"/><Relationship Id="rId82" Type="http://schemas.openxmlformats.org/officeDocument/2006/relationships/customXml" Target="../ink/ink53.xml"/><Relationship Id="rId81" Type="http://schemas.openxmlformats.org/officeDocument/2006/relationships/image" Target="../media/image72.png"/><Relationship Id="rId80" Type="http://schemas.openxmlformats.org/officeDocument/2006/relationships/customXml" Target="../ink/ink52.xml"/><Relationship Id="rId8" Type="http://schemas.openxmlformats.org/officeDocument/2006/relationships/customXml" Target="../ink/ink16.xml"/><Relationship Id="rId79" Type="http://schemas.openxmlformats.org/officeDocument/2006/relationships/image" Target="../media/image71.png"/><Relationship Id="rId78" Type="http://schemas.openxmlformats.org/officeDocument/2006/relationships/customXml" Target="../ink/ink51.xml"/><Relationship Id="rId77" Type="http://schemas.openxmlformats.org/officeDocument/2006/relationships/image" Target="../media/image70.png"/><Relationship Id="rId76" Type="http://schemas.openxmlformats.org/officeDocument/2006/relationships/customXml" Target="../ink/ink50.xml"/><Relationship Id="rId75" Type="http://schemas.openxmlformats.org/officeDocument/2006/relationships/image" Target="../media/image69.png"/><Relationship Id="rId74" Type="http://schemas.openxmlformats.org/officeDocument/2006/relationships/customXml" Target="../ink/ink49.xml"/><Relationship Id="rId73" Type="http://schemas.openxmlformats.org/officeDocument/2006/relationships/image" Target="../media/image68.png"/><Relationship Id="rId72" Type="http://schemas.openxmlformats.org/officeDocument/2006/relationships/customXml" Target="../ink/ink48.xml"/><Relationship Id="rId71" Type="http://schemas.openxmlformats.org/officeDocument/2006/relationships/image" Target="../media/image67.png"/><Relationship Id="rId70" Type="http://schemas.openxmlformats.org/officeDocument/2006/relationships/customXml" Target="../ink/ink47.xml"/><Relationship Id="rId7" Type="http://schemas.openxmlformats.org/officeDocument/2006/relationships/image" Target="../media/image35.png"/><Relationship Id="rId69" Type="http://schemas.openxmlformats.org/officeDocument/2006/relationships/image" Target="../media/image66.png"/><Relationship Id="rId68" Type="http://schemas.openxmlformats.org/officeDocument/2006/relationships/customXml" Target="../ink/ink46.xml"/><Relationship Id="rId67" Type="http://schemas.openxmlformats.org/officeDocument/2006/relationships/image" Target="../media/image65.png"/><Relationship Id="rId66" Type="http://schemas.openxmlformats.org/officeDocument/2006/relationships/customXml" Target="../ink/ink45.xml"/><Relationship Id="rId65" Type="http://schemas.openxmlformats.org/officeDocument/2006/relationships/image" Target="../media/image64.png"/><Relationship Id="rId64" Type="http://schemas.openxmlformats.org/officeDocument/2006/relationships/customXml" Target="../ink/ink44.xml"/><Relationship Id="rId63" Type="http://schemas.openxmlformats.org/officeDocument/2006/relationships/image" Target="../media/image63.png"/><Relationship Id="rId62" Type="http://schemas.openxmlformats.org/officeDocument/2006/relationships/customXml" Target="../ink/ink43.xml"/><Relationship Id="rId61" Type="http://schemas.openxmlformats.org/officeDocument/2006/relationships/image" Target="../media/image62.png"/><Relationship Id="rId60" Type="http://schemas.openxmlformats.org/officeDocument/2006/relationships/customXml" Target="../ink/ink42.xml"/><Relationship Id="rId6" Type="http://schemas.openxmlformats.org/officeDocument/2006/relationships/customXml" Target="../ink/ink15.xml"/><Relationship Id="rId59" Type="http://schemas.openxmlformats.org/officeDocument/2006/relationships/image" Target="../media/image61.png"/><Relationship Id="rId58" Type="http://schemas.openxmlformats.org/officeDocument/2006/relationships/customXml" Target="../ink/ink41.xml"/><Relationship Id="rId57" Type="http://schemas.openxmlformats.org/officeDocument/2006/relationships/image" Target="../media/image60.png"/><Relationship Id="rId56" Type="http://schemas.openxmlformats.org/officeDocument/2006/relationships/customXml" Target="../ink/ink40.xml"/><Relationship Id="rId55" Type="http://schemas.openxmlformats.org/officeDocument/2006/relationships/image" Target="../media/image59.png"/><Relationship Id="rId54" Type="http://schemas.openxmlformats.org/officeDocument/2006/relationships/customXml" Target="../ink/ink39.xml"/><Relationship Id="rId53" Type="http://schemas.openxmlformats.org/officeDocument/2006/relationships/image" Target="../media/image58.png"/><Relationship Id="rId52" Type="http://schemas.openxmlformats.org/officeDocument/2006/relationships/customXml" Target="../ink/ink38.xml"/><Relationship Id="rId51" Type="http://schemas.openxmlformats.org/officeDocument/2006/relationships/image" Target="../media/image57.png"/><Relationship Id="rId50" Type="http://schemas.openxmlformats.org/officeDocument/2006/relationships/customXml" Target="../ink/ink37.xml"/><Relationship Id="rId5" Type="http://schemas.openxmlformats.org/officeDocument/2006/relationships/image" Target="../media/image34.png"/><Relationship Id="rId49" Type="http://schemas.openxmlformats.org/officeDocument/2006/relationships/image" Target="../media/image56.png"/><Relationship Id="rId48" Type="http://schemas.openxmlformats.org/officeDocument/2006/relationships/customXml" Target="../ink/ink36.xml"/><Relationship Id="rId47" Type="http://schemas.openxmlformats.org/officeDocument/2006/relationships/image" Target="../media/image55.png"/><Relationship Id="rId46" Type="http://schemas.openxmlformats.org/officeDocument/2006/relationships/customXml" Target="../ink/ink35.xml"/><Relationship Id="rId45" Type="http://schemas.openxmlformats.org/officeDocument/2006/relationships/image" Target="../media/image54.png"/><Relationship Id="rId44" Type="http://schemas.openxmlformats.org/officeDocument/2006/relationships/customXml" Target="../ink/ink34.xml"/><Relationship Id="rId43" Type="http://schemas.openxmlformats.org/officeDocument/2006/relationships/image" Target="../media/image53.png"/><Relationship Id="rId42" Type="http://schemas.openxmlformats.org/officeDocument/2006/relationships/customXml" Target="../ink/ink33.xml"/><Relationship Id="rId41" Type="http://schemas.openxmlformats.org/officeDocument/2006/relationships/image" Target="../media/image52.png"/><Relationship Id="rId40" Type="http://schemas.openxmlformats.org/officeDocument/2006/relationships/customXml" Target="../ink/ink32.xml"/><Relationship Id="rId4" Type="http://schemas.openxmlformats.org/officeDocument/2006/relationships/customXml" Target="../ink/ink14.xml"/><Relationship Id="rId39" Type="http://schemas.openxmlformats.org/officeDocument/2006/relationships/image" Target="../media/image51.png"/><Relationship Id="rId38" Type="http://schemas.openxmlformats.org/officeDocument/2006/relationships/customXml" Target="../ink/ink31.xml"/><Relationship Id="rId37" Type="http://schemas.openxmlformats.org/officeDocument/2006/relationships/image" Target="../media/image50.png"/><Relationship Id="rId36" Type="http://schemas.openxmlformats.org/officeDocument/2006/relationships/customXml" Target="../ink/ink30.xml"/><Relationship Id="rId35" Type="http://schemas.openxmlformats.org/officeDocument/2006/relationships/image" Target="../media/image49.png"/><Relationship Id="rId34" Type="http://schemas.openxmlformats.org/officeDocument/2006/relationships/customXml" Target="../ink/ink29.xml"/><Relationship Id="rId33" Type="http://schemas.openxmlformats.org/officeDocument/2006/relationships/image" Target="../media/image48.png"/><Relationship Id="rId32" Type="http://schemas.openxmlformats.org/officeDocument/2006/relationships/customXml" Target="../ink/ink28.xml"/><Relationship Id="rId31" Type="http://schemas.openxmlformats.org/officeDocument/2006/relationships/image" Target="../media/image47.png"/><Relationship Id="rId30" Type="http://schemas.openxmlformats.org/officeDocument/2006/relationships/customXml" Target="../ink/ink27.xml"/><Relationship Id="rId3" Type="http://schemas.openxmlformats.org/officeDocument/2006/relationships/image" Target="../media/image33.png"/><Relationship Id="rId29" Type="http://schemas.openxmlformats.org/officeDocument/2006/relationships/image" Target="../media/image46.png"/><Relationship Id="rId28" Type="http://schemas.openxmlformats.org/officeDocument/2006/relationships/customXml" Target="../ink/ink26.xml"/><Relationship Id="rId27" Type="http://schemas.openxmlformats.org/officeDocument/2006/relationships/image" Target="../media/image45.png"/><Relationship Id="rId26" Type="http://schemas.openxmlformats.org/officeDocument/2006/relationships/customXml" Target="../ink/ink25.xml"/><Relationship Id="rId25" Type="http://schemas.openxmlformats.org/officeDocument/2006/relationships/image" Target="../media/image44.png"/><Relationship Id="rId24" Type="http://schemas.openxmlformats.org/officeDocument/2006/relationships/customXml" Target="../ink/ink24.xml"/><Relationship Id="rId23" Type="http://schemas.openxmlformats.org/officeDocument/2006/relationships/image" Target="../media/image43.png"/><Relationship Id="rId22" Type="http://schemas.openxmlformats.org/officeDocument/2006/relationships/customXml" Target="../ink/ink23.xml"/><Relationship Id="rId21" Type="http://schemas.openxmlformats.org/officeDocument/2006/relationships/image" Target="../media/image42.png"/><Relationship Id="rId20" Type="http://schemas.openxmlformats.org/officeDocument/2006/relationships/customXml" Target="../ink/ink22.xml"/><Relationship Id="rId2" Type="http://schemas.openxmlformats.org/officeDocument/2006/relationships/image" Target="../media/image32.png"/><Relationship Id="rId19" Type="http://schemas.openxmlformats.org/officeDocument/2006/relationships/image" Target="../media/image41.png"/><Relationship Id="rId18" Type="http://schemas.openxmlformats.org/officeDocument/2006/relationships/customXml" Target="../ink/ink21.xml"/><Relationship Id="rId17" Type="http://schemas.openxmlformats.org/officeDocument/2006/relationships/image" Target="../media/image40.png"/><Relationship Id="rId16" Type="http://schemas.openxmlformats.org/officeDocument/2006/relationships/customXml" Target="../ink/ink20.xml"/><Relationship Id="rId15" Type="http://schemas.openxmlformats.org/officeDocument/2006/relationships/image" Target="../media/image39.png"/><Relationship Id="rId14" Type="http://schemas.openxmlformats.org/officeDocument/2006/relationships/customXml" Target="../ink/ink19.xml"/><Relationship Id="rId13" Type="http://schemas.openxmlformats.org/officeDocument/2006/relationships/image" Target="../media/image38.png"/><Relationship Id="rId12" Type="http://schemas.openxmlformats.org/officeDocument/2006/relationships/customXml" Target="../ink/ink18.xml"/><Relationship Id="rId118" Type="http://schemas.openxmlformats.org/officeDocument/2006/relationships/slideLayout" Target="../slideLayouts/slideLayout177.xml"/><Relationship Id="rId117" Type="http://schemas.openxmlformats.org/officeDocument/2006/relationships/image" Target="../media/image90.png"/><Relationship Id="rId116" Type="http://schemas.openxmlformats.org/officeDocument/2006/relationships/customXml" Target="../ink/ink70.xml"/><Relationship Id="rId115" Type="http://schemas.openxmlformats.org/officeDocument/2006/relationships/image" Target="../media/image89.png"/><Relationship Id="rId114" Type="http://schemas.openxmlformats.org/officeDocument/2006/relationships/customXml" Target="../ink/ink69.xml"/><Relationship Id="rId113" Type="http://schemas.openxmlformats.org/officeDocument/2006/relationships/image" Target="../media/image88.png"/><Relationship Id="rId112" Type="http://schemas.openxmlformats.org/officeDocument/2006/relationships/customXml" Target="../ink/ink68.xml"/><Relationship Id="rId111" Type="http://schemas.openxmlformats.org/officeDocument/2006/relationships/image" Target="../media/image87.png"/><Relationship Id="rId110" Type="http://schemas.openxmlformats.org/officeDocument/2006/relationships/customXml" Target="../ink/ink67.xml"/><Relationship Id="rId11" Type="http://schemas.openxmlformats.org/officeDocument/2006/relationships/image" Target="../media/image37.png"/><Relationship Id="rId109" Type="http://schemas.openxmlformats.org/officeDocument/2006/relationships/image" Target="../media/image86.png"/><Relationship Id="rId108" Type="http://schemas.openxmlformats.org/officeDocument/2006/relationships/customXml" Target="../ink/ink66.xml"/><Relationship Id="rId107" Type="http://schemas.openxmlformats.org/officeDocument/2006/relationships/image" Target="../media/image85.png"/><Relationship Id="rId106" Type="http://schemas.openxmlformats.org/officeDocument/2006/relationships/customXml" Target="../ink/ink65.xml"/><Relationship Id="rId105" Type="http://schemas.openxmlformats.org/officeDocument/2006/relationships/image" Target="../media/image84.png"/><Relationship Id="rId104" Type="http://schemas.openxmlformats.org/officeDocument/2006/relationships/customXml" Target="../ink/ink64.xml"/><Relationship Id="rId103" Type="http://schemas.openxmlformats.org/officeDocument/2006/relationships/image" Target="../media/image83.png"/><Relationship Id="rId102" Type="http://schemas.openxmlformats.org/officeDocument/2006/relationships/customXml" Target="../ink/ink63.xml"/><Relationship Id="rId101" Type="http://schemas.openxmlformats.org/officeDocument/2006/relationships/image" Target="../media/image82.png"/><Relationship Id="rId100" Type="http://schemas.openxmlformats.org/officeDocument/2006/relationships/customXml" Target="../ink/ink62.xml"/><Relationship Id="rId10" Type="http://schemas.openxmlformats.org/officeDocument/2006/relationships/customXml" Target="../ink/ink17.xml"/><Relationship Id="rId1" Type="http://schemas.openxmlformats.org/officeDocument/2006/relationships/image" Target="../media/image31.png"/></Relationships>
</file>

<file path=ppt/slides/_rels/slide19.xml.rels><?xml version="1.0" encoding="UTF-8" standalone="yes"?>
<Relationships xmlns="http://schemas.openxmlformats.org/package/2006/relationships"><Relationship Id="rId9" Type="http://schemas.openxmlformats.org/officeDocument/2006/relationships/image" Target="../media/image94.png"/><Relationship Id="rId8" Type="http://schemas.openxmlformats.org/officeDocument/2006/relationships/customXml" Target="../ink/ink73.xml"/><Relationship Id="rId7" Type="http://schemas.openxmlformats.org/officeDocument/2006/relationships/image" Target="../media/image93.png"/><Relationship Id="rId6" Type="http://schemas.openxmlformats.org/officeDocument/2006/relationships/customXml" Target="../ink/ink72.xml"/><Relationship Id="rId5" Type="http://schemas.openxmlformats.org/officeDocument/2006/relationships/image" Target="../media/image34.png"/><Relationship Id="rId4" Type="http://schemas.openxmlformats.org/officeDocument/2006/relationships/customXml" Target="../ink/ink71.xml"/><Relationship Id="rId3" Type="http://schemas.openxmlformats.org/officeDocument/2006/relationships/image" Target="../media/image92.png"/><Relationship Id="rId25" Type="http://schemas.openxmlformats.org/officeDocument/2006/relationships/notesSlide" Target="../notesSlides/notesSlide1.xml"/><Relationship Id="rId24" Type="http://schemas.openxmlformats.org/officeDocument/2006/relationships/slideLayout" Target="../slideLayouts/slideLayout228.xml"/><Relationship Id="rId23" Type="http://schemas.openxmlformats.org/officeDocument/2006/relationships/image" Target="../media/image101.png"/><Relationship Id="rId22" Type="http://schemas.openxmlformats.org/officeDocument/2006/relationships/customXml" Target="../ink/ink80.xml"/><Relationship Id="rId21" Type="http://schemas.openxmlformats.org/officeDocument/2006/relationships/image" Target="../media/image100.png"/><Relationship Id="rId20" Type="http://schemas.openxmlformats.org/officeDocument/2006/relationships/customXml" Target="../ink/ink79.xml"/><Relationship Id="rId2" Type="http://schemas.openxmlformats.org/officeDocument/2006/relationships/image" Target="../media/image91.png"/><Relationship Id="rId19" Type="http://schemas.openxmlformats.org/officeDocument/2006/relationships/image" Target="../media/image99.png"/><Relationship Id="rId18" Type="http://schemas.openxmlformats.org/officeDocument/2006/relationships/customXml" Target="../ink/ink78.xml"/><Relationship Id="rId17" Type="http://schemas.openxmlformats.org/officeDocument/2006/relationships/image" Target="../media/image98.png"/><Relationship Id="rId16" Type="http://schemas.openxmlformats.org/officeDocument/2006/relationships/customXml" Target="../ink/ink77.xml"/><Relationship Id="rId15" Type="http://schemas.openxmlformats.org/officeDocument/2006/relationships/image" Target="../media/image97.png"/><Relationship Id="rId14" Type="http://schemas.openxmlformats.org/officeDocument/2006/relationships/customXml" Target="../ink/ink76.xml"/><Relationship Id="rId13" Type="http://schemas.openxmlformats.org/officeDocument/2006/relationships/image" Target="../media/image96.png"/><Relationship Id="rId12" Type="http://schemas.openxmlformats.org/officeDocument/2006/relationships/customXml" Target="../ink/ink75.xml"/><Relationship Id="rId11" Type="http://schemas.openxmlformats.org/officeDocument/2006/relationships/image" Target="../media/image95.png"/><Relationship Id="rId10" Type="http://schemas.openxmlformats.org/officeDocument/2006/relationships/customXml" Target="../ink/ink74.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3.png"/><Relationship Id="rId3" Type="http://schemas.openxmlformats.org/officeDocument/2006/relationships/customXml" Target="../ink/ink82.xml"/><Relationship Id="rId2" Type="http://schemas.openxmlformats.org/officeDocument/2006/relationships/image" Target="../media/image102.png"/><Relationship Id="rId1" Type="http://schemas.openxmlformats.org/officeDocument/2006/relationships/customXml" Target="../ink/ink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5.xml"/></Relationships>
</file>

<file path=ppt/slides/_rels/slide24.xml.rels><?xml version="1.0" encoding="UTF-8" standalone="yes"?>
<Relationships xmlns="http://schemas.openxmlformats.org/package/2006/relationships"><Relationship Id="rId94" Type="http://schemas.openxmlformats.org/officeDocument/2006/relationships/vmlDrawing" Target="../drawings/vmlDrawing2.vml"/><Relationship Id="rId93" Type="http://schemas.openxmlformats.org/officeDocument/2006/relationships/slideLayout" Target="../slideLayouts/slideLayout7.xml"/><Relationship Id="rId92" Type="http://schemas.openxmlformats.org/officeDocument/2006/relationships/image" Target="../media/image149.png"/><Relationship Id="rId91" Type="http://schemas.openxmlformats.org/officeDocument/2006/relationships/customXml" Target="../ink/ink125.xml"/><Relationship Id="rId90" Type="http://schemas.openxmlformats.org/officeDocument/2006/relationships/image" Target="../media/image148.png"/><Relationship Id="rId9" Type="http://schemas.openxmlformats.org/officeDocument/2006/relationships/customXml" Target="../ink/ink84.xml"/><Relationship Id="rId89" Type="http://schemas.openxmlformats.org/officeDocument/2006/relationships/customXml" Target="../ink/ink124.xml"/><Relationship Id="rId88" Type="http://schemas.openxmlformats.org/officeDocument/2006/relationships/image" Target="../media/image147.png"/><Relationship Id="rId87" Type="http://schemas.openxmlformats.org/officeDocument/2006/relationships/customXml" Target="../ink/ink123.xml"/><Relationship Id="rId86" Type="http://schemas.openxmlformats.org/officeDocument/2006/relationships/image" Target="../media/image146.png"/><Relationship Id="rId85" Type="http://schemas.openxmlformats.org/officeDocument/2006/relationships/customXml" Target="../ink/ink122.xml"/><Relationship Id="rId84" Type="http://schemas.openxmlformats.org/officeDocument/2006/relationships/image" Target="../media/image145.png"/><Relationship Id="rId83" Type="http://schemas.openxmlformats.org/officeDocument/2006/relationships/customXml" Target="../ink/ink121.xml"/><Relationship Id="rId82" Type="http://schemas.openxmlformats.org/officeDocument/2006/relationships/image" Target="../media/image144.png"/><Relationship Id="rId81" Type="http://schemas.openxmlformats.org/officeDocument/2006/relationships/customXml" Target="../ink/ink120.xml"/><Relationship Id="rId80" Type="http://schemas.openxmlformats.org/officeDocument/2006/relationships/image" Target="../media/image143.png"/><Relationship Id="rId8" Type="http://schemas.openxmlformats.org/officeDocument/2006/relationships/image" Target="../media/image107.png"/><Relationship Id="rId79" Type="http://schemas.openxmlformats.org/officeDocument/2006/relationships/customXml" Target="../ink/ink119.xml"/><Relationship Id="rId78" Type="http://schemas.openxmlformats.org/officeDocument/2006/relationships/image" Target="../media/image142.png"/><Relationship Id="rId77" Type="http://schemas.openxmlformats.org/officeDocument/2006/relationships/customXml" Target="../ink/ink118.xml"/><Relationship Id="rId76" Type="http://schemas.openxmlformats.org/officeDocument/2006/relationships/image" Target="../media/image141.png"/><Relationship Id="rId75" Type="http://schemas.openxmlformats.org/officeDocument/2006/relationships/customXml" Target="../ink/ink117.xml"/><Relationship Id="rId74" Type="http://schemas.openxmlformats.org/officeDocument/2006/relationships/image" Target="../media/image140.png"/><Relationship Id="rId73" Type="http://schemas.openxmlformats.org/officeDocument/2006/relationships/customXml" Target="../ink/ink116.xml"/><Relationship Id="rId72" Type="http://schemas.openxmlformats.org/officeDocument/2006/relationships/image" Target="../media/image139.png"/><Relationship Id="rId71" Type="http://schemas.openxmlformats.org/officeDocument/2006/relationships/customXml" Target="../ink/ink115.xml"/><Relationship Id="rId70" Type="http://schemas.openxmlformats.org/officeDocument/2006/relationships/image" Target="../media/image138.png"/><Relationship Id="rId7" Type="http://schemas.openxmlformats.org/officeDocument/2006/relationships/customXml" Target="../ink/ink83.xml"/><Relationship Id="rId69" Type="http://schemas.openxmlformats.org/officeDocument/2006/relationships/customXml" Target="../ink/ink114.xml"/><Relationship Id="rId68" Type="http://schemas.openxmlformats.org/officeDocument/2006/relationships/image" Target="../media/image137.png"/><Relationship Id="rId67" Type="http://schemas.openxmlformats.org/officeDocument/2006/relationships/customXml" Target="../ink/ink113.xml"/><Relationship Id="rId66" Type="http://schemas.openxmlformats.org/officeDocument/2006/relationships/image" Target="../media/image136.png"/><Relationship Id="rId65" Type="http://schemas.openxmlformats.org/officeDocument/2006/relationships/customXml" Target="../ink/ink112.xml"/><Relationship Id="rId64" Type="http://schemas.openxmlformats.org/officeDocument/2006/relationships/image" Target="../media/image135.png"/><Relationship Id="rId63" Type="http://schemas.openxmlformats.org/officeDocument/2006/relationships/customXml" Target="../ink/ink111.xml"/><Relationship Id="rId62" Type="http://schemas.openxmlformats.org/officeDocument/2006/relationships/image" Target="../media/image134.png"/><Relationship Id="rId61" Type="http://schemas.openxmlformats.org/officeDocument/2006/relationships/customXml" Target="../ink/ink110.xml"/><Relationship Id="rId60" Type="http://schemas.openxmlformats.org/officeDocument/2006/relationships/image" Target="../media/image133.png"/><Relationship Id="rId6" Type="http://schemas.openxmlformats.org/officeDocument/2006/relationships/image" Target="../media/image106.wmf"/><Relationship Id="rId59" Type="http://schemas.openxmlformats.org/officeDocument/2006/relationships/customXml" Target="../ink/ink109.xml"/><Relationship Id="rId58" Type="http://schemas.openxmlformats.org/officeDocument/2006/relationships/image" Target="../media/image132.png"/><Relationship Id="rId57" Type="http://schemas.openxmlformats.org/officeDocument/2006/relationships/customXml" Target="../ink/ink108.xml"/><Relationship Id="rId56" Type="http://schemas.openxmlformats.org/officeDocument/2006/relationships/image" Target="../media/image131.png"/><Relationship Id="rId55" Type="http://schemas.openxmlformats.org/officeDocument/2006/relationships/customXml" Target="../ink/ink107.xml"/><Relationship Id="rId54" Type="http://schemas.openxmlformats.org/officeDocument/2006/relationships/image" Target="../media/image130.png"/><Relationship Id="rId53" Type="http://schemas.openxmlformats.org/officeDocument/2006/relationships/customXml" Target="../ink/ink106.xml"/><Relationship Id="rId52" Type="http://schemas.openxmlformats.org/officeDocument/2006/relationships/image" Target="../media/image129.png"/><Relationship Id="rId51" Type="http://schemas.openxmlformats.org/officeDocument/2006/relationships/customXml" Target="../ink/ink105.xml"/><Relationship Id="rId50" Type="http://schemas.openxmlformats.org/officeDocument/2006/relationships/image" Target="../media/image128.png"/><Relationship Id="rId5" Type="http://schemas.openxmlformats.org/officeDocument/2006/relationships/oleObject" Target="../embeddings/oleObject7.bin"/><Relationship Id="rId49" Type="http://schemas.openxmlformats.org/officeDocument/2006/relationships/customXml" Target="../ink/ink104.xml"/><Relationship Id="rId48" Type="http://schemas.openxmlformats.org/officeDocument/2006/relationships/image" Target="../media/image127.png"/><Relationship Id="rId47" Type="http://schemas.openxmlformats.org/officeDocument/2006/relationships/customXml" Target="../ink/ink103.xml"/><Relationship Id="rId46" Type="http://schemas.openxmlformats.org/officeDocument/2006/relationships/image" Target="../media/image126.png"/><Relationship Id="rId45" Type="http://schemas.openxmlformats.org/officeDocument/2006/relationships/customXml" Target="../ink/ink102.xml"/><Relationship Id="rId44" Type="http://schemas.openxmlformats.org/officeDocument/2006/relationships/image" Target="../media/image125.png"/><Relationship Id="rId43" Type="http://schemas.openxmlformats.org/officeDocument/2006/relationships/customXml" Target="../ink/ink101.xml"/><Relationship Id="rId42" Type="http://schemas.openxmlformats.org/officeDocument/2006/relationships/image" Target="../media/image124.png"/><Relationship Id="rId41" Type="http://schemas.openxmlformats.org/officeDocument/2006/relationships/customXml" Target="../ink/ink100.xml"/><Relationship Id="rId40" Type="http://schemas.openxmlformats.org/officeDocument/2006/relationships/image" Target="../media/image123.png"/><Relationship Id="rId4" Type="http://schemas.openxmlformats.org/officeDocument/2006/relationships/image" Target="../media/image105.wmf"/><Relationship Id="rId39" Type="http://schemas.openxmlformats.org/officeDocument/2006/relationships/customXml" Target="../ink/ink99.xml"/><Relationship Id="rId38" Type="http://schemas.openxmlformats.org/officeDocument/2006/relationships/image" Target="../media/image122.png"/><Relationship Id="rId37" Type="http://schemas.openxmlformats.org/officeDocument/2006/relationships/customXml" Target="../ink/ink98.xml"/><Relationship Id="rId36" Type="http://schemas.openxmlformats.org/officeDocument/2006/relationships/image" Target="../media/image121.png"/><Relationship Id="rId35" Type="http://schemas.openxmlformats.org/officeDocument/2006/relationships/customXml" Target="../ink/ink97.xml"/><Relationship Id="rId34" Type="http://schemas.openxmlformats.org/officeDocument/2006/relationships/image" Target="../media/image120.png"/><Relationship Id="rId33" Type="http://schemas.openxmlformats.org/officeDocument/2006/relationships/customXml" Target="../ink/ink96.xml"/><Relationship Id="rId32" Type="http://schemas.openxmlformats.org/officeDocument/2006/relationships/image" Target="../media/image119.png"/><Relationship Id="rId31" Type="http://schemas.openxmlformats.org/officeDocument/2006/relationships/customXml" Target="../ink/ink95.xml"/><Relationship Id="rId30" Type="http://schemas.openxmlformats.org/officeDocument/2006/relationships/image" Target="../media/image118.png"/><Relationship Id="rId3" Type="http://schemas.openxmlformats.org/officeDocument/2006/relationships/oleObject" Target="../embeddings/oleObject6.bin"/><Relationship Id="rId29" Type="http://schemas.openxmlformats.org/officeDocument/2006/relationships/customXml" Target="../ink/ink94.xml"/><Relationship Id="rId28" Type="http://schemas.openxmlformats.org/officeDocument/2006/relationships/image" Target="../media/image117.png"/><Relationship Id="rId27" Type="http://schemas.openxmlformats.org/officeDocument/2006/relationships/customXml" Target="../ink/ink93.xml"/><Relationship Id="rId26" Type="http://schemas.openxmlformats.org/officeDocument/2006/relationships/image" Target="../media/image116.png"/><Relationship Id="rId25" Type="http://schemas.openxmlformats.org/officeDocument/2006/relationships/customXml" Target="../ink/ink92.xml"/><Relationship Id="rId24" Type="http://schemas.openxmlformats.org/officeDocument/2006/relationships/image" Target="../media/image115.png"/><Relationship Id="rId23" Type="http://schemas.openxmlformats.org/officeDocument/2006/relationships/customXml" Target="../ink/ink91.xml"/><Relationship Id="rId22" Type="http://schemas.openxmlformats.org/officeDocument/2006/relationships/image" Target="../media/image114.png"/><Relationship Id="rId21" Type="http://schemas.openxmlformats.org/officeDocument/2006/relationships/customXml" Target="../ink/ink90.xml"/><Relationship Id="rId20" Type="http://schemas.openxmlformats.org/officeDocument/2006/relationships/image" Target="../media/image113.png"/><Relationship Id="rId2" Type="http://schemas.openxmlformats.org/officeDocument/2006/relationships/image" Target="../media/image104.wmf"/><Relationship Id="rId19" Type="http://schemas.openxmlformats.org/officeDocument/2006/relationships/customXml" Target="../ink/ink89.xml"/><Relationship Id="rId18" Type="http://schemas.openxmlformats.org/officeDocument/2006/relationships/image" Target="../media/image112.png"/><Relationship Id="rId17" Type="http://schemas.openxmlformats.org/officeDocument/2006/relationships/customXml" Target="../ink/ink88.xml"/><Relationship Id="rId16" Type="http://schemas.openxmlformats.org/officeDocument/2006/relationships/image" Target="../media/image111.png"/><Relationship Id="rId15" Type="http://schemas.openxmlformats.org/officeDocument/2006/relationships/customXml" Target="../ink/ink87.xml"/><Relationship Id="rId14" Type="http://schemas.openxmlformats.org/officeDocument/2006/relationships/image" Target="../media/image110.png"/><Relationship Id="rId13" Type="http://schemas.openxmlformats.org/officeDocument/2006/relationships/customXml" Target="../ink/ink86.xml"/><Relationship Id="rId12" Type="http://schemas.openxmlformats.org/officeDocument/2006/relationships/image" Target="../media/image109.png"/><Relationship Id="rId11" Type="http://schemas.openxmlformats.org/officeDocument/2006/relationships/customXml" Target="../ink/ink85.xml"/><Relationship Id="rId10" Type="http://schemas.openxmlformats.org/officeDocument/2006/relationships/image" Target="../media/image108.png"/><Relationship Id="rId1"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9" Type="http://schemas.openxmlformats.org/officeDocument/2006/relationships/customXml" Target="../ink/ink127.xml"/><Relationship Id="rId8" Type="http://schemas.openxmlformats.org/officeDocument/2006/relationships/image" Target="../media/image153.png"/><Relationship Id="rId7" Type="http://schemas.openxmlformats.org/officeDocument/2006/relationships/customXml" Target="../ink/ink126.xml"/><Relationship Id="rId6" Type="http://schemas.openxmlformats.org/officeDocument/2006/relationships/image" Target="../media/image152.wmf"/><Relationship Id="rId5" Type="http://schemas.openxmlformats.org/officeDocument/2006/relationships/oleObject" Target="../embeddings/oleObject10.bin"/><Relationship Id="rId4" Type="http://schemas.openxmlformats.org/officeDocument/2006/relationships/image" Target="../media/image151.wmf"/><Relationship Id="rId3" Type="http://schemas.openxmlformats.org/officeDocument/2006/relationships/oleObject" Target="../embeddings/oleObject9.bin"/><Relationship Id="rId2" Type="http://schemas.openxmlformats.org/officeDocument/2006/relationships/image" Target="../media/image150.wmf"/><Relationship Id="rId12" Type="http://schemas.openxmlformats.org/officeDocument/2006/relationships/vmlDrawing" Target="../drawings/vmlDrawing3.vml"/><Relationship Id="rId11" Type="http://schemas.openxmlformats.org/officeDocument/2006/relationships/slideLayout" Target="../slideLayouts/slideLayout262.xml"/><Relationship Id="rId10" Type="http://schemas.openxmlformats.org/officeDocument/2006/relationships/image" Target="../media/image154.png"/><Relationship Id="rId1"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79.xml"/><Relationship Id="rId6" Type="http://schemas.openxmlformats.org/officeDocument/2006/relationships/image" Target="../media/image157.wmf"/><Relationship Id="rId5" Type="http://schemas.openxmlformats.org/officeDocument/2006/relationships/oleObject" Target="../embeddings/oleObject13.bin"/><Relationship Id="rId4" Type="http://schemas.openxmlformats.org/officeDocument/2006/relationships/image" Target="../media/image156.wmf"/><Relationship Id="rId3" Type="http://schemas.openxmlformats.org/officeDocument/2006/relationships/oleObject" Target="../embeddings/oleObject12.bin"/><Relationship Id="rId2" Type="http://schemas.openxmlformats.org/officeDocument/2006/relationships/image" Target="../media/image155.wmf"/><Relationship Id="rId1"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6.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874.xml"/><Relationship Id="rId2" Type="http://schemas.openxmlformats.org/officeDocument/2006/relationships/image" Target="../media/image158.png"/><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96.xml"/><Relationship Id="rId4" Type="http://schemas.openxmlformats.org/officeDocument/2006/relationships/image" Target="../media/image160.png"/><Relationship Id="rId3" Type="http://schemas.openxmlformats.org/officeDocument/2006/relationships/tags" Target="../tags/tag5.xml"/><Relationship Id="rId2" Type="http://schemas.openxmlformats.org/officeDocument/2006/relationships/image" Target="../media/image159.png"/><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891.xml"/><Relationship Id="rId4" Type="http://schemas.openxmlformats.org/officeDocument/2006/relationships/image" Target="../media/image161.png"/><Relationship Id="rId3" Type="http://schemas.openxmlformats.org/officeDocument/2006/relationships/tags" Target="../tags/tag7.xml"/><Relationship Id="rId2" Type="http://schemas.openxmlformats.org/officeDocument/2006/relationships/image" Target="../media/image160.png"/><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163.wmf"/><Relationship Id="rId5" Type="http://schemas.openxmlformats.org/officeDocument/2006/relationships/oleObject" Target="../embeddings/oleObject15.bin"/><Relationship Id="rId4" Type="http://schemas.openxmlformats.org/officeDocument/2006/relationships/tags" Target="../tags/tag9.xml"/><Relationship Id="rId3" Type="http://schemas.openxmlformats.org/officeDocument/2006/relationships/image" Target="../media/image162.wmf"/><Relationship Id="rId2" Type="http://schemas.openxmlformats.org/officeDocument/2006/relationships/oleObject" Target="../embeddings/oleObject14.bin"/><Relationship Id="rId1" Type="http://schemas.openxmlformats.org/officeDocument/2006/relationships/tags" Target="../tags/tag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30.xml"/><Relationship Id="rId2" Type="http://schemas.openxmlformats.org/officeDocument/2006/relationships/image" Target="../media/image164.png"/><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167.wmf"/><Relationship Id="rId7" Type="http://schemas.openxmlformats.org/officeDocument/2006/relationships/oleObject" Target="../embeddings/oleObject19.bin"/><Relationship Id="rId6" Type="http://schemas.openxmlformats.org/officeDocument/2006/relationships/image" Target="../media/image166.wmf"/><Relationship Id="rId5" Type="http://schemas.openxmlformats.org/officeDocument/2006/relationships/oleObject" Target="../embeddings/oleObject18.bin"/><Relationship Id="rId4" Type="http://schemas.openxmlformats.org/officeDocument/2006/relationships/image" Target="../media/image165.wmf"/><Relationship Id="rId3" Type="http://schemas.openxmlformats.org/officeDocument/2006/relationships/oleObject" Target="../embeddings/oleObject17.bin"/><Relationship Id="rId2" Type="http://schemas.openxmlformats.org/officeDocument/2006/relationships/image" Target="../media/image162.wmf"/><Relationship Id="rId19" Type="http://schemas.openxmlformats.org/officeDocument/2006/relationships/vmlDrawing" Target="../drawings/vmlDrawing6.vml"/><Relationship Id="rId18" Type="http://schemas.openxmlformats.org/officeDocument/2006/relationships/slideLayout" Target="../slideLayouts/slideLayout313.xml"/><Relationship Id="rId17" Type="http://schemas.openxmlformats.org/officeDocument/2006/relationships/image" Target="../media/image172.png"/><Relationship Id="rId16" Type="http://schemas.openxmlformats.org/officeDocument/2006/relationships/image" Target="../media/image171.wmf"/><Relationship Id="rId15" Type="http://schemas.openxmlformats.org/officeDocument/2006/relationships/oleObject" Target="../embeddings/oleObject23.bin"/><Relationship Id="rId14" Type="http://schemas.openxmlformats.org/officeDocument/2006/relationships/image" Target="../media/image170.wmf"/><Relationship Id="rId13" Type="http://schemas.openxmlformats.org/officeDocument/2006/relationships/oleObject" Target="../embeddings/oleObject22.bin"/><Relationship Id="rId12" Type="http://schemas.openxmlformats.org/officeDocument/2006/relationships/image" Target="../media/image169.wmf"/><Relationship Id="rId11" Type="http://schemas.openxmlformats.org/officeDocument/2006/relationships/oleObject" Target="../embeddings/oleObject21.bin"/><Relationship Id="rId10" Type="http://schemas.openxmlformats.org/officeDocument/2006/relationships/image" Target="../media/image168.wmf"/><Relationship Id="rId1" Type="http://schemas.openxmlformats.org/officeDocument/2006/relationships/oleObject" Target="../embeddings/oleObject16.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8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415.xml"/><Relationship Id="rId1" Type="http://schemas.openxmlformats.org/officeDocument/2006/relationships/image" Target="../media/image17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32.xml"/><Relationship Id="rId1" Type="http://schemas.openxmlformats.org/officeDocument/2006/relationships/image" Target="../media/image173.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49.xml"/><Relationship Id="rId2" Type="http://schemas.openxmlformats.org/officeDocument/2006/relationships/image" Target="../media/image175.png"/><Relationship Id="rId1" Type="http://schemas.openxmlformats.org/officeDocument/2006/relationships/image" Target="../media/image17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66.xml"/><Relationship Id="rId1" Type="http://schemas.openxmlformats.org/officeDocument/2006/relationships/image" Target="../media/image176.png"/></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77.wmf"/><Relationship Id="rId1" Type="http://schemas.openxmlformats.org/officeDocument/2006/relationships/oleObject" Target="../embeddings/oleObject2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00.xml"/><Relationship Id="rId1" Type="http://schemas.openxmlformats.org/officeDocument/2006/relationships/image" Target="../media/image17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534.xml"/><Relationship Id="rId2" Type="http://schemas.openxmlformats.org/officeDocument/2006/relationships/image" Target="../media/image178.png"/><Relationship Id="rId1" Type="http://schemas.openxmlformats.org/officeDocument/2006/relationships/image" Target="../media/image17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51.xml"/><Relationship Id="rId2" Type="http://schemas.openxmlformats.org/officeDocument/2006/relationships/image" Target="../media/image180.png"/><Relationship Id="rId1" Type="http://schemas.openxmlformats.org/officeDocument/2006/relationships/tags" Target="../tags/tag1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568.xml"/><Relationship Id="rId1" Type="http://schemas.openxmlformats.org/officeDocument/2006/relationships/image" Target="../media/image181.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585.xml"/><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image" Target="../media/image18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38.xml"/><Relationship Id="rId2" Type="http://schemas.openxmlformats.org/officeDocument/2006/relationships/image" Target="../media/image184.png"/><Relationship Id="rId1" Type="http://schemas.openxmlformats.org/officeDocument/2006/relationships/image" Target="../media/image182.png"/></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85.emf"/><Relationship Id="rId1" Type="http://schemas.openxmlformats.org/officeDocument/2006/relationships/oleObject" Target="../embeddings/oleObject25.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72.xml"/><Relationship Id="rId2" Type="http://schemas.openxmlformats.org/officeDocument/2006/relationships/image" Target="../media/image187.png"/><Relationship Id="rId1" Type="http://schemas.openxmlformats.org/officeDocument/2006/relationships/image" Target="../media/image186.png"/></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602.xml"/><Relationship Id="rId4" Type="http://schemas.openxmlformats.org/officeDocument/2006/relationships/image" Target="../media/image189.png"/><Relationship Id="rId3" Type="http://schemas.openxmlformats.org/officeDocument/2006/relationships/image" Target="../media/image188.wmf"/><Relationship Id="rId2" Type="http://schemas.openxmlformats.org/officeDocument/2006/relationships/oleObject" Target="../embeddings/oleObject26.bin"/><Relationship Id="rId1" Type="http://schemas.openxmlformats.org/officeDocument/2006/relationships/image" Target="../media/image18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619.xml"/><Relationship Id="rId3" Type="http://schemas.openxmlformats.org/officeDocument/2006/relationships/image" Target="../media/image191.png"/><Relationship Id="rId2" Type="http://schemas.openxmlformats.org/officeDocument/2006/relationships/tags" Target="../tags/tag12.xml"/><Relationship Id="rId1" Type="http://schemas.openxmlformats.org/officeDocument/2006/relationships/image" Target="../media/image190.png"/></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636.xml"/><Relationship Id="rId3" Type="http://schemas.openxmlformats.org/officeDocument/2006/relationships/image" Target="../media/image192.wmf"/><Relationship Id="rId2" Type="http://schemas.openxmlformats.org/officeDocument/2006/relationships/oleObject" Target="../embeddings/oleObject27.bin"/><Relationship Id="rId1" Type="http://schemas.openxmlformats.org/officeDocument/2006/relationships/image" Target="../media/image190.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653.xml"/><Relationship Id="rId3" Type="http://schemas.openxmlformats.org/officeDocument/2006/relationships/image" Target="../media/image193.png"/><Relationship Id="rId2" Type="http://schemas.openxmlformats.org/officeDocument/2006/relationships/tags" Target="../tags/tag13.xml"/><Relationship Id="rId1" Type="http://schemas.openxmlformats.org/officeDocument/2006/relationships/image" Target="../media/image190.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89.xml"/><Relationship Id="rId2" Type="http://schemas.openxmlformats.org/officeDocument/2006/relationships/image" Target="../media/image194.png"/><Relationship Id="rId1" Type="http://schemas.openxmlformats.org/officeDocument/2006/relationships/tags" Target="../tags/tag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70.xml"/></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195.emf"/><Relationship Id="rId1" Type="http://schemas.openxmlformats.org/officeDocument/2006/relationships/oleObject" Target="../embeddings/oleObject28.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04.xml"/><Relationship Id="rId6" Type="http://schemas.openxmlformats.org/officeDocument/2006/relationships/image" Target="../media/image198.wmf"/><Relationship Id="rId5" Type="http://schemas.openxmlformats.org/officeDocument/2006/relationships/oleObject" Target="../embeddings/oleObject31.bin"/><Relationship Id="rId4" Type="http://schemas.openxmlformats.org/officeDocument/2006/relationships/image" Target="../media/image197.wmf"/><Relationship Id="rId3" Type="http://schemas.openxmlformats.org/officeDocument/2006/relationships/oleObject" Target="../embeddings/oleObject30.bin"/><Relationship Id="rId2" Type="http://schemas.openxmlformats.org/officeDocument/2006/relationships/image" Target="../media/image196.wmf"/><Relationship Id="rId1" Type="http://schemas.openxmlformats.org/officeDocument/2006/relationships/oleObject" Target="../embeddings/oleObject29.bin"/></Relationships>
</file>

<file path=ppt/slides/_rels/slide72.xml.rels><?xml version="1.0" encoding="UTF-8" standalone="yes"?>
<Relationships xmlns="http://schemas.openxmlformats.org/package/2006/relationships"><Relationship Id="rId9" Type="http://schemas.openxmlformats.org/officeDocument/2006/relationships/image" Target="../media/image196.wmf"/><Relationship Id="rId8" Type="http://schemas.openxmlformats.org/officeDocument/2006/relationships/oleObject" Target="../embeddings/oleObject35.bin"/><Relationship Id="rId7" Type="http://schemas.openxmlformats.org/officeDocument/2006/relationships/image" Target="../media/image202.jpeg"/><Relationship Id="rId6" Type="http://schemas.openxmlformats.org/officeDocument/2006/relationships/image" Target="../media/image201.wmf"/><Relationship Id="rId5" Type="http://schemas.openxmlformats.org/officeDocument/2006/relationships/oleObject" Target="../embeddings/oleObject34.bin"/><Relationship Id="rId4" Type="http://schemas.openxmlformats.org/officeDocument/2006/relationships/image" Target="../media/image200.wmf"/><Relationship Id="rId3" Type="http://schemas.openxmlformats.org/officeDocument/2006/relationships/oleObject" Target="../embeddings/oleObject33.bin"/><Relationship Id="rId2" Type="http://schemas.openxmlformats.org/officeDocument/2006/relationships/image" Target="../media/image199.wmf"/><Relationship Id="rId15" Type="http://schemas.openxmlformats.org/officeDocument/2006/relationships/vmlDrawing" Target="../drawings/vmlDrawing13.vml"/><Relationship Id="rId14" Type="http://schemas.openxmlformats.org/officeDocument/2006/relationships/slideLayout" Target="../slideLayouts/slideLayout7.xml"/><Relationship Id="rId13" Type="http://schemas.openxmlformats.org/officeDocument/2006/relationships/image" Target="../media/image198.wmf"/><Relationship Id="rId12" Type="http://schemas.openxmlformats.org/officeDocument/2006/relationships/oleObject" Target="../embeddings/oleObject37.bin"/><Relationship Id="rId11" Type="http://schemas.openxmlformats.org/officeDocument/2006/relationships/image" Target="../media/image197.wmf"/><Relationship Id="rId10" Type="http://schemas.openxmlformats.org/officeDocument/2006/relationships/oleObject" Target="../embeddings/oleObject36.bin"/><Relationship Id="rId1" Type="http://schemas.openxmlformats.org/officeDocument/2006/relationships/oleObject" Target="../embeddings/oleObject32.bin"/></Relationships>
</file>

<file path=ppt/slides/_rels/slide73.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721.xml"/><Relationship Id="rId7" Type="http://schemas.openxmlformats.org/officeDocument/2006/relationships/image" Target="../media/image202.jpeg"/><Relationship Id="rId6" Type="http://schemas.openxmlformats.org/officeDocument/2006/relationships/image" Target="../media/image201.wmf"/><Relationship Id="rId5" Type="http://schemas.openxmlformats.org/officeDocument/2006/relationships/oleObject" Target="../embeddings/oleObject40.bin"/><Relationship Id="rId4" Type="http://schemas.openxmlformats.org/officeDocument/2006/relationships/image" Target="../media/image200.wmf"/><Relationship Id="rId3" Type="http://schemas.openxmlformats.org/officeDocument/2006/relationships/oleObject" Target="../embeddings/oleObject39.bin"/><Relationship Id="rId2" Type="http://schemas.openxmlformats.org/officeDocument/2006/relationships/image" Target="../media/image199.wmf"/><Relationship Id="rId1" Type="http://schemas.openxmlformats.org/officeDocument/2006/relationships/oleObject" Target="../embeddings/oleObject38.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45.bin"/><Relationship Id="rId8" Type="http://schemas.openxmlformats.org/officeDocument/2006/relationships/image" Target="../media/image206.wmf"/><Relationship Id="rId7" Type="http://schemas.openxmlformats.org/officeDocument/2006/relationships/oleObject" Target="../embeddings/oleObject44.bin"/><Relationship Id="rId6" Type="http://schemas.openxmlformats.org/officeDocument/2006/relationships/image" Target="../media/image205.wmf"/><Relationship Id="rId5" Type="http://schemas.openxmlformats.org/officeDocument/2006/relationships/oleObject" Target="../embeddings/oleObject43.bin"/><Relationship Id="rId4" Type="http://schemas.openxmlformats.org/officeDocument/2006/relationships/image" Target="../media/image204.wmf"/><Relationship Id="rId3" Type="http://schemas.openxmlformats.org/officeDocument/2006/relationships/oleObject" Target="../embeddings/oleObject42.bin"/><Relationship Id="rId2" Type="http://schemas.openxmlformats.org/officeDocument/2006/relationships/image" Target="../media/image203.wmf"/><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207.wmf"/><Relationship Id="rId1" Type="http://schemas.openxmlformats.org/officeDocument/2006/relationships/oleObject" Target="../embeddings/oleObject41.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806.xml"/><Relationship Id="rId2" Type="http://schemas.openxmlformats.org/officeDocument/2006/relationships/image" Target="../media/image208.png"/><Relationship Id="rId1" Type="http://schemas.openxmlformats.org/officeDocument/2006/relationships/tags" Target="../tags/tag15.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823.xml"/><Relationship Id="rId2" Type="http://schemas.openxmlformats.org/officeDocument/2006/relationships/image" Target="../media/image209.png"/><Relationship Id="rId1" Type="http://schemas.openxmlformats.org/officeDocument/2006/relationships/tags" Target="../tags/tag16.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840.xml"/><Relationship Id="rId2" Type="http://schemas.openxmlformats.org/officeDocument/2006/relationships/image" Target="../media/image210.png"/><Relationship Id="rId1" Type="http://schemas.openxmlformats.org/officeDocument/2006/relationships/tags" Target="../tags/tag17.xml"/></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857.xml"/><Relationship Id="rId4" Type="http://schemas.openxmlformats.org/officeDocument/2006/relationships/image" Target="../media/image212.png"/><Relationship Id="rId3" Type="http://schemas.openxmlformats.org/officeDocument/2006/relationships/tags" Target="../tags/tag19.xml"/><Relationship Id="rId2" Type="http://schemas.openxmlformats.org/officeDocument/2006/relationships/image" Target="../media/image211.png"/><Relationship Id="rId1" Type="http://schemas.openxmlformats.org/officeDocument/2006/relationships/tags" Target="../tags/tag18.xml"/></Relationships>
</file>

<file path=ppt/slides/_rels/slide82.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7.xml"/><Relationship Id="rId3" Type="http://schemas.openxmlformats.org/officeDocument/2006/relationships/image" Target="../media/image214.wmf"/><Relationship Id="rId2" Type="http://schemas.openxmlformats.org/officeDocument/2006/relationships/oleObject" Target="../embeddings/oleObject46.bin"/><Relationship Id="rId1" Type="http://schemas.openxmlformats.org/officeDocument/2006/relationships/image" Target="../media/image213.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16" name=""/>
        <p:cNvGrpSpPr/>
        <p:nvPr/>
      </p:nvGrpSpPr>
      <p:grpSpPr>
        <a:xfrm>
          <a:off x="0" y="0"/>
          <a:ext cx="0" cy="0"/>
          <a:chOff x="0" y="0"/>
          <a:chExt cx="0" cy="0"/>
        </a:xfrm>
      </p:grpSpPr>
      <p:sp>
        <p:nvSpPr>
          <p:cNvPr id="1048900" name="Text Box 6"/>
          <p:cNvSpPr txBox="1">
            <a:spLocks noChangeArrowheads="1"/>
          </p:cNvSpPr>
          <p:nvPr/>
        </p:nvSpPr>
        <p:spPr bwMode="auto">
          <a:xfrm>
            <a:off x="3611881" y="1770699"/>
            <a:ext cx="5618163" cy="202692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zh-CN" altLang="en-US" sz="3200" b="1" dirty="0">
                <a:latin typeface="黑体" panose="02010609060101010101" pitchFamily="49" charset="-122"/>
                <a:ea typeface="黑体" panose="02010609060101010101" pitchFamily="49" charset="-122"/>
              </a:rPr>
              <a:t>第三章  </a:t>
            </a:r>
            <a:endParaRPr lang="zh-CN" altLang="en-US" sz="3200" b="1" dirty="0">
              <a:latin typeface="黑体" panose="02010609060101010101" pitchFamily="49" charset="-122"/>
              <a:ea typeface="黑体" panose="02010609060101010101" pitchFamily="49" charset="-122"/>
            </a:endParaRPr>
          </a:p>
          <a:p>
            <a:pPr algn="ctr" eaLnBrk="1" hangingPunct="1">
              <a:spcBef>
                <a:spcPct val="50000"/>
              </a:spcBef>
            </a:pPr>
            <a:r>
              <a:rPr lang="zh-CN" altLang="en-US" sz="3200" b="1" dirty="0">
                <a:latin typeface="黑体" panose="02010609060101010101" pitchFamily="49" charset="-122"/>
                <a:ea typeface="黑体" panose="02010609060101010101" pitchFamily="49" charset="-122"/>
              </a:rPr>
              <a:t>电阻电路的一般分析</a:t>
            </a:r>
            <a:endParaRPr lang="zh-CN" altLang="en-US" sz="3200" b="1" dirty="0">
              <a:latin typeface="黑体" panose="02010609060101010101" pitchFamily="49" charset="-122"/>
              <a:ea typeface="黑体" panose="02010609060101010101" pitchFamily="49" charset="-122"/>
            </a:endParaRPr>
          </a:p>
          <a:p>
            <a:pPr algn="ctr" eaLnBrk="1" hangingPunct="1">
              <a:spcBef>
                <a:spcPct val="50000"/>
              </a:spcBef>
            </a:pPr>
            <a:r>
              <a:rPr lang="en-US" altLang="zh-CN" sz="3200" b="1" dirty="0">
                <a:latin typeface="黑体" panose="02010609060101010101" pitchFamily="49" charset="-122"/>
                <a:ea typeface="黑体" panose="02010609060101010101" pitchFamily="49" charset="-122"/>
              </a:rPr>
              <a:t>p52</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36" name=""/>
        <p:cNvGrpSpPr/>
        <p:nvPr/>
      </p:nvGrpSpPr>
      <p:grpSpPr>
        <a:xfrm>
          <a:off x="0" y="0"/>
          <a:ext cx="0" cy="0"/>
          <a:chOff x="0" y="0"/>
          <a:chExt cx="0" cy="0"/>
        </a:xfrm>
      </p:grpSpPr>
      <p:sp>
        <p:nvSpPr>
          <p:cNvPr id="1048913" name="Rectangle 2"/>
          <p:cNvSpPr>
            <a:spLocks noGrp="1" noChangeArrowheads="1"/>
          </p:cNvSpPr>
          <p:nvPr>
            <p:ph type="title" idx="4294967295"/>
          </p:nvPr>
        </p:nvSpPr>
        <p:spPr bwMode="gray">
          <a:xfrm>
            <a:off x="1948180" y="991235"/>
            <a:ext cx="7696200" cy="563245"/>
          </a:xfrm>
          <a:noFill/>
        </p:spPr>
        <p:txBody>
          <a:bodyPr vert="horz" wrap="square" lIns="91440" tIns="45720" rIns="91440" bIns="45720" numCol="1" rtlCol="0" anchor="ctr" anchorCtr="0" compatLnSpc="1">
            <a:normAutofit fontScale="90000"/>
          </a:bodyPr>
          <a:p>
            <a:pPr eaLnBrk="1" hangingPunct="1"/>
            <a:r>
              <a:rPr lang="zh-CN" altLang="en-US" b="1" smtClean="0">
                <a:ea typeface="宋体" panose="02010600030101010101" pitchFamily="2" charset="-122"/>
              </a:rPr>
              <a:t>本章针对</a:t>
            </a:r>
            <a:r>
              <a:rPr lang="zh-CN" altLang="en-US" b="1" smtClean="0">
                <a:ea typeface="宋体" panose="02010600030101010101" pitchFamily="2" charset="-122"/>
              </a:rPr>
              <a:t>复杂电路</a:t>
            </a:r>
            <a:endParaRPr lang="zh-CN" altLang="en-US" b="1" smtClean="0">
              <a:ea typeface="宋体" panose="02010600030101010101" pitchFamily="2" charset="-122"/>
            </a:endParaRPr>
          </a:p>
        </p:txBody>
      </p:sp>
      <p:grpSp>
        <p:nvGrpSpPr>
          <p:cNvPr id="237" name="Group 48"/>
          <p:cNvGrpSpPr/>
          <p:nvPr/>
        </p:nvGrpSpPr>
        <p:grpSpPr>
          <a:xfrm>
            <a:off x="1790065" y="1842135"/>
            <a:ext cx="8611235" cy="659130"/>
            <a:chOff x="975" y="1407"/>
            <a:chExt cx="3901" cy="391"/>
          </a:xfrm>
        </p:grpSpPr>
        <p:pic>
          <p:nvPicPr>
            <p:cNvPr id="2097192" name="Picture 6" descr="GEL Rounded Rectangle aquamarine">
              <a:hlinkClick r:id="rId1" action="ppaction://hlinksldjump"/>
            </p:cNvPr>
            <p:cNvPicPr>
              <a:picLocks noChangeAspect="1"/>
            </p:cNvPicPr>
            <p:nvPr/>
          </p:nvPicPr>
          <p:blipFill>
            <a:blip r:embed="rId2"/>
            <a:stretch>
              <a:fillRect/>
            </a:stretch>
          </p:blipFill>
          <p:spPr>
            <a:xfrm>
              <a:off x="975" y="1407"/>
              <a:ext cx="767" cy="391"/>
            </a:xfrm>
            <a:prstGeom prst="rect">
              <a:avLst/>
            </a:prstGeom>
            <a:noFill/>
            <a:ln w="9525">
              <a:noFill/>
            </a:ln>
          </p:spPr>
        </p:pic>
        <p:sp>
          <p:nvSpPr>
            <p:cNvPr id="1048914" name="Text Box 7">
              <a:hlinkClick r:id="rId1" action="ppaction://hlinksldjump"/>
            </p:cNvPr>
            <p:cNvSpPr txBox="1"/>
            <p:nvPr/>
          </p:nvSpPr>
          <p:spPr>
            <a:xfrm>
              <a:off x="1167" y="1437"/>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3.1</a:t>
              </a:r>
              <a:endParaRPr lang="en-US" altLang="zh-CN" sz="2800" dirty="0">
                <a:solidFill>
                  <a:srgbClr val="CC0000"/>
                </a:solidFill>
                <a:latin typeface="Times New Roman" panose="02020603050405020304" pitchFamily="18" charset="0"/>
              </a:endParaRPr>
            </a:p>
          </p:txBody>
        </p:sp>
        <p:pic>
          <p:nvPicPr>
            <p:cNvPr id="2097193" name="Picture 9" descr="GEL Rounded Rectangle aquamarine">
              <a:hlinkClick r:id="rId1" action="ppaction://hlinksldjump"/>
            </p:cNvPr>
            <p:cNvPicPr>
              <a:picLocks noChangeAspect="1"/>
            </p:cNvPicPr>
            <p:nvPr/>
          </p:nvPicPr>
          <p:blipFill>
            <a:blip r:embed="rId3"/>
            <a:stretch>
              <a:fillRect/>
            </a:stretch>
          </p:blipFill>
          <p:spPr>
            <a:xfrm>
              <a:off x="1687" y="1407"/>
              <a:ext cx="3189" cy="391"/>
            </a:xfrm>
            <a:prstGeom prst="rect">
              <a:avLst/>
            </a:prstGeom>
            <a:noFill/>
            <a:ln w="9525">
              <a:noFill/>
            </a:ln>
          </p:spPr>
        </p:pic>
        <p:sp>
          <p:nvSpPr>
            <p:cNvPr id="1048915" name="Text Box 10">
              <a:hlinkClick r:id="rId1" action="ppaction://hlinksldjump"/>
            </p:cNvPr>
            <p:cNvSpPr txBox="1"/>
            <p:nvPr/>
          </p:nvSpPr>
          <p:spPr>
            <a:xfrm>
              <a:off x="1893" y="1436"/>
              <a:ext cx="2777" cy="310"/>
            </a:xfrm>
            <a:prstGeom prst="rect">
              <a:avLst/>
            </a:prstGeom>
            <a:noFill/>
            <a:ln w="9525">
              <a:noFill/>
            </a:ln>
          </p:spPr>
          <p:txBody>
            <a:bodyPr>
              <a:spAutoFit/>
            </a:bodyPr>
            <a:p>
              <a:pPr eaLnBrk="1" hangingPunct="1">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电路的图</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grpSp>
        <p:nvGrpSpPr>
          <p:cNvPr id="238" name="Group 49"/>
          <p:cNvGrpSpPr/>
          <p:nvPr/>
        </p:nvGrpSpPr>
        <p:grpSpPr>
          <a:xfrm>
            <a:off x="1790065" y="2489835"/>
            <a:ext cx="8611235" cy="659130"/>
            <a:chOff x="975" y="1815"/>
            <a:chExt cx="3901" cy="391"/>
          </a:xfrm>
        </p:grpSpPr>
        <p:pic>
          <p:nvPicPr>
            <p:cNvPr id="2097194" name="Picture 12" descr="GEL Rounded Rectangle aquamarine">
              <a:hlinkClick r:id="rId4" action="ppaction://hlinksldjump"/>
            </p:cNvPr>
            <p:cNvPicPr>
              <a:picLocks noChangeAspect="1"/>
            </p:cNvPicPr>
            <p:nvPr/>
          </p:nvPicPr>
          <p:blipFill>
            <a:blip r:embed="rId2"/>
            <a:stretch>
              <a:fillRect/>
            </a:stretch>
          </p:blipFill>
          <p:spPr>
            <a:xfrm>
              <a:off x="975" y="1815"/>
              <a:ext cx="767" cy="391"/>
            </a:xfrm>
            <a:prstGeom prst="rect">
              <a:avLst/>
            </a:prstGeom>
            <a:noFill/>
            <a:ln w="9525">
              <a:noFill/>
            </a:ln>
          </p:spPr>
        </p:pic>
        <p:sp>
          <p:nvSpPr>
            <p:cNvPr id="1048916" name="Text Box 13">
              <a:hlinkClick r:id="rId4" action="ppaction://hlinksldjump"/>
            </p:cNvPr>
            <p:cNvSpPr txBox="1"/>
            <p:nvPr/>
          </p:nvSpPr>
          <p:spPr>
            <a:xfrm>
              <a:off x="1167" y="1845"/>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3.2</a:t>
              </a:r>
              <a:endParaRPr lang="en-US" altLang="zh-CN" sz="2800" dirty="0">
                <a:solidFill>
                  <a:srgbClr val="CC0000"/>
                </a:solidFill>
                <a:latin typeface="Times New Roman" panose="02020603050405020304" pitchFamily="18" charset="0"/>
              </a:endParaRPr>
            </a:p>
          </p:txBody>
        </p:sp>
        <p:pic>
          <p:nvPicPr>
            <p:cNvPr id="2097195" name="Picture 15" descr="GEL Rounded Rectangle aquamarine">
              <a:hlinkClick r:id="rId4" action="ppaction://hlinksldjump"/>
            </p:cNvPr>
            <p:cNvPicPr>
              <a:picLocks noChangeAspect="1"/>
            </p:cNvPicPr>
            <p:nvPr/>
          </p:nvPicPr>
          <p:blipFill>
            <a:blip r:embed="rId3"/>
            <a:stretch>
              <a:fillRect/>
            </a:stretch>
          </p:blipFill>
          <p:spPr>
            <a:xfrm>
              <a:off x="1687" y="1815"/>
              <a:ext cx="3189" cy="391"/>
            </a:xfrm>
            <a:prstGeom prst="rect">
              <a:avLst/>
            </a:prstGeom>
            <a:noFill/>
            <a:ln w="9525">
              <a:noFill/>
            </a:ln>
          </p:spPr>
        </p:pic>
        <p:sp>
          <p:nvSpPr>
            <p:cNvPr id="1048917" name="Text Box 16">
              <a:hlinkClick r:id="rId4" action="ppaction://hlinksldjump"/>
            </p:cNvPr>
            <p:cNvSpPr txBox="1"/>
            <p:nvPr/>
          </p:nvSpPr>
          <p:spPr>
            <a:xfrm>
              <a:off x="1893" y="1844"/>
              <a:ext cx="2777"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ea typeface="隶书" panose="02010509060101010101" pitchFamily="49" charset="-122"/>
                </a:rPr>
                <a:t>KCL</a:t>
              </a:r>
              <a:r>
                <a:rPr lang="zh-CN" altLang="en-US" sz="2800" dirty="0">
                  <a:solidFill>
                    <a:srgbClr val="CC0000"/>
                  </a:solidFill>
                  <a:latin typeface="Times New Roman" panose="02020603050405020304" pitchFamily="18" charset="0"/>
                  <a:ea typeface="隶书" panose="02010509060101010101" pitchFamily="49" charset="-122"/>
                </a:rPr>
                <a:t>和</a:t>
              </a:r>
              <a:r>
                <a:rPr lang="en-US" altLang="zh-CN" sz="2800" dirty="0">
                  <a:solidFill>
                    <a:srgbClr val="CC0000"/>
                  </a:solidFill>
                  <a:latin typeface="Times New Roman" panose="02020603050405020304" pitchFamily="18" charset="0"/>
                  <a:ea typeface="隶书" panose="02010509060101010101" pitchFamily="49" charset="-122"/>
                </a:rPr>
                <a:t>KVL</a:t>
              </a:r>
              <a:r>
                <a:rPr lang="zh-CN" altLang="en-US" sz="2800" dirty="0">
                  <a:solidFill>
                    <a:srgbClr val="CC0000"/>
                  </a:solidFill>
                  <a:latin typeface="Times New Roman" panose="02020603050405020304" pitchFamily="18" charset="0"/>
                  <a:ea typeface="隶书" panose="02010509060101010101" pitchFamily="49" charset="-122"/>
                </a:rPr>
                <a:t>的独立方程数</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grpSp>
        <p:nvGrpSpPr>
          <p:cNvPr id="239" name="Group 50"/>
          <p:cNvGrpSpPr/>
          <p:nvPr/>
        </p:nvGrpSpPr>
        <p:grpSpPr>
          <a:xfrm>
            <a:off x="1790065" y="3137535"/>
            <a:ext cx="8611235" cy="659130"/>
            <a:chOff x="975" y="2223"/>
            <a:chExt cx="3901" cy="391"/>
          </a:xfrm>
        </p:grpSpPr>
        <p:pic>
          <p:nvPicPr>
            <p:cNvPr id="2097196" name="Picture 18" descr="GEL Rounded Rectangle aquamarine">
              <a:hlinkClick r:id="rId5" action="ppaction://hlinksldjump"/>
            </p:cNvPr>
            <p:cNvPicPr>
              <a:picLocks noChangeAspect="1"/>
            </p:cNvPicPr>
            <p:nvPr/>
          </p:nvPicPr>
          <p:blipFill>
            <a:blip r:embed="rId2"/>
            <a:stretch>
              <a:fillRect/>
            </a:stretch>
          </p:blipFill>
          <p:spPr>
            <a:xfrm>
              <a:off x="975" y="2223"/>
              <a:ext cx="767" cy="391"/>
            </a:xfrm>
            <a:prstGeom prst="rect">
              <a:avLst/>
            </a:prstGeom>
            <a:noFill/>
            <a:ln w="9525">
              <a:noFill/>
            </a:ln>
          </p:spPr>
        </p:pic>
        <p:sp>
          <p:nvSpPr>
            <p:cNvPr id="1048918" name="Text Box 19">
              <a:hlinkClick r:id="rId5" action="ppaction://hlinksldjump"/>
            </p:cNvPr>
            <p:cNvSpPr txBox="1"/>
            <p:nvPr/>
          </p:nvSpPr>
          <p:spPr>
            <a:xfrm>
              <a:off x="1167" y="2253"/>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3.3</a:t>
              </a:r>
              <a:endParaRPr lang="en-US" altLang="zh-CN" sz="2800" dirty="0">
                <a:solidFill>
                  <a:srgbClr val="CC0000"/>
                </a:solidFill>
                <a:latin typeface="Times New Roman" panose="02020603050405020304" pitchFamily="18" charset="0"/>
              </a:endParaRPr>
            </a:p>
          </p:txBody>
        </p:sp>
        <p:pic>
          <p:nvPicPr>
            <p:cNvPr id="2097197" name="Picture 21" descr="GEL Rounded Rectangle aquamarine">
              <a:hlinkClick r:id="rId5" action="ppaction://hlinksldjump"/>
            </p:cNvPr>
            <p:cNvPicPr>
              <a:picLocks noChangeAspect="1"/>
            </p:cNvPicPr>
            <p:nvPr/>
          </p:nvPicPr>
          <p:blipFill>
            <a:blip r:embed="rId3"/>
            <a:stretch>
              <a:fillRect/>
            </a:stretch>
          </p:blipFill>
          <p:spPr>
            <a:xfrm>
              <a:off x="1687" y="2223"/>
              <a:ext cx="3189" cy="391"/>
            </a:xfrm>
            <a:prstGeom prst="rect">
              <a:avLst/>
            </a:prstGeom>
            <a:noFill/>
            <a:ln w="9525">
              <a:noFill/>
            </a:ln>
          </p:spPr>
        </p:pic>
        <p:sp>
          <p:nvSpPr>
            <p:cNvPr id="1048919" name="Text Box 22">
              <a:hlinkClick r:id="rId5" action="ppaction://hlinksldjump"/>
            </p:cNvPr>
            <p:cNvSpPr txBox="1"/>
            <p:nvPr/>
          </p:nvSpPr>
          <p:spPr>
            <a:xfrm>
              <a:off x="1893" y="2252"/>
              <a:ext cx="2777" cy="310"/>
            </a:xfrm>
            <a:prstGeom prst="rect">
              <a:avLst/>
            </a:prstGeom>
            <a:noFill/>
            <a:ln w="9525">
              <a:noFill/>
            </a:ln>
          </p:spPr>
          <p:txBody>
            <a:bodyPr>
              <a:spAutoFit/>
            </a:bodyPr>
            <a:p>
              <a:pPr eaLnBrk="1" hangingPunct="1">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支路电流法</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grpSp>
        <p:nvGrpSpPr>
          <p:cNvPr id="240" name="Group 51"/>
          <p:cNvGrpSpPr/>
          <p:nvPr/>
        </p:nvGrpSpPr>
        <p:grpSpPr>
          <a:xfrm>
            <a:off x="1790065" y="3785235"/>
            <a:ext cx="8611235" cy="659130"/>
            <a:chOff x="975" y="2631"/>
            <a:chExt cx="3901" cy="391"/>
          </a:xfrm>
        </p:grpSpPr>
        <p:pic>
          <p:nvPicPr>
            <p:cNvPr id="2097198" name="Picture 24" descr="GEL Rounded Rectangle aquamarine">
              <a:hlinkClick r:id="rId6" action="ppaction://hlinksldjump"/>
            </p:cNvPr>
            <p:cNvPicPr>
              <a:picLocks noChangeAspect="1"/>
            </p:cNvPicPr>
            <p:nvPr/>
          </p:nvPicPr>
          <p:blipFill>
            <a:blip r:embed="rId2"/>
            <a:stretch>
              <a:fillRect/>
            </a:stretch>
          </p:blipFill>
          <p:spPr>
            <a:xfrm>
              <a:off x="975" y="2631"/>
              <a:ext cx="767" cy="391"/>
            </a:xfrm>
            <a:prstGeom prst="rect">
              <a:avLst/>
            </a:prstGeom>
            <a:noFill/>
            <a:ln w="9525">
              <a:noFill/>
            </a:ln>
          </p:spPr>
        </p:pic>
        <p:sp>
          <p:nvSpPr>
            <p:cNvPr id="1048920" name="Text Box 25">
              <a:hlinkClick r:id="rId6" action="ppaction://hlinksldjump"/>
            </p:cNvPr>
            <p:cNvSpPr txBox="1"/>
            <p:nvPr/>
          </p:nvSpPr>
          <p:spPr>
            <a:xfrm>
              <a:off x="1167" y="2661"/>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3.4</a:t>
              </a:r>
              <a:endParaRPr lang="en-US" altLang="zh-CN" sz="2800" dirty="0">
                <a:solidFill>
                  <a:srgbClr val="CC0000"/>
                </a:solidFill>
                <a:latin typeface="Times New Roman" panose="02020603050405020304" pitchFamily="18" charset="0"/>
              </a:endParaRPr>
            </a:p>
          </p:txBody>
        </p:sp>
        <p:pic>
          <p:nvPicPr>
            <p:cNvPr id="2097199" name="Picture 27" descr="GEL Rounded Rectangle aquamarine">
              <a:hlinkClick r:id="rId6" action="ppaction://hlinksldjump"/>
            </p:cNvPr>
            <p:cNvPicPr>
              <a:picLocks noChangeAspect="1"/>
            </p:cNvPicPr>
            <p:nvPr/>
          </p:nvPicPr>
          <p:blipFill>
            <a:blip r:embed="rId3"/>
            <a:stretch>
              <a:fillRect/>
            </a:stretch>
          </p:blipFill>
          <p:spPr>
            <a:xfrm>
              <a:off x="1687" y="2631"/>
              <a:ext cx="3189" cy="391"/>
            </a:xfrm>
            <a:prstGeom prst="rect">
              <a:avLst/>
            </a:prstGeom>
            <a:noFill/>
            <a:ln w="9525">
              <a:noFill/>
            </a:ln>
          </p:spPr>
        </p:pic>
        <p:sp>
          <p:nvSpPr>
            <p:cNvPr id="1048921" name="Text Box 28">
              <a:hlinkClick r:id="rId6" action="ppaction://hlinksldjump"/>
            </p:cNvPr>
            <p:cNvSpPr txBox="1"/>
            <p:nvPr/>
          </p:nvSpPr>
          <p:spPr>
            <a:xfrm>
              <a:off x="1893" y="2660"/>
              <a:ext cx="2777" cy="310"/>
            </a:xfrm>
            <a:prstGeom prst="rect">
              <a:avLst/>
            </a:prstGeom>
            <a:noFill/>
            <a:ln w="9525">
              <a:noFill/>
            </a:ln>
          </p:spPr>
          <p:txBody>
            <a:bodyPr>
              <a:spAutoFit/>
            </a:bodyPr>
            <a:p>
              <a:pPr eaLnBrk="1" hangingPunct="1">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网孔电流法</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grpSp>
        <p:nvGrpSpPr>
          <p:cNvPr id="241" name="Group 52"/>
          <p:cNvGrpSpPr/>
          <p:nvPr/>
        </p:nvGrpSpPr>
        <p:grpSpPr>
          <a:xfrm>
            <a:off x="1790065" y="4432935"/>
            <a:ext cx="8611235" cy="659130"/>
            <a:chOff x="975" y="3039"/>
            <a:chExt cx="3901" cy="391"/>
          </a:xfrm>
        </p:grpSpPr>
        <p:pic>
          <p:nvPicPr>
            <p:cNvPr id="2097200" name="Picture 30" descr="GEL Rounded Rectangle aquamarine">
              <a:hlinkClick r:id="rId6" action="ppaction://hlinksldjump"/>
            </p:cNvPr>
            <p:cNvPicPr>
              <a:picLocks noChangeAspect="1"/>
            </p:cNvPicPr>
            <p:nvPr/>
          </p:nvPicPr>
          <p:blipFill>
            <a:blip r:embed="rId2"/>
            <a:stretch>
              <a:fillRect/>
            </a:stretch>
          </p:blipFill>
          <p:spPr>
            <a:xfrm>
              <a:off x="975" y="3039"/>
              <a:ext cx="767" cy="391"/>
            </a:xfrm>
            <a:prstGeom prst="rect">
              <a:avLst/>
            </a:prstGeom>
            <a:noFill/>
            <a:ln w="9525">
              <a:noFill/>
            </a:ln>
          </p:spPr>
        </p:pic>
        <p:sp>
          <p:nvSpPr>
            <p:cNvPr id="1048922" name="Text Box 31">
              <a:hlinkClick r:id="rId6" action="ppaction://hlinksldjump"/>
            </p:cNvPr>
            <p:cNvSpPr txBox="1"/>
            <p:nvPr/>
          </p:nvSpPr>
          <p:spPr>
            <a:xfrm>
              <a:off x="1167" y="3069"/>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3.5</a:t>
              </a:r>
              <a:endParaRPr lang="en-US" altLang="zh-CN" sz="2800" dirty="0">
                <a:solidFill>
                  <a:srgbClr val="CC0000"/>
                </a:solidFill>
                <a:latin typeface="Times New Roman" panose="02020603050405020304" pitchFamily="18" charset="0"/>
              </a:endParaRPr>
            </a:p>
          </p:txBody>
        </p:sp>
        <p:pic>
          <p:nvPicPr>
            <p:cNvPr id="2097201" name="Picture 33" descr="GEL Rounded Rectangle aquamarine">
              <a:hlinkClick r:id="rId6" action="ppaction://hlinksldjump"/>
            </p:cNvPr>
            <p:cNvPicPr>
              <a:picLocks noChangeAspect="1"/>
            </p:cNvPicPr>
            <p:nvPr/>
          </p:nvPicPr>
          <p:blipFill>
            <a:blip r:embed="rId3"/>
            <a:stretch>
              <a:fillRect/>
            </a:stretch>
          </p:blipFill>
          <p:spPr>
            <a:xfrm>
              <a:off x="1687" y="3039"/>
              <a:ext cx="3189" cy="391"/>
            </a:xfrm>
            <a:prstGeom prst="rect">
              <a:avLst/>
            </a:prstGeom>
            <a:noFill/>
            <a:ln w="9525">
              <a:noFill/>
            </a:ln>
          </p:spPr>
        </p:pic>
        <p:sp>
          <p:nvSpPr>
            <p:cNvPr id="1048923" name="Text Box 34">
              <a:hlinkClick r:id="rId6" action="ppaction://hlinksldjump"/>
            </p:cNvPr>
            <p:cNvSpPr txBox="1"/>
            <p:nvPr/>
          </p:nvSpPr>
          <p:spPr>
            <a:xfrm>
              <a:off x="1893" y="3068"/>
              <a:ext cx="2777" cy="310"/>
            </a:xfrm>
            <a:prstGeom prst="rect">
              <a:avLst/>
            </a:prstGeom>
            <a:noFill/>
            <a:ln w="9525">
              <a:noFill/>
            </a:ln>
          </p:spPr>
          <p:txBody>
            <a:bodyPr>
              <a:spAutoFit/>
            </a:bodyPr>
            <a:p>
              <a:pPr eaLnBrk="1" hangingPunct="1">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回路电流法</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grpSp>
        <p:nvGrpSpPr>
          <p:cNvPr id="242" name="Group 53"/>
          <p:cNvGrpSpPr/>
          <p:nvPr/>
        </p:nvGrpSpPr>
        <p:grpSpPr>
          <a:xfrm>
            <a:off x="1790065" y="5080635"/>
            <a:ext cx="8611235" cy="659130"/>
            <a:chOff x="975" y="3447"/>
            <a:chExt cx="3901" cy="391"/>
          </a:xfrm>
        </p:grpSpPr>
        <p:pic>
          <p:nvPicPr>
            <p:cNvPr id="2097202" name="Picture 36" descr="GEL Rounded Rectangle aquamarine">
              <a:hlinkClick r:id="rId6" action="ppaction://hlinksldjump"/>
            </p:cNvPr>
            <p:cNvPicPr>
              <a:picLocks noChangeAspect="1"/>
            </p:cNvPicPr>
            <p:nvPr/>
          </p:nvPicPr>
          <p:blipFill>
            <a:blip r:embed="rId2"/>
            <a:stretch>
              <a:fillRect/>
            </a:stretch>
          </p:blipFill>
          <p:spPr>
            <a:xfrm>
              <a:off x="975" y="3447"/>
              <a:ext cx="767" cy="391"/>
            </a:xfrm>
            <a:prstGeom prst="rect">
              <a:avLst/>
            </a:prstGeom>
            <a:noFill/>
            <a:ln w="9525">
              <a:noFill/>
            </a:ln>
          </p:spPr>
        </p:pic>
        <p:sp>
          <p:nvSpPr>
            <p:cNvPr id="1048924" name="Text Box 37">
              <a:hlinkClick r:id="rId6" action="ppaction://hlinksldjump"/>
            </p:cNvPr>
            <p:cNvSpPr txBox="1"/>
            <p:nvPr/>
          </p:nvSpPr>
          <p:spPr>
            <a:xfrm>
              <a:off x="1167" y="3477"/>
              <a:ext cx="398" cy="310"/>
            </a:xfrm>
            <a:prstGeom prst="rect">
              <a:avLst/>
            </a:prstGeom>
            <a:noFill/>
            <a:ln w="9525">
              <a:noFill/>
            </a:ln>
          </p:spPr>
          <p:txBody>
            <a:bodyPr>
              <a:spAutoFit/>
            </a:bodyPr>
            <a:p>
              <a:pPr eaLnBrk="1" hangingPunct="1">
                <a:spcBef>
                  <a:spcPct val="50000"/>
                </a:spcBef>
              </a:pPr>
              <a:r>
                <a:rPr lang="en-US" altLang="zh-CN" sz="2800" dirty="0">
                  <a:solidFill>
                    <a:srgbClr val="CC0000"/>
                  </a:solidFill>
                  <a:latin typeface="Times New Roman" panose="02020603050405020304" pitchFamily="18" charset="0"/>
                </a:rPr>
                <a:t>3.6</a:t>
              </a:r>
              <a:endParaRPr lang="en-US" altLang="zh-CN" sz="2800" dirty="0">
                <a:solidFill>
                  <a:srgbClr val="CC0000"/>
                </a:solidFill>
                <a:latin typeface="Times New Roman" panose="02020603050405020304" pitchFamily="18" charset="0"/>
              </a:endParaRPr>
            </a:p>
          </p:txBody>
        </p:sp>
        <p:pic>
          <p:nvPicPr>
            <p:cNvPr id="2097203" name="Picture 39" descr="GEL Rounded Rectangle aquamarine">
              <a:hlinkClick r:id="rId6" action="ppaction://hlinksldjump"/>
            </p:cNvPr>
            <p:cNvPicPr>
              <a:picLocks noChangeAspect="1"/>
            </p:cNvPicPr>
            <p:nvPr/>
          </p:nvPicPr>
          <p:blipFill>
            <a:blip r:embed="rId3"/>
            <a:stretch>
              <a:fillRect/>
            </a:stretch>
          </p:blipFill>
          <p:spPr>
            <a:xfrm>
              <a:off x="1687" y="3447"/>
              <a:ext cx="3189" cy="391"/>
            </a:xfrm>
            <a:prstGeom prst="rect">
              <a:avLst/>
            </a:prstGeom>
            <a:noFill/>
            <a:ln w="9525">
              <a:noFill/>
            </a:ln>
          </p:spPr>
        </p:pic>
        <p:sp>
          <p:nvSpPr>
            <p:cNvPr id="1048925" name="Text Box 40">
              <a:hlinkClick r:id="rId6" action="ppaction://hlinksldjump"/>
            </p:cNvPr>
            <p:cNvSpPr txBox="1"/>
            <p:nvPr/>
          </p:nvSpPr>
          <p:spPr>
            <a:xfrm>
              <a:off x="1893" y="3476"/>
              <a:ext cx="2777" cy="310"/>
            </a:xfrm>
            <a:prstGeom prst="rect">
              <a:avLst/>
            </a:prstGeom>
            <a:noFill/>
            <a:ln w="9525">
              <a:noFill/>
            </a:ln>
          </p:spPr>
          <p:txBody>
            <a:bodyPr>
              <a:spAutoFit/>
            </a:bodyPr>
            <a:p>
              <a:pPr eaLnBrk="1" hangingPunct="1">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结点电压法</a:t>
              </a:r>
              <a:endParaRPr lang="zh-CN" altLang="en-US" sz="2800" dirty="0">
                <a:solidFill>
                  <a:srgbClr val="CC0000"/>
                </a:solidFill>
                <a:latin typeface="Times New Roman" panose="02020603050405020304" pitchFamily="18" charset="0"/>
                <a:ea typeface="隶书" panose="02010509060101010101" pitchFamily="49" charset="-122"/>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1048926" name="Rectangle 2"/>
          <p:cNvSpPr>
            <a:spLocks noGrp="1" noChangeArrowheads="1"/>
          </p:cNvSpPr>
          <p:nvPr>
            <p:ph type="title" idx="4294967295"/>
          </p:nvPr>
        </p:nvSpPr>
        <p:spPr bwMode="gray">
          <a:xfrm>
            <a:off x="68580" y="917575"/>
            <a:ext cx="7696200" cy="563245"/>
          </a:xfrm>
          <a:noFill/>
        </p:spPr>
        <p:txBody>
          <a:bodyPr vert="horz" wrap="square" lIns="91440" tIns="45720" rIns="91440" bIns="45720" numCol="1" rtlCol="0" anchor="ctr" anchorCtr="0" compatLnSpc="1">
            <a:normAutofit fontScale="90000"/>
          </a:bodyPr>
          <a:p>
            <a:pPr eaLnBrk="1" hangingPunct="1"/>
            <a:r>
              <a:rPr lang="zh-CN" altLang="en-US" b="1" smtClean="0">
                <a:ea typeface="宋体" panose="02010600030101010101" pitchFamily="2" charset="-122"/>
              </a:rPr>
              <a:t>本章基本知识结构框图</a:t>
            </a:r>
            <a:endParaRPr lang="en-US" altLang="zh-CN" b="1" smtClean="0">
              <a:ea typeface="宋体" panose="02010600030101010101" pitchFamily="2" charset="-122"/>
            </a:endParaRPr>
          </a:p>
        </p:txBody>
      </p:sp>
      <p:sp>
        <p:nvSpPr>
          <p:cNvPr id="1048927" name="AutoShape 4"/>
          <p:cNvSpPr>
            <a:spLocks noChangeArrowheads="1"/>
          </p:cNvSpPr>
          <p:nvPr/>
        </p:nvSpPr>
        <p:spPr bwMode="gray">
          <a:xfrm>
            <a:off x="2847975" y="1851025"/>
            <a:ext cx="8136255" cy="720725"/>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28" name="AutoShape 5"/>
          <p:cNvSpPr>
            <a:spLocks noChangeArrowheads="1"/>
          </p:cNvSpPr>
          <p:nvPr/>
        </p:nvSpPr>
        <p:spPr bwMode="gray">
          <a:xfrm>
            <a:off x="2495550" y="1876425"/>
            <a:ext cx="784225" cy="685800"/>
          </a:xfrm>
          <a:prstGeom prst="diamond">
            <a:avLst/>
          </a:prstGeom>
          <a:solidFill>
            <a:schemeClr val="accent2"/>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29" name="Text Box 6"/>
          <p:cNvSpPr txBox="1">
            <a:spLocks noChangeArrowheads="1"/>
          </p:cNvSpPr>
          <p:nvPr/>
        </p:nvSpPr>
        <p:spPr bwMode="gray">
          <a:xfrm>
            <a:off x="2846705" y="1924050"/>
            <a:ext cx="8426450"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a:solidFill>
                  <a:srgbClr val="000000"/>
                </a:solidFill>
                <a:ea typeface="黑体" panose="02010609060101010101" pitchFamily="49" charset="-122"/>
              </a:rPr>
              <a:t>    </a:t>
            </a:r>
            <a:r>
              <a:rPr lang="en-US" altLang="zh-CN" sz="2800" b="1" dirty="0" smtClean="0">
                <a:solidFill>
                  <a:srgbClr val="000000"/>
                </a:solidFill>
                <a:ea typeface="黑体" panose="02010609060101010101" pitchFamily="49" charset="-122"/>
              </a:rPr>
              <a:t>KCL</a:t>
            </a:r>
            <a:r>
              <a:rPr lang="zh-CN" altLang="en-US" sz="2800" b="1" dirty="0">
                <a:solidFill>
                  <a:srgbClr val="000000"/>
                </a:solidFill>
                <a:ea typeface="黑体" panose="02010609060101010101" pitchFamily="49" charset="-122"/>
              </a:rPr>
              <a:t>和</a:t>
            </a:r>
            <a:r>
              <a:rPr lang="en-US" altLang="zh-CN" sz="2800" b="1" dirty="0">
                <a:solidFill>
                  <a:srgbClr val="000000"/>
                </a:solidFill>
                <a:ea typeface="黑体" panose="02010609060101010101" pitchFamily="49" charset="-122"/>
              </a:rPr>
              <a:t>KVL</a:t>
            </a:r>
            <a:r>
              <a:rPr lang="zh-CN" altLang="en-US" sz="2800" b="1" dirty="0">
                <a:solidFill>
                  <a:srgbClr val="000000"/>
                </a:solidFill>
                <a:ea typeface="黑体" panose="02010609060101010101" pitchFamily="49" charset="-122"/>
              </a:rPr>
              <a:t>独立方程个数</a:t>
            </a:r>
            <a:endParaRPr lang="zh-CN" altLang="en-US" sz="2800" b="1" dirty="0">
              <a:solidFill>
                <a:srgbClr val="000000"/>
              </a:solidFill>
              <a:ea typeface="黑体" panose="02010609060101010101" pitchFamily="49" charset="-122"/>
            </a:endParaRPr>
          </a:p>
        </p:txBody>
      </p:sp>
      <p:sp>
        <p:nvSpPr>
          <p:cNvPr id="1048930" name="Text Box 7"/>
          <p:cNvSpPr txBox="1">
            <a:spLocks noChangeArrowheads="1"/>
          </p:cNvSpPr>
          <p:nvPr/>
        </p:nvSpPr>
        <p:spPr bwMode="gray">
          <a:xfrm>
            <a:off x="2697480" y="1995170"/>
            <a:ext cx="354330" cy="45720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1</a:t>
            </a:r>
            <a:endParaRPr lang="en-US" altLang="zh-CN" sz="2400">
              <a:solidFill>
                <a:schemeClr val="bg1"/>
              </a:solidFill>
              <a:ea typeface="宋体" panose="02010600030101010101" pitchFamily="2" charset="-122"/>
            </a:endParaRPr>
          </a:p>
        </p:txBody>
      </p:sp>
      <p:sp>
        <p:nvSpPr>
          <p:cNvPr id="1048931" name="AutoShape 8"/>
          <p:cNvSpPr>
            <a:spLocks noChangeArrowheads="1"/>
          </p:cNvSpPr>
          <p:nvPr/>
        </p:nvSpPr>
        <p:spPr bwMode="gray">
          <a:xfrm>
            <a:off x="2970213" y="3074670"/>
            <a:ext cx="7942262" cy="776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32" name="AutoShape 9"/>
          <p:cNvSpPr>
            <a:spLocks noChangeArrowheads="1"/>
          </p:cNvSpPr>
          <p:nvPr/>
        </p:nvSpPr>
        <p:spPr bwMode="gray">
          <a:xfrm>
            <a:off x="2495550" y="3103246"/>
            <a:ext cx="784225" cy="828675"/>
          </a:xfrm>
          <a:prstGeom prst="diamond">
            <a:avLst/>
          </a:prstGeom>
          <a:solidFill>
            <a:schemeClr val="accent1"/>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33" name="Text Box 10"/>
          <p:cNvSpPr txBox="1">
            <a:spLocks noChangeArrowheads="1"/>
          </p:cNvSpPr>
          <p:nvPr/>
        </p:nvSpPr>
        <p:spPr bwMode="gray">
          <a:xfrm>
            <a:off x="2754314" y="3204846"/>
            <a:ext cx="78708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00"/>
                </a:solidFill>
                <a:ea typeface="黑体" panose="02010609060101010101" pitchFamily="49" charset="-122"/>
              </a:rPr>
              <a:t>      支路电流和网孔电流法</a:t>
            </a:r>
            <a:endParaRPr lang="zh-CN" altLang="en-US" sz="2800" b="1">
              <a:solidFill>
                <a:srgbClr val="000000"/>
              </a:solidFill>
              <a:ea typeface="黑体" panose="02010609060101010101" pitchFamily="49" charset="-122"/>
            </a:endParaRPr>
          </a:p>
        </p:txBody>
      </p:sp>
      <p:sp>
        <p:nvSpPr>
          <p:cNvPr id="1048934" name="Text Box 11"/>
          <p:cNvSpPr txBox="1">
            <a:spLocks noChangeArrowheads="1"/>
          </p:cNvSpPr>
          <p:nvPr/>
        </p:nvSpPr>
        <p:spPr bwMode="gray">
          <a:xfrm>
            <a:off x="2716160" y="3258080"/>
            <a:ext cx="352425"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dirty="0">
                <a:solidFill>
                  <a:schemeClr val="bg1"/>
                </a:solidFill>
                <a:ea typeface="宋体" panose="02010600030101010101" pitchFamily="2" charset="-122"/>
              </a:rPr>
              <a:t>2</a:t>
            </a:r>
            <a:endParaRPr lang="en-US" altLang="zh-CN" sz="2400" dirty="0">
              <a:solidFill>
                <a:schemeClr val="bg1"/>
              </a:solidFill>
              <a:ea typeface="宋体" panose="02010600030101010101" pitchFamily="2" charset="-122"/>
            </a:endParaRPr>
          </a:p>
        </p:txBody>
      </p:sp>
      <p:sp>
        <p:nvSpPr>
          <p:cNvPr id="1048935" name="AutoShape 12"/>
          <p:cNvSpPr>
            <a:spLocks noChangeArrowheads="1"/>
          </p:cNvSpPr>
          <p:nvPr/>
        </p:nvSpPr>
        <p:spPr bwMode="gray">
          <a:xfrm>
            <a:off x="2968626" y="4292283"/>
            <a:ext cx="7872413" cy="79216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36" name="AutoShape 13"/>
          <p:cNvSpPr>
            <a:spLocks noChangeArrowheads="1"/>
          </p:cNvSpPr>
          <p:nvPr/>
        </p:nvSpPr>
        <p:spPr bwMode="gray">
          <a:xfrm>
            <a:off x="2465389" y="4292283"/>
            <a:ext cx="803275" cy="792162"/>
          </a:xfrm>
          <a:prstGeom prst="diamond">
            <a:avLst/>
          </a:prstGeom>
          <a:solidFill>
            <a:schemeClr val="hlink"/>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37" name="Text Box 14"/>
          <p:cNvSpPr txBox="1">
            <a:spLocks noChangeArrowheads="1"/>
          </p:cNvSpPr>
          <p:nvPr/>
        </p:nvSpPr>
        <p:spPr bwMode="gray">
          <a:xfrm>
            <a:off x="2608264" y="4420871"/>
            <a:ext cx="82327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00"/>
                </a:solidFill>
                <a:ea typeface="黑体" panose="02010609060101010101" pitchFamily="49" charset="-122"/>
              </a:rPr>
              <a:t>       回路电流法</a:t>
            </a:r>
            <a:endParaRPr lang="zh-CN" altLang="en-US" sz="2800" b="1">
              <a:solidFill>
                <a:srgbClr val="000000"/>
              </a:solidFill>
              <a:ea typeface="黑体" panose="02010609060101010101" pitchFamily="49" charset="-122"/>
            </a:endParaRPr>
          </a:p>
        </p:txBody>
      </p:sp>
      <p:sp>
        <p:nvSpPr>
          <p:cNvPr id="1048938" name="Text Box 15"/>
          <p:cNvSpPr txBox="1">
            <a:spLocks noChangeArrowheads="1"/>
          </p:cNvSpPr>
          <p:nvPr/>
        </p:nvSpPr>
        <p:spPr bwMode="gray">
          <a:xfrm>
            <a:off x="2693195" y="4482783"/>
            <a:ext cx="352425"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3</a:t>
            </a:r>
            <a:endParaRPr lang="en-US" altLang="zh-CN" sz="2400">
              <a:solidFill>
                <a:schemeClr val="bg1"/>
              </a:solidFill>
              <a:ea typeface="宋体" panose="02010600030101010101" pitchFamily="2" charset="-122"/>
            </a:endParaRPr>
          </a:p>
        </p:txBody>
      </p:sp>
      <p:sp>
        <p:nvSpPr>
          <p:cNvPr id="1048939" name="AutoShape 16"/>
          <p:cNvSpPr>
            <a:spLocks noChangeArrowheads="1"/>
          </p:cNvSpPr>
          <p:nvPr/>
        </p:nvSpPr>
        <p:spPr bwMode="gray">
          <a:xfrm>
            <a:off x="2968626" y="5444808"/>
            <a:ext cx="7872413" cy="79216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40" name="AutoShape 17"/>
          <p:cNvSpPr>
            <a:spLocks noChangeArrowheads="1"/>
          </p:cNvSpPr>
          <p:nvPr/>
        </p:nvSpPr>
        <p:spPr bwMode="gray">
          <a:xfrm>
            <a:off x="2465389" y="5444808"/>
            <a:ext cx="803275" cy="792162"/>
          </a:xfrm>
          <a:prstGeom prst="diamond">
            <a:avLst/>
          </a:prstGeom>
          <a:solidFill>
            <a:schemeClr val="hlink"/>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41" name="Text Box 18"/>
          <p:cNvSpPr txBox="1">
            <a:spLocks noChangeArrowheads="1"/>
          </p:cNvSpPr>
          <p:nvPr/>
        </p:nvSpPr>
        <p:spPr bwMode="gray">
          <a:xfrm>
            <a:off x="2608264" y="5573396"/>
            <a:ext cx="82327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00"/>
                </a:solidFill>
                <a:ea typeface="黑体" panose="02010609060101010101" pitchFamily="49" charset="-122"/>
              </a:rPr>
              <a:t>       节点电压法</a:t>
            </a:r>
            <a:endParaRPr lang="zh-CN" altLang="en-US" sz="2800" b="1">
              <a:solidFill>
                <a:srgbClr val="000000"/>
              </a:solidFill>
              <a:ea typeface="黑体" panose="02010609060101010101" pitchFamily="49" charset="-122"/>
            </a:endParaRPr>
          </a:p>
        </p:txBody>
      </p:sp>
      <p:sp>
        <p:nvSpPr>
          <p:cNvPr id="1048942" name="Text Box 19"/>
          <p:cNvSpPr txBox="1">
            <a:spLocks noChangeArrowheads="1"/>
          </p:cNvSpPr>
          <p:nvPr/>
        </p:nvSpPr>
        <p:spPr bwMode="gray">
          <a:xfrm>
            <a:off x="2693195" y="5635308"/>
            <a:ext cx="352425"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4</a:t>
            </a:r>
            <a:endParaRPr lang="en-US" altLang="zh-CN" sz="2400">
              <a:solidFill>
                <a:schemeClr val="bg1"/>
              </a:solidFill>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44" name=""/>
        <p:cNvGrpSpPr/>
        <p:nvPr/>
      </p:nvGrpSpPr>
      <p:grpSpPr>
        <a:xfrm>
          <a:off x="0" y="0"/>
          <a:ext cx="0" cy="0"/>
          <a:chOff x="0" y="0"/>
          <a:chExt cx="0" cy="0"/>
        </a:xfrm>
      </p:grpSpPr>
      <p:sp>
        <p:nvSpPr>
          <p:cNvPr id="1048943" name="Rectangle 42"/>
          <p:cNvSpPr>
            <a:spLocks noGrp="1" noChangeArrowheads="1"/>
          </p:cNvSpPr>
          <p:nvPr>
            <p:ph type="title" idx="4294967295"/>
          </p:nvPr>
        </p:nvSpPr>
        <p:spPr bwMode="gray">
          <a:xfrm>
            <a:off x="1351280" y="1236980"/>
            <a:ext cx="4824730" cy="563245"/>
          </a:xfrm>
          <a:noFill/>
        </p:spPr>
        <p:txBody>
          <a:bodyPr vert="horz" wrap="square" lIns="91440" tIns="45720" rIns="91440" bIns="45720" numCol="1" rtlCol="0" anchor="ctr" anchorCtr="0" compatLnSpc="1">
            <a:normAutofit fontScale="90000"/>
          </a:bodyPr>
          <a:p>
            <a:pPr eaLnBrk="1" hangingPunct="1"/>
            <a:r>
              <a:rPr lang="zh-CN" altLang="en-US" b="1" smtClean="0">
                <a:ea typeface="宋体" panose="02010600030101010101" pitchFamily="2" charset="-122"/>
              </a:rPr>
              <a:t>本章知识的难点</a:t>
            </a:r>
            <a:endParaRPr lang="en-US" altLang="zh-CN" b="1" smtClean="0">
              <a:ea typeface="宋体" panose="02010600030101010101" pitchFamily="2" charset="-122"/>
            </a:endParaRPr>
          </a:p>
        </p:txBody>
      </p:sp>
      <p:grpSp>
        <p:nvGrpSpPr>
          <p:cNvPr id="245" name="Group 43"/>
          <p:cNvGrpSpPr/>
          <p:nvPr/>
        </p:nvGrpSpPr>
        <p:grpSpPr bwMode="auto">
          <a:xfrm>
            <a:off x="3134153" y="2443163"/>
            <a:ext cx="6541959" cy="720725"/>
            <a:chOff x="116" y="929"/>
            <a:chExt cx="5571" cy="454"/>
          </a:xfrm>
        </p:grpSpPr>
        <p:sp>
          <p:nvSpPr>
            <p:cNvPr id="1048944" name="AutoShape 44"/>
            <p:cNvSpPr>
              <a:spLocks noChangeArrowheads="1"/>
            </p:cNvSpPr>
            <p:nvPr/>
          </p:nvSpPr>
          <p:spPr bwMode="gray">
            <a:xfrm>
              <a:off x="538" y="929"/>
              <a:ext cx="4921" cy="454"/>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45" name="AutoShape 45"/>
            <p:cNvSpPr>
              <a:spLocks noChangeArrowheads="1"/>
            </p:cNvSpPr>
            <p:nvPr/>
          </p:nvSpPr>
          <p:spPr bwMode="gray">
            <a:xfrm>
              <a:off x="116" y="951"/>
              <a:ext cx="670" cy="432"/>
            </a:xfrm>
            <a:prstGeom prst="diamond">
              <a:avLst/>
            </a:prstGeom>
            <a:solidFill>
              <a:schemeClr val="accent2"/>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46" name="Text Box 46"/>
            <p:cNvSpPr txBox="1">
              <a:spLocks noChangeArrowheads="1"/>
            </p:cNvSpPr>
            <p:nvPr/>
          </p:nvSpPr>
          <p:spPr bwMode="gray">
            <a:xfrm>
              <a:off x="379" y="997"/>
              <a:ext cx="5308" cy="3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smtClean="0">
                  <a:solidFill>
                    <a:srgbClr val="000000"/>
                  </a:solidFill>
                  <a:ea typeface="黑体" panose="02010609060101010101" pitchFamily="49" charset="-122"/>
                </a:rPr>
                <a:t>    节点电压法中独立电源的处理</a:t>
              </a:r>
              <a:endParaRPr lang="zh-CN" altLang="en-US" sz="2800" b="1" dirty="0">
                <a:solidFill>
                  <a:srgbClr val="000000"/>
                </a:solidFill>
                <a:ea typeface="黑体" panose="02010609060101010101" pitchFamily="49" charset="-122"/>
              </a:endParaRPr>
            </a:p>
          </p:txBody>
        </p:sp>
        <p:sp>
          <p:nvSpPr>
            <p:cNvPr id="1048947" name="Text Box 47"/>
            <p:cNvSpPr txBox="1">
              <a:spLocks noChangeArrowheads="1"/>
            </p:cNvSpPr>
            <p:nvPr/>
          </p:nvSpPr>
          <p:spPr bwMode="gray">
            <a:xfrm>
              <a:off x="333" y="1026"/>
              <a:ext cx="308" cy="28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dirty="0">
                  <a:solidFill>
                    <a:schemeClr val="bg1"/>
                  </a:solidFill>
                  <a:ea typeface="宋体" panose="02010600030101010101" pitchFamily="2" charset="-122"/>
                </a:rPr>
                <a:t>1</a:t>
              </a:r>
              <a:endParaRPr lang="en-US" altLang="zh-CN" sz="2400" dirty="0">
                <a:solidFill>
                  <a:schemeClr val="bg1"/>
                </a:solidFill>
                <a:ea typeface="宋体" panose="02010600030101010101" pitchFamily="2" charset="-122"/>
              </a:endParaRPr>
            </a:p>
          </p:txBody>
        </p:sp>
      </p:grpSp>
      <p:grpSp>
        <p:nvGrpSpPr>
          <p:cNvPr id="246" name="Group 48"/>
          <p:cNvGrpSpPr/>
          <p:nvPr/>
        </p:nvGrpSpPr>
        <p:grpSpPr bwMode="auto">
          <a:xfrm>
            <a:off x="3137799" y="3451225"/>
            <a:ext cx="7213404" cy="857250"/>
            <a:chOff x="1063" y="2341"/>
            <a:chExt cx="3864" cy="540"/>
          </a:xfrm>
        </p:grpSpPr>
        <p:sp>
          <p:nvSpPr>
            <p:cNvPr id="1048948" name="AutoShape 49"/>
            <p:cNvSpPr>
              <a:spLocks noChangeArrowheads="1"/>
            </p:cNvSpPr>
            <p:nvPr/>
          </p:nvSpPr>
          <p:spPr bwMode="gray">
            <a:xfrm>
              <a:off x="1338" y="2341"/>
              <a:ext cx="3084" cy="489"/>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49" name="AutoShape 50"/>
            <p:cNvSpPr>
              <a:spLocks noChangeArrowheads="1"/>
            </p:cNvSpPr>
            <p:nvPr/>
          </p:nvSpPr>
          <p:spPr bwMode="gray">
            <a:xfrm>
              <a:off x="1063" y="2359"/>
              <a:ext cx="420" cy="522"/>
            </a:xfrm>
            <a:prstGeom prst="diamond">
              <a:avLst/>
            </a:prstGeom>
            <a:solidFill>
              <a:schemeClr val="accent1"/>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50" name="Text Box 51"/>
            <p:cNvSpPr txBox="1">
              <a:spLocks noChangeArrowheads="1"/>
            </p:cNvSpPr>
            <p:nvPr/>
          </p:nvSpPr>
          <p:spPr bwMode="gray">
            <a:xfrm>
              <a:off x="1483" y="2441"/>
              <a:ext cx="3444" cy="3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smtClean="0">
                  <a:solidFill>
                    <a:srgbClr val="000000"/>
                  </a:solidFill>
                  <a:ea typeface="黑体" panose="02010609060101010101" pitchFamily="49" charset="-122"/>
                </a:rPr>
                <a:t>回路电流法独立电源的处理</a:t>
              </a:r>
              <a:endParaRPr lang="zh-CN" altLang="en-US" sz="2800" b="1" dirty="0">
                <a:solidFill>
                  <a:srgbClr val="000000"/>
                </a:solidFill>
                <a:ea typeface="黑体" panose="02010609060101010101" pitchFamily="49" charset="-122"/>
              </a:endParaRPr>
            </a:p>
          </p:txBody>
        </p:sp>
        <p:sp>
          <p:nvSpPr>
            <p:cNvPr id="1048951" name="Text Box 52"/>
            <p:cNvSpPr txBox="1">
              <a:spLocks noChangeArrowheads="1"/>
            </p:cNvSpPr>
            <p:nvPr/>
          </p:nvSpPr>
          <p:spPr bwMode="gray">
            <a:xfrm>
              <a:off x="1181" y="2455"/>
              <a:ext cx="189"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dirty="0">
                  <a:solidFill>
                    <a:schemeClr val="bg1"/>
                  </a:solidFill>
                  <a:ea typeface="宋体" panose="02010600030101010101" pitchFamily="2" charset="-122"/>
                </a:rPr>
                <a:t>2</a:t>
              </a:r>
              <a:endParaRPr lang="en-US" altLang="zh-CN" sz="2400" dirty="0">
                <a:solidFill>
                  <a:schemeClr val="bg1"/>
                </a:solidFill>
                <a:ea typeface="宋体" panose="02010600030101010101" pitchFamily="2" charset="-122"/>
              </a:endParaRPr>
            </a:p>
          </p:txBody>
        </p:sp>
      </p:grpSp>
      <p:grpSp>
        <p:nvGrpSpPr>
          <p:cNvPr id="247" name="Group 53"/>
          <p:cNvGrpSpPr/>
          <p:nvPr/>
        </p:nvGrpSpPr>
        <p:grpSpPr bwMode="auto">
          <a:xfrm>
            <a:off x="3134153" y="4467227"/>
            <a:ext cx="7340132" cy="792162"/>
            <a:chOff x="1066" y="3022"/>
            <a:chExt cx="4692" cy="499"/>
          </a:xfrm>
        </p:grpSpPr>
        <p:sp>
          <p:nvSpPr>
            <p:cNvPr id="1048952" name="AutoShape 54"/>
            <p:cNvSpPr>
              <a:spLocks noChangeArrowheads="1"/>
            </p:cNvSpPr>
            <p:nvPr/>
          </p:nvSpPr>
          <p:spPr bwMode="gray">
            <a:xfrm>
              <a:off x="1383" y="3022"/>
              <a:ext cx="3720" cy="49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53" name="AutoShape 55"/>
            <p:cNvSpPr>
              <a:spLocks noChangeArrowheads="1"/>
            </p:cNvSpPr>
            <p:nvPr/>
          </p:nvSpPr>
          <p:spPr bwMode="gray">
            <a:xfrm>
              <a:off x="1066" y="3022"/>
              <a:ext cx="506" cy="499"/>
            </a:xfrm>
            <a:prstGeom prst="diamond">
              <a:avLst/>
            </a:prstGeom>
            <a:solidFill>
              <a:schemeClr val="hlink"/>
            </a:solidFill>
            <a:ln w="25400" algn="ctr">
              <a:solidFill>
                <a:schemeClr val="bg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54" name="Text Box 56"/>
            <p:cNvSpPr txBox="1">
              <a:spLocks noChangeArrowheads="1"/>
            </p:cNvSpPr>
            <p:nvPr/>
          </p:nvSpPr>
          <p:spPr bwMode="gray">
            <a:xfrm>
              <a:off x="1570" y="3091"/>
              <a:ext cx="4188"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dirty="0" smtClean="0">
                  <a:solidFill>
                    <a:srgbClr val="000000"/>
                  </a:solidFill>
                  <a:ea typeface="黑体" panose="02010609060101010101" pitchFamily="49" charset="-122"/>
                </a:rPr>
                <a:t>受控电源的处理</a:t>
              </a:r>
              <a:endParaRPr lang="zh-CN" altLang="en-US" sz="2800" b="1" dirty="0">
                <a:solidFill>
                  <a:srgbClr val="000000"/>
                </a:solidFill>
                <a:ea typeface="黑体" panose="02010609060101010101" pitchFamily="49" charset="-122"/>
              </a:endParaRPr>
            </a:p>
          </p:txBody>
        </p:sp>
        <p:sp>
          <p:nvSpPr>
            <p:cNvPr id="1048955" name="Text Box 57"/>
            <p:cNvSpPr txBox="1">
              <a:spLocks noChangeArrowheads="1"/>
            </p:cNvSpPr>
            <p:nvPr/>
          </p:nvSpPr>
          <p:spPr bwMode="gray">
            <a:xfrm>
              <a:off x="1219" y="3142"/>
              <a:ext cx="22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dirty="0">
                  <a:solidFill>
                    <a:schemeClr val="bg1"/>
                  </a:solidFill>
                  <a:ea typeface="宋体" panose="02010600030101010101" pitchFamily="2" charset="-122"/>
                </a:rPr>
                <a:t>3</a:t>
              </a:r>
              <a:endParaRPr lang="en-US" altLang="zh-CN" sz="2400" dirty="0">
                <a:solidFill>
                  <a:schemeClr val="bg1"/>
                </a:solidFill>
                <a:ea typeface="宋体" panose="02010600030101010101" pitchFamily="2" charset="-122"/>
              </a:endParaRPr>
            </a:p>
          </p:txBody>
        </p:sp>
      </p:grpSp>
      <p:sp>
        <p:nvSpPr>
          <p:cNvPr id="1048956" name="Text Box 61"/>
          <p:cNvSpPr txBox="1">
            <a:spLocks noChangeArrowheads="1"/>
          </p:cNvSpPr>
          <p:nvPr/>
        </p:nvSpPr>
        <p:spPr bwMode="gray">
          <a:xfrm>
            <a:off x="4480402" y="5978208"/>
            <a:ext cx="352425"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4</a:t>
            </a:r>
            <a:endParaRPr lang="en-US" altLang="zh-CN" sz="2400">
              <a:solidFill>
                <a:schemeClr val="bg1"/>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48" name=""/>
        <p:cNvGrpSpPr/>
        <p:nvPr/>
      </p:nvGrpSpPr>
      <p:grpSpPr>
        <a:xfrm>
          <a:off x="0" y="0"/>
          <a:ext cx="0" cy="0"/>
          <a:chOff x="0" y="0"/>
          <a:chExt cx="0" cy="0"/>
        </a:xfrm>
      </p:grpSpPr>
      <p:sp>
        <p:nvSpPr>
          <p:cNvPr id="1048957" name="Text Box 2"/>
          <p:cNvSpPr txBox="1">
            <a:spLocks noChangeArrowheads="1"/>
          </p:cNvSpPr>
          <p:nvPr/>
        </p:nvSpPr>
        <p:spPr bwMode="auto">
          <a:xfrm>
            <a:off x="1475740" y="1049655"/>
            <a:ext cx="4103688"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l"/>
            </a:pPr>
            <a:r>
              <a:rPr kumimoji="1" lang="zh-CN" altLang="en-US" sz="2400" b="1">
                <a:latin typeface="黑体" panose="02010609060101010101" pitchFamily="49" charset="-122"/>
                <a:ea typeface="黑体" panose="02010609060101010101" pitchFamily="49" charset="-122"/>
                <a:cs typeface="黑体" panose="02010609060101010101" pitchFamily="49" charset="-122"/>
              </a:rPr>
              <a:t> 线性电路的一般分析方法</a:t>
            </a:r>
            <a:r>
              <a:rPr kumimoji="1" lang="zh-CN" altLang="en-US" sz="2400" b="1">
                <a:solidFill>
                  <a:srgbClr val="FFFF00"/>
                </a:solidFill>
                <a:latin typeface="黑体" panose="02010609060101010101" pitchFamily="49" charset="-122"/>
                <a:ea typeface="黑体" panose="02010609060101010101" pitchFamily="49" charset="-122"/>
                <a:cs typeface="黑体" panose="02010609060101010101" pitchFamily="49" charset="-122"/>
              </a:rPr>
              <a:t> </a:t>
            </a:r>
            <a:endParaRPr kumimoji="1" lang="zh-CN" altLang="en-US" sz="2400">
              <a:solidFill>
                <a:srgbClr val="FFFF00"/>
              </a:solidFill>
              <a:latin typeface="黑体" panose="02010609060101010101" pitchFamily="49" charset="-122"/>
              <a:ea typeface="黑体" panose="02010609060101010101" pitchFamily="49" charset="-122"/>
              <a:cs typeface="黑体" panose="02010609060101010101" pitchFamily="49" charset="-122"/>
            </a:endParaRPr>
          </a:p>
        </p:txBody>
      </p:sp>
      <p:sp>
        <p:nvSpPr>
          <p:cNvPr id="1048958" name="Text Box 3"/>
          <p:cNvSpPr txBox="1">
            <a:spLocks noChangeArrowheads="1"/>
          </p:cNvSpPr>
          <p:nvPr/>
        </p:nvSpPr>
        <p:spPr bwMode="auto">
          <a:xfrm>
            <a:off x="2194878" y="1770380"/>
            <a:ext cx="54864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黑体" panose="02010609060101010101" pitchFamily="49" charset="-122"/>
                <a:ea typeface="黑体" panose="02010609060101010101" pitchFamily="49" charset="-122"/>
                <a:cs typeface="黑体" panose="02010609060101010101" pitchFamily="49" charset="-122"/>
              </a:rPr>
              <a:t>(1)  </a:t>
            </a:r>
            <a:r>
              <a:rPr kumimoji="1" lang="zh-CN" altLang="en-US" sz="2400" b="1">
                <a:latin typeface="黑体" panose="02010609060101010101" pitchFamily="49" charset="-122"/>
                <a:ea typeface="黑体" panose="02010609060101010101" pitchFamily="49" charset="-122"/>
                <a:cs typeface="黑体" panose="02010609060101010101" pitchFamily="49" charset="-122"/>
              </a:rPr>
              <a:t>普遍性：对任何线性电路都适用。</a:t>
            </a:r>
            <a:endParaRPr kumimoji="1"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048959" name="Text Box 4"/>
          <p:cNvSpPr txBox="1">
            <a:spLocks noChangeArrowheads="1"/>
          </p:cNvSpPr>
          <p:nvPr/>
        </p:nvSpPr>
        <p:spPr bwMode="auto">
          <a:xfrm>
            <a:off x="1609090" y="5010786"/>
            <a:ext cx="8382000" cy="115824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a:latin typeface="黑体" panose="02010609060101010101" pitchFamily="49" charset="-122"/>
                <a:ea typeface="黑体" panose="02010609060101010101" pitchFamily="49" charset="-122"/>
                <a:cs typeface="黑体" panose="02010609060101010101" pitchFamily="49" charset="-122"/>
              </a:rPr>
              <a:t>复杂电路的一般分析法就是根据</a:t>
            </a:r>
            <a:r>
              <a:rPr kumimoji="1" lang="en-US" altLang="zh-CN" sz="2400" b="1">
                <a:latin typeface="黑体" panose="02010609060101010101" pitchFamily="49" charset="-122"/>
                <a:ea typeface="黑体" panose="02010609060101010101" pitchFamily="49" charset="-122"/>
                <a:cs typeface="黑体" panose="02010609060101010101" pitchFamily="49" charset="-122"/>
              </a:rPr>
              <a:t>KCL</a:t>
            </a:r>
            <a:r>
              <a:rPr kumimoji="1" lang="zh-CN" altLang="en-US" sz="2400" b="1">
                <a:latin typeface="黑体" panose="02010609060101010101" pitchFamily="49" charset="-122"/>
                <a:ea typeface="黑体" panose="02010609060101010101" pitchFamily="49" charset="-122"/>
                <a:cs typeface="黑体" panose="02010609060101010101" pitchFamily="49" charset="-122"/>
              </a:rPr>
              <a:t>、</a:t>
            </a:r>
            <a:r>
              <a:rPr kumimoji="1" lang="en-US" altLang="zh-CN" sz="2400" b="1">
                <a:latin typeface="黑体" panose="02010609060101010101" pitchFamily="49" charset="-122"/>
                <a:ea typeface="黑体" panose="02010609060101010101" pitchFamily="49" charset="-122"/>
                <a:cs typeface="黑体" panose="02010609060101010101" pitchFamily="49" charset="-122"/>
              </a:rPr>
              <a:t>KVL</a:t>
            </a:r>
            <a:r>
              <a:rPr kumimoji="1" lang="zh-CN" altLang="en-US" sz="2400" b="1">
                <a:latin typeface="黑体" panose="02010609060101010101" pitchFamily="49" charset="-122"/>
                <a:ea typeface="黑体" panose="02010609060101010101" pitchFamily="49" charset="-122"/>
                <a:cs typeface="黑体" panose="02010609060101010101" pitchFamily="49" charset="-122"/>
              </a:rPr>
              <a:t>及元件电压和电流关系列方程、解方程。根据列方程时所选变量的不同可分为支路电流法、回路电流法和节点电压法。</a:t>
            </a:r>
            <a:endParaRPr kumimoji="1"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048960" name="Text Box 5"/>
          <p:cNvSpPr txBox="1">
            <a:spLocks noChangeArrowheads="1"/>
          </p:cNvSpPr>
          <p:nvPr/>
        </p:nvSpPr>
        <p:spPr bwMode="auto">
          <a:xfrm>
            <a:off x="1978978" y="4362768"/>
            <a:ext cx="54737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a:latin typeface="黑体" panose="02010609060101010101" pitchFamily="49" charset="-122"/>
                <a:ea typeface="黑体" panose="02010609060101010101" pitchFamily="49" charset="-122"/>
                <a:cs typeface="黑体" panose="02010609060101010101" pitchFamily="49" charset="-122"/>
              </a:rPr>
              <a:t>（</a:t>
            </a:r>
            <a:r>
              <a:rPr kumimoji="1" lang="en-US" altLang="zh-CN" sz="2400" b="1">
                <a:latin typeface="黑体" panose="02010609060101010101" pitchFamily="49" charset="-122"/>
                <a:ea typeface="黑体" panose="02010609060101010101" pitchFamily="49" charset="-122"/>
                <a:cs typeface="黑体" panose="02010609060101010101" pitchFamily="49" charset="-122"/>
              </a:rPr>
              <a:t>2</a:t>
            </a:r>
            <a:r>
              <a:rPr kumimoji="1" lang="zh-CN" altLang="en-US" sz="2400" b="1">
                <a:latin typeface="黑体" panose="02010609060101010101" pitchFamily="49" charset="-122"/>
                <a:ea typeface="黑体" panose="02010609060101010101" pitchFamily="49" charset="-122"/>
                <a:cs typeface="黑体" panose="02010609060101010101" pitchFamily="49" charset="-122"/>
              </a:rPr>
              <a:t>）元件的电压、电流关系特性。</a:t>
            </a:r>
            <a:endParaRPr kumimoji="1"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048961" name="Text Box 6"/>
          <p:cNvSpPr txBox="1">
            <a:spLocks noChangeArrowheads="1"/>
          </p:cNvSpPr>
          <p:nvPr/>
        </p:nvSpPr>
        <p:spPr bwMode="auto">
          <a:xfrm>
            <a:off x="1978978" y="3715068"/>
            <a:ext cx="63373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a:latin typeface="黑体" panose="02010609060101010101" pitchFamily="49" charset="-122"/>
                <a:ea typeface="黑体" panose="02010609060101010101" pitchFamily="49" charset="-122"/>
                <a:cs typeface="黑体" panose="02010609060101010101" pitchFamily="49" charset="-122"/>
              </a:rPr>
              <a:t>（</a:t>
            </a:r>
            <a:r>
              <a:rPr kumimoji="1" lang="en-US" altLang="zh-CN" sz="2400" b="1">
                <a:latin typeface="黑体" panose="02010609060101010101" pitchFamily="49" charset="-122"/>
                <a:ea typeface="黑体" panose="02010609060101010101" pitchFamily="49" charset="-122"/>
                <a:cs typeface="黑体" panose="02010609060101010101" pitchFamily="49" charset="-122"/>
              </a:rPr>
              <a:t>1</a:t>
            </a:r>
            <a:r>
              <a:rPr kumimoji="1" lang="zh-CN" altLang="en-US" sz="2400" b="1">
                <a:latin typeface="黑体" panose="02010609060101010101" pitchFamily="49" charset="-122"/>
                <a:ea typeface="黑体" panose="02010609060101010101" pitchFamily="49" charset="-122"/>
                <a:cs typeface="黑体" panose="02010609060101010101" pitchFamily="49" charset="-122"/>
              </a:rPr>
              <a:t>）电路的连接关系</a:t>
            </a:r>
            <a:r>
              <a:rPr kumimoji="1" lang="en-US" altLang="zh-CN" sz="2400" b="1">
                <a:latin typeface="黑体" panose="02010609060101010101" pitchFamily="49" charset="-122"/>
                <a:ea typeface="黑体" panose="02010609060101010101" pitchFamily="49" charset="-122"/>
                <a:cs typeface="黑体" panose="02010609060101010101" pitchFamily="49" charset="-122"/>
              </a:rPr>
              <a:t>—KCL</a:t>
            </a:r>
            <a:r>
              <a:rPr kumimoji="1" lang="zh-CN" altLang="en-US" sz="2400" b="1">
                <a:latin typeface="黑体" panose="02010609060101010101" pitchFamily="49" charset="-122"/>
                <a:ea typeface="黑体" panose="02010609060101010101" pitchFamily="49" charset="-122"/>
                <a:cs typeface="黑体" panose="02010609060101010101" pitchFamily="49" charset="-122"/>
              </a:rPr>
              <a:t>，</a:t>
            </a:r>
            <a:r>
              <a:rPr kumimoji="1" lang="en-US" altLang="zh-CN" sz="2400" b="1">
                <a:latin typeface="黑体" panose="02010609060101010101" pitchFamily="49" charset="-122"/>
                <a:ea typeface="黑体" panose="02010609060101010101" pitchFamily="49" charset="-122"/>
                <a:cs typeface="黑体" panose="02010609060101010101" pitchFamily="49" charset="-122"/>
              </a:rPr>
              <a:t>KVL</a:t>
            </a:r>
            <a:r>
              <a:rPr kumimoji="1" lang="zh-CN" altLang="en-US" sz="2400" b="1">
                <a:latin typeface="黑体" panose="02010609060101010101" pitchFamily="49" charset="-122"/>
                <a:ea typeface="黑体" panose="02010609060101010101" pitchFamily="49" charset="-122"/>
                <a:cs typeface="黑体" panose="02010609060101010101" pitchFamily="49" charset="-122"/>
              </a:rPr>
              <a:t>定律。</a:t>
            </a:r>
            <a:endParaRPr kumimoji="1"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1048962" name="Text Box 7"/>
          <p:cNvSpPr txBox="1">
            <a:spLocks noChangeArrowheads="1"/>
          </p:cNvSpPr>
          <p:nvPr/>
        </p:nvSpPr>
        <p:spPr bwMode="auto">
          <a:xfrm>
            <a:off x="1475740" y="3070860"/>
            <a:ext cx="3609340" cy="460375"/>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l"/>
            </a:pPr>
            <a:r>
              <a:rPr kumimoji="1" lang="zh-CN" altLang="en-US" sz="2400" b="1" dirty="0">
                <a:latin typeface="黑体" panose="02010609060101010101" pitchFamily="49" charset="-122"/>
                <a:ea typeface="黑体" panose="02010609060101010101" pitchFamily="49" charset="-122"/>
                <a:cs typeface="黑体" panose="02010609060101010101" pitchFamily="49" charset="-122"/>
              </a:rPr>
              <a:t>  方法的基础</a:t>
            </a:r>
            <a:endParaRPr kumimoji="1"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1048963" name="Text Box 8"/>
          <p:cNvSpPr txBox="1">
            <a:spLocks noChangeArrowheads="1"/>
          </p:cNvSpPr>
          <p:nvPr/>
        </p:nvSpPr>
        <p:spPr bwMode="auto">
          <a:xfrm>
            <a:off x="2194879" y="2346643"/>
            <a:ext cx="5400675"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黑体" panose="02010609060101010101" pitchFamily="49" charset="-122"/>
                <a:ea typeface="黑体" panose="02010609060101010101" pitchFamily="49" charset="-122"/>
                <a:cs typeface="黑体" panose="02010609060101010101" pitchFamily="49" charset="-122"/>
              </a:rPr>
              <a:t>(2)  </a:t>
            </a:r>
            <a:r>
              <a:rPr kumimoji="1" lang="zh-CN" altLang="en-US" sz="2400" b="1">
                <a:latin typeface="黑体" panose="02010609060101010101" pitchFamily="49" charset="-122"/>
                <a:ea typeface="黑体" panose="02010609060101010101" pitchFamily="49" charset="-122"/>
                <a:cs typeface="黑体" panose="02010609060101010101" pitchFamily="49" charset="-122"/>
              </a:rPr>
              <a:t>系统性：计算方法有规律可循。</a:t>
            </a:r>
            <a:endParaRPr kumimoji="1" lang="zh-CN" altLang="en-US" sz="240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sp>
        <p:nvSpPr>
          <p:cNvPr id="1048976" name="Text Box 6"/>
          <p:cNvSpPr txBox="1">
            <a:spLocks noChangeArrowheads="1"/>
          </p:cNvSpPr>
          <p:nvPr/>
        </p:nvSpPr>
        <p:spPr bwMode="auto">
          <a:xfrm>
            <a:off x="3611881" y="1770699"/>
            <a:ext cx="5618163" cy="202692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3200" b="1" dirty="0">
                <a:latin typeface="黑体" panose="02010609060101010101" pitchFamily="49" charset="-122"/>
                <a:ea typeface="黑体" panose="02010609060101010101" pitchFamily="49" charset="-122"/>
              </a:rPr>
              <a:t>3-1</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a:p>
            <a:pPr algn="ctr" eaLnBrk="1" hangingPunct="1">
              <a:spcBef>
                <a:spcPct val="50000"/>
              </a:spcBef>
            </a:pPr>
            <a:r>
              <a:rPr lang="zh-CN" altLang="en-US" sz="3200" b="1" dirty="0">
                <a:latin typeface="黑体" panose="02010609060101010101" pitchFamily="49" charset="-122"/>
                <a:ea typeface="黑体" panose="02010609060101010101" pitchFamily="49" charset="-122"/>
              </a:rPr>
              <a:t>电路的图</a:t>
            </a:r>
            <a:endParaRPr lang="zh-CN" altLang="en-US" sz="3200" b="1" dirty="0">
              <a:latin typeface="黑体" panose="02010609060101010101" pitchFamily="49" charset="-122"/>
              <a:ea typeface="黑体" panose="02010609060101010101" pitchFamily="49" charset="-122"/>
            </a:endParaRPr>
          </a:p>
          <a:p>
            <a:pPr algn="ctr" eaLnBrk="1" hangingPunct="1">
              <a:spcBef>
                <a:spcPct val="50000"/>
              </a:spcBef>
            </a:pPr>
            <a:r>
              <a:rPr lang="en-US" altLang="zh-CN" sz="3200" b="1" dirty="0">
                <a:latin typeface="黑体" panose="02010609060101010101" pitchFamily="49" charset="-122"/>
                <a:ea typeface="黑体" panose="02010609060101010101" pitchFamily="49" charset="-122"/>
              </a:rPr>
              <a:t>p52</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69" name=""/>
        <p:cNvGrpSpPr/>
        <p:nvPr/>
      </p:nvGrpSpPr>
      <p:grpSpPr>
        <a:xfrm>
          <a:off x="0" y="0"/>
          <a:ext cx="0" cy="0"/>
          <a:chOff x="0" y="0"/>
          <a:chExt cx="0" cy="0"/>
        </a:xfrm>
      </p:grpSpPr>
      <p:sp>
        <p:nvSpPr>
          <p:cNvPr id="1048977" name="Text Box 2"/>
          <p:cNvSpPr txBox="1">
            <a:spLocks noChangeArrowheads="1"/>
          </p:cNvSpPr>
          <p:nvPr/>
        </p:nvSpPr>
        <p:spPr bwMode="auto">
          <a:xfrm>
            <a:off x="1388111" y="960266"/>
            <a:ext cx="2936875" cy="52197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dirty="0">
                <a:latin typeface="仿宋_GB2312" pitchFamily="49" charset="-122"/>
                <a:ea typeface="仿宋_GB2312" pitchFamily="49" charset="-122"/>
                <a:sym typeface="Symbol" panose="05050102010706020507" pitchFamily="18" charset="2"/>
              </a:rPr>
              <a:t>&lt;1&gt;. </a:t>
            </a:r>
            <a:r>
              <a:rPr kumimoji="1" lang="zh-CN" altLang="en-US" sz="2800" b="1" dirty="0">
                <a:latin typeface="仿宋_GB2312" pitchFamily="49" charset="-122"/>
                <a:ea typeface="仿宋_GB2312" pitchFamily="49" charset="-122"/>
                <a:sym typeface="Symbol" panose="05050102010706020507" pitchFamily="18" charset="2"/>
              </a:rPr>
              <a:t>几个名词</a:t>
            </a:r>
            <a:endParaRPr kumimoji="1" lang="zh-CN" altLang="en-US"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8978" name="Text Box 3"/>
          <p:cNvSpPr txBox="1">
            <a:spLocks noChangeArrowheads="1"/>
          </p:cNvSpPr>
          <p:nvPr/>
        </p:nvSpPr>
        <p:spPr bwMode="auto">
          <a:xfrm>
            <a:off x="4848066" y="2025176"/>
            <a:ext cx="5040312" cy="802641"/>
          </a:xfrm>
          <a:prstGeom prst="rect">
            <a:avLst/>
          </a:prstGeom>
          <a:noFill/>
          <a:ln>
            <a:noFill/>
          </a:ln>
        </p:spPr>
        <p:txBody>
          <a:bodyPr anchor="ctr">
            <a:spAutoFit/>
          </a:bodyPr>
          <a:lstStyle>
            <a:lvl1pPr marL="1143000" indent="-1143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kumimoji="1" lang="zh-CN" altLang="en-US" sz="2400" b="1" dirty="0">
                <a:latin typeface="Times New Roman" panose="02020603050405020304" pitchFamily="18" charset="0"/>
                <a:ea typeface="仿宋_GB2312" pitchFamily="49" charset="-122"/>
                <a:sym typeface="Symbol" panose="05050102010706020507" pitchFamily="18" charset="2"/>
              </a:rPr>
              <a:t>电路</a:t>
            </a:r>
            <a:r>
              <a:rPr kumimoji="1" lang="zh-CN" altLang="en-US" sz="2400" b="1" dirty="0" smtClean="0">
                <a:latin typeface="Times New Roman" panose="02020603050405020304" pitchFamily="18" charset="0"/>
                <a:ea typeface="仿宋_GB2312" pitchFamily="49" charset="-122"/>
                <a:sym typeface="Symbol" panose="05050102010706020507" pitchFamily="18" charset="2"/>
              </a:rPr>
              <a:t>中由一个或多个元件串接成的分支称为支路</a:t>
            </a:r>
            <a:endParaRPr kumimoji="1" lang="en-US" altLang="zh-CN" sz="2400" b="1" dirty="0">
              <a:latin typeface="Times New Roman" panose="02020603050405020304" pitchFamily="18" charset="0"/>
              <a:ea typeface="仿宋_GB2312" pitchFamily="49" charset="-122"/>
              <a:sym typeface="Symbol" panose="05050102010706020507" pitchFamily="18" charset="2"/>
            </a:endParaRPr>
          </a:p>
        </p:txBody>
      </p:sp>
      <p:sp>
        <p:nvSpPr>
          <p:cNvPr id="1048979" name="Text Box 5"/>
          <p:cNvSpPr txBox="1">
            <a:spLocks noChangeArrowheads="1"/>
          </p:cNvSpPr>
          <p:nvPr/>
        </p:nvSpPr>
        <p:spPr bwMode="auto">
          <a:xfrm>
            <a:off x="8430896" y="3382487"/>
            <a:ext cx="886738" cy="574041"/>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3200" b="1" i="1">
                <a:latin typeface="Times New Roman" panose="02020603050405020304" pitchFamily="18" charset="0"/>
                <a:ea typeface="宋体" panose="02010600030101010101" pitchFamily="2" charset="-122"/>
                <a:sym typeface="Symbol" panose="05050102010706020507" pitchFamily="18" charset="2"/>
              </a:rPr>
              <a:t>b</a:t>
            </a:r>
            <a:r>
              <a:rPr kumimoji="1" lang="en-US" altLang="zh-CN" sz="3200" b="1">
                <a:latin typeface="Times New Roman" panose="02020603050405020304" pitchFamily="18" charset="0"/>
                <a:ea typeface="宋体" panose="02010600030101010101" pitchFamily="2" charset="-122"/>
                <a:sym typeface="Symbol" panose="05050102010706020507" pitchFamily="18" charset="2"/>
              </a:rPr>
              <a:t>=3</a:t>
            </a:r>
            <a:endParaRPr kumimoji="1" lang="en-US" altLang="zh-CN" sz="3200" b="1">
              <a:latin typeface="Times New Roman" panose="02020603050405020304" pitchFamily="18" charset="0"/>
              <a:ea typeface="宋体" panose="02010600030101010101" pitchFamily="2" charset="-122"/>
              <a:sym typeface="Symbol" panose="05050102010706020507" pitchFamily="18" charset="2"/>
            </a:endParaRPr>
          </a:p>
        </p:txBody>
      </p:sp>
      <p:sp>
        <p:nvSpPr>
          <p:cNvPr id="1048980" name="Text Box 6"/>
          <p:cNvSpPr txBox="1">
            <a:spLocks noChangeArrowheads="1"/>
          </p:cNvSpPr>
          <p:nvPr/>
        </p:nvSpPr>
        <p:spPr bwMode="auto">
          <a:xfrm>
            <a:off x="5126099" y="2848505"/>
            <a:ext cx="400050" cy="52197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dirty="0">
                <a:latin typeface="Times New Roman" panose="02020603050405020304" pitchFamily="18" charset="0"/>
                <a:ea typeface="宋体" panose="02010600030101010101" pitchFamily="2" charset="-122"/>
              </a:rPr>
              <a:t>a</a:t>
            </a:r>
            <a:endParaRPr kumimoji="1" lang="en-US" altLang="zh-CN" sz="2800" b="1" dirty="0">
              <a:latin typeface="Times New Roman" panose="02020603050405020304" pitchFamily="18" charset="0"/>
              <a:ea typeface="宋体" panose="02010600030101010101" pitchFamily="2" charset="-122"/>
            </a:endParaRPr>
          </a:p>
        </p:txBody>
      </p:sp>
      <p:sp>
        <p:nvSpPr>
          <p:cNvPr id="1048981" name="Text Box 7"/>
          <p:cNvSpPr txBox="1">
            <a:spLocks noChangeArrowheads="1"/>
          </p:cNvSpPr>
          <p:nvPr/>
        </p:nvSpPr>
        <p:spPr bwMode="auto">
          <a:xfrm>
            <a:off x="8461057" y="4160361"/>
            <a:ext cx="795506" cy="510542"/>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dirty="0">
                <a:latin typeface="Times New Roman" panose="02020603050405020304" pitchFamily="18" charset="0"/>
                <a:ea typeface="宋体" panose="02010600030101010101" pitchFamily="2" charset="-122"/>
                <a:sym typeface="Symbol" panose="05050102010706020507" pitchFamily="18" charset="2"/>
              </a:rPr>
              <a:t>n</a:t>
            </a:r>
            <a:r>
              <a:rPr kumimoji="1" lang="en-US" altLang="zh-CN" sz="2800" b="1" dirty="0">
                <a:latin typeface="Times New Roman" panose="02020603050405020304" pitchFamily="18" charset="0"/>
                <a:ea typeface="宋体" panose="02010600030101010101" pitchFamily="2" charset="-122"/>
                <a:sym typeface="Symbol" panose="05050102010706020507" pitchFamily="18" charset="2"/>
              </a:rPr>
              <a:t>=2</a:t>
            </a:r>
            <a:endParaRPr kumimoji="1" lang="en-US" altLang="zh-CN" sz="28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1048982" name="Text Box 8"/>
          <p:cNvSpPr txBox="1">
            <a:spLocks noChangeArrowheads="1"/>
          </p:cNvSpPr>
          <p:nvPr/>
        </p:nvSpPr>
        <p:spPr bwMode="auto">
          <a:xfrm>
            <a:off x="5126099" y="5723892"/>
            <a:ext cx="477837" cy="52197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dirty="0">
                <a:latin typeface="Times New Roman" panose="02020603050405020304" pitchFamily="18" charset="0"/>
                <a:ea typeface="宋体" panose="02010600030101010101" pitchFamily="2" charset="-122"/>
              </a:rPr>
              <a:t>b</a:t>
            </a:r>
            <a:endParaRPr kumimoji="1" lang="en-US" altLang="zh-CN" sz="2800" b="1" dirty="0">
              <a:latin typeface="Times New Roman" panose="02020603050405020304" pitchFamily="18" charset="0"/>
              <a:ea typeface="宋体" panose="02010600030101010101" pitchFamily="2" charset="-122"/>
            </a:endParaRPr>
          </a:p>
        </p:txBody>
      </p:sp>
      <p:sp>
        <p:nvSpPr>
          <p:cNvPr id="1048983" name="Text Box 23"/>
          <p:cNvSpPr txBox="1">
            <a:spLocks noChangeArrowheads="1"/>
          </p:cNvSpPr>
          <p:nvPr/>
        </p:nvSpPr>
        <p:spPr bwMode="auto">
          <a:xfrm>
            <a:off x="3244215" y="4175442"/>
            <a:ext cx="335280" cy="510541"/>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_</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8984" name="Text Box 27"/>
          <p:cNvSpPr txBox="1">
            <a:spLocks noChangeArrowheads="1"/>
          </p:cNvSpPr>
          <p:nvPr/>
        </p:nvSpPr>
        <p:spPr bwMode="auto">
          <a:xfrm>
            <a:off x="4901565" y="4177030"/>
            <a:ext cx="335281" cy="510540"/>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_</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8985" name="Text Box 10"/>
          <p:cNvSpPr txBox="1">
            <a:spLocks noChangeArrowheads="1"/>
          </p:cNvSpPr>
          <p:nvPr/>
        </p:nvSpPr>
        <p:spPr bwMode="auto">
          <a:xfrm>
            <a:off x="3432810" y="4056380"/>
            <a:ext cx="478155" cy="51943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endParaRPr kumimoji="1" lang="zh-CN" altLang="en-US" sz="2800" b="1">
              <a:latin typeface="Times New Roman" panose="02020603050405020304" pitchFamily="18" charset="0"/>
              <a:ea typeface="宋体" panose="02010600030101010101" pitchFamily="2" charset="-122"/>
            </a:endParaRPr>
          </a:p>
        </p:txBody>
      </p:sp>
      <p:sp>
        <p:nvSpPr>
          <p:cNvPr id="1048986" name="Text Box 11"/>
          <p:cNvSpPr txBox="1">
            <a:spLocks noChangeArrowheads="1"/>
          </p:cNvSpPr>
          <p:nvPr/>
        </p:nvSpPr>
        <p:spPr bwMode="auto">
          <a:xfrm>
            <a:off x="5120640" y="4100830"/>
            <a:ext cx="479425" cy="51943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endParaRPr kumimoji="1" lang="zh-CN" altLang="en-US" sz="2800" b="1">
              <a:latin typeface="Times New Roman" panose="02020603050405020304" pitchFamily="18" charset="0"/>
              <a:ea typeface="宋体" panose="02010600030101010101" pitchFamily="2" charset="-122"/>
            </a:endParaRPr>
          </a:p>
        </p:txBody>
      </p:sp>
      <p:sp>
        <p:nvSpPr>
          <p:cNvPr id="1048987" name="Oval 12"/>
          <p:cNvSpPr>
            <a:spLocks noChangeArrowheads="1"/>
          </p:cNvSpPr>
          <p:nvPr/>
        </p:nvSpPr>
        <p:spPr bwMode="auto">
          <a:xfrm>
            <a:off x="3568065" y="3835400"/>
            <a:ext cx="260350" cy="519430"/>
          </a:xfrm>
          <a:prstGeom prst="ellipse">
            <a:avLst/>
          </a:prstGeom>
          <a:solidFill>
            <a:schemeClr val="accent1"/>
          </a:solidFill>
          <a:ln w="57150">
            <a:solidFill>
              <a:srgbClr val="FF9900"/>
            </a:solidFill>
            <a:rou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88" name="Oval 13"/>
          <p:cNvSpPr>
            <a:spLocks noChangeArrowheads="1"/>
          </p:cNvSpPr>
          <p:nvPr/>
        </p:nvSpPr>
        <p:spPr bwMode="auto">
          <a:xfrm>
            <a:off x="5194935" y="3835400"/>
            <a:ext cx="260350" cy="519430"/>
          </a:xfrm>
          <a:prstGeom prst="ellipse">
            <a:avLst/>
          </a:prstGeom>
          <a:solidFill>
            <a:schemeClr val="accent1"/>
          </a:solidFill>
          <a:ln w="57150">
            <a:solidFill>
              <a:srgbClr val="FF9900"/>
            </a:solidFill>
            <a:rou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89" name="Line 14"/>
          <p:cNvSpPr>
            <a:spLocks noChangeShapeType="1"/>
          </p:cNvSpPr>
          <p:nvPr/>
        </p:nvSpPr>
        <p:spPr bwMode="auto">
          <a:xfrm>
            <a:off x="5340985" y="3456305"/>
            <a:ext cx="0" cy="2284730"/>
          </a:xfrm>
          <a:prstGeom prst="line">
            <a:avLst/>
          </a:prstGeom>
          <a:noFill/>
          <a:ln w="38100">
            <a:solidFill>
              <a:schemeClr val="tx1"/>
            </a:solidFill>
            <a:round/>
          </a:ln>
        </p:spPr>
        <p:txBody>
          <a:bodyPr wrap="none" anchor="ctr">
            <a:spAutoFit/>
          </a:bodyPr>
          <a:p>
            <a:endParaRPr lang="zh-CN" altLang="en-US"/>
          </a:p>
        </p:txBody>
      </p:sp>
      <p:sp>
        <p:nvSpPr>
          <p:cNvPr id="1048990" name="Rectangle 15"/>
          <p:cNvSpPr>
            <a:spLocks noChangeArrowheads="1"/>
          </p:cNvSpPr>
          <p:nvPr/>
        </p:nvSpPr>
        <p:spPr bwMode="auto">
          <a:xfrm>
            <a:off x="5226685" y="4939030"/>
            <a:ext cx="184150" cy="370205"/>
          </a:xfrm>
          <a:prstGeom prst="rect">
            <a:avLst/>
          </a:prstGeom>
          <a:solidFill>
            <a:srgbClr val="46ACAE"/>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91" name="Line 16"/>
          <p:cNvSpPr>
            <a:spLocks noChangeShapeType="1"/>
          </p:cNvSpPr>
          <p:nvPr/>
        </p:nvSpPr>
        <p:spPr bwMode="auto">
          <a:xfrm flipV="1">
            <a:off x="3721735" y="3456305"/>
            <a:ext cx="0" cy="2284730"/>
          </a:xfrm>
          <a:prstGeom prst="line">
            <a:avLst/>
          </a:prstGeom>
          <a:noFill/>
          <a:ln w="38100">
            <a:solidFill>
              <a:schemeClr val="tx1"/>
            </a:solidFill>
            <a:round/>
          </a:ln>
        </p:spPr>
        <p:txBody>
          <a:bodyPr wrap="none" anchor="ctr">
            <a:spAutoFit/>
          </a:bodyPr>
          <a:p>
            <a:endParaRPr lang="zh-CN" altLang="en-US"/>
          </a:p>
        </p:txBody>
      </p:sp>
      <p:sp>
        <p:nvSpPr>
          <p:cNvPr id="1048992" name="Line 17"/>
          <p:cNvSpPr>
            <a:spLocks noChangeShapeType="1"/>
          </p:cNvSpPr>
          <p:nvPr/>
        </p:nvSpPr>
        <p:spPr bwMode="auto">
          <a:xfrm flipV="1">
            <a:off x="6960235" y="3456305"/>
            <a:ext cx="0" cy="2284730"/>
          </a:xfrm>
          <a:prstGeom prst="line">
            <a:avLst/>
          </a:prstGeom>
          <a:noFill/>
          <a:ln w="38100">
            <a:solidFill>
              <a:schemeClr val="tx1"/>
            </a:solidFill>
            <a:round/>
          </a:ln>
        </p:spPr>
        <p:txBody>
          <a:bodyPr anchor="ctr">
            <a:spAutoFit/>
          </a:bodyPr>
          <a:p>
            <a:endParaRPr lang="zh-CN" altLang="en-US"/>
          </a:p>
        </p:txBody>
      </p:sp>
      <p:sp>
        <p:nvSpPr>
          <p:cNvPr id="1048993" name="Line 18"/>
          <p:cNvSpPr>
            <a:spLocks noChangeShapeType="1"/>
          </p:cNvSpPr>
          <p:nvPr/>
        </p:nvSpPr>
        <p:spPr bwMode="auto">
          <a:xfrm>
            <a:off x="3721735" y="5740400"/>
            <a:ext cx="3238500" cy="0"/>
          </a:xfrm>
          <a:prstGeom prst="line">
            <a:avLst/>
          </a:prstGeom>
          <a:noFill/>
          <a:ln w="38100">
            <a:solidFill>
              <a:schemeClr val="tx1"/>
            </a:solidFill>
            <a:round/>
          </a:ln>
        </p:spPr>
        <p:txBody>
          <a:bodyPr anchor="ctr">
            <a:spAutoFit/>
          </a:bodyPr>
          <a:p>
            <a:endParaRPr lang="zh-CN" altLang="en-US"/>
          </a:p>
        </p:txBody>
      </p:sp>
      <p:sp>
        <p:nvSpPr>
          <p:cNvPr id="1048994" name="Line 19"/>
          <p:cNvSpPr>
            <a:spLocks noChangeShapeType="1"/>
          </p:cNvSpPr>
          <p:nvPr/>
        </p:nvSpPr>
        <p:spPr bwMode="auto">
          <a:xfrm>
            <a:off x="3721735" y="3456305"/>
            <a:ext cx="3238500" cy="0"/>
          </a:xfrm>
          <a:prstGeom prst="line">
            <a:avLst/>
          </a:prstGeom>
          <a:noFill/>
          <a:ln w="38100">
            <a:solidFill>
              <a:schemeClr val="tx1"/>
            </a:solidFill>
            <a:round/>
          </a:ln>
        </p:spPr>
        <p:txBody>
          <a:bodyPr anchor="ctr">
            <a:spAutoFit/>
          </a:bodyPr>
          <a:p>
            <a:endParaRPr lang="zh-CN" altLang="en-US"/>
          </a:p>
        </p:txBody>
      </p:sp>
      <p:sp>
        <p:nvSpPr>
          <p:cNvPr id="1048995" name="Rectangle 20"/>
          <p:cNvSpPr>
            <a:spLocks noChangeArrowheads="1"/>
          </p:cNvSpPr>
          <p:nvPr/>
        </p:nvSpPr>
        <p:spPr bwMode="auto">
          <a:xfrm>
            <a:off x="6845935" y="4459605"/>
            <a:ext cx="184150" cy="370205"/>
          </a:xfrm>
          <a:prstGeom prst="rect">
            <a:avLst/>
          </a:prstGeom>
          <a:solidFill>
            <a:srgbClr val="46ACAE"/>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96" name="Rectangle 21"/>
          <p:cNvSpPr>
            <a:spLocks noChangeArrowheads="1"/>
          </p:cNvSpPr>
          <p:nvPr/>
        </p:nvSpPr>
        <p:spPr bwMode="auto">
          <a:xfrm>
            <a:off x="3607435" y="4916805"/>
            <a:ext cx="184150" cy="370205"/>
          </a:xfrm>
          <a:prstGeom prst="rect">
            <a:avLst/>
          </a:prstGeom>
          <a:solidFill>
            <a:srgbClr val="46ACAE"/>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8997" name="Text Box 22"/>
          <p:cNvSpPr txBox="1">
            <a:spLocks noChangeArrowheads="1"/>
          </p:cNvSpPr>
          <p:nvPr/>
        </p:nvSpPr>
        <p:spPr bwMode="auto">
          <a:xfrm>
            <a:off x="3244215" y="3378200"/>
            <a:ext cx="390525" cy="523875"/>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8998" name="Text Box 24"/>
          <p:cNvSpPr txBox="1">
            <a:spLocks noChangeArrowheads="1"/>
          </p:cNvSpPr>
          <p:nvPr/>
        </p:nvSpPr>
        <p:spPr bwMode="auto">
          <a:xfrm>
            <a:off x="2854960" y="4841875"/>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1</a:t>
            </a:r>
            <a:endParaRPr kumimoji="1" lang="en-US" altLang="zh-CN" sz="2800" b="1">
              <a:latin typeface="Times New Roman" panose="02020603050405020304" pitchFamily="18" charset="0"/>
              <a:ea typeface="宋体" panose="02010600030101010101" pitchFamily="2" charset="-122"/>
            </a:endParaRPr>
          </a:p>
        </p:txBody>
      </p:sp>
      <p:sp>
        <p:nvSpPr>
          <p:cNvPr id="1048999" name="Text Box 25"/>
          <p:cNvSpPr txBox="1">
            <a:spLocks noChangeArrowheads="1"/>
          </p:cNvSpPr>
          <p:nvPr/>
        </p:nvSpPr>
        <p:spPr bwMode="auto">
          <a:xfrm>
            <a:off x="2740660" y="3689350"/>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u</a:t>
            </a:r>
            <a:r>
              <a:rPr kumimoji="1" lang="en-US" altLang="zh-CN" sz="2800" b="1" baseline="-25000">
                <a:latin typeface="Times New Roman" panose="02020603050405020304" pitchFamily="18" charset="0"/>
                <a:ea typeface="宋体" panose="02010600030101010101" pitchFamily="2" charset="-122"/>
              </a:rPr>
              <a:t>S1</a:t>
            </a:r>
            <a:endParaRPr kumimoji="1" lang="en-US" altLang="zh-CN" sz="2800" b="1">
              <a:latin typeface="Times New Roman" panose="02020603050405020304" pitchFamily="18" charset="0"/>
              <a:ea typeface="宋体" panose="02010600030101010101" pitchFamily="2" charset="-122"/>
            </a:endParaRPr>
          </a:p>
        </p:txBody>
      </p:sp>
      <p:sp>
        <p:nvSpPr>
          <p:cNvPr id="1049000" name="Text Box 26"/>
          <p:cNvSpPr txBox="1">
            <a:spLocks noChangeArrowheads="1"/>
          </p:cNvSpPr>
          <p:nvPr/>
        </p:nvSpPr>
        <p:spPr bwMode="auto">
          <a:xfrm>
            <a:off x="4901565" y="3380105"/>
            <a:ext cx="389255" cy="519430"/>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01" name="Text Box 28"/>
          <p:cNvSpPr txBox="1">
            <a:spLocks noChangeArrowheads="1"/>
          </p:cNvSpPr>
          <p:nvPr/>
        </p:nvSpPr>
        <p:spPr bwMode="auto">
          <a:xfrm>
            <a:off x="4314190" y="3778250"/>
            <a:ext cx="866775" cy="5238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u</a:t>
            </a:r>
            <a:r>
              <a:rPr kumimoji="1" lang="en-US" altLang="zh-CN" sz="2800" b="1" baseline="-25000">
                <a:latin typeface="Times New Roman" panose="02020603050405020304" pitchFamily="18" charset="0"/>
                <a:ea typeface="宋体" panose="02010600030101010101" pitchFamily="2" charset="-122"/>
              </a:rPr>
              <a:t>S2</a:t>
            </a:r>
            <a:endParaRPr kumimoji="1" lang="en-US" altLang="zh-CN" sz="2800" b="1">
              <a:latin typeface="Times New Roman" panose="02020603050405020304" pitchFamily="18" charset="0"/>
              <a:ea typeface="宋体" panose="02010600030101010101" pitchFamily="2" charset="-122"/>
            </a:endParaRPr>
          </a:p>
        </p:txBody>
      </p:sp>
      <p:sp>
        <p:nvSpPr>
          <p:cNvPr id="1049002" name="Text Box 29"/>
          <p:cNvSpPr txBox="1">
            <a:spLocks noChangeArrowheads="1"/>
          </p:cNvSpPr>
          <p:nvPr/>
        </p:nvSpPr>
        <p:spPr bwMode="auto">
          <a:xfrm>
            <a:off x="4450715" y="4930775"/>
            <a:ext cx="866775" cy="5238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2</a:t>
            </a:r>
            <a:endParaRPr kumimoji="1" lang="en-US" altLang="zh-CN" sz="2800" b="1">
              <a:latin typeface="Times New Roman" panose="02020603050405020304" pitchFamily="18" charset="0"/>
              <a:ea typeface="宋体" panose="02010600030101010101" pitchFamily="2" charset="-122"/>
            </a:endParaRPr>
          </a:p>
        </p:txBody>
      </p:sp>
      <p:sp>
        <p:nvSpPr>
          <p:cNvPr id="1049003" name="Text Box 30"/>
          <p:cNvSpPr txBox="1">
            <a:spLocks noChangeArrowheads="1"/>
          </p:cNvSpPr>
          <p:nvPr/>
        </p:nvSpPr>
        <p:spPr bwMode="auto">
          <a:xfrm>
            <a:off x="6914515" y="4384675"/>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3</a:t>
            </a:r>
            <a:endParaRPr kumimoji="1" lang="en-US" altLang="zh-CN" sz="2800" b="1">
              <a:latin typeface="Times New Roman" panose="02020603050405020304" pitchFamily="18" charset="0"/>
              <a:ea typeface="宋体" panose="02010600030101010101" pitchFamily="2" charset="-122"/>
            </a:endParaRPr>
          </a:p>
        </p:txBody>
      </p:sp>
      <p:sp>
        <p:nvSpPr>
          <p:cNvPr id="1049004" name="Oval 31"/>
          <p:cNvSpPr>
            <a:spLocks noChangeArrowheads="1"/>
          </p:cNvSpPr>
          <p:nvPr/>
        </p:nvSpPr>
        <p:spPr bwMode="auto">
          <a:xfrm>
            <a:off x="5282565" y="3380105"/>
            <a:ext cx="128905" cy="130175"/>
          </a:xfrm>
          <a:prstGeom prst="ellipse">
            <a:avLst/>
          </a:prstGeom>
          <a:solidFill>
            <a:srgbClr val="FF9900"/>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05" name="Oval 32"/>
          <p:cNvSpPr>
            <a:spLocks noChangeArrowheads="1"/>
          </p:cNvSpPr>
          <p:nvPr/>
        </p:nvSpPr>
        <p:spPr bwMode="auto">
          <a:xfrm>
            <a:off x="5282565" y="5685155"/>
            <a:ext cx="128905" cy="130175"/>
          </a:xfrm>
          <a:prstGeom prst="ellipse">
            <a:avLst/>
          </a:prstGeom>
          <a:solidFill>
            <a:srgbClr val="FF9900"/>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06" name="Text Box 33"/>
          <p:cNvSpPr txBox="1">
            <a:spLocks noChangeArrowheads="1"/>
          </p:cNvSpPr>
          <p:nvPr/>
        </p:nvSpPr>
        <p:spPr bwMode="auto">
          <a:xfrm>
            <a:off x="2092960" y="1795464"/>
            <a:ext cx="1728788" cy="802641"/>
          </a:xfrm>
          <a:prstGeom prst="rect">
            <a:avLst/>
          </a:prstGeom>
          <a:noFill/>
          <a:ln w="38100" algn="ctr">
            <a:solidFill>
              <a:schemeClr val="hlink"/>
            </a:solid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a:latin typeface="Times New Roman" panose="02020603050405020304" pitchFamily="18" charset="0"/>
                <a:ea typeface="仿宋_GB2312" pitchFamily="49" charset="-122"/>
                <a:sym typeface="Symbol" panose="05050102010706020507" pitchFamily="18" charset="2"/>
              </a:rPr>
              <a:t>（</a:t>
            </a:r>
            <a:r>
              <a:rPr kumimoji="1" lang="en-US" altLang="zh-CN" sz="2400" b="1">
                <a:latin typeface="Times New Roman" panose="02020603050405020304" pitchFamily="18" charset="0"/>
                <a:ea typeface="仿宋_GB2312" pitchFamily="49" charset="-122"/>
                <a:sym typeface="Symbol" panose="05050102010706020507" pitchFamily="18" charset="2"/>
              </a:rPr>
              <a:t>1</a:t>
            </a:r>
            <a:r>
              <a:rPr kumimoji="1" lang="zh-CN" altLang="en-US" sz="2400" b="1">
                <a:latin typeface="Times New Roman" panose="02020603050405020304" pitchFamily="18" charset="0"/>
                <a:ea typeface="仿宋_GB2312" pitchFamily="49" charset="-122"/>
                <a:sym typeface="Symbol" panose="05050102010706020507" pitchFamily="18" charset="2"/>
              </a:rPr>
              <a:t>）支路  </a:t>
            </a:r>
            <a:r>
              <a:rPr kumimoji="1" lang="en-US" altLang="zh-CN" sz="2400" b="1">
                <a:latin typeface="Times New Roman" panose="02020603050405020304" pitchFamily="18" charset="0"/>
                <a:ea typeface="仿宋_GB2312" pitchFamily="49" charset="-122"/>
              </a:rPr>
              <a:t>(branch)</a:t>
            </a:r>
            <a:endParaRPr kumimoji="1" lang="en-US" altLang="zh-CN" sz="2400" b="1">
              <a:latin typeface="Times New Roman" panose="02020603050405020304" pitchFamily="18" charset="0"/>
              <a:ea typeface="仿宋_GB2312" pitchFamily="49" charset="-122"/>
            </a:endParaRPr>
          </a:p>
        </p:txBody>
      </p:sp>
      <p:sp>
        <p:nvSpPr>
          <p:cNvPr id="1049007" name="AutoShape 34"/>
          <p:cNvSpPr>
            <a:spLocks noChangeArrowheads="1"/>
          </p:cNvSpPr>
          <p:nvPr/>
        </p:nvSpPr>
        <p:spPr bwMode="auto">
          <a:xfrm rot="21114407">
            <a:off x="4120761" y="1819126"/>
            <a:ext cx="720725" cy="144462"/>
          </a:xfrm>
          <a:prstGeom prst="rightArrow">
            <a:avLst>
              <a:gd name="adj1" fmla="val 50000"/>
              <a:gd name="adj2" fmla="val 124726"/>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08" name="AutoShape 35"/>
          <p:cNvSpPr>
            <a:spLocks noChangeArrowheads="1"/>
          </p:cNvSpPr>
          <p:nvPr/>
        </p:nvSpPr>
        <p:spPr bwMode="auto">
          <a:xfrm rot="-189435">
            <a:off x="4109086" y="2228851"/>
            <a:ext cx="792163" cy="144463"/>
          </a:xfrm>
          <a:prstGeom prst="rightArrow">
            <a:avLst>
              <a:gd name="adj1" fmla="val 50000"/>
              <a:gd name="adj2" fmla="val 137088"/>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09" name="Text Box 36"/>
          <p:cNvSpPr txBox="1">
            <a:spLocks noChangeArrowheads="1"/>
          </p:cNvSpPr>
          <p:nvPr/>
        </p:nvSpPr>
        <p:spPr bwMode="auto">
          <a:xfrm>
            <a:off x="5190174" y="1579563"/>
            <a:ext cx="3455987" cy="46037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endParaRPr kumimoji="1" lang="zh-CN" altLang="en-US" sz="2400" b="1">
              <a:solidFill>
                <a:srgbClr val="FFFF00"/>
              </a:solidFill>
              <a:latin typeface="Times New Roman" panose="02020603050405020304" pitchFamily="18" charset="0"/>
              <a:ea typeface="仿宋_GB2312" pitchFamily="49" charset="-122"/>
              <a:sym typeface="Symbol" panose="05050102010706020507" pitchFamily="18" charset="2"/>
            </a:endParaRPr>
          </a:p>
        </p:txBody>
      </p:sp>
      <p:sp>
        <p:nvSpPr>
          <p:cNvPr id="1049010" name="Text Box 37"/>
          <p:cNvSpPr txBox="1">
            <a:spLocks noChangeArrowheads="1"/>
          </p:cNvSpPr>
          <p:nvPr/>
        </p:nvSpPr>
        <p:spPr bwMode="auto">
          <a:xfrm>
            <a:off x="4721861" y="1530208"/>
            <a:ext cx="5435600" cy="46037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dirty="0">
                <a:latin typeface="Times New Roman" panose="02020603050405020304" pitchFamily="18" charset="0"/>
                <a:ea typeface="仿宋_GB2312" pitchFamily="49" charset="-122"/>
                <a:sym typeface="Symbol" panose="05050102010706020507" pitchFamily="18" charset="2"/>
              </a:rPr>
              <a:t>电路中每一个两端元件就叫一条支路</a:t>
            </a:r>
            <a:endParaRPr kumimoji="1" lang="zh-CN" altLang="en-US" sz="2400" b="1" dirty="0">
              <a:latin typeface="Times New Roman" panose="02020603050405020304" pitchFamily="18" charset="0"/>
              <a:ea typeface="仿宋_GB2312" pitchFamily="49" charset="-122"/>
              <a:sym typeface="Symbol" panose="05050102010706020507" pitchFamily="18" charset="2"/>
            </a:endParaRPr>
          </a:p>
        </p:txBody>
      </p:sp>
      <p:sp>
        <p:nvSpPr>
          <p:cNvPr id="1049011" name="Line 39"/>
          <p:cNvSpPr>
            <a:spLocks noChangeShapeType="1"/>
          </p:cNvSpPr>
          <p:nvPr/>
        </p:nvSpPr>
        <p:spPr bwMode="auto">
          <a:xfrm>
            <a:off x="5766435" y="3308350"/>
            <a:ext cx="719455" cy="0"/>
          </a:xfrm>
          <a:prstGeom prst="line">
            <a:avLst/>
          </a:prstGeom>
          <a:noFill/>
          <a:ln w="57150">
            <a:solidFill>
              <a:schemeClr val="tx1"/>
            </a:solidFill>
            <a:round/>
            <a:tailEnd type="triangle" w="med" len="med"/>
          </a:ln>
        </p:spPr>
        <p:txBody>
          <a:bodyPr anchor="ctr"/>
          <a:p>
            <a:endParaRPr lang="zh-CN" altLang="en-US"/>
          </a:p>
        </p:txBody>
      </p:sp>
      <p:sp>
        <p:nvSpPr>
          <p:cNvPr id="1049012" name="Text Box 40"/>
          <p:cNvSpPr txBox="1">
            <a:spLocks noChangeArrowheads="1"/>
          </p:cNvSpPr>
          <p:nvPr/>
        </p:nvSpPr>
        <p:spPr bwMode="auto">
          <a:xfrm>
            <a:off x="5838190" y="2732405"/>
            <a:ext cx="503555" cy="51879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3</a:t>
            </a:r>
            <a:endParaRPr kumimoji="1" lang="en-US" altLang="zh-CN" sz="2800" b="1">
              <a:latin typeface="Times New Roman" panose="02020603050405020304" pitchFamily="18" charset="0"/>
              <a:ea typeface="宋体" panose="02010600030101010101" pitchFamily="2" charset="-122"/>
            </a:endParaRPr>
          </a:p>
        </p:txBody>
      </p:sp>
      <p:sp>
        <p:nvSpPr>
          <p:cNvPr id="1049013" name="Line 42"/>
          <p:cNvSpPr>
            <a:spLocks noChangeShapeType="1"/>
          </p:cNvSpPr>
          <p:nvPr/>
        </p:nvSpPr>
        <p:spPr bwMode="auto">
          <a:xfrm>
            <a:off x="5549265" y="4532630"/>
            <a:ext cx="0" cy="575945"/>
          </a:xfrm>
          <a:prstGeom prst="line">
            <a:avLst/>
          </a:prstGeom>
          <a:noFill/>
          <a:ln w="57150">
            <a:solidFill>
              <a:schemeClr val="tx1"/>
            </a:solidFill>
            <a:round/>
            <a:tailEnd type="triangle" w="med" len="med"/>
          </a:ln>
        </p:spPr>
        <p:txBody>
          <a:bodyPr anchor="ctr"/>
          <a:p>
            <a:endParaRPr lang="zh-CN" altLang="en-US"/>
          </a:p>
        </p:txBody>
      </p:sp>
      <p:sp>
        <p:nvSpPr>
          <p:cNvPr id="1049014" name="Text Box 43"/>
          <p:cNvSpPr txBox="1">
            <a:spLocks noChangeArrowheads="1"/>
          </p:cNvSpPr>
          <p:nvPr/>
        </p:nvSpPr>
        <p:spPr bwMode="auto">
          <a:xfrm>
            <a:off x="5549265" y="4532630"/>
            <a:ext cx="431800"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2</a:t>
            </a:r>
            <a:endParaRPr kumimoji="1" lang="en-US" altLang="zh-CN" sz="2800" b="1">
              <a:latin typeface="Times New Roman" panose="02020603050405020304" pitchFamily="18" charset="0"/>
              <a:ea typeface="宋体" panose="02010600030101010101" pitchFamily="2" charset="-122"/>
            </a:endParaRPr>
          </a:p>
        </p:txBody>
      </p:sp>
      <p:sp>
        <p:nvSpPr>
          <p:cNvPr id="1049015" name="Line 45"/>
          <p:cNvSpPr>
            <a:spLocks noChangeShapeType="1"/>
          </p:cNvSpPr>
          <p:nvPr/>
        </p:nvSpPr>
        <p:spPr bwMode="auto">
          <a:xfrm>
            <a:off x="4037965" y="3310255"/>
            <a:ext cx="574675" cy="0"/>
          </a:xfrm>
          <a:prstGeom prst="line">
            <a:avLst/>
          </a:prstGeom>
          <a:noFill/>
          <a:ln w="57150">
            <a:solidFill>
              <a:schemeClr val="tx1"/>
            </a:solidFill>
            <a:round/>
            <a:tailEnd type="triangle" w="med" len="med"/>
          </a:ln>
        </p:spPr>
        <p:txBody>
          <a:bodyPr anchor="ctr"/>
          <a:p>
            <a:endParaRPr lang="zh-CN" altLang="en-US"/>
          </a:p>
        </p:txBody>
      </p:sp>
      <p:sp>
        <p:nvSpPr>
          <p:cNvPr id="1049016" name="Text Box 46"/>
          <p:cNvSpPr txBox="1">
            <a:spLocks noChangeArrowheads="1"/>
          </p:cNvSpPr>
          <p:nvPr/>
        </p:nvSpPr>
        <p:spPr bwMode="auto">
          <a:xfrm>
            <a:off x="4109085" y="2660650"/>
            <a:ext cx="503555" cy="51943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endParaRPr kumimoji="1" lang="en-US" altLang="zh-CN" sz="2800" b="1">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89" name=""/>
        <p:cNvGrpSpPr/>
        <p:nvPr/>
      </p:nvGrpSpPr>
      <p:grpSpPr>
        <a:xfrm>
          <a:off x="0" y="0"/>
          <a:ext cx="0" cy="0"/>
          <a:chOff x="0" y="0"/>
          <a:chExt cx="0" cy="0"/>
        </a:xfrm>
      </p:grpSpPr>
      <p:sp>
        <p:nvSpPr>
          <p:cNvPr id="1049029" name="Text Box 4"/>
          <p:cNvSpPr txBox="1">
            <a:spLocks noChangeArrowheads="1"/>
          </p:cNvSpPr>
          <p:nvPr/>
        </p:nvSpPr>
        <p:spPr bwMode="auto">
          <a:xfrm>
            <a:off x="5336224" y="1249789"/>
            <a:ext cx="4751387" cy="89154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kumimoji="1" lang="zh-CN" altLang="en-US" sz="2400" b="1" dirty="0">
                <a:latin typeface="仿宋_GB2312" pitchFamily="49" charset="-122"/>
                <a:ea typeface="仿宋_GB2312" pitchFamily="49" charset="-122"/>
                <a:sym typeface="Symbol" panose="05050102010706020507" pitchFamily="18" charset="2"/>
              </a:rPr>
              <a:t>三条或三条以上支路的连接点称为节点。</a:t>
            </a:r>
            <a:r>
              <a:rPr kumimoji="1" lang="en-US" altLang="zh-CN" sz="2400" b="1" dirty="0">
                <a:latin typeface="仿宋_GB2312" pitchFamily="49" charset="-122"/>
                <a:ea typeface="仿宋_GB2312" pitchFamily="49" charset="-122"/>
                <a:sym typeface="Symbol" panose="05050102010706020507" pitchFamily="18" charset="2"/>
              </a:rPr>
              <a:t>(</a:t>
            </a:r>
            <a:r>
              <a:rPr kumimoji="1" lang="en-US" altLang="zh-CN" sz="2800" b="1" dirty="0">
                <a:latin typeface="仿宋_GB2312" pitchFamily="49" charset="-122"/>
                <a:ea typeface="仿宋_GB2312" pitchFamily="49" charset="-122"/>
                <a:sym typeface="Symbol" panose="05050102010706020507" pitchFamily="18" charset="2"/>
              </a:rPr>
              <a:t> </a:t>
            </a:r>
            <a:r>
              <a:rPr kumimoji="1" lang="en-US" altLang="zh-CN" sz="2800" b="1" i="1" dirty="0">
                <a:latin typeface="仿宋_GB2312" pitchFamily="49" charset="-122"/>
                <a:ea typeface="仿宋_GB2312" pitchFamily="49" charset="-122"/>
                <a:sym typeface="Symbol" panose="05050102010706020507" pitchFamily="18" charset="2"/>
              </a:rPr>
              <a:t>n</a:t>
            </a:r>
            <a:r>
              <a:rPr kumimoji="1" lang="en-US" altLang="zh-CN" sz="2800" b="1" dirty="0">
                <a:latin typeface="仿宋_GB2312" pitchFamily="49" charset="-122"/>
                <a:ea typeface="仿宋_GB2312" pitchFamily="49" charset="-122"/>
                <a:sym typeface="Symbol" panose="05050102010706020507" pitchFamily="18" charset="2"/>
              </a:rPr>
              <a:t> </a:t>
            </a:r>
            <a:r>
              <a:rPr kumimoji="1" lang="en-US" altLang="zh-CN" sz="2400" b="1" dirty="0">
                <a:latin typeface="仿宋_GB2312" pitchFamily="49" charset="-122"/>
                <a:ea typeface="仿宋_GB2312" pitchFamily="49" charset="-122"/>
                <a:sym typeface="Symbol" panose="05050102010706020507" pitchFamily="18" charset="2"/>
              </a:rPr>
              <a:t>)</a:t>
            </a:r>
            <a:endParaRPr kumimoji="1" lang="en-US" altLang="zh-CN" sz="2400" b="1" dirty="0">
              <a:latin typeface="仿宋_GB2312" pitchFamily="49" charset="-122"/>
              <a:ea typeface="仿宋_GB2312" pitchFamily="49" charset="-122"/>
              <a:sym typeface="Symbol" panose="05050102010706020507" pitchFamily="18" charset="2"/>
            </a:endParaRPr>
          </a:p>
        </p:txBody>
      </p:sp>
      <p:sp>
        <p:nvSpPr>
          <p:cNvPr id="1049030" name="Text Box 47"/>
          <p:cNvSpPr txBox="1">
            <a:spLocks noChangeArrowheads="1"/>
          </p:cNvSpPr>
          <p:nvPr/>
        </p:nvSpPr>
        <p:spPr bwMode="auto">
          <a:xfrm>
            <a:off x="1819911" y="1372076"/>
            <a:ext cx="2663825" cy="460375"/>
          </a:xfrm>
          <a:prstGeom prst="rect">
            <a:avLst/>
          </a:prstGeom>
          <a:noFill/>
          <a:ln w="38100">
            <a:solidFill>
              <a:schemeClr val="hlink"/>
            </a:solidFill>
            <a:miter lim="800000"/>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400" b="1" dirty="0">
                <a:latin typeface="仿宋_GB2312" pitchFamily="49" charset="-122"/>
                <a:ea typeface="仿宋_GB2312" pitchFamily="49" charset="-122"/>
                <a:sym typeface="Symbol" panose="05050102010706020507" pitchFamily="18" charset="2"/>
              </a:rPr>
              <a:t>(2) </a:t>
            </a:r>
            <a:r>
              <a:rPr kumimoji="1" lang="zh-CN" altLang="en-US" sz="2400" b="1" dirty="0">
                <a:latin typeface="仿宋_GB2312" pitchFamily="49" charset="-122"/>
                <a:ea typeface="仿宋_GB2312" pitchFamily="49" charset="-122"/>
                <a:sym typeface="Symbol" panose="05050102010706020507" pitchFamily="18" charset="2"/>
              </a:rPr>
              <a:t>节点 </a:t>
            </a:r>
            <a:r>
              <a:rPr kumimoji="1" lang="en-US" altLang="zh-CN" sz="2400" b="1" dirty="0">
                <a:latin typeface="仿宋_GB2312" pitchFamily="49" charset="-122"/>
                <a:ea typeface="仿宋_GB2312" pitchFamily="49" charset="-122"/>
                <a:sym typeface="Symbol" panose="05050102010706020507" pitchFamily="18" charset="2"/>
              </a:rPr>
              <a:t>(node)</a:t>
            </a:r>
            <a:endParaRPr kumimoji="1" lang="en-US" altLang="zh-CN" sz="2400" b="1" dirty="0">
              <a:latin typeface="仿宋_GB2312" pitchFamily="49" charset="-122"/>
              <a:ea typeface="仿宋_GB2312" pitchFamily="49" charset="-122"/>
              <a:sym typeface="Symbol" panose="05050102010706020507" pitchFamily="18" charset="2"/>
            </a:endParaRPr>
          </a:p>
        </p:txBody>
      </p:sp>
      <p:sp>
        <p:nvSpPr>
          <p:cNvPr id="1049031" name="AutoShape 48"/>
          <p:cNvSpPr>
            <a:spLocks noChangeArrowheads="1"/>
          </p:cNvSpPr>
          <p:nvPr/>
        </p:nvSpPr>
        <p:spPr bwMode="auto">
          <a:xfrm>
            <a:off x="4529774" y="1522528"/>
            <a:ext cx="647700" cy="144462"/>
          </a:xfrm>
          <a:prstGeom prst="rightArrow">
            <a:avLst>
              <a:gd name="adj1" fmla="val 50000"/>
              <a:gd name="adj2" fmla="val 112088"/>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pic>
        <p:nvPicPr>
          <p:cNvPr id="2097206" name="图片 5"/>
          <p:cNvPicPr>
            <a:picLocks noChangeAspect="1"/>
          </p:cNvPicPr>
          <p:nvPr>
            <p:custDataLst>
              <p:tags r:id="rId1"/>
            </p:custDataLst>
          </p:nvPr>
        </p:nvPicPr>
        <p:blipFill>
          <a:blip r:embed="rId2"/>
          <a:stretch>
            <a:fillRect/>
          </a:stretch>
        </p:blipFill>
        <p:spPr>
          <a:xfrm>
            <a:off x="2854325" y="2141220"/>
            <a:ext cx="6031865" cy="3241040"/>
          </a:xfrm>
          <a:prstGeom prst="rect">
            <a:avLst/>
          </a:prstGeom>
        </p:spPr>
      </p:pic>
      <p:sp>
        <p:nvSpPr>
          <p:cNvPr id="1049032" name="Text Box 3"/>
          <p:cNvSpPr txBox="1">
            <a:spLocks noChangeArrowheads="1"/>
          </p:cNvSpPr>
          <p:nvPr/>
        </p:nvSpPr>
        <p:spPr bwMode="auto">
          <a:xfrm>
            <a:off x="5131435" y="5450206"/>
            <a:ext cx="5219700" cy="4603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a:latin typeface="Times New Roman" panose="02020603050405020304" pitchFamily="18" charset="0"/>
                <a:ea typeface="仿宋_GB2312" pitchFamily="49" charset="-122"/>
                <a:sym typeface="Symbol" panose="05050102010706020507" pitchFamily="18" charset="2"/>
              </a:rPr>
              <a:t>两节点间的一条通路。由支路构成。</a:t>
            </a:r>
            <a:endParaRPr kumimoji="1" lang="zh-CN" altLang="en-US" sz="2400" b="1">
              <a:latin typeface="Times New Roman" panose="02020603050405020304" pitchFamily="18" charset="0"/>
              <a:ea typeface="仿宋_GB2312" pitchFamily="49" charset="-122"/>
              <a:sym typeface="Symbol" panose="05050102010706020507" pitchFamily="18" charset="2"/>
            </a:endParaRPr>
          </a:p>
        </p:txBody>
      </p:sp>
      <p:sp>
        <p:nvSpPr>
          <p:cNvPr id="1049033" name="Text Box 38"/>
          <p:cNvSpPr txBox="1">
            <a:spLocks noChangeArrowheads="1"/>
          </p:cNvSpPr>
          <p:nvPr/>
        </p:nvSpPr>
        <p:spPr bwMode="auto">
          <a:xfrm>
            <a:off x="1819911" y="5469256"/>
            <a:ext cx="2447925" cy="460375"/>
          </a:xfrm>
          <a:prstGeom prst="rect">
            <a:avLst/>
          </a:prstGeom>
          <a:noFill/>
          <a:ln w="38100">
            <a:solidFill>
              <a:schemeClr val="hlink"/>
            </a:solidFill>
            <a:miter lim="800000"/>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400" b="1">
                <a:latin typeface="仿宋_GB2312" pitchFamily="49" charset="-122"/>
                <a:ea typeface="仿宋_GB2312" pitchFamily="49" charset="-122"/>
                <a:sym typeface="Symbol" panose="05050102010706020507" pitchFamily="18" charset="2"/>
              </a:rPr>
              <a:t>(3) </a:t>
            </a:r>
            <a:r>
              <a:rPr kumimoji="1" lang="zh-CN" altLang="en-US" sz="2400" b="1">
                <a:latin typeface="仿宋_GB2312" pitchFamily="49" charset="-122"/>
                <a:ea typeface="仿宋_GB2312" pitchFamily="49" charset="-122"/>
                <a:sym typeface="Symbol" panose="05050102010706020507" pitchFamily="18" charset="2"/>
              </a:rPr>
              <a:t>路径</a:t>
            </a:r>
            <a:r>
              <a:rPr kumimoji="1" lang="en-US" altLang="zh-CN" sz="2400" b="1">
                <a:latin typeface="仿宋_GB2312" pitchFamily="49" charset="-122"/>
                <a:ea typeface="仿宋_GB2312" pitchFamily="49" charset="-122"/>
                <a:sym typeface="Symbol" panose="05050102010706020507" pitchFamily="18" charset="2"/>
              </a:rPr>
              <a:t>(path)</a:t>
            </a:r>
            <a:endParaRPr kumimoji="1" lang="en-US" altLang="zh-CN" sz="2400" b="1">
              <a:latin typeface="仿宋_GB2312" pitchFamily="49" charset="-122"/>
              <a:ea typeface="仿宋_GB2312" pitchFamily="49" charset="-122"/>
              <a:sym typeface="Symbol" panose="05050102010706020507" pitchFamily="18" charset="2"/>
            </a:endParaRPr>
          </a:p>
        </p:txBody>
      </p:sp>
      <p:sp>
        <p:nvSpPr>
          <p:cNvPr id="1049034" name="AutoShape 39"/>
          <p:cNvSpPr>
            <a:spLocks noChangeArrowheads="1"/>
          </p:cNvSpPr>
          <p:nvPr/>
        </p:nvSpPr>
        <p:spPr bwMode="auto">
          <a:xfrm>
            <a:off x="4412298" y="5596256"/>
            <a:ext cx="647700" cy="144463"/>
          </a:xfrm>
          <a:prstGeom prst="rightArrow">
            <a:avLst>
              <a:gd name="adj1" fmla="val 50000"/>
              <a:gd name="adj2" fmla="val 112088"/>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90" name=""/>
        <p:cNvGrpSpPr/>
        <p:nvPr/>
      </p:nvGrpSpPr>
      <p:grpSpPr>
        <a:xfrm>
          <a:off x="0" y="0"/>
          <a:ext cx="0" cy="0"/>
          <a:chOff x="0" y="0"/>
          <a:chExt cx="0" cy="0"/>
        </a:xfrm>
      </p:grpSpPr>
      <p:sp>
        <p:nvSpPr>
          <p:cNvPr id="1049035" name="Text Box 2"/>
          <p:cNvSpPr txBox="1">
            <a:spLocks noChangeArrowheads="1"/>
          </p:cNvSpPr>
          <p:nvPr/>
        </p:nvSpPr>
        <p:spPr bwMode="auto">
          <a:xfrm>
            <a:off x="5448301" y="1147923"/>
            <a:ext cx="4824413" cy="52197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a:latin typeface="仿宋_GB2312" pitchFamily="49" charset="-122"/>
                <a:ea typeface="仿宋_GB2312" pitchFamily="49" charset="-122"/>
                <a:sym typeface="Symbol" panose="05050102010706020507" pitchFamily="18" charset="2"/>
              </a:rPr>
              <a:t>由支路组成的闭合路径。</a:t>
            </a:r>
            <a:r>
              <a:rPr kumimoji="1" lang="en-US" altLang="zh-CN" sz="2400" b="1">
                <a:latin typeface="仿宋_GB2312" pitchFamily="49" charset="-122"/>
                <a:ea typeface="仿宋_GB2312" pitchFamily="49" charset="-122"/>
                <a:sym typeface="Symbol" panose="05050102010706020507" pitchFamily="18" charset="2"/>
              </a:rPr>
              <a:t>( </a:t>
            </a:r>
            <a:r>
              <a:rPr kumimoji="1" lang="en-US" altLang="zh-CN" sz="2800" b="1" i="1">
                <a:latin typeface="Times New Roman" panose="02020603050405020304" pitchFamily="18" charset="0"/>
                <a:ea typeface="仿宋_GB2312" pitchFamily="49" charset="-122"/>
                <a:sym typeface="Symbol" panose="05050102010706020507" pitchFamily="18" charset="2"/>
              </a:rPr>
              <a:t>l </a:t>
            </a:r>
            <a:r>
              <a:rPr kumimoji="1" lang="en-US" altLang="zh-CN" sz="2400" b="1">
                <a:latin typeface="仿宋_GB2312" pitchFamily="49" charset="-122"/>
                <a:ea typeface="仿宋_GB2312" pitchFamily="49" charset="-122"/>
                <a:sym typeface="Symbol" panose="05050102010706020507" pitchFamily="18" charset="2"/>
              </a:rPr>
              <a:t>)</a:t>
            </a:r>
            <a:endParaRPr kumimoji="1" lang="en-US" altLang="zh-CN" sz="2400" b="1">
              <a:latin typeface="仿宋_GB2312" pitchFamily="49" charset="-122"/>
              <a:ea typeface="仿宋_GB2312" pitchFamily="49" charset="-122"/>
              <a:sym typeface="Symbol" panose="05050102010706020507" pitchFamily="18" charset="2"/>
            </a:endParaRPr>
          </a:p>
        </p:txBody>
      </p:sp>
      <p:sp>
        <p:nvSpPr>
          <p:cNvPr id="1049036" name="Text Box 5"/>
          <p:cNvSpPr txBox="1">
            <a:spLocks noChangeArrowheads="1"/>
          </p:cNvSpPr>
          <p:nvPr/>
        </p:nvSpPr>
        <p:spPr bwMode="auto">
          <a:xfrm>
            <a:off x="8760302" y="2466500"/>
            <a:ext cx="730885" cy="583565"/>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3200" b="1" i="1">
                <a:latin typeface="Times New Roman" panose="02020603050405020304" pitchFamily="18" charset="0"/>
                <a:ea typeface="宋体" panose="02010600030101010101" pitchFamily="2" charset="-122"/>
                <a:sym typeface="Symbol" panose="05050102010706020507" pitchFamily="18" charset="2"/>
              </a:rPr>
              <a:t>l</a:t>
            </a:r>
            <a:r>
              <a:rPr kumimoji="1" lang="en-US" altLang="zh-CN" sz="3200" b="1">
                <a:latin typeface="Times New Roman" panose="02020603050405020304" pitchFamily="18" charset="0"/>
                <a:ea typeface="宋体" panose="02010600030101010101" pitchFamily="2" charset="-122"/>
                <a:sym typeface="Symbol" panose="05050102010706020507" pitchFamily="18" charset="2"/>
              </a:rPr>
              <a:t>=3</a:t>
            </a:r>
            <a:endParaRPr kumimoji="1" lang="en-US" altLang="zh-CN" sz="32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37" name="Text Box 20"/>
          <p:cNvSpPr txBox="1">
            <a:spLocks noChangeArrowheads="1"/>
          </p:cNvSpPr>
          <p:nvPr/>
        </p:nvSpPr>
        <p:spPr bwMode="auto">
          <a:xfrm>
            <a:off x="3430905" y="2832417"/>
            <a:ext cx="335281" cy="510541"/>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_</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38" name="Text Box 24"/>
          <p:cNvSpPr txBox="1">
            <a:spLocks noChangeArrowheads="1"/>
          </p:cNvSpPr>
          <p:nvPr/>
        </p:nvSpPr>
        <p:spPr bwMode="auto">
          <a:xfrm>
            <a:off x="5088255" y="2834005"/>
            <a:ext cx="335281" cy="510540"/>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_</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39" name="Oval 9"/>
          <p:cNvSpPr>
            <a:spLocks noChangeArrowheads="1"/>
          </p:cNvSpPr>
          <p:nvPr/>
        </p:nvSpPr>
        <p:spPr bwMode="auto">
          <a:xfrm>
            <a:off x="3759200" y="2492375"/>
            <a:ext cx="260350" cy="519430"/>
          </a:xfrm>
          <a:prstGeom prst="ellipse">
            <a:avLst/>
          </a:prstGeom>
          <a:solidFill>
            <a:schemeClr val="accent1"/>
          </a:solidFill>
          <a:ln w="57150">
            <a:solidFill>
              <a:srgbClr val="FF9900"/>
            </a:solidFill>
            <a:rou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40" name="Oval 10"/>
          <p:cNvSpPr>
            <a:spLocks noChangeArrowheads="1"/>
          </p:cNvSpPr>
          <p:nvPr/>
        </p:nvSpPr>
        <p:spPr bwMode="auto">
          <a:xfrm>
            <a:off x="5380355" y="2492375"/>
            <a:ext cx="260350" cy="519430"/>
          </a:xfrm>
          <a:prstGeom prst="ellipse">
            <a:avLst/>
          </a:prstGeom>
          <a:solidFill>
            <a:schemeClr val="accent1"/>
          </a:solidFill>
          <a:ln w="57150">
            <a:solidFill>
              <a:srgbClr val="FF9900"/>
            </a:solidFill>
            <a:rou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41" name="Line 11"/>
          <p:cNvSpPr>
            <a:spLocks noChangeShapeType="1"/>
          </p:cNvSpPr>
          <p:nvPr/>
        </p:nvSpPr>
        <p:spPr bwMode="auto">
          <a:xfrm>
            <a:off x="5527675" y="2113280"/>
            <a:ext cx="0" cy="2284730"/>
          </a:xfrm>
          <a:prstGeom prst="line">
            <a:avLst/>
          </a:prstGeom>
          <a:noFill/>
          <a:ln w="38100">
            <a:solidFill>
              <a:srgbClr val="FFCC00"/>
            </a:solidFill>
            <a:round/>
          </a:ln>
        </p:spPr>
        <p:txBody>
          <a:bodyPr wrap="none" anchor="ctr">
            <a:spAutoFit/>
          </a:bodyPr>
          <a:p>
            <a:endParaRPr lang="zh-CN" altLang="en-US"/>
          </a:p>
        </p:txBody>
      </p:sp>
      <p:sp>
        <p:nvSpPr>
          <p:cNvPr id="1049042" name="Rectangle 12"/>
          <p:cNvSpPr>
            <a:spLocks noChangeArrowheads="1"/>
          </p:cNvSpPr>
          <p:nvPr/>
        </p:nvSpPr>
        <p:spPr bwMode="auto">
          <a:xfrm>
            <a:off x="5413375" y="3596005"/>
            <a:ext cx="184150" cy="370205"/>
          </a:xfrm>
          <a:prstGeom prst="rect">
            <a:avLst/>
          </a:prstGeom>
          <a:solidFill>
            <a:srgbClr val="FF9900"/>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43" name="Line 13"/>
          <p:cNvSpPr>
            <a:spLocks noChangeShapeType="1"/>
          </p:cNvSpPr>
          <p:nvPr/>
        </p:nvSpPr>
        <p:spPr bwMode="auto">
          <a:xfrm flipV="1">
            <a:off x="3908425" y="2113280"/>
            <a:ext cx="0" cy="2284730"/>
          </a:xfrm>
          <a:prstGeom prst="line">
            <a:avLst/>
          </a:prstGeom>
          <a:noFill/>
          <a:ln w="38100">
            <a:solidFill>
              <a:srgbClr val="FFCC00"/>
            </a:solidFill>
            <a:round/>
          </a:ln>
        </p:spPr>
        <p:txBody>
          <a:bodyPr wrap="none" anchor="ctr">
            <a:spAutoFit/>
          </a:bodyPr>
          <a:p>
            <a:endParaRPr lang="zh-CN" altLang="en-US"/>
          </a:p>
        </p:txBody>
      </p:sp>
      <p:sp>
        <p:nvSpPr>
          <p:cNvPr id="1049044" name="Line 14"/>
          <p:cNvSpPr>
            <a:spLocks noChangeShapeType="1"/>
          </p:cNvSpPr>
          <p:nvPr/>
        </p:nvSpPr>
        <p:spPr bwMode="auto">
          <a:xfrm flipV="1">
            <a:off x="7146925" y="2113280"/>
            <a:ext cx="0" cy="2284730"/>
          </a:xfrm>
          <a:prstGeom prst="line">
            <a:avLst/>
          </a:prstGeom>
          <a:noFill/>
          <a:ln w="38100">
            <a:solidFill>
              <a:srgbClr val="FFCC00"/>
            </a:solidFill>
            <a:round/>
          </a:ln>
        </p:spPr>
        <p:txBody>
          <a:bodyPr anchor="ctr">
            <a:spAutoFit/>
          </a:bodyPr>
          <a:p>
            <a:endParaRPr lang="zh-CN" altLang="en-US"/>
          </a:p>
        </p:txBody>
      </p:sp>
      <p:sp>
        <p:nvSpPr>
          <p:cNvPr id="1049045" name="Line 15"/>
          <p:cNvSpPr>
            <a:spLocks noChangeShapeType="1"/>
          </p:cNvSpPr>
          <p:nvPr/>
        </p:nvSpPr>
        <p:spPr bwMode="auto">
          <a:xfrm>
            <a:off x="3908425" y="4397375"/>
            <a:ext cx="3238500" cy="0"/>
          </a:xfrm>
          <a:prstGeom prst="line">
            <a:avLst/>
          </a:prstGeom>
          <a:noFill/>
          <a:ln w="38100">
            <a:solidFill>
              <a:srgbClr val="FFCC00"/>
            </a:solidFill>
            <a:round/>
          </a:ln>
        </p:spPr>
        <p:txBody>
          <a:bodyPr anchor="ctr">
            <a:spAutoFit/>
          </a:bodyPr>
          <a:p>
            <a:endParaRPr lang="zh-CN" altLang="en-US"/>
          </a:p>
        </p:txBody>
      </p:sp>
      <p:sp>
        <p:nvSpPr>
          <p:cNvPr id="1049046" name="Line 16"/>
          <p:cNvSpPr>
            <a:spLocks noChangeShapeType="1"/>
          </p:cNvSpPr>
          <p:nvPr/>
        </p:nvSpPr>
        <p:spPr bwMode="auto">
          <a:xfrm>
            <a:off x="3908425" y="2113280"/>
            <a:ext cx="3238500" cy="0"/>
          </a:xfrm>
          <a:prstGeom prst="line">
            <a:avLst/>
          </a:prstGeom>
          <a:noFill/>
          <a:ln w="38100">
            <a:solidFill>
              <a:srgbClr val="FFCC00"/>
            </a:solidFill>
            <a:round/>
          </a:ln>
        </p:spPr>
        <p:txBody>
          <a:bodyPr anchor="ctr">
            <a:spAutoFit/>
          </a:bodyPr>
          <a:p>
            <a:endParaRPr lang="zh-CN" altLang="en-US"/>
          </a:p>
        </p:txBody>
      </p:sp>
      <p:sp>
        <p:nvSpPr>
          <p:cNvPr id="1049047" name="Rectangle 17"/>
          <p:cNvSpPr>
            <a:spLocks noChangeArrowheads="1"/>
          </p:cNvSpPr>
          <p:nvPr/>
        </p:nvSpPr>
        <p:spPr bwMode="auto">
          <a:xfrm>
            <a:off x="7032625" y="3116580"/>
            <a:ext cx="184150" cy="370205"/>
          </a:xfrm>
          <a:prstGeom prst="rect">
            <a:avLst/>
          </a:prstGeom>
          <a:solidFill>
            <a:srgbClr val="FF9900"/>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48" name="Rectangle 18"/>
          <p:cNvSpPr>
            <a:spLocks noChangeArrowheads="1"/>
          </p:cNvSpPr>
          <p:nvPr/>
        </p:nvSpPr>
        <p:spPr bwMode="auto">
          <a:xfrm>
            <a:off x="3794125" y="3573780"/>
            <a:ext cx="184150" cy="370205"/>
          </a:xfrm>
          <a:prstGeom prst="rect">
            <a:avLst/>
          </a:prstGeom>
          <a:solidFill>
            <a:srgbClr val="FF9900"/>
          </a:solidFill>
          <a:ln w="12700">
            <a:solidFill>
              <a:srgbClr val="FF9900"/>
            </a:solidFill>
            <a:miter lim="800000"/>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49" name="Text Box 19"/>
          <p:cNvSpPr txBox="1">
            <a:spLocks noChangeArrowheads="1"/>
          </p:cNvSpPr>
          <p:nvPr/>
        </p:nvSpPr>
        <p:spPr bwMode="auto">
          <a:xfrm>
            <a:off x="3430905" y="2035175"/>
            <a:ext cx="390525" cy="523875"/>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50" name="Text Box 21"/>
          <p:cNvSpPr txBox="1">
            <a:spLocks noChangeArrowheads="1"/>
          </p:cNvSpPr>
          <p:nvPr/>
        </p:nvSpPr>
        <p:spPr bwMode="auto">
          <a:xfrm>
            <a:off x="3041650" y="3498850"/>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1</a:t>
            </a:r>
            <a:endParaRPr kumimoji="1" lang="en-US" altLang="zh-CN" sz="2800" b="1">
              <a:latin typeface="Times New Roman" panose="02020603050405020304" pitchFamily="18" charset="0"/>
              <a:ea typeface="宋体" panose="02010600030101010101" pitchFamily="2" charset="-122"/>
            </a:endParaRPr>
          </a:p>
        </p:txBody>
      </p:sp>
      <p:sp>
        <p:nvSpPr>
          <p:cNvPr id="1049051" name="Text Box 22"/>
          <p:cNvSpPr txBox="1">
            <a:spLocks noChangeArrowheads="1"/>
          </p:cNvSpPr>
          <p:nvPr/>
        </p:nvSpPr>
        <p:spPr bwMode="auto">
          <a:xfrm>
            <a:off x="2927350" y="2346325"/>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u</a:t>
            </a:r>
            <a:r>
              <a:rPr kumimoji="1" lang="en-US" altLang="zh-CN" sz="2800" b="1" baseline="-25000">
                <a:latin typeface="Times New Roman" panose="02020603050405020304" pitchFamily="18" charset="0"/>
                <a:ea typeface="宋体" panose="02010600030101010101" pitchFamily="2" charset="-122"/>
              </a:rPr>
              <a:t>S1</a:t>
            </a:r>
            <a:endParaRPr kumimoji="1" lang="en-US" altLang="zh-CN" sz="2800" b="1">
              <a:latin typeface="Times New Roman" panose="02020603050405020304" pitchFamily="18" charset="0"/>
              <a:ea typeface="宋体" panose="02010600030101010101" pitchFamily="2" charset="-122"/>
            </a:endParaRPr>
          </a:p>
        </p:txBody>
      </p:sp>
      <p:sp>
        <p:nvSpPr>
          <p:cNvPr id="1049052" name="Text Box 23"/>
          <p:cNvSpPr txBox="1">
            <a:spLocks noChangeArrowheads="1"/>
          </p:cNvSpPr>
          <p:nvPr/>
        </p:nvSpPr>
        <p:spPr bwMode="auto">
          <a:xfrm>
            <a:off x="5088255" y="2037080"/>
            <a:ext cx="389255" cy="519430"/>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53" name="Text Box 25"/>
          <p:cNvSpPr txBox="1">
            <a:spLocks noChangeArrowheads="1"/>
          </p:cNvSpPr>
          <p:nvPr/>
        </p:nvSpPr>
        <p:spPr bwMode="auto">
          <a:xfrm>
            <a:off x="4500880" y="2435225"/>
            <a:ext cx="866775" cy="5238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u</a:t>
            </a:r>
            <a:r>
              <a:rPr kumimoji="1" lang="en-US" altLang="zh-CN" sz="2800" b="1" baseline="-25000">
                <a:latin typeface="Times New Roman" panose="02020603050405020304" pitchFamily="18" charset="0"/>
                <a:ea typeface="宋体" panose="02010600030101010101" pitchFamily="2" charset="-122"/>
              </a:rPr>
              <a:t>S2</a:t>
            </a:r>
            <a:endParaRPr kumimoji="1" lang="en-US" altLang="zh-CN" sz="2800" b="1">
              <a:latin typeface="Times New Roman" panose="02020603050405020304" pitchFamily="18" charset="0"/>
              <a:ea typeface="宋体" panose="02010600030101010101" pitchFamily="2" charset="-122"/>
            </a:endParaRPr>
          </a:p>
        </p:txBody>
      </p:sp>
      <p:sp>
        <p:nvSpPr>
          <p:cNvPr id="1049054" name="Text Box 26"/>
          <p:cNvSpPr txBox="1">
            <a:spLocks noChangeArrowheads="1"/>
          </p:cNvSpPr>
          <p:nvPr/>
        </p:nvSpPr>
        <p:spPr bwMode="auto">
          <a:xfrm>
            <a:off x="4637405" y="3587750"/>
            <a:ext cx="866775" cy="5238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2</a:t>
            </a:r>
            <a:endParaRPr kumimoji="1" lang="en-US" altLang="zh-CN" sz="2800" b="1">
              <a:latin typeface="Times New Roman" panose="02020603050405020304" pitchFamily="18" charset="0"/>
              <a:ea typeface="宋体" panose="02010600030101010101" pitchFamily="2" charset="-122"/>
            </a:endParaRPr>
          </a:p>
        </p:txBody>
      </p:sp>
      <p:sp>
        <p:nvSpPr>
          <p:cNvPr id="1049055" name="Text Box 27"/>
          <p:cNvSpPr txBox="1">
            <a:spLocks noChangeArrowheads="1"/>
          </p:cNvSpPr>
          <p:nvPr/>
        </p:nvSpPr>
        <p:spPr bwMode="auto">
          <a:xfrm>
            <a:off x="7101205" y="3041650"/>
            <a:ext cx="866775" cy="520700"/>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en-US" altLang="zh-CN" sz="2800" b="1" i="1">
                <a:latin typeface="Times New Roman" panose="02020603050405020304" pitchFamily="18" charset="0"/>
                <a:ea typeface="宋体" panose="02010600030101010101" pitchFamily="2" charset="-122"/>
              </a:rPr>
              <a:t>R</a:t>
            </a:r>
            <a:r>
              <a:rPr kumimoji="1" lang="en-US" altLang="zh-CN" sz="2800" b="1" baseline="-25000">
                <a:latin typeface="Times New Roman" panose="02020603050405020304" pitchFamily="18" charset="0"/>
                <a:ea typeface="宋体" panose="02010600030101010101" pitchFamily="2" charset="-122"/>
              </a:rPr>
              <a:t>3</a:t>
            </a:r>
            <a:endParaRPr kumimoji="1" lang="en-US" altLang="zh-CN" sz="2800" b="1">
              <a:latin typeface="Times New Roman" panose="02020603050405020304" pitchFamily="18" charset="0"/>
              <a:ea typeface="宋体" panose="02010600030101010101" pitchFamily="2" charset="-122"/>
            </a:endParaRPr>
          </a:p>
        </p:txBody>
      </p:sp>
      <p:sp>
        <p:nvSpPr>
          <p:cNvPr id="1049056" name="Oval 28"/>
          <p:cNvSpPr>
            <a:spLocks noChangeArrowheads="1"/>
          </p:cNvSpPr>
          <p:nvPr/>
        </p:nvSpPr>
        <p:spPr bwMode="auto">
          <a:xfrm>
            <a:off x="5469255" y="2037080"/>
            <a:ext cx="128905" cy="130175"/>
          </a:xfrm>
          <a:prstGeom prst="ellipse">
            <a:avLst/>
          </a:prstGeom>
          <a:solidFill>
            <a:srgbClr val="FF9900"/>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57" name="Oval 29"/>
          <p:cNvSpPr>
            <a:spLocks noChangeArrowheads="1"/>
          </p:cNvSpPr>
          <p:nvPr/>
        </p:nvSpPr>
        <p:spPr bwMode="auto">
          <a:xfrm>
            <a:off x="5469255" y="4342130"/>
            <a:ext cx="128905" cy="130175"/>
          </a:xfrm>
          <a:prstGeom prst="ellipse">
            <a:avLst/>
          </a:prstGeom>
          <a:solidFill>
            <a:srgbClr val="FF9900"/>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58" name="Arc 31"/>
          <p:cNvSpPr/>
          <p:nvPr/>
        </p:nvSpPr>
        <p:spPr bwMode="auto">
          <a:xfrm>
            <a:off x="4295775" y="2757805"/>
            <a:ext cx="403225" cy="1092200"/>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724"/>
                  <a:pt x="6697" y="3106"/>
                  <a:pt x="16268" y="66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724"/>
                  <a:pt x="6697" y="3106"/>
                  <a:pt x="16268" y="668"/>
                </a:cubicBezTo>
                <a:lnTo>
                  <a:pt x="21600" y="21600"/>
                </a:lnTo>
                <a:lnTo>
                  <a:pt x="21599" y="0"/>
                </a:lnTo>
                <a:close/>
              </a:path>
            </a:pathLst>
          </a:custGeom>
          <a:noFill/>
          <a:ln w="38100">
            <a:solidFill>
              <a:schemeClr val="hlink"/>
            </a:solidFill>
            <a:round/>
            <a:tailEnd type="triangle" w="med" len="med"/>
          </a:ln>
        </p:spPr>
        <p:txBody>
          <a:bodyPr wrap="none" anchor="ctr"/>
          <a:p>
            <a:endParaRPr lang="zh-CN" altLang="en-US"/>
          </a:p>
        </p:txBody>
      </p:sp>
      <p:sp>
        <p:nvSpPr>
          <p:cNvPr id="1049059" name="Text Box 32"/>
          <p:cNvSpPr txBox="1">
            <a:spLocks noChangeArrowheads="1"/>
          </p:cNvSpPr>
          <p:nvPr/>
        </p:nvSpPr>
        <p:spPr bwMode="auto">
          <a:xfrm>
            <a:off x="4316730" y="3039110"/>
            <a:ext cx="361315" cy="518795"/>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800" b="1">
                <a:latin typeface="Times New Roman" panose="02020603050405020304" pitchFamily="18" charset="0"/>
                <a:ea typeface="宋体" panose="02010600030101010101" pitchFamily="2" charset="-122"/>
                <a:sym typeface="Symbol" panose="05050102010706020507" pitchFamily="18" charset="2"/>
              </a:rPr>
              <a:t>1</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60" name="Arc 34"/>
          <p:cNvSpPr/>
          <p:nvPr/>
        </p:nvSpPr>
        <p:spPr bwMode="auto">
          <a:xfrm>
            <a:off x="6240780" y="2757805"/>
            <a:ext cx="403225" cy="1092200"/>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724"/>
                  <a:pt x="6697" y="3106"/>
                  <a:pt x="16268" y="66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1724"/>
                  <a:pt x="6697" y="3106"/>
                  <a:pt x="16268" y="668"/>
                </a:cubicBezTo>
                <a:lnTo>
                  <a:pt x="21600" y="21600"/>
                </a:lnTo>
                <a:lnTo>
                  <a:pt x="21599" y="0"/>
                </a:lnTo>
                <a:close/>
              </a:path>
            </a:pathLst>
          </a:custGeom>
          <a:noFill/>
          <a:ln w="38100">
            <a:solidFill>
              <a:schemeClr val="hlink"/>
            </a:solidFill>
            <a:round/>
            <a:tailEnd type="triangle" w="med" len="med"/>
          </a:ln>
        </p:spPr>
        <p:txBody>
          <a:bodyPr wrap="none" anchor="ctr"/>
          <a:p>
            <a:endParaRPr lang="zh-CN" altLang="en-US"/>
          </a:p>
        </p:txBody>
      </p:sp>
      <p:sp>
        <p:nvSpPr>
          <p:cNvPr id="1049061" name="Text Box 35"/>
          <p:cNvSpPr txBox="1">
            <a:spLocks noChangeArrowheads="1"/>
          </p:cNvSpPr>
          <p:nvPr/>
        </p:nvSpPr>
        <p:spPr bwMode="auto">
          <a:xfrm>
            <a:off x="6259195" y="3039110"/>
            <a:ext cx="361315" cy="518795"/>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800" b="1">
                <a:latin typeface="Times New Roman" panose="02020603050405020304" pitchFamily="18" charset="0"/>
                <a:ea typeface="宋体" panose="02010600030101010101" pitchFamily="2" charset="-122"/>
                <a:sym typeface="Symbol" panose="05050102010706020507" pitchFamily="18" charset="2"/>
              </a:rPr>
              <a:t>2</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62" name="Text Box 36"/>
          <p:cNvSpPr txBox="1">
            <a:spLocks noChangeArrowheads="1"/>
          </p:cNvSpPr>
          <p:nvPr/>
        </p:nvSpPr>
        <p:spPr bwMode="auto">
          <a:xfrm>
            <a:off x="7464267" y="2106772"/>
            <a:ext cx="360680" cy="521970"/>
          </a:xfrm>
          <a:prstGeom prst="rect">
            <a:avLst/>
          </a:prstGeom>
          <a:noFill/>
          <a:ln>
            <a:noFill/>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800" b="1">
                <a:latin typeface="Times New Roman" panose="02020603050405020304" pitchFamily="18" charset="0"/>
                <a:ea typeface="宋体" panose="02010600030101010101" pitchFamily="2" charset="-122"/>
                <a:sym typeface="Symbol" panose="05050102010706020507" pitchFamily="18" charset="2"/>
              </a:rPr>
              <a:t>3</a:t>
            </a:r>
            <a:endParaRPr kumimoji="1" lang="en-US" altLang="zh-CN"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1049063" name="Freeform 37"/>
          <p:cNvSpPr/>
          <p:nvPr/>
        </p:nvSpPr>
        <p:spPr bwMode="auto">
          <a:xfrm>
            <a:off x="4656139" y="2181225"/>
            <a:ext cx="3311525" cy="2592388"/>
          </a:xfrm>
          <a:custGeom>
            <a:avLst/>
            <a:gdLst>
              <a:gd name="T0" fmla="*/ 0 w 2147"/>
              <a:gd name="T1" fmla="*/ 2147483646 h 1717"/>
              <a:gd name="T2" fmla="*/ 1510656935 w 2147"/>
              <a:gd name="T3" fmla="*/ 2147483646 h 1717"/>
              <a:gd name="T4" fmla="*/ 2147483646 w 2147"/>
              <a:gd name="T5" fmla="*/ 2147483646 h 1717"/>
              <a:gd name="T6" fmla="*/ 2147483646 w 2147"/>
              <a:gd name="T7" fmla="*/ 0 h 1717"/>
              <a:gd name="T8" fmla="*/ 0 60000 65536"/>
              <a:gd name="T9" fmla="*/ 0 60000 65536"/>
              <a:gd name="T10" fmla="*/ 0 60000 65536"/>
              <a:gd name="T11" fmla="*/ 0 60000 65536"/>
              <a:gd name="T12" fmla="*/ 0 w 2147"/>
              <a:gd name="T13" fmla="*/ 0 h 1717"/>
              <a:gd name="T14" fmla="*/ 2147 w 2147"/>
              <a:gd name="T15" fmla="*/ 1717 h 1717"/>
            </a:gdLst>
            <a:ahLst/>
            <a:cxnLst>
              <a:cxn ang="T8">
                <a:pos x="T0" y="T1"/>
              </a:cxn>
              <a:cxn ang="T9">
                <a:pos x="T2" y="T3"/>
              </a:cxn>
              <a:cxn ang="T10">
                <a:pos x="T4" y="T5"/>
              </a:cxn>
              <a:cxn ang="T11">
                <a:pos x="T6" y="T7"/>
              </a:cxn>
            </a:cxnLst>
            <a:rect l="T12" t="T13" r="T14" b="T15"/>
            <a:pathLst>
              <a:path w="2147" h="1717">
                <a:moveTo>
                  <a:pt x="0" y="1542"/>
                </a:moveTo>
                <a:cubicBezTo>
                  <a:pt x="159" y="1572"/>
                  <a:pt x="318" y="1603"/>
                  <a:pt x="635" y="1588"/>
                </a:cubicBezTo>
                <a:cubicBezTo>
                  <a:pt x="952" y="1573"/>
                  <a:pt x="1663" y="1717"/>
                  <a:pt x="1905" y="1452"/>
                </a:cubicBezTo>
                <a:cubicBezTo>
                  <a:pt x="2147" y="1187"/>
                  <a:pt x="2116" y="593"/>
                  <a:pt x="2086" y="0"/>
                </a:cubicBezTo>
              </a:path>
            </a:pathLst>
          </a:custGeom>
          <a:noFill/>
          <a:ln w="38100" cmpd="sng">
            <a:solidFill>
              <a:schemeClr val="hlink"/>
            </a:solidFill>
            <a:prstDash val="solid"/>
            <a:round/>
            <a:headEnd type="none" w="med" len="med"/>
            <a:tailEnd type="triangle" w="med" len="med"/>
          </a:ln>
        </p:spPr>
        <p:txBody>
          <a:bodyPr anchor="ctr"/>
          <a:p>
            <a:endParaRPr lang="zh-CN" altLang="en-US"/>
          </a:p>
        </p:txBody>
      </p:sp>
      <p:sp>
        <p:nvSpPr>
          <p:cNvPr id="1049064" name="Text Box 40"/>
          <p:cNvSpPr txBox="1">
            <a:spLocks noChangeArrowheads="1"/>
          </p:cNvSpPr>
          <p:nvPr/>
        </p:nvSpPr>
        <p:spPr bwMode="auto">
          <a:xfrm>
            <a:off x="1847851" y="1270001"/>
            <a:ext cx="2519363" cy="460375"/>
          </a:xfrm>
          <a:prstGeom prst="rect">
            <a:avLst/>
          </a:prstGeom>
          <a:noFill/>
          <a:ln w="38100">
            <a:solidFill>
              <a:schemeClr val="hlink"/>
            </a:solidFill>
            <a:miter lim="800000"/>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400" b="1">
                <a:latin typeface="仿宋_GB2312" pitchFamily="49" charset="-122"/>
                <a:ea typeface="仿宋_GB2312" pitchFamily="49" charset="-122"/>
                <a:sym typeface="Symbol" panose="05050102010706020507" pitchFamily="18" charset="2"/>
              </a:rPr>
              <a:t>(4) </a:t>
            </a:r>
            <a:r>
              <a:rPr kumimoji="1" lang="zh-CN" altLang="en-US" sz="2400" b="1">
                <a:latin typeface="仿宋_GB2312" pitchFamily="49" charset="-122"/>
                <a:ea typeface="仿宋_GB2312" pitchFamily="49" charset="-122"/>
                <a:sym typeface="Symbol" panose="05050102010706020507" pitchFamily="18" charset="2"/>
              </a:rPr>
              <a:t>回路</a:t>
            </a:r>
            <a:r>
              <a:rPr kumimoji="1" lang="en-US" altLang="zh-CN" sz="2400" b="1">
                <a:latin typeface="仿宋_GB2312" pitchFamily="49" charset="-122"/>
                <a:ea typeface="仿宋_GB2312" pitchFamily="49" charset="-122"/>
                <a:sym typeface="Symbol" panose="05050102010706020507" pitchFamily="18" charset="2"/>
              </a:rPr>
              <a:t>(loop)</a:t>
            </a:r>
            <a:endParaRPr kumimoji="1" lang="en-US" altLang="zh-CN" sz="2400" b="1">
              <a:latin typeface="仿宋_GB2312" pitchFamily="49" charset="-122"/>
              <a:ea typeface="仿宋_GB2312" pitchFamily="49" charset="-122"/>
              <a:sym typeface="Symbol" panose="05050102010706020507" pitchFamily="18" charset="2"/>
            </a:endParaRPr>
          </a:p>
        </p:txBody>
      </p:sp>
      <p:sp>
        <p:nvSpPr>
          <p:cNvPr id="1049065" name="AutoShape 41"/>
          <p:cNvSpPr>
            <a:spLocks noChangeArrowheads="1"/>
          </p:cNvSpPr>
          <p:nvPr/>
        </p:nvSpPr>
        <p:spPr bwMode="auto">
          <a:xfrm>
            <a:off x="4727575" y="1395413"/>
            <a:ext cx="647700" cy="144462"/>
          </a:xfrm>
          <a:prstGeom prst="rightArrow">
            <a:avLst>
              <a:gd name="adj1" fmla="val 50000"/>
              <a:gd name="adj2" fmla="val 112088"/>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10" name=""/>
        <p:cNvGrpSpPr/>
        <p:nvPr/>
      </p:nvGrpSpPr>
      <p:grpSpPr>
        <a:xfrm>
          <a:off x="0" y="0"/>
          <a:ext cx="0" cy="0"/>
          <a:chOff x="0" y="0"/>
          <a:chExt cx="0" cy="0"/>
        </a:xfrm>
      </p:grpSpPr>
      <p:sp>
        <p:nvSpPr>
          <p:cNvPr id="1049078" name="Text Box 4"/>
          <p:cNvSpPr txBox="1">
            <a:spLocks noChangeArrowheads="1"/>
          </p:cNvSpPr>
          <p:nvPr/>
        </p:nvSpPr>
        <p:spPr bwMode="auto">
          <a:xfrm>
            <a:off x="2135189" y="2239328"/>
            <a:ext cx="7056437" cy="460375"/>
          </a:xfrm>
          <a:prstGeom prst="rect">
            <a:avLst/>
          </a:prstGeom>
          <a:no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a:latin typeface="Times New Roman" panose="02020603050405020304" pitchFamily="18" charset="0"/>
                <a:ea typeface="仿宋_GB2312" pitchFamily="49" charset="-122"/>
                <a:sym typeface="Symbol" panose="05050102010706020507" pitchFamily="18" charset="2"/>
              </a:rPr>
              <a:t>对</a:t>
            </a:r>
            <a:r>
              <a:rPr kumimoji="1" lang="zh-CN" altLang="en-US" sz="2400" b="1">
                <a:solidFill>
                  <a:srgbClr val="CC0000"/>
                </a:solidFill>
                <a:latin typeface="Times New Roman" panose="02020603050405020304" pitchFamily="18" charset="0"/>
                <a:ea typeface="宋体" panose="02010600030101010101" pitchFamily="2" charset="-122"/>
                <a:sym typeface="Symbol" panose="05050102010706020507" pitchFamily="18" charset="2"/>
              </a:rPr>
              <a:t>平面电路</a:t>
            </a:r>
            <a:r>
              <a:rPr kumimoji="1" lang="zh-CN" altLang="en-US" sz="2400" b="1">
                <a:latin typeface="Times New Roman" panose="02020603050405020304" pitchFamily="18" charset="0"/>
                <a:ea typeface="仿宋_GB2312" pitchFamily="49" charset="-122"/>
                <a:sym typeface="Symbol" panose="05050102010706020507" pitchFamily="18" charset="2"/>
              </a:rPr>
              <a:t>，其内部不含任何支路的回路称网孔。</a:t>
            </a:r>
            <a:endParaRPr kumimoji="1" lang="zh-CN" altLang="en-US" sz="2400" b="1">
              <a:latin typeface="Times New Roman" panose="02020603050405020304" pitchFamily="18" charset="0"/>
              <a:ea typeface="仿宋_GB2312" pitchFamily="49" charset="-122"/>
              <a:sym typeface="Symbol" panose="05050102010706020507" pitchFamily="18" charset="2"/>
            </a:endParaRPr>
          </a:p>
        </p:txBody>
      </p:sp>
      <p:sp>
        <p:nvSpPr>
          <p:cNvPr id="1049079" name="Text Box 42"/>
          <p:cNvSpPr txBox="1">
            <a:spLocks noChangeArrowheads="1"/>
          </p:cNvSpPr>
          <p:nvPr/>
        </p:nvSpPr>
        <p:spPr bwMode="auto">
          <a:xfrm>
            <a:off x="1847851" y="1682116"/>
            <a:ext cx="2447925" cy="460375"/>
          </a:xfrm>
          <a:prstGeom prst="rect">
            <a:avLst/>
          </a:prstGeom>
          <a:noFill/>
          <a:ln w="38100">
            <a:solidFill>
              <a:schemeClr val="hlink"/>
            </a:solidFill>
            <a:miter lim="800000"/>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kumimoji="1" lang="en-US" altLang="zh-CN" sz="2400" b="1">
                <a:latin typeface="仿宋_GB2312" pitchFamily="49" charset="-122"/>
                <a:ea typeface="仿宋_GB2312" pitchFamily="49" charset="-122"/>
                <a:sym typeface="Symbol" panose="05050102010706020507" pitchFamily="18" charset="2"/>
              </a:rPr>
              <a:t>(5) </a:t>
            </a:r>
            <a:r>
              <a:rPr kumimoji="1" lang="zh-CN" altLang="en-US" sz="2400" b="1">
                <a:latin typeface="仿宋_GB2312" pitchFamily="49" charset="-122"/>
                <a:ea typeface="仿宋_GB2312" pitchFamily="49" charset="-122"/>
                <a:sym typeface="Symbol" panose="05050102010706020507" pitchFamily="18" charset="2"/>
              </a:rPr>
              <a:t>网孔</a:t>
            </a:r>
            <a:r>
              <a:rPr kumimoji="1" lang="en-US" altLang="zh-CN" sz="2400" b="1">
                <a:latin typeface="仿宋_GB2312" pitchFamily="49" charset="-122"/>
                <a:ea typeface="仿宋_GB2312" pitchFamily="49" charset="-122"/>
                <a:sym typeface="Symbol" panose="05050102010706020507" pitchFamily="18" charset="2"/>
              </a:rPr>
              <a:t>(mesh)</a:t>
            </a:r>
            <a:endParaRPr kumimoji="1" lang="en-US" altLang="zh-CN" sz="2400" b="1">
              <a:latin typeface="仿宋_GB2312" pitchFamily="49" charset="-122"/>
              <a:ea typeface="仿宋_GB2312" pitchFamily="49" charset="-122"/>
              <a:sym typeface="Symbol" panose="05050102010706020507" pitchFamily="18" charset="2"/>
            </a:endParaRPr>
          </a:p>
        </p:txBody>
      </p:sp>
      <p:sp>
        <p:nvSpPr>
          <p:cNvPr id="1049080" name="AutoShape 43"/>
          <p:cNvSpPr>
            <a:spLocks noChangeArrowheads="1"/>
          </p:cNvSpPr>
          <p:nvPr/>
        </p:nvSpPr>
        <p:spPr bwMode="auto">
          <a:xfrm>
            <a:off x="4583113" y="1880553"/>
            <a:ext cx="647700" cy="144462"/>
          </a:xfrm>
          <a:prstGeom prst="rightArrow">
            <a:avLst>
              <a:gd name="adj1" fmla="val 50000"/>
              <a:gd name="adj2" fmla="val 112088"/>
            </a:avLst>
          </a:prstGeom>
          <a:solidFill>
            <a:schemeClr val="tx1"/>
          </a:solidFill>
          <a:ln w="9525" algn="ctr">
            <a:solidFill>
              <a:schemeClr val="tx1"/>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081" name="Text Box 44"/>
          <p:cNvSpPr txBox="1">
            <a:spLocks noChangeArrowheads="1"/>
          </p:cNvSpPr>
          <p:nvPr/>
        </p:nvSpPr>
        <p:spPr bwMode="auto">
          <a:xfrm>
            <a:off x="2782889" y="2742566"/>
            <a:ext cx="5184775" cy="460375"/>
          </a:xfrm>
          <a:prstGeom prst="rect">
            <a:avLst/>
          </a:prstGeom>
          <a:solidFill>
            <a:srgbClr val="008000"/>
          </a:solidFill>
          <a:ln>
            <a:noFill/>
          </a:ln>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kumimoji="1" lang="zh-CN" altLang="en-US" sz="2400" b="1">
                <a:solidFill>
                  <a:srgbClr val="F8FF65"/>
                </a:solidFill>
                <a:latin typeface="Times New Roman" panose="02020603050405020304" pitchFamily="18" charset="0"/>
                <a:ea typeface="仿宋_GB2312" pitchFamily="49" charset="-122"/>
                <a:sym typeface="Symbol" panose="05050102010706020507" pitchFamily="18" charset="2"/>
              </a:rPr>
              <a:t>网孔是回路，但回路不一定是网孔</a:t>
            </a:r>
            <a:endParaRPr kumimoji="1" lang="zh-CN" altLang="en-US" sz="2400" b="1">
              <a:solidFill>
                <a:srgbClr val="F8FF65"/>
              </a:solidFill>
              <a:latin typeface="Times New Roman" panose="02020603050405020304" pitchFamily="18" charset="0"/>
              <a:ea typeface="仿宋_GB2312" pitchFamily="49" charset="-122"/>
              <a:sym typeface="Symbol" panose="05050102010706020507"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30" name=""/>
        <p:cNvGrpSpPr/>
        <p:nvPr/>
      </p:nvGrpSpPr>
      <p:grpSpPr>
        <a:xfrm>
          <a:off x="0" y="0"/>
          <a:ext cx="0" cy="0"/>
          <a:chOff x="0" y="0"/>
          <a:chExt cx="0" cy="0"/>
        </a:xfrm>
      </p:grpSpPr>
      <p:sp>
        <p:nvSpPr>
          <p:cNvPr id="1049094" name="文本框 2"/>
          <p:cNvSpPr txBox="1"/>
          <p:nvPr/>
        </p:nvSpPr>
        <p:spPr>
          <a:xfrm>
            <a:off x="1753235" y="87630"/>
            <a:ext cx="4573270" cy="583565"/>
          </a:xfrm>
          <a:prstGeom prst="rect">
            <a:avLst/>
          </a:prstGeom>
          <a:noFill/>
        </p:spPr>
        <p:txBody>
          <a:bodyPr wrap="square" rtlCol="0">
            <a:spAutoFit/>
          </a:bodyPr>
          <a:p>
            <a:r>
              <a:rPr lang="zh-CN" altLang="en-US" sz="3200" b="1">
                <a:solidFill>
                  <a:schemeClr val="tx1"/>
                </a:solidFill>
              </a:rPr>
              <a:t>问：几个节点几条支路？</a:t>
            </a:r>
            <a:endParaRPr lang="zh-CN" altLang="en-US" sz="3200" b="1">
              <a:solidFill>
                <a:schemeClr val="tx1"/>
              </a:solidFill>
            </a:endParaRPr>
          </a:p>
        </p:txBody>
      </p:sp>
      <p:sp>
        <p:nvSpPr>
          <p:cNvPr id="1049095" name="文本框 37"/>
          <p:cNvSpPr txBox="1"/>
          <p:nvPr/>
        </p:nvSpPr>
        <p:spPr>
          <a:xfrm>
            <a:off x="172085" y="2220595"/>
            <a:ext cx="1802765" cy="368300"/>
          </a:xfrm>
          <a:prstGeom prst="rect">
            <a:avLst/>
          </a:prstGeom>
          <a:noFill/>
        </p:spPr>
        <p:txBody>
          <a:bodyPr wrap="square" rtlCol="0">
            <a:spAutoFit/>
          </a:bodyPr>
          <a:p>
            <a:r>
              <a:rPr lang="zh-CN" altLang="en-US">
                <a:solidFill>
                  <a:schemeClr val="tx1"/>
                </a:solidFill>
              </a:rPr>
              <a:t>图</a:t>
            </a:r>
            <a:r>
              <a:rPr lang="en-US" altLang="zh-CN">
                <a:solidFill>
                  <a:schemeClr val="tx1"/>
                </a:solidFill>
              </a:rPr>
              <a:t>3-1 </a:t>
            </a:r>
            <a:r>
              <a:rPr lang="zh-CN" altLang="en-US">
                <a:solidFill>
                  <a:schemeClr val="tx1"/>
                </a:solidFill>
              </a:rPr>
              <a:t>电路的图</a:t>
            </a:r>
            <a:endParaRPr lang="zh-CN" altLang="en-US">
              <a:solidFill>
                <a:schemeClr val="tx1"/>
              </a:solidFill>
            </a:endParaRPr>
          </a:p>
        </p:txBody>
      </p:sp>
      <p:sp>
        <p:nvSpPr>
          <p:cNvPr id="1049096" name="AutoShape 124"/>
          <p:cNvSpPr/>
          <p:nvPr/>
        </p:nvSpPr>
        <p:spPr>
          <a:xfrm>
            <a:off x="5496560" y="2578735"/>
            <a:ext cx="1224280" cy="202565"/>
          </a:xfrm>
          <a:prstGeom prst="rightArrow">
            <a:avLst>
              <a:gd name="adj1" fmla="val 50000"/>
              <a:gd name="adj2" fmla="val 141727"/>
            </a:avLst>
          </a:prstGeom>
          <a:solidFill>
            <a:srgbClr val="0099FF"/>
          </a:solidFill>
          <a:ln w="9525" cap="flat" cmpd="sng">
            <a:solidFill>
              <a:srgbClr val="0099FF"/>
            </a:solidFill>
            <a:prstDash val="solid"/>
            <a:miter/>
            <a:headEnd type="none" w="med" len="med"/>
            <a:tailEnd type="none" w="med" len="med"/>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097" name="Text Box 125"/>
          <p:cNvSpPr txBox="1"/>
          <p:nvPr/>
        </p:nvSpPr>
        <p:spPr>
          <a:xfrm>
            <a:off x="5351780" y="1701800"/>
            <a:ext cx="1368425" cy="945515"/>
          </a:xfrm>
          <a:prstGeom prst="rect">
            <a:avLst/>
          </a:prstGeom>
          <a:noFill/>
          <a:ln w="9525">
            <a:noFill/>
          </a:ln>
        </p:spPr>
        <p:txBody>
          <a:bodyPr>
            <a:spAutoFit/>
          </a:bodyPr>
          <a:p>
            <a:pPr eaLnBrk="1" hangingPunct="1">
              <a:spcBef>
                <a:spcPct val="50000"/>
              </a:spcBef>
            </a:pPr>
            <a:r>
              <a:rPr lang="zh-CN" altLang="en-US" sz="2800" dirty="0">
                <a:solidFill>
                  <a:schemeClr val="tx1"/>
                </a:solidFill>
                <a:latin typeface="Arial" panose="020B0604020202020204" pitchFamily="34" charset="0"/>
              </a:rPr>
              <a:t>抛开元件性质</a:t>
            </a:r>
            <a:endParaRPr lang="zh-CN" altLang="en-US" sz="2800" dirty="0">
              <a:solidFill>
                <a:schemeClr val="tx1"/>
              </a:solidFill>
              <a:latin typeface="Arial" panose="020B0604020202020204" pitchFamily="34" charset="0"/>
            </a:endParaRPr>
          </a:p>
        </p:txBody>
      </p:sp>
      <p:sp>
        <p:nvSpPr>
          <p:cNvPr id="1049098" name="AutoShape 166" descr="羊皮纸"/>
          <p:cNvSpPr/>
          <p:nvPr/>
        </p:nvSpPr>
        <p:spPr>
          <a:xfrm>
            <a:off x="8017193" y="4930775"/>
            <a:ext cx="2087562" cy="935038"/>
          </a:xfrm>
          <a:prstGeom prst="wedgeRoundRectCallout">
            <a:avLst>
              <a:gd name="adj1" fmla="val -44296"/>
              <a:gd name="adj2" fmla="val -130815"/>
              <a:gd name="adj3" fmla="val 16667"/>
            </a:avLst>
          </a:prstGeom>
          <a:blipFill rotWithShape="1">
            <a:blip r:embed="rId1"/>
          </a:blipFill>
          <a:ln w="9525" cap="flat" cmpd="sng">
            <a:solidFill>
              <a:schemeClr val="tx1"/>
            </a:solidFill>
            <a:prstDash val="solid"/>
            <a:miter/>
            <a:headEnd type="none" w="med" len="med"/>
            <a:tailEnd type="none" w="med" len="med"/>
          </a:ln>
        </p:spPr>
        <p:txBody>
          <a:bodyPr/>
          <a:p>
            <a:pPr algn="ctr" eaLnBrk="1" hangingPunct="1"/>
            <a:r>
              <a:rPr lang="zh-CN" altLang="en-US" dirty="0">
                <a:solidFill>
                  <a:schemeClr val="tx1"/>
                </a:solidFill>
                <a:latin typeface="Arial" panose="020B0604020202020204" pitchFamily="34" charset="0"/>
              </a:rPr>
              <a:t>一个元件作为一条支路</a:t>
            </a:r>
            <a:endParaRPr lang="zh-CN" altLang="en-US" dirty="0">
              <a:solidFill>
                <a:schemeClr val="tx1"/>
              </a:solidFill>
              <a:latin typeface="Arial" panose="020B0604020202020204" pitchFamily="34" charset="0"/>
            </a:endParaRPr>
          </a:p>
        </p:txBody>
      </p:sp>
      <p:sp>
        <p:nvSpPr>
          <p:cNvPr id="1049099" name="AutoShape 190" descr="羊皮纸"/>
          <p:cNvSpPr/>
          <p:nvPr/>
        </p:nvSpPr>
        <p:spPr>
          <a:xfrm>
            <a:off x="1752918" y="4581208"/>
            <a:ext cx="2952750" cy="863600"/>
          </a:xfrm>
          <a:prstGeom prst="wedgeRoundRectCallout">
            <a:avLst>
              <a:gd name="adj1" fmla="val 65912"/>
              <a:gd name="adj2" fmla="val 6250"/>
              <a:gd name="adj3" fmla="val 16667"/>
            </a:avLst>
          </a:prstGeom>
          <a:blipFill rotWithShape="1">
            <a:blip r:embed="rId1"/>
          </a:blipFill>
          <a:ln w="9525" cap="flat" cmpd="sng">
            <a:solidFill>
              <a:schemeClr val="tx1"/>
            </a:solidFill>
            <a:prstDash val="solid"/>
            <a:miter/>
            <a:headEnd type="none" w="med" len="med"/>
            <a:tailEnd type="none" w="med" len="med"/>
          </a:ln>
        </p:spPr>
        <p:txBody>
          <a:bodyPr/>
          <a:p>
            <a:pPr algn="ctr" eaLnBrk="1" hangingPunct="1"/>
            <a:r>
              <a:rPr lang="zh-CN" altLang="en-US" dirty="0">
                <a:solidFill>
                  <a:schemeClr val="tx1"/>
                </a:solidFill>
                <a:latin typeface="Arial" panose="020B0604020202020204" pitchFamily="34" charset="0"/>
              </a:rPr>
              <a:t>元件的串联及并联组合作为一条支路</a:t>
            </a:r>
            <a:endParaRPr lang="zh-CN" altLang="en-US" dirty="0">
              <a:solidFill>
                <a:schemeClr val="tx1"/>
              </a:solidFill>
              <a:latin typeface="Arial" panose="020B0604020202020204" pitchFamily="34" charset="0"/>
            </a:endParaRPr>
          </a:p>
        </p:txBody>
      </p:sp>
      <p:sp>
        <p:nvSpPr>
          <p:cNvPr id="1049100" name="Line 172"/>
          <p:cNvSpPr/>
          <p:nvPr/>
        </p:nvSpPr>
        <p:spPr>
          <a:xfrm flipV="1">
            <a:off x="5208905" y="3646170"/>
            <a:ext cx="1189355" cy="641350"/>
          </a:xfrm>
          <a:prstGeom prst="line">
            <a:avLst/>
          </a:prstGeom>
          <a:ln w="28575" cap="flat" cmpd="sng">
            <a:solidFill>
              <a:srgbClr val="FFCC00"/>
            </a:solidFill>
            <a:prstDash val="solid"/>
            <a:headEnd type="none" w="med" len="med"/>
            <a:tailEnd type="none" w="med" len="med"/>
          </a:ln>
        </p:spPr>
      </p:sp>
      <p:sp>
        <p:nvSpPr>
          <p:cNvPr id="1049101" name="Line 173"/>
          <p:cNvSpPr/>
          <p:nvPr/>
        </p:nvSpPr>
        <p:spPr>
          <a:xfrm flipV="1">
            <a:off x="6396355" y="4289425"/>
            <a:ext cx="1189355" cy="641350"/>
          </a:xfrm>
          <a:prstGeom prst="line">
            <a:avLst/>
          </a:prstGeom>
          <a:ln w="28575" cap="flat" cmpd="sng">
            <a:solidFill>
              <a:srgbClr val="FFCC00"/>
            </a:solidFill>
            <a:prstDash val="solid"/>
            <a:headEnd type="none" w="med" len="med"/>
            <a:tailEnd type="none" w="med" len="med"/>
          </a:ln>
        </p:spPr>
      </p:sp>
      <p:sp>
        <p:nvSpPr>
          <p:cNvPr id="1049102" name="Line 174"/>
          <p:cNvSpPr/>
          <p:nvPr/>
        </p:nvSpPr>
        <p:spPr>
          <a:xfrm>
            <a:off x="5208905" y="4287520"/>
            <a:ext cx="1189355" cy="643255"/>
          </a:xfrm>
          <a:prstGeom prst="line">
            <a:avLst/>
          </a:prstGeom>
          <a:ln w="28575" cap="flat" cmpd="sng">
            <a:solidFill>
              <a:srgbClr val="FFCC00"/>
            </a:solidFill>
            <a:prstDash val="solid"/>
            <a:headEnd type="none" w="med" len="med"/>
            <a:tailEnd type="none" w="med" len="med"/>
          </a:ln>
        </p:spPr>
      </p:sp>
      <p:sp>
        <p:nvSpPr>
          <p:cNvPr id="1049103" name="Line 175"/>
          <p:cNvSpPr/>
          <p:nvPr/>
        </p:nvSpPr>
        <p:spPr>
          <a:xfrm>
            <a:off x="6396355" y="3646170"/>
            <a:ext cx="1189355" cy="643255"/>
          </a:xfrm>
          <a:prstGeom prst="line">
            <a:avLst/>
          </a:prstGeom>
          <a:ln w="28575" cap="flat" cmpd="sng">
            <a:solidFill>
              <a:srgbClr val="FFCC00"/>
            </a:solidFill>
            <a:prstDash val="solid"/>
            <a:headEnd type="none" w="med" len="med"/>
            <a:tailEnd type="none" w="med" len="med"/>
          </a:ln>
        </p:spPr>
      </p:sp>
      <p:sp>
        <p:nvSpPr>
          <p:cNvPr id="1049104" name="Line 176"/>
          <p:cNvSpPr/>
          <p:nvPr/>
        </p:nvSpPr>
        <p:spPr>
          <a:xfrm>
            <a:off x="6398260" y="3646170"/>
            <a:ext cx="0" cy="1284605"/>
          </a:xfrm>
          <a:prstGeom prst="line">
            <a:avLst/>
          </a:prstGeom>
          <a:ln w="28575" cap="flat" cmpd="sng">
            <a:solidFill>
              <a:srgbClr val="FFCC00"/>
            </a:solidFill>
            <a:prstDash val="solid"/>
            <a:headEnd type="oval" w="med" len="med"/>
            <a:tailEnd type="oval" w="med" len="med"/>
          </a:ln>
        </p:spPr>
      </p:sp>
      <p:sp>
        <p:nvSpPr>
          <p:cNvPr id="1049105" name="Line 177"/>
          <p:cNvSpPr/>
          <p:nvPr/>
        </p:nvSpPr>
        <p:spPr>
          <a:xfrm>
            <a:off x="5208905" y="4287520"/>
            <a:ext cx="0" cy="1028700"/>
          </a:xfrm>
          <a:prstGeom prst="line">
            <a:avLst/>
          </a:prstGeom>
          <a:ln w="28575" cap="flat" cmpd="sng">
            <a:solidFill>
              <a:srgbClr val="FFCC00"/>
            </a:solidFill>
            <a:prstDash val="solid"/>
            <a:headEnd type="oval" w="med" len="med"/>
            <a:tailEnd type="none" w="med" len="med"/>
          </a:ln>
        </p:spPr>
      </p:sp>
      <p:sp>
        <p:nvSpPr>
          <p:cNvPr id="1049106" name="Line 178"/>
          <p:cNvSpPr/>
          <p:nvPr/>
        </p:nvSpPr>
        <p:spPr>
          <a:xfrm>
            <a:off x="5208905" y="5316220"/>
            <a:ext cx="2376805" cy="0"/>
          </a:xfrm>
          <a:prstGeom prst="line">
            <a:avLst/>
          </a:prstGeom>
          <a:ln w="28575" cap="flat" cmpd="sng">
            <a:solidFill>
              <a:srgbClr val="FFCC00"/>
            </a:solidFill>
            <a:prstDash val="solid"/>
            <a:headEnd type="none" w="med" len="med"/>
            <a:tailEnd type="none" w="med" len="med"/>
          </a:ln>
        </p:spPr>
      </p:sp>
      <p:sp>
        <p:nvSpPr>
          <p:cNvPr id="1049107" name="Line 179"/>
          <p:cNvSpPr/>
          <p:nvPr/>
        </p:nvSpPr>
        <p:spPr>
          <a:xfrm>
            <a:off x="7585710" y="4287520"/>
            <a:ext cx="0" cy="1028700"/>
          </a:xfrm>
          <a:prstGeom prst="line">
            <a:avLst/>
          </a:prstGeom>
          <a:ln w="28575" cap="flat" cmpd="sng">
            <a:solidFill>
              <a:srgbClr val="FFCC00"/>
            </a:solidFill>
            <a:prstDash val="solid"/>
            <a:headEnd type="oval" w="med" len="med"/>
            <a:tailEnd type="none" w="med" len="med"/>
          </a:ln>
        </p:spPr>
      </p:sp>
      <p:sp>
        <p:nvSpPr>
          <p:cNvPr id="1049108" name="Text Box 183"/>
          <p:cNvSpPr txBox="1"/>
          <p:nvPr/>
        </p:nvSpPr>
        <p:spPr>
          <a:xfrm>
            <a:off x="6433185" y="4004945"/>
            <a:ext cx="26543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049109" name="Text Box 184"/>
          <p:cNvSpPr txBox="1"/>
          <p:nvPr/>
        </p:nvSpPr>
        <p:spPr>
          <a:xfrm>
            <a:off x="6991985" y="4546600"/>
            <a:ext cx="26543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sp>
        <p:nvSpPr>
          <p:cNvPr id="1049110" name="Text Box 185"/>
          <p:cNvSpPr txBox="1"/>
          <p:nvPr/>
        </p:nvSpPr>
        <p:spPr>
          <a:xfrm>
            <a:off x="6926580" y="3644900"/>
            <a:ext cx="26543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049111" name="Text Box 186"/>
          <p:cNvSpPr txBox="1"/>
          <p:nvPr/>
        </p:nvSpPr>
        <p:spPr>
          <a:xfrm>
            <a:off x="5605780" y="4546600"/>
            <a:ext cx="26543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sp>
        <p:nvSpPr>
          <p:cNvPr id="1049112" name="Text Box 187"/>
          <p:cNvSpPr txBox="1"/>
          <p:nvPr/>
        </p:nvSpPr>
        <p:spPr>
          <a:xfrm>
            <a:off x="5541010" y="3644900"/>
            <a:ext cx="26543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1</a:t>
            </a:r>
            <a:endParaRPr lang="en-US" altLang="zh-CN" b="0" dirty="0">
              <a:solidFill>
                <a:schemeClr val="tx1"/>
              </a:solidFill>
              <a:latin typeface="Times New Roman" panose="02020603050405020304" pitchFamily="18" charset="0"/>
            </a:endParaRPr>
          </a:p>
        </p:txBody>
      </p:sp>
      <p:sp>
        <p:nvSpPr>
          <p:cNvPr id="1049113" name="Text Box 195"/>
          <p:cNvSpPr txBox="1"/>
          <p:nvPr/>
        </p:nvSpPr>
        <p:spPr>
          <a:xfrm>
            <a:off x="6072505" y="4940300"/>
            <a:ext cx="26035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6</a:t>
            </a:r>
            <a:endParaRPr lang="en-US" altLang="zh-CN" b="0" dirty="0">
              <a:solidFill>
                <a:schemeClr val="tx1"/>
              </a:solidFill>
              <a:latin typeface="Times New Roman" panose="02020603050405020304" pitchFamily="18" charset="0"/>
            </a:endParaRPr>
          </a:p>
        </p:txBody>
      </p:sp>
      <p:sp>
        <p:nvSpPr>
          <p:cNvPr id="1049114" name="AutoShape 198"/>
          <p:cNvSpPr/>
          <p:nvPr/>
        </p:nvSpPr>
        <p:spPr>
          <a:xfrm rot="2419989">
            <a:off x="4942205" y="3201670"/>
            <a:ext cx="936625" cy="161925"/>
          </a:xfrm>
          <a:prstGeom prst="rightArrow">
            <a:avLst>
              <a:gd name="adj1" fmla="val 50000"/>
              <a:gd name="adj2" fmla="val 144607"/>
            </a:avLst>
          </a:prstGeom>
          <a:solidFill>
            <a:srgbClr val="0099FF"/>
          </a:solidFill>
          <a:ln w="9525" cap="flat" cmpd="sng">
            <a:solidFill>
              <a:srgbClr val="0099FF"/>
            </a:solidFill>
            <a:prstDash val="solid"/>
            <a:miter/>
            <a:headEnd type="none" w="med" len="med"/>
            <a:tailEnd type="none" w="med" len="med"/>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15" name="AutoShape 205" descr="蓝色面巾纸"/>
          <p:cNvSpPr/>
          <p:nvPr/>
        </p:nvSpPr>
        <p:spPr>
          <a:xfrm>
            <a:off x="6143943" y="5805170"/>
            <a:ext cx="1225550" cy="504825"/>
          </a:xfrm>
          <a:prstGeom prst="wedgeRoundRectCallout">
            <a:avLst>
              <a:gd name="adj1" fmla="val 12694"/>
              <a:gd name="adj2" fmla="val -136162"/>
              <a:gd name="adj3" fmla="val 16667"/>
            </a:avLst>
          </a:prstGeom>
          <a:blipFill rotWithShape="1">
            <a:blip r:embed="rId2"/>
          </a:blipFill>
          <a:ln w="9525" cap="flat" cmpd="sng">
            <a:solidFill>
              <a:schemeClr val="tx1"/>
            </a:solidFill>
            <a:prstDash val="solid"/>
            <a:miter/>
            <a:headEnd type="none" w="med" len="med"/>
            <a:tailEnd type="none" w="med" len="med"/>
          </a:ln>
        </p:spPr>
        <p:txBody>
          <a:bodyPr/>
          <a:p>
            <a:pPr algn="ctr" eaLnBrk="1" hangingPunct="1"/>
            <a:r>
              <a:rPr lang="zh-CN" altLang="en-US" dirty="0">
                <a:solidFill>
                  <a:schemeClr val="tx1"/>
                </a:solidFill>
                <a:latin typeface="Arial" panose="020B0604020202020204" pitchFamily="34" charset="0"/>
              </a:rPr>
              <a:t>有向图</a:t>
            </a:r>
            <a:endParaRPr lang="zh-CN" altLang="en-US" dirty="0">
              <a:solidFill>
                <a:schemeClr val="tx1"/>
              </a:solidFill>
              <a:latin typeface="Arial" panose="020B0604020202020204" pitchFamily="34" charset="0"/>
            </a:endParaRPr>
          </a:p>
        </p:txBody>
      </p:sp>
      <p:sp>
        <p:nvSpPr>
          <p:cNvPr id="1049116" name="Line 282"/>
          <p:cNvSpPr/>
          <p:nvPr/>
        </p:nvSpPr>
        <p:spPr>
          <a:xfrm flipV="1">
            <a:off x="7225030" y="1920875"/>
            <a:ext cx="1163955" cy="641350"/>
          </a:xfrm>
          <a:prstGeom prst="line">
            <a:avLst/>
          </a:prstGeom>
          <a:ln w="28575" cap="flat" cmpd="sng">
            <a:solidFill>
              <a:srgbClr val="FFCC00"/>
            </a:solidFill>
            <a:prstDash val="solid"/>
            <a:headEnd type="none" w="med" len="med"/>
            <a:tailEnd type="none" w="med" len="med"/>
          </a:ln>
        </p:spPr>
      </p:sp>
      <p:sp>
        <p:nvSpPr>
          <p:cNvPr id="1049117" name="Line 283"/>
          <p:cNvSpPr/>
          <p:nvPr/>
        </p:nvSpPr>
        <p:spPr>
          <a:xfrm flipV="1">
            <a:off x="8387080" y="2563495"/>
            <a:ext cx="1163955" cy="641350"/>
          </a:xfrm>
          <a:prstGeom prst="line">
            <a:avLst/>
          </a:prstGeom>
          <a:ln w="28575" cap="flat" cmpd="sng">
            <a:solidFill>
              <a:srgbClr val="FFCC00"/>
            </a:solidFill>
            <a:prstDash val="solid"/>
            <a:headEnd type="none" w="med" len="med"/>
            <a:tailEnd type="none" w="med" len="med"/>
          </a:ln>
        </p:spPr>
      </p:sp>
      <p:sp>
        <p:nvSpPr>
          <p:cNvPr id="1049118" name="Line 284"/>
          <p:cNvSpPr/>
          <p:nvPr/>
        </p:nvSpPr>
        <p:spPr>
          <a:xfrm>
            <a:off x="7225030" y="2562225"/>
            <a:ext cx="1163955" cy="642620"/>
          </a:xfrm>
          <a:prstGeom prst="line">
            <a:avLst/>
          </a:prstGeom>
          <a:ln w="28575" cap="flat" cmpd="sng">
            <a:solidFill>
              <a:srgbClr val="FFCC00"/>
            </a:solidFill>
            <a:prstDash val="solid"/>
            <a:headEnd type="none" w="med" len="med"/>
            <a:tailEnd type="none" w="med" len="med"/>
          </a:ln>
        </p:spPr>
      </p:sp>
      <p:sp>
        <p:nvSpPr>
          <p:cNvPr id="1049119" name="Line 285"/>
          <p:cNvSpPr/>
          <p:nvPr/>
        </p:nvSpPr>
        <p:spPr>
          <a:xfrm>
            <a:off x="8387080" y="1920875"/>
            <a:ext cx="1163955" cy="642620"/>
          </a:xfrm>
          <a:prstGeom prst="line">
            <a:avLst/>
          </a:prstGeom>
          <a:ln w="28575" cap="flat" cmpd="sng">
            <a:solidFill>
              <a:srgbClr val="FFCC00"/>
            </a:solidFill>
            <a:prstDash val="solid"/>
            <a:headEnd type="none" w="med" len="med"/>
            <a:tailEnd type="none" w="med" len="med"/>
          </a:ln>
        </p:spPr>
      </p:sp>
      <p:sp>
        <p:nvSpPr>
          <p:cNvPr id="1049120" name="Line 286"/>
          <p:cNvSpPr/>
          <p:nvPr/>
        </p:nvSpPr>
        <p:spPr>
          <a:xfrm>
            <a:off x="8388985" y="1920875"/>
            <a:ext cx="0" cy="1283970"/>
          </a:xfrm>
          <a:prstGeom prst="line">
            <a:avLst/>
          </a:prstGeom>
          <a:ln w="28575" cap="flat" cmpd="sng">
            <a:solidFill>
              <a:srgbClr val="FFCC00"/>
            </a:solidFill>
            <a:prstDash val="solid"/>
            <a:headEnd type="oval" w="med" len="med"/>
            <a:tailEnd type="oval" w="med" len="med"/>
          </a:ln>
        </p:spPr>
      </p:sp>
      <p:sp>
        <p:nvSpPr>
          <p:cNvPr id="1049121" name="Line 287"/>
          <p:cNvSpPr/>
          <p:nvPr/>
        </p:nvSpPr>
        <p:spPr>
          <a:xfrm>
            <a:off x="7225030" y="2562225"/>
            <a:ext cx="0" cy="1026795"/>
          </a:xfrm>
          <a:prstGeom prst="line">
            <a:avLst/>
          </a:prstGeom>
          <a:ln w="28575" cap="flat" cmpd="sng">
            <a:solidFill>
              <a:srgbClr val="FFCC00"/>
            </a:solidFill>
            <a:prstDash val="solid"/>
            <a:headEnd type="oval" w="med" len="med"/>
            <a:tailEnd type="none" w="med" len="med"/>
          </a:ln>
        </p:spPr>
      </p:sp>
      <p:sp>
        <p:nvSpPr>
          <p:cNvPr id="1049122" name="Line 288"/>
          <p:cNvSpPr/>
          <p:nvPr/>
        </p:nvSpPr>
        <p:spPr>
          <a:xfrm>
            <a:off x="7225030" y="3589020"/>
            <a:ext cx="2326005" cy="0"/>
          </a:xfrm>
          <a:prstGeom prst="line">
            <a:avLst/>
          </a:prstGeom>
          <a:ln w="28575" cap="flat" cmpd="sng">
            <a:solidFill>
              <a:srgbClr val="FFCC00"/>
            </a:solidFill>
            <a:prstDash val="solid"/>
            <a:headEnd type="none" w="med" len="med"/>
            <a:tailEnd type="none" w="med" len="med"/>
          </a:ln>
        </p:spPr>
      </p:sp>
      <p:sp>
        <p:nvSpPr>
          <p:cNvPr id="1049123" name="Line 289"/>
          <p:cNvSpPr/>
          <p:nvPr/>
        </p:nvSpPr>
        <p:spPr>
          <a:xfrm>
            <a:off x="9551035" y="2562225"/>
            <a:ext cx="0" cy="1026795"/>
          </a:xfrm>
          <a:prstGeom prst="line">
            <a:avLst/>
          </a:prstGeom>
          <a:ln w="28575" cap="flat" cmpd="sng">
            <a:solidFill>
              <a:srgbClr val="FFCC00"/>
            </a:solidFill>
            <a:prstDash val="solid"/>
            <a:headEnd type="oval" w="med" len="med"/>
            <a:tailEnd type="none" w="med" len="med"/>
          </a:ln>
        </p:spPr>
      </p:sp>
      <p:sp>
        <p:nvSpPr>
          <p:cNvPr id="1049124" name="Freeform 290"/>
          <p:cNvSpPr/>
          <p:nvPr/>
        </p:nvSpPr>
        <p:spPr>
          <a:xfrm>
            <a:off x="8377555" y="1628775"/>
            <a:ext cx="1367155" cy="936625"/>
          </a:xfrm>
          <a:custGeom>
            <a:avLst/>
            <a:gdLst/>
            <a:ahLst/>
            <a:cxnLst>
              <a:cxn ang="0">
                <a:pos x="249" y="150"/>
              </a:cxn>
              <a:cxn ang="0">
                <a:pos x="249" y="17"/>
              </a:cxn>
              <a:cxn ang="0">
                <a:pos x="0" y="45"/>
              </a:cxn>
            </a:cxnLst>
            <a:rect l="0" t="0" r="r" b="b"/>
            <a:pathLst>
              <a:path w="1005" h="718">
                <a:moveTo>
                  <a:pt x="861" y="718"/>
                </a:moveTo>
                <a:cubicBezTo>
                  <a:pt x="933" y="442"/>
                  <a:pt x="1005" y="166"/>
                  <a:pt x="861" y="83"/>
                </a:cubicBezTo>
                <a:cubicBezTo>
                  <a:pt x="717" y="0"/>
                  <a:pt x="143" y="196"/>
                  <a:pt x="0" y="219"/>
                </a:cubicBezTo>
              </a:path>
            </a:pathLst>
          </a:custGeom>
          <a:noFill/>
          <a:ln w="28575" cap="flat" cmpd="sng">
            <a:solidFill>
              <a:srgbClr val="FFCC00">
                <a:alpha val="100000"/>
              </a:srgbClr>
            </a:solidFill>
            <a:prstDash val="solid"/>
            <a:round/>
            <a:headEnd type="none" w="med" len="med"/>
            <a:tailEnd type="none" w="med" len="med"/>
          </a:ln>
        </p:spPr>
        <p:txBody>
          <a:bodyPr/>
          <a:p>
            <a:endParaRPr lang="zh-CN" altLang="en-US">
              <a:solidFill>
                <a:schemeClr val="tx1"/>
              </a:solidFill>
            </a:endParaRPr>
          </a:p>
        </p:txBody>
      </p:sp>
      <p:sp>
        <p:nvSpPr>
          <p:cNvPr id="1049125" name="Oval 291"/>
          <p:cNvSpPr/>
          <p:nvPr/>
        </p:nvSpPr>
        <p:spPr>
          <a:xfrm>
            <a:off x="8260080" y="3524250"/>
            <a:ext cx="130175" cy="128270"/>
          </a:xfrm>
          <a:prstGeom prst="ellipse">
            <a:avLst/>
          </a:prstGeom>
          <a:solidFill>
            <a:srgbClr val="FFCC00"/>
          </a:soli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26" name="Text Box 292"/>
          <p:cNvSpPr txBox="1"/>
          <p:nvPr/>
        </p:nvSpPr>
        <p:spPr>
          <a:xfrm>
            <a:off x="8881110" y="3573145"/>
            <a:ext cx="26035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6</a:t>
            </a:r>
            <a:endParaRPr lang="en-US" altLang="zh-CN" b="0" dirty="0">
              <a:solidFill>
                <a:schemeClr val="tx1"/>
              </a:solidFill>
              <a:latin typeface="Times New Roman" panose="02020603050405020304" pitchFamily="18" charset="0"/>
            </a:endParaRPr>
          </a:p>
        </p:txBody>
      </p:sp>
      <p:sp>
        <p:nvSpPr>
          <p:cNvPr id="1049127" name="Text Box 293"/>
          <p:cNvSpPr txBox="1"/>
          <p:nvPr/>
        </p:nvSpPr>
        <p:spPr>
          <a:xfrm>
            <a:off x="8377555" y="2349500"/>
            <a:ext cx="25908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5</a:t>
            </a:r>
            <a:endParaRPr lang="en-US" altLang="zh-CN" b="0" dirty="0">
              <a:solidFill>
                <a:schemeClr val="tx1"/>
              </a:solidFill>
              <a:latin typeface="Times New Roman" panose="02020603050405020304" pitchFamily="18" charset="0"/>
            </a:endParaRPr>
          </a:p>
        </p:txBody>
      </p:sp>
      <p:sp>
        <p:nvSpPr>
          <p:cNvPr id="1049128" name="Text Box 294"/>
          <p:cNvSpPr txBox="1"/>
          <p:nvPr/>
        </p:nvSpPr>
        <p:spPr>
          <a:xfrm>
            <a:off x="8970010" y="2817495"/>
            <a:ext cx="25908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4</a:t>
            </a:r>
            <a:endParaRPr lang="en-US" altLang="zh-CN" b="0" dirty="0">
              <a:solidFill>
                <a:schemeClr val="tx1"/>
              </a:solidFill>
              <a:latin typeface="Times New Roman" panose="02020603050405020304" pitchFamily="18" charset="0"/>
            </a:endParaRPr>
          </a:p>
        </p:txBody>
      </p:sp>
      <p:sp>
        <p:nvSpPr>
          <p:cNvPr id="1049129" name="Text Box 295"/>
          <p:cNvSpPr txBox="1"/>
          <p:nvPr/>
        </p:nvSpPr>
        <p:spPr>
          <a:xfrm>
            <a:off x="8952230" y="1917700"/>
            <a:ext cx="25908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3</a:t>
            </a:r>
            <a:endParaRPr lang="en-US" altLang="zh-CN" b="0" dirty="0">
              <a:solidFill>
                <a:schemeClr val="tx1"/>
              </a:solidFill>
              <a:latin typeface="Times New Roman" panose="02020603050405020304" pitchFamily="18" charset="0"/>
            </a:endParaRPr>
          </a:p>
        </p:txBody>
      </p:sp>
      <p:sp>
        <p:nvSpPr>
          <p:cNvPr id="1049130" name="Text Box 296"/>
          <p:cNvSpPr txBox="1"/>
          <p:nvPr/>
        </p:nvSpPr>
        <p:spPr>
          <a:xfrm>
            <a:off x="7614285" y="2817495"/>
            <a:ext cx="25908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2</a:t>
            </a:r>
            <a:endParaRPr lang="en-US" altLang="zh-CN" b="0" dirty="0">
              <a:solidFill>
                <a:schemeClr val="tx1"/>
              </a:solidFill>
              <a:latin typeface="Times New Roman" panose="02020603050405020304" pitchFamily="18" charset="0"/>
            </a:endParaRPr>
          </a:p>
        </p:txBody>
      </p:sp>
      <p:sp>
        <p:nvSpPr>
          <p:cNvPr id="1049131" name="Text Box 297"/>
          <p:cNvSpPr txBox="1"/>
          <p:nvPr/>
        </p:nvSpPr>
        <p:spPr>
          <a:xfrm>
            <a:off x="7585710" y="1844675"/>
            <a:ext cx="26035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1</a:t>
            </a:r>
            <a:endParaRPr lang="en-US" altLang="zh-CN" b="0" dirty="0">
              <a:solidFill>
                <a:schemeClr val="tx1"/>
              </a:solidFill>
              <a:latin typeface="Times New Roman" panose="02020603050405020304" pitchFamily="18" charset="0"/>
            </a:endParaRPr>
          </a:p>
        </p:txBody>
      </p:sp>
      <p:sp>
        <p:nvSpPr>
          <p:cNvPr id="1049132" name="Text Box 298"/>
          <p:cNvSpPr txBox="1"/>
          <p:nvPr/>
        </p:nvSpPr>
        <p:spPr>
          <a:xfrm>
            <a:off x="7656830" y="3573145"/>
            <a:ext cx="25908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7</a:t>
            </a:r>
            <a:endParaRPr lang="en-US" altLang="zh-CN" b="0" dirty="0">
              <a:solidFill>
                <a:schemeClr val="tx1"/>
              </a:solidFill>
              <a:latin typeface="Times New Roman" panose="02020603050405020304" pitchFamily="18" charset="0"/>
            </a:endParaRPr>
          </a:p>
        </p:txBody>
      </p:sp>
      <p:sp>
        <p:nvSpPr>
          <p:cNvPr id="1049133" name="Text Box 299"/>
          <p:cNvSpPr txBox="1"/>
          <p:nvPr/>
        </p:nvSpPr>
        <p:spPr>
          <a:xfrm>
            <a:off x="9312910" y="1701800"/>
            <a:ext cx="260350" cy="624840"/>
          </a:xfrm>
          <a:prstGeom prst="rect">
            <a:avLst/>
          </a:prstGeom>
          <a:noFill/>
          <a:ln w="28575">
            <a:noFill/>
          </a:ln>
        </p:spPr>
        <p:txBody>
          <a:bodyPr>
            <a:spAutoFit/>
          </a:bodyPr>
          <a:p>
            <a:pPr eaLnBrk="1" hangingPunct="1">
              <a:spcBef>
                <a:spcPct val="50000"/>
              </a:spcBef>
            </a:pPr>
            <a:r>
              <a:rPr lang="en-US" altLang="zh-CN" b="0" dirty="0">
                <a:solidFill>
                  <a:schemeClr val="tx1"/>
                </a:solidFill>
                <a:latin typeface="Times New Roman" panose="02020603050405020304" pitchFamily="18" charset="0"/>
              </a:rPr>
              <a:t>8</a:t>
            </a:r>
            <a:endParaRPr lang="en-US" altLang="zh-CN" b="0" dirty="0">
              <a:solidFill>
                <a:schemeClr val="tx1"/>
              </a:solidFill>
              <a:latin typeface="Times New Roman" panose="02020603050405020304" pitchFamily="18" charset="0"/>
            </a:endParaRPr>
          </a:p>
        </p:txBody>
      </p:sp>
      <p:sp>
        <p:nvSpPr>
          <p:cNvPr id="1049134" name="Line 199"/>
          <p:cNvSpPr/>
          <p:nvPr/>
        </p:nvSpPr>
        <p:spPr>
          <a:xfrm flipV="1">
            <a:off x="5641340" y="3789045"/>
            <a:ext cx="504825" cy="287655"/>
          </a:xfrm>
          <a:prstGeom prst="line">
            <a:avLst/>
          </a:prstGeom>
          <a:ln w="38100" cap="flat" cmpd="sng">
            <a:solidFill>
              <a:srgbClr val="FF0000"/>
            </a:solidFill>
            <a:prstDash val="solid"/>
            <a:headEnd type="none" w="med" len="med"/>
            <a:tailEnd type="triangle" w="med" len="med"/>
          </a:ln>
        </p:spPr>
      </p:sp>
      <p:sp>
        <p:nvSpPr>
          <p:cNvPr id="1049135" name="Line 200"/>
          <p:cNvSpPr/>
          <p:nvPr/>
        </p:nvSpPr>
        <p:spPr>
          <a:xfrm flipV="1">
            <a:off x="6649085" y="4509770"/>
            <a:ext cx="504825" cy="287655"/>
          </a:xfrm>
          <a:prstGeom prst="line">
            <a:avLst/>
          </a:prstGeom>
          <a:ln w="38100" cap="flat" cmpd="sng">
            <a:solidFill>
              <a:srgbClr val="FF0000"/>
            </a:solidFill>
            <a:prstDash val="solid"/>
            <a:headEnd type="none" w="med" len="med"/>
            <a:tailEnd type="triangle" w="med" len="med"/>
          </a:ln>
        </p:spPr>
      </p:sp>
      <p:sp>
        <p:nvSpPr>
          <p:cNvPr id="1049136" name="Line 201"/>
          <p:cNvSpPr/>
          <p:nvPr/>
        </p:nvSpPr>
        <p:spPr>
          <a:xfrm>
            <a:off x="5496560" y="4435475"/>
            <a:ext cx="360680" cy="217805"/>
          </a:xfrm>
          <a:prstGeom prst="line">
            <a:avLst/>
          </a:prstGeom>
          <a:ln w="38100" cap="flat" cmpd="sng">
            <a:solidFill>
              <a:srgbClr val="FF0000"/>
            </a:solidFill>
            <a:prstDash val="solid"/>
            <a:headEnd type="none" w="med" len="med"/>
            <a:tailEnd type="triangle" w="med" len="med"/>
          </a:ln>
        </p:spPr>
      </p:sp>
      <p:sp>
        <p:nvSpPr>
          <p:cNvPr id="1049137" name="Line 202"/>
          <p:cNvSpPr/>
          <p:nvPr/>
        </p:nvSpPr>
        <p:spPr>
          <a:xfrm>
            <a:off x="6649085" y="3789045"/>
            <a:ext cx="504825" cy="287655"/>
          </a:xfrm>
          <a:prstGeom prst="line">
            <a:avLst/>
          </a:prstGeom>
          <a:ln w="38100" cap="flat" cmpd="sng">
            <a:solidFill>
              <a:srgbClr val="FF0000"/>
            </a:solidFill>
            <a:prstDash val="solid"/>
            <a:headEnd type="none" w="med" len="med"/>
            <a:tailEnd type="triangle" w="med" len="med"/>
          </a:ln>
        </p:spPr>
      </p:sp>
      <p:sp>
        <p:nvSpPr>
          <p:cNvPr id="1049138" name="Line 203"/>
          <p:cNvSpPr/>
          <p:nvPr/>
        </p:nvSpPr>
        <p:spPr>
          <a:xfrm flipV="1">
            <a:off x="6146165" y="5300345"/>
            <a:ext cx="647700" cy="0"/>
          </a:xfrm>
          <a:prstGeom prst="line">
            <a:avLst/>
          </a:prstGeom>
          <a:ln w="38100" cap="flat" cmpd="sng">
            <a:solidFill>
              <a:srgbClr val="FF0000"/>
            </a:solidFill>
            <a:prstDash val="solid"/>
            <a:headEnd type="none" w="med" len="med"/>
            <a:tailEnd type="triangle" w="med" len="med"/>
          </a:ln>
        </p:spPr>
      </p:sp>
      <p:sp>
        <p:nvSpPr>
          <p:cNvPr id="1049139" name="Line 300"/>
          <p:cNvSpPr/>
          <p:nvPr/>
        </p:nvSpPr>
        <p:spPr>
          <a:xfrm>
            <a:off x="6361430" y="4077970"/>
            <a:ext cx="0" cy="504825"/>
          </a:xfrm>
          <a:prstGeom prst="line">
            <a:avLst/>
          </a:prstGeom>
          <a:ln w="38100" cap="flat" cmpd="sng">
            <a:solidFill>
              <a:srgbClr val="FF3300"/>
            </a:solidFill>
            <a:prstDash val="solid"/>
            <a:headEnd type="none" w="med" len="med"/>
            <a:tailEnd type="triangle" w="med" len="med"/>
          </a:ln>
        </p:spPr>
      </p:sp>
      <p:sp>
        <p:nvSpPr>
          <p:cNvPr id="1049140" name="Oval 251"/>
          <p:cNvSpPr/>
          <p:nvPr/>
        </p:nvSpPr>
        <p:spPr>
          <a:xfrm>
            <a:off x="2472055" y="3430270"/>
            <a:ext cx="576580" cy="576580"/>
          </a:xfrm>
          <a:prstGeom prst="ellipse">
            <a:avLst/>
          </a:prstGeom>
          <a:gradFill rotWithShape="1">
            <a:gsLst>
              <a:gs pos="0">
                <a:srgbClr val="0099FF"/>
              </a:gs>
              <a:gs pos="100000">
                <a:srgbClr val="004776"/>
              </a:gs>
            </a:gsLst>
            <a:path path="shape">
              <a:fillToRect l="50000" t="50000" r="50000" b="50000"/>
            </a:path>
          </a:gradFill>
          <a:ln w="38100" cap="flat" cmpd="sng">
            <a:solidFill>
              <a:srgbClr val="FF9900"/>
            </a:solidFill>
            <a:prstDash val="solid"/>
            <a:headEnd type="none" w="med" len="med"/>
            <a:tailEnd type="none" w="med" len="med"/>
          </a:ln>
        </p:spPr>
        <p:txBody>
          <a:bodyPr wrap="none" anchor="ctr" anchorCtr="0"/>
          <a:p>
            <a:pPr algn="ctr" eaLnBrk="1" hangingPunct="1"/>
            <a:endParaRPr lang="en-US" altLang="en-US" b="0" dirty="0">
              <a:solidFill>
                <a:schemeClr val="tx1"/>
              </a:solidFill>
              <a:latin typeface="Arial" panose="020B0604020202020204" pitchFamily="34" charset="0"/>
              <a:ea typeface="仿宋_GB2312" pitchFamily="49" charset="-122"/>
            </a:endParaRPr>
          </a:p>
        </p:txBody>
      </p:sp>
      <p:sp>
        <p:nvSpPr>
          <p:cNvPr id="1049141" name="Line 252"/>
          <p:cNvSpPr/>
          <p:nvPr/>
        </p:nvSpPr>
        <p:spPr>
          <a:xfrm flipV="1">
            <a:off x="2112010" y="1845945"/>
            <a:ext cx="1297305" cy="719455"/>
          </a:xfrm>
          <a:prstGeom prst="line">
            <a:avLst/>
          </a:prstGeom>
          <a:ln w="28575" cap="flat" cmpd="sng">
            <a:solidFill>
              <a:srgbClr val="FFCC00"/>
            </a:solidFill>
            <a:prstDash val="solid"/>
            <a:headEnd type="none" w="med" len="med"/>
            <a:tailEnd type="none" w="med" len="med"/>
          </a:ln>
        </p:spPr>
      </p:sp>
      <p:sp>
        <p:nvSpPr>
          <p:cNvPr id="1049142" name="Line 253"/>
          <p:cNvSpPr/>
          <p:nvPr/>
        </p:nvSpPr>
        <p:spPr>
          <a:xfrm flipV="1">
            <a:off x="3407410" y="2566670"/>
            <a:ext cx="1297305" cy="719455"/>
          </a:xfrm>
          <a:prstGeom prst="line">
            <a:avLst/>
          </a:prstGeom>
          <a:ln w="28575" cap="flat" cmpd="sng">
            <a:solidFill>
              <a:srgbClr val="FFCC00"/>
            </a:solidFill>
            <a:prstDash val="solid"/>
            <a:headEnd type="none" w="med" len="med"/>
            <a:tailEnd type="none" w="med" len="med"/>
          </a:ln>
        </p:spPr>
      </p:sp>
      <p:sp>
        <p:nvSpPr>
          <p:cNvPr id="1049143" name="Line 254"/>
          <p:cNvSpPr/>
          <p:nvPr/>
        </p:nvSpPr>
        <p:spPr>
          <a:xfrm>
            <a:off x="2112010" y="2565400"/>
            <a:ext cx="1297305" cy="720725"/>
          </a:xfrm>
          <a:prstGeom prst="line">
            <a:avLst/>
          </a:prstGeom>
          <a:ln w="28575" cap="flat" cmpd="sng">
            <a:solidFill>
              <a:srgbClr val="FFCC00"/>
            </a:solidFill>
            <a:prstDash val="solid"/>
            <a:headEnd type="none" w="med" len="med"/>
            <a:tailEnd type="none" w="med" len="med"/>
          </a:ln>
        </p:spPr>
      </p:sp>
      <p:sp>
        <p:nvSpPr>
          <p:cNvPr id="1049144" name="Line 255"/>
          <p:cNvSpPr/>
          <p:nvPr/>
        </p:nvSpPr>
        <p:spPr>
          <a:xfrm>
            <a:off x="3407410" y="1845945"/>
            <a:ext cx="1297305" cy="720725"/>
          </a:xfrm>
          <a:prstGeom prst="line">
            <a:avLst/>
          </a:prstGeom>
          <a:ln w="28575" cap="flat" cmpd="sng">
            <a:solidFill>
              <a:srgbClr val="FFCC00"/>
            </a:solidFill>
            <a:prstDash val="solid"/>
            <a:headEnd type="none" w="med" len="med"/>
            <a:tailEnd type="none" w="med" len="med"/>
          </a:ln>
        </p:spPr>
      </p:sp>
      <p:sp>
        <p:nvSpPr>
          <p:cNvPr id="1049145" name="Line 256"/>
          <p:cNvSpPr/>
          <p:nvPr/>
        </p:nvSpPr>
        <p:spPr>
          <a:xfrm>
            <a:off x="3408680" y="1845945"/>
            <a:ext cx="0" cy="1440180"/>
          </a:xfrm>
          <a:prstGeom prst="line">
            <a:avLst/>
          </a:prstGeom>
          <a:ln w="28575" cap="flat" cmpd="sng">
            <a:solidFill>
              <a:srgbClr val="FFCC00"/>
            </a:solidFill>
            <a:prstDash val="solid"/>
            <a:headEnd type="oval" w="med" len="med"/>
            <a:tailEnd type="oval" w="med" len="med"/>
          </a:ln>
        </p:spPr>
      </p:sp>
      <p:sp>
        <p:nvSpPr>
          <p:cNvPr id="1049146" name="Line 257"/>
          <p:cNvSpPr/>
          <p:nvPr/>
        </p:nvSpPr>
        <p:spPr>
          <a:xfrm>
            <a:off x="2112010" y="2565400"/>
            <a:ext cx="0" cy="1152525"/>
          </a:xfrm>
          <a:prstGeom prst="line">
            <a:avLst/>
          </a:prstGeom>
          <a:ln w="28575" cap="flat" cmpd="sng">
            <a:solidFill>
              <a:srgbClr val="FFCC00"/>
            </a:solidFill>
            <a:prstDash val="solid"/>
            <a:headEnd type="oval" w="med" len="med"/>
            <a:tailEnd type="none" w="med" len="med"/>
          </a:ln>
        </p:spPr>
      </p:sp>
      <p:sp>
        <p:nvSpPr>
          <p:cNvPr id="1049147" name="Line 258"/>
          <p:cNvSpPr/>
          <p:nvPr/>
        </p:nvSpPr>
        <p:spPr>
          <a:xfrm>
            <a:off x="2112010" y="3717925"/>
            <a:ext cx="2592705" cy="0"/>
          </a:xfrm>
          <a:prstGeom prst="line">
            <a:avLst/>
          </a:prstGeom>
          <a:ln w="28575" cap="flat" cmpd="sng">
            <a:solidFill>
              <a:srgbClr val="FFCC00"/>
            </a:solidFill>
            <a:prstDash val="solid"/>
            <a:headEnd type="none" w="med" len="med"/>
            <a:tailEnd type="none" w="med" len="med"/>
          </a:ln>
        </p:spPr>
      </p:sp>
      <p:sp>
        <p:nvSpPr>
          <p:cNvPr id="1049148" name="Line 259"/>
          <p:cNvSpPr/>
          <p:nvPr/>
        </p:nvSpPr>
        <p:spPr>
          <a:xfrm>
            <a:off x="4704080" y="2565400"/>
            <a:ext cx="0" cy="1152525"/>
          </a:xfrm>
          <a:prstGeom prst="line">
            <a:avLst/>
          </a:prstGeom>
          <a:ln w="28575" cap="flat" cmpd="sng">
            <a:solidFill>
              <a:srgbClr val="FFCC00"/>
            </a:solidFill>
            <a:prstDash val="solid"/>
            <a:headEnd type="oval" w="med" len="med"/>
            <a:tailEnd type="none" w="med" len="med"/>
          </a:ln>
        </p:spPr>
      </p:sp>
      <p:sp>
        <p:nvSpPr>
          <p:cNvPr id="1049149" name="Freeform 260"/>
          <p:cNvSpPr/>
          <p:nvPr/>
        </p:nvSpPr>
        <p:spPr>
          <a:xfrm>
            <a:off x="3408680" y="1485900"/>
            <a:ext cx="1511300" cy="1079500"/>
          </a:xfrm>
          <a:custGeom>
            <a:avLst/>
            <a:gdLst/>
            <a:ahLst/>
            <a:cxnLst>
              <a:cxn ang="0">
                <a:pos x="557" y="465"/>
              </a:cxn>
              <a:cxn ang="0">
                <a:pos x="557" y="54"/>
              </a:cxn>
              <a:cxn ang="0">
                <a:pos x="0" y="142"/>
              </a:cxn>
            </a:cxnLst>
            <a:rect l="0" t="0" r="r" b="b"/>
            <a:pathLst>
              <a:path w="1005" h="718">
                <a:moveTo>
                  <a:pt x="861" y="718"/>
                </a:moveTo>
                <a:cubicBezTo>
                  <a:pt x="933" y="442"/>
                  <a:pt x="1005" y="166"/>
                  <a:pt x="861" y="83"/>
                </a:cubicBezTo>
                <a:cubicBezTo>
                  <a:pt x="717" y="0"/>
                  <a:pt x="143" y="196"/>
                  <a:pt x="0" y="219"/>
                </a:cubicBezTo>
              </a:path>
            </a:pathLst>
          </a:custGeom>
          <a:noFill/>
          <a:ln w="28575" cap="flat" cmpd="sng">
            <a:solidFill>
              <a:srgbClr val="FFCC00">
                <a:alpha val="100000"/>
              </a:srgbClr>
            </a:solidFill>
            <a:prstDash val="solid"/>
            <a:round/>
            <a:headEnd type="none" w="med" len="med"/>
            <a:tailEnd type="none" w="med" len="med"/>
          </a:ln>
        </p:spPr>
        <p:txBody>
          <a:bodyPr/>
          <a:p>
            <a:endParaRPr lang="zh-CN" altLang="en-US">
              <a:solidFill>
                <a:schemeClr val="tx1"/>
              </a:solidFill>
            </a:endParaRPr>
          </a:p>
        </p:txBody>
      </p:sp>
      <p:sp>
        <p:nvSpPr>
          <p:cNvPr id="1049150" name="Text Box 261"/>
          <p:cNvSpPr txBox="1"/>
          <p:nvPr/>
        </p:nvSpPr>
        <p:spPr>
          <a:xfrm>
            <a:off x="4056380" y="2925445"/>
            <a:ext cx="792480"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4</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1" name="Text Box 262"/>
          <p:cNvSpPr txBox="1"/>
          <p:nvPr/>
        </p:nvSpPr>
        <p:spPr>
          <a:xfrm>
            <a:off x="2256155" y="1630045"/>
            <a:ext cx="863600"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1</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2" name="Text Box 263"/>
          <p:cNvSpPr txBox="1"/>
          <p:nvPr/>
        </p:nvSpPr>
        <p:spPr>
          <a:xfrm>
            <a:off x="3985260" y="1701800"/>
            <a:ext cx="863600"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3</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3" name="Text Box 264"/>
          <p:cNvSpPr txBox="1"/>
          <p:nvPr/>
        </p:nvSpPr>
        <p:spPr>
          <a:xfrm>
            <a:off x="2759710" y="2422525"/>
            <a:ext cx="792480"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2</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4" name="Text Box 265"/>
          <p:cNvSpPr txBox="1"/>
          <p:nvPr/>
        </p:nvSpPr>
        <p:spPr>
          <a:xfrm>
            <a:off x="3624580" y="3703320"/>
            <a:ext cx="936625"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6</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5" name="Text Box 266"/>
          <p:cNvSpPr txBox="1"/>
          <p:nvPr/>
        </p:nvSpPr>
        <p:spPr>
          <a:xfrm>
            <a:off x="2543810" y="3933825"/>
            <a:ext cx="503555" cy="85344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u</a:t>
            </a:r>
            <a:r>
              <a:rPr lang="en-US" altLang="zh-CN" sz="2800" b="0" baseline="-25000" dirty="0">
                <a:solidFill>
                  <a:schemeClr val="tx1"/>
                </a:solidFill>
                <a:latin typeface="Times New Roman" panose="02020603050405020304" pitchFamily="18" charset="0"/>
                <a:ea typeface="宋体" panose="02010600030101010101" pitchFamily="2" charset="-122"/>
              </a:rPr>
              <a:t>S</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56" name="Text Box 267"/>
          <p:cNvSpPr txBox="1"/>
          <p:nvPr/>
        </p:nvSpPr>
        <p:spPr>
          <a:xfrm>
            <a:off x="2040255" y="3646170"/>
            <a:ext cx="503555"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a:t>
            </a:r>
            <a:endParaRPr lang="en-US" altLang="zh-CN" sz="2800" b="0" i="1" baseline="-25000" dirty="0">
              <a:solidFill>
                <a:schemeClr val="tx1"/>
              </a:solidFill>
              <a:latin typeface="Times New Roman" panose="02020603050405020304" pitchFamily="18" charset="0"/>
              <a:ea typeface="宋体" panose="02010600030101010101" pitchFamily="2" charset="-122"/>
            </a:endParaRPr>
          </a:p>
        </p:txBody>
      </p:sp>
      <p:sp>
        <p:nvSpPr>
          <p:cNvPr id="1049157" name="Text Box 268"/>
          <p:cNvSpPr txBox="1"/>
          <p:nvPr/>
        </p:nvSpPr>
        <p:spPr>
          <a:xfrm>
            <a:off x="3119755" y="3573145"/>
            <a:ext cx="503555"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_</a:t>
            </a:r>
            <a:endParaRPr lang="en-US" altLang="zh-CN" sz="2800" b="0" i="1" baseline="-25000" dirty="0">
              <a:solidFill>
                <a:schemeClr val="tx1"/>
              </a:solidFill>
              <a:latin typeface="Times New Roman" panose="02020603050405020304" pitchFamily="18" charset="0"/>
              <a:ea typeface="宋体" panose="02010600030101010101" pitchFamily="2" charset="-122"/>
            </a:endParaRPr>
          </a:p>
        </p:txBody>
      </p:sp>
      <p:sp>
        <p:nvSpPr>
          <p:cNvPr id="1049158" name="Line 269"/>
          <p:cNvSpPr/>
          <p:nvPr/>
        </p:nvSpPr>
        <p:spPr>
          <a:xfrm flipV="1">
            <a:off x="3912235" y="1557020"/>
            <a:ext cx="576580" cy="144780"/>
          </a:xfrm>
          <a:prstGeom prst="line">
            <a:avLst/>
          </a:prstGeom>
          <a:ln w="28575" cap="flat" cmpd="sng">
            <a:solidFill>
              <a:srgbClr val="66FFFF"/>
            </a:solidFill>
            <a:prstDash val="solid"/>
            <a:headEnd type="triangle" w="med" len="med"/>
            <a:tailEnd type="none" w="med" len="med"/>
          </a:ln>
        </p:spPr>
      </p:sp>
      <p:sp>
        <p:nvSpPr>
          <p:cNvPr id="1049159" name="Text Box 270"/>
          <p:cNvSpPr txBox="1"/>
          <p:nvPr/>
        </p:nvSpPr>
        <p:spPr>
          <a:xfrm>
            <a:off x="4129405" y="1125220"/>
            <a:ext cx="287655"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i</a:t>
            </a:r>
            <a:endParaRPr lang="en-US" altLang="zh-CN" sz="2800" b="0" i="1" baseline="-25000" dirty="0">
              <a:solidFill>
                <a:schemeClr val="tx1"/>
              </a:solidFill>
              <a:latin typeface="Times New Roman" panose="02020603050405020304" pitchFamily="18" charset="0"/>
              <a:ea typeface="宋体" panose="02010600030101010101" pitchFamily="2" charset="-122"/>
            </a:endParaRPr>
          </a:p>
        </p:txBody>
      </p:sp>
      <p:sp>
        <p:nvSpPr>
          <p:cNvPr id="1049160" name="Rectangle 274"/>
          <p:cNvSpPr/>
          <p:nvPr/>
        </p:nvSpPr>
        <p:spPr>
          <a:xfrm rot="19587731">
            <a:off x="3912235" y="2781300"/>
            <a:ext cx="503555" cy="215900"/>
          </a:xfrm>
          <a:prstGeom prst="rect">
            <a:avLst/>
          </a:prstGeom>
          <a:gradFill rotWithShape="1">
            <a:gsLst>
              <a:gs pos="0">
                <a:srgbClr val="764700"/>
              </a:gs>
              <a:gs pos="50000">
                <a:srgbClr val="FF9900"/>
              </a:gs>
              <a:gs pos="100000">
                <a:srgbClr val="764700"/>
              </a:gs>
            </a:gsLst>
            <a:lin ang="540000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1" name="Rectangle 275"/>
          <p:cNvSpPr/>
          <p:nvPr/>
        </p:nvSpPr>
        <p:spPr>
          <a:xfrm rot="1779199">
            <a:off x="2543810" y="2854325"/>
            <a:ext cx="503555" cy="215900"/>
          </a:xfrm>
          <a:prstGeom prst="rect">
            <a:avLst/>
          </a:prstGeom>
          <a:gradFill rotWithShape="1">
            <a:gsLst>
              <a:gs pos="0">
                <a:srgbClr val="764700"/>
              </a:gs>
              <a:gs pos="50000">
                <a:srgbClr val="FF9900"/>
              </a:gs>
              <a:gs pos="100000">
                <a:srgbClr val="764700"/>
              </a:gs>
            </a:gsLst>
            <a:lin ang="540000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2" name="Rectangle 276"/>
          <p:cNvSpPr/>
          <p:nvPr/>
        </p:nvSpPr>
        <p:spPr>
          <a:xfrm rot="2141819">
            <a:off x="3840480" y="2133600"/>
            <a:ext cx="503555" cy="215900"/>
          </a:xfrm>
          <a:prstGeom prst="rect">
            <a:avLst/>
          </a:prstGeom>
          <a:gradFill rotWithShape="1">
            <a:gsLst>
              <a:gs pos="0">
                <a:srgbClr val="764700"/>
              </a:gs>
              <a:gs pos="50000">
                <a:srgbClr val="FF9900"/>
              </a:gs>
              <a:gs pos="100000">
                <a:srgbClr val="764700"/>
              </a:gs>
            </a:gsLst>
            <a:lin ang="540000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3" name="Rectangle 277"/>
          <p:cNvSpPr/>
          <p:nvPr/>
        </p:nvSpPr>
        <p:spPr>
          <a:xfrm rot="19629148">
            <a:off x="2400935" y="2133600"/>
            <a:ext cx="503555" cy="215900"/>
          </a:xfrm>
          <a:prstGeom prst="rect">
            <a:avLst/>
          </a:prstGeom>
          <a:gradFill rotWithShape="1">
            <a:gsLst>
              <a:gs pos="0">
                <a:srgbClr val="764700"/>
              </a:gs>
              <a:gs pos="50000">
                <a:srgbClr val="FF9900"/>
              </a:gs>
              <a:gs pos="100000">
                <a:srgbClr val="764700"/>
              </a:gs>
            </a:gsLst>
            <a:lin ang="540000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4" name="Rectangle 278"/>
          <p:cNvSpPr/>
          <p:nvPr/>
        </p:nvSpPr>
        <p:spPr>
          <a:xfrm>
            <a:off x="3551555" y="3573145"/>
            <a:ext cx="503555" cy="215900"/>
          </a:xfrm>
          <a:prstGeom prst="rect">
            <a:avLst/>
          </a:prstGeom>
          <a:gradFill rotWithShape="1">
            <a:gsLst>
              <a:gs pos="0">
                <a:srgbClr val="764700"/>
              </a:gs>
              <a:gs pos="50000">
                <a:srgbClr val="FF9900"/>
              </a:gs>
              <a:gs pos="100000">
                <a:srgbClr val="764700"/>
              </a:gs>
            </a:gsLst>
            <a:lin ang="540000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5" name="Rectangle 279"/>
          <p:cNvSpPr/>
          <p:nvPr/>
        </p:nvSpPr>
        <p:spPr>
          <a:xfrm>
            <a:off x="3335655" y="2277745"/>
            <a:ext cx="201930" cy="504825"/>
          </a:xfrm>
          <a:prstGeom prst="rect">
            <a:avLst/>
          </a:prstGeom>
          <a:gradFill rotWithShape="1">
            <a:gsLst>
              <a:gs pos="0">
                <a:srgbClr val="764700"/>
              </a:gs>
              <a:gs pos="50000">
                <a:srgbClr val="FF9900"/>
              </a:gs>
              <a:gs pos="100000">
                <a:srgbClr val="764700"/>
              </a:gs>
            </a:gsLst>
            <a:lin ang="0" scaled="1"/>
          </a:gradFill>
          <a:ln w="28575">
            <a:noFill/>
          </a:ln>
        </p:spPr>
        <p:txBody>
          <a:bodyPr wrap="none" anchor="ctr" anchorCtr="0"/>
          <a:p>
            <a:pPr eaLnBrk="1" hangingPunct="1"/>
            <a:endParaRPr lang="en-US" altLang="zh-CN" dirty="0">
              <a:solidFill>
                <a:schemeClr val="tx1"/>
              </a:solidFill>
              <a:latin typeface="Times New Roman" panose="02020603050405020304" pitchFamily="18" charset="0"/>
            </a:endParaRPr>
          </a:p>
        </p:txBody>
      </p:sp>
      <p:sp>
        <p:nvSpPr>
          <p:cNvPr id="1049166" name="Text Box 280"/>
          <p:cNvSpPr txBox="1"/>
          <p:nvPr/>
        </p:nvSpPr>
        <p:spPr>
          <a:xfrm>
            <a:off x="3553460" y="2277745"/>
            <a:ext cx="863600" cy="519430"/>
          </a:xfrm>
          <a:prstGeom prst="rect">
            <a:avLst/>
          </a:prstGeom>
          <a:noFill/>
          <a:ln w="9525">
            <a:noFill/>
          </a:ln>
        </p:spPr>
        <p:txBody>
          <a:bodyPr>
            <a:spAutoFit/>
          </a:bodyPr>
          <a:p>
            <a:pPr eaLnBrk="1" hangingPunct="1">
              <a:spcBef>
                <a:spcPct val="50000"/>
              </a:spcBef>
            </a:pPr>
            <a:r>
              <a:rPr lang="en-US" altLang="zh-CN" sz="2800" b="0" i="1" dirty="0">
                <a:solidFill>
                  <a:schemeClr val="tx1"/>
                </a:solidFill>
                <a:latin typeface="Times New Roman" panose="02020603050405020304" pitchFamily="18" charset="0"/>
                <a:ea typeface="宋体" panose="02010600030101010101" pitchFamily="2" charset="-122"/>
              </a:rPr>
              <a:t>R</a:t>
            </a:r>
            <a:r>
              <a:rPr lang="en-US" altLang="zh-CN" sz="2800" b="0" baseline="-25000" dirty="0">
                <a:solidFill>
                  <a:schemeClr val="tx1"/>
                </a:solidFill>
                <a:latin typeface="Times New Roman" panose="02020603050405020304" pitchFamily="18" charset="0"/>
                <a:ea typeface="宋体" panose="02010600030101010101" pitchFamily="2" charset="-122"/>
              </a:rPr>
              <a:t>5</a:t>
            </a:r>
            <a:endParaRPr lang="en-US" altLang="zh-CN" sz="2800" b="0" baseline="-25000" dirty="0">
              <a:solidFill>
                <a:schemeClr val="tx1"/>
              </a:solidFill>
              <a:latin typeface="Times New Roman" panose="02020603050405020304" pitchFamily="18" charset="0"/>
              <a:ea typeface="宋体" panose="02010600030101010101" pitchFamily="2" charset="-122"/>
            </a:endParaRPr>
          </a:p>
        </p:txBody>
      </p:sp>
      <p:sp>
        <p:nvSpPr>
          <p:cNvPr id="1049167" name="Oval 272"/>
          <p:cNvSpPr/>
          <p:nvPr/>
        </p:nvSpPr>
        <p:spPr>
          <a:xfrm rot="18464969">
            <a:off x="4417060" y="1414145"/>
            <a:ext cx="576580" cy="576580"/>
          </a:xfrm>
          <a:prstGeom prst="ellipse">
            <a:avLst/>
          </a:prstGeom>
          <a:gradFill rotWithShape="1">
            <a:gsLst>
              <a:gs pos="0">
                <a:srgbClr val="0099FF"/>
              </a:gs>
              <a:gs pos="100000">
                <a:srgbClr val="004776"/>
              </a:gs>
            </a:gsLst>
            <a:path path="shape">
              <a:fillToRect l="50000" t="50000" r="50000" b="50000"/>
            </a:path>
          </a:gradFill>
          <a:ln w="38100" cap="flat" cmpd="sng">
            <a:solidFill>
              <a:srgbClr val="FF9900"/>
            </a:solidFill>
            <a:prstDash val="solid"/>
            <a:headEnd type="none" w="med" len="med"/>
            <a:tailEnd type="none" w="med" len="med"/>
          </a:ln>
        </p:spPr>
        <p:txBody>
          <a:bodyPr vert="eaVert" wrap="none" anchor="ctr" anchorCtr="0"/>
          <a:p>
            <a:pPr algn="ctr" eaLnBrk="1" hangingPunct="1"/>
            <a:endParaRPr lang="en-US" altLang="en-US" b="0" dirty="0">
              <a:solidFill>
                <a:schemeClr val="tx1"/>
              </a:solidFill>
              <a:latin typeface="Arial" panose="020B0604020202020204" pitchFamily="34" charset="0"/>
              <a:ea typeface="仿宋_GB2312" pitchFamily="49" charset="-122"/>
            </a:endParaRPr>
          </a:p>
        </p:txBody>
      </p:sp>
      <p:sp>
        <p:nvSpPr>
          <p:cNvPr id="1049168" name="Line 273"/>
          <p:cNvSpPr/>
          <p:nvPr/>
        </p:nvSpPr>
        <p:spPr>
          <a:xfrm rot="18464969">
            <a:off x="4416425" y="1701800"/>
            <a:ext cx="576580" cy="0"/>
          </a:xfrm>
          <a:prstGeom prst="line">
            <a:avLst/>
          </a:prstGeom>
          <a:ln w="38100" cap="flat" cmpd="sng">
            <a:solidFill>
              <a:srgbClr val="FF9900"/>
            </a:solidFill>
            <a:prstDash val="solid"/>
            <a:headEnd type="none" w="med" len="med"/>
            <a:tailEnd type="none" w="med" len="med"/>
          </a:ln>
        </p:spPr>
      </p:sp>
    </p:spTree>
  </p:cSld>
  <p:clrMapOvr>
    <a:masterClrMapping/>
  </p:clrMapOvr>
  <p:timing>
    <p:tnLst>
      <p:par>
        <p:cTn id="1" dur="indefinite" restart="never" nodeType="tmRoot"/>
      </p:par>
    </p:tnLst>
    <p:bldLst>
      <p:bldP spid="1049098" grpId="0" bldLvl="0" animBg="1"/>
      <p:bldP spid="1049099" grpId="0" bldLvl="0" animBg="1"/>
      <p:bldP spid="1049114" grpId="0" bldLvl="0" animBg="1"/>
      <p:bldP spid="104911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50" name=""/>
        <p:cNvGrpSpPr/>
        <p:nvPr/>
      </p:nvGrpSpPr>
      <p:grpSpPr>
        <a:xfrm>
          <a:off x="0" y="0"/>
          <a:ext cx="0" cy="0"/>
          <a:chOff x="0" y="0"/>
          <a:chExt cx="0" cy="0"/>
        </a:xfrm>
      </p:grpSpPr>
      <p:sp>
        <p:nvSpPr>
          <p:cNvPr id="1049181" name="Text Box 6"/>
          <p:cNvSpPr txBox="1">
            <a:spLocks noChangeArrowheads="1"/>
          </p:cNvSpPr>
          <p:nvPr/>
        </p:nvSpPr>
        <p:spPr bwMode="auto">
          <a:xfrm>
            <a:off x="3611881" y="1770699"/>
            <a:ext cx="5618163" cy="202692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3200" b="1" dirty="0">
                <a:latin typeface="黑体" panose="02010609060101010101" pitchFamily="49" charset="-122"/>
                <a:ea typeface="黑体" panose="02010609060101010101" pitchFamily="49" charset="-122"/>
              </a:rPr>
              <a:t>3-2</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a:p>
            <a:pPr algn="ctr" eaLnBrk="1" hangingPunct="1">
              <a:spcBef>
                <a:spcPct val="50000"/>
              </a:spcBef>
            </a:pPr>
            <a:r>
              <a:rPr kumimoji="1" lang="en-US" altLang="zh-CN" sz="3200" b="1" dirty="0" smtClean="0">
                <a:solidFill>
                  <a:schemeClr val="tx2"/>
                </a:solidFill>
                <a:latin typeface="Times New Roman" panose="02020603050405020304" pitchFamily="18" charset="0"/>
                <a:ea typeface="宋体" panose="02010600030101010101" pitchFamily="2" charset="-122"/>
                <a:sym typeface="+mn-ea"/>
              </a:rPr>
              <a:t>   </a:t>
            </a:r>
            <a:r>
              <a:rPr kumimoji="1" lang="en-US" altLang="zh-CN" sz="3200" b="1" dirty="0">
                <a:solidFill>
                  <a:schemeClr val="tx2"/>
                </a:solidFill>
                <a:latin typeface="Times New Roman" panose="02020603050405020304" pitchFamily="18" charset="0"/>
                <a:ea typeface="仿宋_GB2312" pitchFamily="49" charset="-122"/>
                <a:sym typeface="+mn-ea"/>
              </a:rPr>
              <a:t>KCL</a:t>
            </a:r>
            <a:r>
              <a:rPr kumimoji="1" lang="zh-CN" altLang="en-US" sz="3200" b="1" dirty="0">
                <a:solidFill>
                  <a:schemeClr val="tx2"/>
                </a:solidFill>
                <a:latin typeface="Times New Roman" panose="02020603050405020304" pitchFamily="18" charset="0"/>
                <a:ea typeface="仿宋_GB2312" pitchFamily="49" charset="-122"/>
                <a:sym typeface="+mn-ea"/>
              </a:rPr>
              <a:t>和</a:t>
            </a:r>
            <a:r>
              <a:rPr kumimoji="1" lang="en-US" altLang="zh-CN" sz="3200" b="1" dirty="0">
                <a:solidFill>
                  <a:schemeClr val="tx2"/>
                </a:solidFill>
                <a:latin typeface="Times New Roman" panose="02020603050405020304" pitchFamily="18" charset="0"/>
                <a:ea typeface="仿宋_GB2312" pitchFamily="49" charset="-122"/>
                <a:sym typeface="+mn-ea"/>
              </a:rPr>
              <a:t>KVL</a:t>
            </a:r>
            <a:r>
              <a:rPr kumimoji="1" lang="zh-CN" altLang="en-US" sz="3200" b="1" dirty="0">
                <a:solidFill>
                  <a:schemeClr val="tx2"/>
                </a:solidFill>
                <a:latin typeface="Times New Roman" panose="02020603050405020304" pitchFamily="18" charset="0"/>
                <a:ea typeface="仿宋_GB2312" pitchFamily="49" charset="-122"/>
                <a:sym typeface="+mn-ea"/>
              </a:rPr>
              <a:t>的独立方程数</a:t>
            </a:r>
            <a:endParaRPr kumimoji="1" lang="zh-CN" altLang="en-US" sz="3200" b="1" dirty="0">
              <a:solidFill>
                <a:schemeClr val="tx2"/>
              </a:solidFill>
              <a:latin typeface="Times New Roman" panose="02020603050405020304" pitchFamily="18" charset="0"/>
              <a:ea typeface="仿宋_GB2312" pitchFamily="49" charset="-122"/>
            </a:endParaRPr>
          </a:p>
          <a:p>
            <a:pPr algn="ctr" eaLnBrk="1" hangingPunct="1">
              <a:spcBef>
                <a:spcPct val="50000"/>
              </a:spcBef>
            </a:pPr>
            <a:r>
              <a:rPr lang="en-US" altLang="zh-CN" sz="3200" b="1" dirty="0">
                <a:latin typeface="黑体" panose="02010609060101010101" pitchFamily="49" charset="-122"/>
                <a:ea typeface="黑体" panose="02010609060101010101" pitchFamily="49" charset="-122"/>
              </a:rPr>
              <a:t>p54</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70" name=""/>
        <p:cNvGrpSpPr/>
        <p:nvPr/>
      </p:nvGrpSpPr>
      <p:grpSpPr>
        <a:xfrm>
          <a:off x="0" y="0"/>
          <a:ext cx="0" cy="0"/>
          <a:chOff x="0" y="0"/>
          <a:chExt cx="0" cy="0"/>
        </a:xfrm>
      </p:grpSpPr>
      <p:pic>
        <p:nvPicPr>
          <p:cNvPr id="2097211" name="图片 1"/>
          <p:cNvPicPr>
            <a:picLocks noChangeAspect="1"/>
          </p:cNvPicPr>
          <p:nvPr/>
        </p:nvPicPr>
        <p:blipFill>
          <a:blip r:embed="rId1"/>
          <a:stretch>
            <a:fillRect/>
          </a:stretch>
        </p:blipFill>
        <p:spPr>
          <a:xfrm>
            <a:off x="185420" y="1010920"/>
            <a:ext cx="4173220" cy="5216525"/>
          </a:xfrm>
          <a:prstGeom prst="rect">
            <a:avLst/>
          </a:prstGeom>
        </p:spPr>
      </p:pic>
      <p:sp>
        <p:nvSpPr>
          <p:cNvPr id="1049194" name="文本框 2"/>
          <p:cNvSpPr txBox="1"/>
          <p:nvPr/>
        </p:nvSpPr>
        <p:spPr>
          <a:xfrm>
            <a:off x="4358005" y="1432560"/>
            <a:ext cx="6803390" cy="2480310"/>
          </a:xfrm>
          <a:prstGeom prst="rect">
            <a:avLst/>
          </a:prstGeom>
          <a:noFill/>
        </p:spPr>
        <p:txBody>
          <a:bodyPr wrap="square" rtlCol="0" anchor="t">
            <a:spAutoFit/>
          </a:bodyPr>
          <a:p>
            <a:pPr marL="457200" indent="-457200">
              <a:lnSpc>
                <a:spcPct val="190000"/>
              </a:lnSpc>
              <a:buFont typeface="Arial" panose="020B0604020202020204" pitchFamily="34" charset="0"/>
              <a:buChar char="•"/>
            </a:pPr>
            <a:r>
              <a:rPr lang="zh-CN" altLang="en-US" sz="2800">
                <a:latin typeface="黑体" panose="02010609060101010101" pitchFamily="49" charset="-122"/>
                <a:ea typeface="黑体" panose="02010609060101010101" pitchFamily="49" charset="-122"/>
                <a:cs typeface="黑体" panose="02010609060101010101" pitchFamily="49" charset="-122"/>
              </a:rPr>
              <a:t>只与一个结点连接不够成回路</a:t>
            </a:r>
            <a:endParaRPr lang="zh-CN" altLang="en-US" sz="2800">
              <a:latin typeface="黑体" panose="02010609060101010101" pitchFamily="49" charset="-122"/>
              <a:ea typeface="黑体" panose="02010609060101010101" pitchFamily="49" charset="-122"/>
              <a:cs typeface="黑体" panose="02010609060101010101" pitchFamily="49" charset="-122"/>
            </a:endParaRPr>
          </a:p>
          <a:p>
            <a:pPr marL="457200" indent="-457200">
              <a:lnSpc>
                <a:spcPct val="190000"/>
              </a:lnSpc>
              <a:buFont typeface="Arial" panose="020B0604020202020204" pitchFamily="34" charset="0"/>
              <a:buChar char="•"/>
            </a:pPr>
            <a:r>
              <a:rPr lang="zh-CN" altLang="en-US" sz="2800">
                <a:latin typeface="黑体" panose="02010609060101010101" pitchFamily="49" charset="-122"/>
                <a:ea typeface="黑体" panose="02010609060101010101" pitchFamily="49" charset="-122"/>
                <a:cs typeface="黑体" panose="02010609060101010101" pitchFamily="49" charset="-122"/>
              </a:rPr>
              <a:t>构成回路，从</a:t>
            </a:r>
            <a:r>
              <a:rPr lang="en-US" altLang="zh-CN" sz="2800">
                <a:latin typeface="黑体" panose="02010609060101010101" pitchFamily="49" charset="-122"/>
                <a:ea typeface="黑体" panose="02010609060101010101" pitchFamily="49" charset="-122"/>
                <a:cs typeface="黑体" panose="02010609060101010101" pitchFamily="49" charset="-122"/>
              </a:rPr>
              <a:t>2</a:t>
            </a:r>
            <a:r>
              <a:rPr lang="zh-CN" altLang="en-US" sz="2800">
                <a:latin typeface="黑体" panose="02010609060101010101" pitchFamily="49" charset="-122"/>
                <a:ea typeface="黑体" panose="02010609060101010101" pitchFamily="49" charset="-122"/>
                <a:cs typeface="黑体" panose="02010609060101010101" pitchFamily="49" charset="-122"/>
              </a:rPr>
              <a:t>流出，从</a:t>
            </a:r>
            <a:r>
              <a:rPr lang="en-US" altLang="zh-CN" sz="2800">
                <a:latin typeface="黑体" panose="02010609060101010101" pitchFamily="49" charset="-122"/>
                <a:ea typeface="黑体" panose="02010609060101010101" pitchFamily="49" charset="-122"/>
                <a:cs typeface="黑体" panose="02010609060101010101" pitchFamily="49" charset="-122"/>
              </a:rPr>
              <a:t>3</a:t>
            </a:r>
            <a:r>
              <a:rPr lang="zh-CN" altLang="en-US" sz="2800">
                <a:latin typeface="黑体" panose="02010609060101010101" pitchFamily="49" charset="-122"/>
                <a:ea typeface="黑体" panose="02010609060101010101" pitchFamily="49" charset="-122"/>
                <a:cs typeface="黑体" panose="02010609060101010101" pitchFamily="49" charset="-122"/>
              </a:rPr>
              <a:t>流入</a:t>
            </a:r>
            <a:endParaRPr lang="zh-CN" altLang="en-US" sz="2800">
              <a:latin typeface="黑体" panose="02010609060101010101" pitchFamily="49" charset="-122"/>
              <a:ea typeface="黑体" panose="02010609060101010101" pitchFamily="49" charset="-122"/>
              <a:cs typeface="黑体" panose="02010609060101010101" pitchFamily="49" charset="-122"/>
            </a:endParaRPr>
          </a:p>
          <a:p>
            <a:pPr marL="457200" indent="-457200">
              <a:lnSpc>
                <a:spcPct val="190000"/>
              </a:lnSpc>
              <a:buFont typeface="Arial" panose="020B0604020202020204" pitchFamily="34" charset="0"/>
              <a:buChar char="•"/>
            </a:pPr>
            <a:r>
              <a:rPr lang="zh-CN" altLang="en-US" sz="2800">
                <a:latin typeface="黑体" panose="02010609060101010101" pitchFamily="49" charset="-122"/>
                <a:ea typeface="黑体" panose="02010609060101010101" pitchFamily="49" charset="-122"/>
                <a:cs typeface="黑体" panose="02010609060101010101" pitchFamily="49" charset="-122"/>
              </a:rPr>
              <a:t>本书中，对</a:t>
            </a:r>
            <a:r>
              <a:rPr lang="en-US" altLang="zh-CN" sz="2800">
                <a:latin typeface="黑体" panose="02010609060101010101" pitchFamily="49" charset="-122"/>
                <a:ea typeface="黑体" panose="02010609060101010101" pitchFamily="49" charset="-122"/>
                <a:cs typeface="黑体" panose="02010609060101010101" pitchFamily="49" charset="-122"/>
              </a:rPr>
              <a:t>1</a:t>
            </a:r>
            <a:r>
              <a:rPr lang="zh-CN" altLang="en-US" sz="2800">
                <a:latin typeface="黑体" panose="02010609060101010101" pitchFamily="49" charset="-122"/>
                <a:ea typeface="黑体" panose="02010609060101010101" pitchFamily="49" charset="-122"/>
                <a:cs typeface="黑体" panose="02010609060101010101" pitchFamily="49" charset="-122"/>
              </a:rPr>
              <a:t>来说，流出为</a:t>
            </a:r>
            <a:r>
              <a:rPr lang="en-US" altLang="zh-CN" sz="2800">
                <a:latin typeface="黑体" panose="02010609060101010101" pitchFamily="49" charset="-122"/>
                <a:ea typeface="黑体" panose="02010609060101010101" pitchFamily="49" charset="-122"/>
                <a:cs typeface="黑体" panose="02010609060101010101" pitchFamily="49" charset="-122"/>
              </a:rPr>
              <a:t>+</a:t>
            </a:r>
            <a:r>
              <a:rPr lang="zh-CN" altLang="en-US" sz="2800">
                <a:latin typeface="黑体" panose="02010609060101010101" pitchFamily="49" charset="-122"/>
                <a:ea typeface="黑体" panose="02010609060101010101" pitchFamily="49" charset="-122"/>
                <a:cs typeface="黑体" panose="02010609060101010101" pitchFamily="49" charset="-122"/>
              </a:rPr>
              <a:t>，流入为</a:t>
            </a:r>
            <a:r>
              <a:rPr lang="en-US" altLang="zh-CN" sz="2800">
                <a:latin typeface="黑体" panose="02010609060101010101" pitchFamily="49" charset="-122"/>
                <a:ea typeface="黑体" panose="02010609060101010101" pitchFamily="49" charset="-122"/>
                <a:cs typeface="黑体" panose="02010609060101010101" pitchFamily="49" charset="-122"/>
              </a:rPr>
              <a:t>-</a:t>
            </a:r>
            <a:endParaRPr lang="en-US" altLang="zh-CN" sz="280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71" name=""/>
        <p:cNvGrpSpPr/>
        <p:nvPr/>
      </p:nvGrpSpPr>
      <p:grpSpPr>
        <a:xfrm>
          <a:off x="0" y="0"/>
          <a:ext cx="0" cy="0"/>
          <a:chOff x="0" y="0"/>
          <a:chExt cx="0" cy="0"/>
        </a:xfrm>
      </p:grpSpPr>
      <p:sp>
        <p:nvSpPr>
          <p:cNvPr id="1049195" name="Text Box 3"/>
          <p:cNvSpPr txBox="1">
            <a:spLocks noChangeArrowheads="1"/>
          </p:cNvSpPr>
          <p:nvPr/>
        </p:nvSpPr>
        <p:spPr bwMode="auto">
          <a:xfrm>
            <a:off x="1703388" y="992401"/>
            <a:ext cx="3744912" cy="52197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dirty="0">
                <a:latin typeface="仿宋_GB2312" pitchFamily="49" charset="-122"/>
                <a:ea typeface="仿宋_GB2312" pitchFamily="49" charset="-122"/>
              </a:rPr>
              <a:t>1.</a:t>
            </a:r>
            <a:r>
              <a:rPr kumimoji="1" lang="en-US" altLang="zh-CN" sz="2800" b="1" dirty="0">
                <a:latin typeface="Times New Roman" panose="02020603050405020304" pitchFamily="18" charset="0"/>
                <a:ea typeface="仿宋_GB2312" pitchFamily="49" charset="-122"/>
              </a:rPr>
              <a:t>KCL</a:t>
            </a:r>
            <a:r>
              <a:rPr kumimoji="1" lang="zh-CN" altLang="en-US" sz="2800" b="1" dirty="0">
                <a:latin typeface="仿宋_GB2312" pitchFamily="49" charset="-122"/>
                <a:ea typeface="仿宋_GB2312" pitchFamily="49" charset="-122"/>
              </a:rPr>
              <a:t>的独立方程数</a:t>
            </a:r>
            <a:endParaRPr kumimoji="1" lang="zh-CN" altLang="en-US" sz="2800" b="1" dirty="0">
              <a:latin typeface="仿宋_GB2312" pitchFamily="49" charset="-122"/>
              <a:ea typeface="仿宋_GB2312" pitchFamily="49" charset="-122"/>
            </a:endParaRPr>
          </a:p>
        </p:txBody>
      </p:sp>
      <p:graphicFrame>
        <p:nvGraphicFramePr>
          <p:cNvPr id="4194320" name="Object 4"/>
          <p:cNvGraphicFramePr>
            <a:graphicFrameLocks noChangeAspect="1"/>
          </p:cNvGraphicFramePr>
          <p:nvPr/>
        </p:nvGraphicFramePr>
        <p:xfrm>
          <a:off x="6971608" y="1104902"/>
          <a:ext cx="2486025" cy="749300"/>
        </p:xfrm>
        <a:graphic>
          <a:graphicData uri="http://schemas.openxmlformats.org/presentationml/2006/ole">
            <mc:AlternateContent xmlns:mc="http://schemas.openxmlformats.org/markup-compatibility/2006">
              <mc:Choice xmlns:v="urn:schemas-microsoft-com:vml" Requires="v">
                <p:oleObj spid="_x0000_s15538" name="Equation" showAsIcon="1" r:id="rId1" imgW="19507200" imgH="5486400" progId="Equation.DSMT4">
                  <p:embed/>
                </p:oleObj>
              </mc:Choice>
              <mc:Fallback>
                <p:oleObj name="Equation" showAsIcon="1" r:id="rId1" imgW="19507200" imgH="5486400" progId="Equation.DSMT4">
                  <p:embed/>
                  <p:pic>
                    <p:nvPicPr>
                      <p:cNvPr id="0" name="图片 15537"/>
                      <p:cNvPicPr>
                        <a:picLocks noChangeAspect="1" noChangeArrowheads="1"/>
                      </p:cNvPicPr>
                      <p:nvPr/>
                    </p:nvPicPr>
                    <p:blipFill>
                      <a:blip r:embed="rId2"/>
                      <a:srcRect/>
                      <a:stretch>
                        <a:fillRect/>
                      </a:stretch>
                    </p:blipFill>
                    <p:spPr bwMode="auto">
                      <a:xfrm>
                        <a:off x="6971608" y="1104902"/>
                        <a:ext cx="2486025" cy="749300"/>
                      </a:xfrm>
                      <a:prstGeom prst="rect">
                        <a:avLst/>
                      </a:prstGeom>
                      <a:noFill/>
                      <a:ln>
                        <a:noFill/>
                      </a:ln>
                      <a:effectLst/>
                    </p:spPr>
                  </p:pic>
                </p:oleObj>
              </mc:Fallback>
            </mc:AlternateContent>
          </a:graphicData>
        </a:graphic>
      </p:graphicFrame>
      <p:sp>
        <p:nvSpPr>
          <p:cNvPr id="1049196" name="AutoShape 8"/>
          <p:cNvSpPr>
            <a:spLocks noChangeArrowheads="1"/>
          </p:cNvSpPr>
          <p:nvPr/>
        </p:nvSpPr>
        <p:spPr bwMode="auto">
          <a:xfrm rot="10800000">
            <a:off x="2529205" y="2150110"/>
            <a:ext cx="1910080" cy="1854200"/>
          </a:xfrm>
          <a:prstGeom prst="diamond">
            <a:avLst/>
          </a:prstGeom>
          <a:noFill/>
          <a:ln w="57150">
            <a:solidFill>
              <a:srgbClr val="FFCC00"/>
            </a:solidFill>
            <a:miter lim="800000"/>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197" name="Arc 9"/>
          <p:cNvSpPr/>
          <p:nvPr/>
        </p:nvSpPr>
        <p:spPr bwMode="auto">
          <a:xfrm rot="10800000">
            <a:off x="2529205" y="3088005"/>
            <a:ext cx="1906905" cy="1422400"/>
          </a:xfrm>
          <a:custGeom>
            <a:avLst/>
            <a:gdLst>
              <a:gd name="T0" fmla="*/ 0 w 43200"/>
              <a:gd name="T1" fmla="*/ 30 h 21600"/>
              <a:gd name="T2" fmla="*/ 31 w 43200"/>
              <a:gd name="T3" fmla="*/ 30 h 21600"/>
              <a:gd name="T4" fmla="*/ 15 w 43200"/>
              <a:gd name="T5" fmla="*/ 30 h 21600"/>
              <a:gd name="T6" fmla="*/ 0 60000 65536"/>
              <a:gd name="T7" fmla="*/ 0 60000 65536"/>
              <a:gd name="T8" fmla="*/ 0 60000 65536"/>
            </a:gdLst>
            <a:ahLst/>
            <a:cxnLst>
              <a:cxn ang="T6">
                <a:pos x="T0" y="T1"/>
              </a:cxn>
              <a:cxn ang="T7">
                <a:pos x="T2" y="T3"/>
              </a:cxn>
              <a:cxn ang="T8">
                <a:pos x="T4" y="T5"/>
              </a:cxn>
            </a:cxnLst>
            <a:rect l="0" t="0" r="r" b="b"/>
            <a:pathLst>
              <a:path w="43200" h="21600" fill="none" extrusionOk="0">
                <a:moveTo>
                  <a:pt x="0" y="21599"/>
                </a:moveTo>
                <a:cubicBezTo>
                  <a:pt x="0" y="9670"/>
                  <a:pt x="9670" y="0"/>
                  <a:pt x="21600" y="0"/>
                </a:cubicBezTo>
                <a:cubicBezTo>
                  <a:pt x="33529" y="0"/>
                  <a:pt x="43200" y="9670"/>
                  <a:pt x="43200" y="21600"/>
                </a:cubicBezTo>
              </a:path>
              <a:path w="43200" h="21600" stroke="0" extrusionOk="0">
                <a:moveTo>
                  <a:pt x="0" y="21599"/>
                </a:moveTo>
                <a:cubicBezTo>
                  <a:pt x="0" y="9670"/>
                  <a:pt x="9670" y="0"/>
                  <a:pt x="21600" y="0"/>
                </a:cubicBezTo>
                <a:cubicBezTo>
                  <a:pt x="33529" y="0"/>
                  <a:pt x="43200" y="9670"/>
                  <a:pt x="43200" y="21600"/>
                </a:cubicBezTo>
                <a:lnTo>
                  <a:pt x="21600" y="21600"/>
                </a:lnTo>
                <a:lnTo>
                  <a:pt x="0" y="21599"/>
                </a:lnTo>
                <a:close/>
              </a:path>
            </a:pathLst>
          </a:custGeom>
          <a:noFill/>
          <a:ln w="57150">
            <a:solidFill>
              <a:srgbClr val="FFCC00"/>
            </a:solidFill>
            <a:round/>
          </a:ln>
        </p:spPr>
        <p:txBody>
          <a:bodyPr wrap="none" anchor="ctr"/>
          <a:p>
            <a:endParaRPr lang="zh-CN" altLang="en-US"/>
          </a:p>
        </p:txBody>
      </p:sp>
      <p:sp>
        <p:nvSpPr>
          <p:cNvPr id="1049198" name="Line 10"/>
          <p:cNvSpPr>
            <a:spLocks noChangeShapeType="1"/>
          </p:cNvSpPr>
          <p:nvPr/>
        </p:nvSpPr>
        <p:spPr bwMode="auto">
          <a:xfrm rot="10800000">
            <a:off x="3469640" y="2150110"/>
            <a:ext cx="0" cy="1854200"/>
          </a:xfrm>
          <a:prstGeom prst="line">
            <a:avLst/>
          </a:prstGeom>
          <a:noFill/>
          <a:ln w="57150">
            <a:solidFill>
              <a:srgbClr val="FFCC00"/>
            </a:solidFill>
            <a:round/>
            <a:headEnd type="oval" w="med" len="med"/>
            <a:tailEnd type="oval" w="med" len="med"/>
          </a:ln>
        </p:spPr>
        <p:txBody>
          <a:bodyPr wrap="none" anchor="ctr"/>
          <a:p>
            <a:endParaRPr lang="zh-CN" altLang="en-US"/>
          </a:p>
        </p:txBody>
      </p:sp>
      <p:sp>
        <p:nvSpPr>
          <p:cNvPr id="1049199" name="Line 11"/>
          <p:cNvSpPr>
            <a:spLocks noChangeShapeType="1"/>
          </p:cNvSpPr>
          <p:nvPr/>
        </p:nvSpPr>
        <p:spPr bwMode="auto">
          <a:xfrm rot="10800000">
            <a:off x="3469640" y="2150110"/>
            <a:ext cx="966470" cy="937895"/>
          </a:xfrm>
          <a:prstGeom prst="line">
            <a:avLst/>
          </a:prstGeom>
          <a:noFill/>
          <a:ln w="57150">
            <a:solidFill>
              <a:srgbClr val="FFCC00"/>
            </a:solidFill>
            <a:round/>
            <a:headEnd type="oval" w="med" len="med"/>
            <a:tailEnd type="oval" w="med" len="med"/>
          </a:ln>
        </p:spPr>
        <p:txBody>
          <a:bodyPr wrap="none" anchor="ctr"/>
          <a:p>
            <a:endParaRPr lang="zh-CN" altLang="en-US"/>
          </a:p>
        </p:txBody>
      </p:sp>
      <p:sp>
        <p:nvSpPr>
          <p:cNvPr id="1049200" name="Line 12"/>
          <p:cNvSpPr>
            <a:spLocks noChangeShapeType="1"/>
          </p:cNvSpPr>
          <p:nvPr/>
        </p:nvSpPr>
        <p:spPr bwMode="auto">
          <a:xfrm rot="10800000" flipH="1">
            <a:off x="2529205" y="2150110"/>
            <a:ext cx="940435" cy="941070"/>
          </a:xfrm>
          <a:prstGeom prst="line">
            <a:avLst/>
          </a:prstGeom>
          <a:noFill/>
          <a:ln w="57150">
            <a:solidFill>
              <a:srgbClr val="FFCC00"/>
            </a:solidFill>
            <a:round/>
            <a:headEnd type="oval" w="med" len="med"/>
            <a:tailEnd type="oval" w="med" len="med"/>
          </a:ln>
        </p:spPr>
        <p:txBody>
          <a:bodyPr wrap="none" anchor="ctr"/>
          <a:p>
            <a:endParaRPr lang="zh-CN" altLang="en-US"/>
          </a:p>
        </p:txBody>
      </p:sp>
      <p:sp>
        <p:nvSpPr>
          <p:cNvPr id="1049201" name="Line 13"/>
          <p:cNvSpPr>
            <a:spLocks noChangeShapeType="1"/>
          </p:cNvSpPr>
          <p:nvPr/>
        </p:nvSpPr>
        <p:spPr bwMode="auto">
          <a:xfrm flipV="1">
            <a:off x="2609215" y="2310130"/>
            <a:ext cx="552450" cy="479425"/>
          </a:xfrm>
          <a:prstGeom prst="line">
            <a:avLst/>
          </a:prstGeom>
          <a:noFill/>
          <a:ln w="38100">
            <a:solidFill>
              <a:srgbClr val="66FFFF"/>
            </a:solidFill>
            <a:round/>
            <a:tailEnd type="triangle" w="med" len="med"/>
          </a:ln>
          <a:effectLst/>
        </p:spPr>
        <p:txBody>
          <a:bodyPr/>
          <a:p>
            <a:endParaRPr lang="zh-CN" altLang="en-US"/>
          </a:p>
        </p:txBody>
      </p:sp>
      <p:sp>
        <p:nvSpPr>
          <p:cNvPr id="1049202" name="Line 14"/>
          <p:cNvSpPr>
            <a:spLocks noChangeShapeType="1"/>
          </p:cNvSpPr>
          <p:nvPr/>
        </p:nvSpPr>
        <p:spPr bwMode="auto">
          <a:xfrm flipH="1" flipV="1">
            <a:off x="2766060" y="3108960"/>
            <a:ext cx="554355" cy="560705"/>
          </a:xfrm>
          <a:prstGeom prst="line">
            <a:avLst/>
          </a:prstGeom>
          <a:noFill/>
          <a:ln w="38100">
            <a:solidFill>
              <a:srgbClr val="66FFFF"/>
            </a:solidFill>
            <a:round/>
            <a:tailEnd type="triangle" w="med" len="med"/>
          </a:ln>
          <a:effectLst/>
        </p:spPr>
        <p:txBody>
          <a:bodyPr/>
          <a:p>
            <a:endParaRPr lang="zh-CN" altLang="en-US"/>
          </a:p>
        </p:txBody>
      </p:sp>
      <p:sp>
        <p:nvSpPr>
          <p:cNvPr id="1049203" name="Line 15"/>
          <p:cNvSpPr>
            <a:spLocks noChangeShapeType="1"/>
          </p:cNvSpPr>
          <p:nvPr/>
        </p:nvSpPr>
        <p:spPr bwMode="auto">
          <a:xfrm>
            <a:off x="3320415" y="2710180"/>
            <a:ext cx="0" cy="719455"/>
          </a:xfrm>
          <a:prstGeom prst="line">
            <a:avLst/>
          </a:prstGeom>
          <a:noFill/>
          <a:ln w="38100">
            <a:solidFill>
              <a:srgbClr val="66FFFF"/>
            </a:solidFill>
            <a:round/>
            <a:tailEnd type="triangle" w="med" len="med"/>
          </a:ln>
          <a:effectLst/>
        </p:spPr>
        <p:txBody>
          <a:bodyPr/>
          <a:p>
            <a:endParaRPr lang="zh-CN" altLang="en-US"/>
          </a:p>
        </p:txBody>
      </p:sp>
      <p:sp>
        <p:nvSpPr>
          <p:cNvPr id="1049204" name="Line 16"/>
          <p:cNvSpPr>
            <a:spLocks noChangeShapeType="1"/>
          </p:cNvSpPr>
          <p:nvPr/>
        </p:nvSpPr>
        <p:spPr bwMode="auto">
          <a:xfrm flipH="1" flipV="1">
            <a:off x="3716020" y="2150110"/>
            <a:ext cx="552450" cy="560705"/>
          </a:xfrm>
          <a:prstGeom prst="line">
            <a:avLst/>
          </a:prstGeom>
          <a:noFill/>
          <a:ln w="38100">
            <a:solidFill>
              <a:srgbClr val="66FFFF"/>
            </a:solidFill>
            <a:round/>
            <a:tailEnd type="triangle" w="med" len="med"/>
          </a:ln>
          <a:effectLst/>
        </p:spPr>
        <p:txBody>
          <a:bodyPr/>
          <a:p>
            <a:endParaRPr lang="zh-CN" altLang="en-US"/>
          </a:p>
        </p:txBody>
      </p:sp>
      <p:sp>
        <p:nvSpPr>
          <p:cNvPr id="1049205" name="Line 17"/>
          <p:cNvSpPr>
            <a:spLocks noChangeShapeType="1"/>
          </p:cNvSpPr>
          <p:nvPr/>
        </p:nvSpPr>
        <p:spPr bwMode="auto">
          <a:xfrm flipH="1">
            <a:off x="3636010" y="3190240"/>
            <a:ext cx="475615" cy="479425"/>
          </a:xfrm>
          <a:prstGeom prst="line">
            <a:avLst/>
          </a:prstGeom>
          <a:noFill/>
          <a:ln w="38100">
            <a:solidFill>
              <a:srgbClr val="66FFFF"/>
            </a:solidFill>
            <a:round/>
            <a:tailEnd type="triangle" w="med" len="med"/>
          </a:ln>
          <a:effectLst/>
        </p:spPr>
        <p:txBody>
          <a:bodyPr/>
          <a:p>
            <a:endParaRPr lang="zh-CN" altLang="en-US"/>
          </a:p>
        </p:txBody>
      </p:sp>
      <p:sp>
        <p:nvSpPr>
          <p:cNvPr id="1049206" name="Line 18"/>
          <p:cNvSpPr>
            <a:spLocks noChangeShapeType="1"/>
          </p:cNvSpPr>
          <p:nvPr/>
        </p:nvSpPr>
        <p:spPr bwMode="auto">
          <a:xfrm flipH="1" flipV="1">
            <a:off x="2372360" y="3190240"/>
            <a:ext cx="236855" cy="879475"/>
          </a:xfrm>
          <a:prstGeom prst="line">
            <a:avLst/>
          </a:prstGeom>
          <a:noFill/>
          <a:ln w="38100">
            <a:solidFill>
              <a:srgbClr val="66FFFF"/>
            </a:solidFill>
            <a:round/>
            <a:tailEnd type="triangle" w="med" len="med"/>
          </a:ln>
          <a:effectLst/>
        </p:spPr>
        <p:txBody>
          <a:bodyPr/>
          <a:p>
            <a:endParaRPr lang="zh-CN" altLang="en-US"/>
          </a:p>
        </p:txBody>
      </p:sp>
      <p:sp>
        <p:nvSpPr>
          <p:cNvPr id="1049207" name="Text Box 19"/>
          <p:cNvSpPr txBox="1">
            <a:spLocks noChangeArrowheads="1"/>
          </p:cNvSpPr>
          <p:nvPr/>
        </p:nvSpPr>
        <p:spPr bwMode="auto">
          <a:xfrm>
            <a:off x="2135505" y="3509010"/>
            <a:ext cx="315595" cy="802639"/>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6</a:t>
            </a:r>
            <a:endParaRPr lang="en-US" altLang="zh-CN" sz="2400" b="1">
              <a:solidFill>
                <a:schemeClr val="tx2"/>
              </a:solidFill>
              <a:ea typeface="楷体_GB2312" pitchFamily="49" charset="-122"/>
            </a:endParaRPr>
          </a:p>
        </p:txBody>
      </p:sp>
      <p:sp>
        <p:nvSpPr>
          <p:cNvPr id="1049208" name="Text Box 20"/>
          <p:cNvSpPr txBox="1">
            <a:spLocks noChangeArrowheads="1"/>
          </p:cNvSpPr>
          <p:nvPr/>
        </p:nvSpPr>
        <p:spPr bwMode="auto">
          <a:xfrm>
            <a:off x="3952875" y="3429635"/>
            <a:ext cx="315595" cy="802639"/>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5</a:t>
            </a:r>
            <a:endParaRPr lang="en-US" altLang="zh-CN" sz="2400" b="1">
              <a:solidFill>
                <a:schemeClr val="tx2"/>
              </a:solidFill>
              <a:ea typeface="楷体_GB2312" pitchFamily="49" charset="-122"/>
            </a:endParaRPr>
          </a:p>
        </p:txBody>
      </p:sp>
      <p:sp>
        <p:nvSpPr>
          <p:cNvPr id="1049209" name="Text Box 21"/>
          <p:cNvSpPr txBox="1">
            <a:spLocks noChangeArrowheads="1"/>
          </p:cNvSpPr>
          <p:nvPr/>
        </p:nvSpPr>
        <p:spPr bwMode="auto">
          <a:xfrm>
            <a:off x="2846705" y="2950210"/>
            <a:ext cx="473710" cy="46164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4</a:t>
            </a:r>
            <a:endParaRPr lang="en-US" altLang="zh-CN" sz="2400" b="1">
              <a:solidFill>
                <a:schemeClr val="tx2"/>
              </a:solidFill>
              <a:ea typeface="楷体_GB2312" pitchFamily="49" charset="-122"/>
            </a:endParaRPr>
          </a:p>
        </p:txBody>
      </p:sp>
      <p:sp>
        <p:nvSpPr>
          <p:cNvPr id="1049210" name="Text Box 22"/>
          <p:cNvSpPr txBox="1">
            <a:spLocks noChangeArrowheads="1"/>
          </p:cNvSpPr>
          <p:nvPr/>
        </p:nvSpPr>
        <p:spPr bwMode="auto">
          <a:xfrm>
            <a:off x="3479165" y="2710180"/>
            <a:ext cx="315595" cy="802639"/>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3</a:t>
            </a:r>
            <a:endParaRPr lang="en-US" altLang="zh-CN" sz="2400" b="1">
              <a:solidFill>
                <a:schemeClr val="tx2"/>
              </a:solidFill>
              <a:ea typeface="楷体_GB2312" pitchFamily="49" charset="-122"/>
            </a:endParaRPr>
          </a:p>
        </p:txBody>
      </p:sp>
      <p:sp>
        <p:nvSpPr>
          <p:cNvPr id="1049211" name="Text Box 23"/>
          <p:cNvSpPr txBox="1">
            <a:spLocks noChangeArrowheads="1"/>
          </p:cNvSpPr>
          <p:nvPr/>
        </p:nvSpPr>
        <p:spPr bwMode="auto">
          <a:xfrm>
            <a:off x="3952875" y="1989455"/>
            <a:ext cx="315595" cy="802639"/>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2</a:t>
            </a:r>
            <a:endParaRPr lang="en-US" altLang="zh-CN" sz="2400" b="1">
              <a:solidFill>
                <a:schemeClr val="tx2"/>
              </a:solidFill>
              <a:ea typeface="楷体_GB2312" pitchFamily="49" charset="-122"/>
            </a:endParaRPr>
          </a:p>
        </p:txBody>
      </p:sp>
      <p:sp>
        <p:nvSpPr>
          <p:cNvPr id="1049212" name="Text Box 24"/>
          <p:cNvSpPr txBox="1">
            <a:spLocks noChangeArrowheads="1"/>
          </p:cNvSpPr>
          <p:nvPr/>
        </p:nvSpPr>
        <p:spPr bwMode="auto">
          <a:xfrm>
            <a:off x="2609215" y="2150110"/>
            <a:ext cx="315595" cy="80264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1</a:t>
            </a:r>
            <a:endParaRPr lang="en-US" altLang="zh-CN" sz="2400" b="1">
              <a:solidFill>
                <a:schemeClr val="tx2"/>
              </a:solidFill>
              <a:ea typeface="楷体_GB2312" pitchFamily="49" charset="-122"/>
            </a:endParaRPr>
          </a:p>
        </p:txBody>
      </p:sp>
      <p:sp>
        <p:nvSpPr>
          <p:cNvPr id="1049213" name="Oval 25"/>
          <p:cNvSpPr>
            <a:spLocks noChangeArrowheads="1"/>
          </p:cNvSpPr>
          <p:nvPr/>
        </p:nvSpPr>
        <p:spPr bwMode="auto">
          <a:xfrm>
            <a:off x="3359150" y="407860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4</a:t>
            </a:r>
            <a:endParaRPr lang="en-US" altLang="zh-CN" sz="2400" b="1">
              <a:solidFill>
                <a:schemeClr val="bg1"/>
              </a:solidFill>
              <a:ea typeface="楷体_GB2312" pitchFamily="49" charset="-122"/>
            </a:endParaRPr>
          </a:p>
        </p:txBody>
      </p:sp>
      <p:sp>
        <p:nvSpPr>
          <p:cNvPr id="1049214" name="Oval 26"/>
          <p:cNvSpPr>
            <a:spLocks noChangeArrowheads="1"/>
          </p:cNvSpPr>
          <p:nvPr/>
        </p:nvSpPr>
        <p:spPr bwMode="auto">
          <a:xfrm>
            <a:off x="4583430" y="2926080"/>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3</a:t>
            </a:r>
            <a:endParaRPr lang="en-US" altLang="zh-CN" sz="2400" b="1">
              <a:solidFill>
                <a:schemeClr val="bg1"/>
              </a:solidFill>
              <a:ea typeface="楷体_GB2312" pitchFamily="49" charset="-122"/>
            </a:endParaRPr>
          </a:p>
        </p:txBody>
      </p:sp>
      <p:sp>
        <p:nvSpPr>
          <p:cNvPr id="1049215" name="Oval 27"/>
          <p:cNvSpPr>
            <a:spLocks noChangeArrowheads="1"/>
          </p:cNvSpPr>
          <p:nvPr/>
        </p:nvSpPr>
        <p:spPr bwMode="auto">
          <a:xfrm>
            <a:off x="3359150" y="177355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2</a:t>
            </a:r>
            <a:endParaRPr lang="en-US" altLang="zh-CN" sz="2400" b="1">
              <a:solidFill>
                <a:schemeClr val="bg1"/>
              </a:solidFill>
              <a:ea typeface="楷体_GB2312" pitchFamily="49" charset="-122"/>
            </a:endParaRPr>
          </a:p>
        </p:txBody>
      </p:sp>
      <p:sp>
        <p:nvSpPr>
          <p:cNvPr id="1049216" name="Oval 28"/>
          <p:cNvSpPr>
            <a:spLocks noChangeArrowheads="1"/>
          </p:cNvSpPr>
          <p:nvPr/>
        </p:nvSpPr>
        <p:spPr bwMode="auto">
          <a:xfrm>
            <a:off x="2135505" y="285432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1</a:t>
            </a:r>
            <a:endParaRPr lang="en-US" altLang="zh-CN" sz="2400" b="1">
              <a:solidFill>
                <a:schemeClr val="bg1"/>
              </a:solidFill>
              <a:ea typeface="楷体_GB2312" pitchFamily="49" charset="-122"/>
            </a:endParaRPr>
          </a:p>
        </p:txBody>
      </p:sp>
      <p:sp>
        <p:nvSpPr>
          <p:cNvPr id="1049217" name="Oval 29"/>
          <p:cNvSpPr>
            <a:spLocks noChangeArrowheads="1"/>
          </p:cNvSpPr>
          <p:nvPr/>
        </p:nvSpPr>
        <p:spPr bwMode="auto">
          <a:xfrm>
            <a:off x="6096001" y="1341439"/>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1</a:t>
            </a:r>
            <a:endParaRPr lang="en-US" altLang="zh-CN" sz="2400" b="1">
              <a:solidFill>
                <a:schemeClr val="bg1"/>
              </a:solidFill>
              <a:ea typeface="楷体_GB2312" pitchFamily="49" charset="-122"/>
            </a:endParaRPr>
          </a:p>
        </p:txBody>
      </p:sp>
      <p:sp>
        <p:nvSpPr>
          <p:cNvPr id="1049218" name="Oval 30"/>
          <p:cNvSpPr>
            <a:spLocks noChangeArrowheads="1"/>
          </p:cNvSpPr>
          <p:nvPr/>
        </p:nvSpPr>
        <p:spPr bwMode="auto">
          <a:xfrm>
            <a:off x="6096001" y="3429001"/>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4</a:t>
            </a:r>
            <a:endParaRPr lang="en-US" altLang="zh-CN" sz="2400" b="1">
              <a:solidFill>
                <a:schemeClr val="bg1"/>
              </a:solidFill>
              <a:ea typeface="楷体_GB2312" pitchFamily="49" charset="-122"/>
            </a:endParaRPr>
          </a:p>
        </p:txBody>
      </p:sp>
      <p:sp>
        <p:nvSpPr>
          <p:cNvPr id="1049219" name="Oval 31"/>
          <p:cNvSpPr>
            <a:spLocks noChangeArrowheads="1"/>
          </p:cNvSpPr>
          <p:nvPr/>
        </p:nvSpPr>
        <p:spPr bwMode="auto">
          <a:xfrm>
            <a:off x="6096001" y="2708276"/>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3</a:t>
            </a:r>
            <a:endParaRPr lang="en-US" altLang="zh-CN" sz="2400" b="1">
              <a:solidFill>
                <a:schemeClr val="bg1"/>
              </a:solidFill>
              <a:ea typeface="楷体_GB2312" pitchFamily="49" charset="-122"/>
            </a:endParaRPr>
          </a:p>
        </p:txBody>
      </p:sp>
      <p:sp>
        <p:nvSpPr>
          <p:cNvPr id="1049220" name="Oval 32"/>
          <p:cNvSpPr>
            <a:spLocks noChangeArrowheads="1"/>
          </p:cNvSpPr>
          <p:nvPr/>
        </p:nvSpPr>
        <p:spPr bwMode="auto">
          <a:xfrm>
            <a:off x="6096001" y="2060576"/>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2</a:t>
            </a:r>
            <a:endParaRPr lang="en-US" altLang="zh-CN" sz="2400" b="1">
              <a:solidFill>
                <a:schemeClr val="bg1"/>
              </a:solidFill>
              <a:ea typeface="楷体_GB2312" pitchFamily="49" charset="-122"/>
            </a:endParaRPr>
          </a:p>
        </p:txBody>
      </p:sp>
      <p:graphicFrame>
        <p:nvGraphicFramePr>
          <p:cNvPr id="4194321" name="Object 33"/>
          <p:cNvGraphicFramePr>
            <a:graphicFrameLocks noChangeAspect="1"/>
          </p:cNvGraphicFramePr>
          <p:nvPr/>
        </p:nvGraphicFramePr>
        <p:xfrm>
          <a:off x="6975475" y="3187963"/>
          <a:ext cx="2798763" cy="747713"/>
        </p:xfrm>
        <a:graphic>
          <a:graphicData uri="http://schemas.openxmlformats.org/presentationml/2006/ole">
            <mc:AlternateContent xmlns:mc="http://schemas.openxmlformats.org/markup-compatibility/2006">
              <mc:Choice xmlns:v="urn:schemas-microsoft-com:vml" Requires="v">
                <p:oleObj spid="_x0000_s15539" name="Equation" showAsIcon="1" r:id="rId3" imgW="21945600" imgH="5486400" progId="Equation.DSMT4">
                  <p:embed/>
                </p:oleObj>
              </mc:Choice>
              <mc:Fallback>
                <p:oleObj name="Equation" showAsIcon="1" r:id="rId3" imgW="21945600" imgH="5486400" progId="Equation.DSMT4">
                  <p:embed/>
                  <p:pic>
                    <p:nvPicPr>
                      <p:cNvPr id="0" name="图片 15538"/>
                      <p:cNvPicPr>
                        <a:picLocks noChangeAspect="1" noChangeArrowheads="1"/>
                      </p:cNvPicPr>
                      <p:nvPr/>
                    </p:nvPicPr>
                    <p:blipFill>
                      <a:blip r:embed="rId4"/>
                      <a:srcRect/>
                      <a:stretch>
                        <a:fillRect/>
                      </a:stretch>
                    </p:blipFill>
                    <p:spPr bwMode="auto">
                      <a:xfrm>
                        <a:off x="6975475" y="3187963"/>
                        <a:ext cx="2798763" cy="747713"/>
                      </a:xfrm>
                      <a:prstGeom prst="rect">
                        <a:avLst/>
                      </a:prstGeom>
                      <a:noFill/>
                      <a:ln>
                        <a:noFill/>
                      </a:ln>
                      <a:effectLst/>
                    </p:spPr>
                  </p:pic>
                </p:oleObj>
              </mc:Fallback>
            </mc:AlternateContent>
          </a:graphicData>
        </a:graphic>
      </p:graphicFrame>
      <p:graphicFrame>
        <p:nvGraphicFramePr>
          <p:cNvPr id="4194322" name="Object 34"/>
          <p:cNvGraphicFramePr>
            <a:graphicFrameLocks noChangeAspect="1"/>
          </p:cNvGraphicFramePr>
          <p:nvPr/>
        </p:nvGraphicFramePr>
        <p:xfrm>
          <a:off x="6980238" y="2480470"/>
          <a:ext cx="2533650" cy="747712"/>
        </p:xfrm>
        <a:graphic>
          <a:graphicData uri="http://schemas.openxmlformats.org/presentationml/2006/ole">
            <mc:AlternateContent xmlns:mc="http://schemas.openxmlformats.org/markup-compatibility/2006">
              <mc:Choice xmlns:v="urn:schemas-microsoft-com:vml" Requires="v">
                <p:oleObj spid="_x0000_s15540" name="Equation" showAsIcon="1" r:id="rId5" imgW="19812000" imgH="5486400" progId="Equation.DSMT4">
                  <p:embed/>
                </p:oleObj>
              </mc:Choice>
              <mc:Fallback>
                <p:oleObj name="Equation" showAsIcon="1" r:id="rId5" imgW="19812000" imgH="5486400" progId="Equation.DSMT4">
                  <p:embed/>
                  <p:pic>
                    <p:nvPicPr>
                      <p:cNvPr id="0" name="图片 15539"/>
                      <p:cNvPicPr>
                        <a:picLocks noChangeAspect="1" noChangeArrowheads="1"/>
                      </p:cNvPicPr>
                      <p:nvPr/>
                    </p:nvPicPr>
                    <p:blipFill>
                      <a:blip r:embed="rId6"/>
                      <a:srcRect/>
                      <a:stretch>
                        <a:fillRect/>
                      </a:stretch>
                    </p:blipFill>
                    <p:spPr bwMode="auto">
                      <a:xfrm>
                        <a:off x="6980238" y="2480470"/>
                        <a:ext cx="2533650" cy="747712"/>
                      </a:xfrm>
                      <a:prstGeom prst="rect">
                        <a:avLst/>
                      </a:prstGeom>
                      <a:noFill/>
                      <a:ln>
                        <a:noFill/>
                      </a:ln>
                      <a:effectLst/>
                    </p:spPr>
                  </p:pic>
                </p:oleObj>
              </mc:Fallback>
            </mc:AlternateContent>
          </a:graphicData>
        </a:graphic>
      </p:graphicFrame>
      <p:graphicFrame>
        <p:nvGraphicFramePr>
          <p:cNvPr id="4194323" name="Object 35"/>
          <p:cNvGraphicFramePr>
            <a:graphicFrameLocks noChangeAspect="1"/>
          </p:cNvGraphicFramePr>
          <p:nvPr/>
        </p:nvGraphicFramePr>
        <p:xfrm>
          <a:off x="6921502" y="1814777"/>
          <a:ext cx="2751137" cy="747712"/>
        </p:xfrm>
        <a:graphic>
          <a:graphicData uri="http://schemas.openxmlformats.org/presentationml/2006/ole">
            <mc:AlternateContent xmlns:mc="http://schemas.openxmlformats.org/markup-compatibility/2006">
              <mc:Choice xmlns:v="urn:schemas-microsoft-com:vml" Requires="v">
                <p:oleObj spid="_x0000_s15541" name="Equation" showAsIcon="1" r:id="rId7" imgW="21640800" imgH="5486400" progId="Equation.DSMT4">
                  <p:embed/>
                </p:oleObj>
              </mc:Choice>
              <mc:Fallback>
                <p:oleObj name="Equation" showAsIcon="1" r:id="rId7" imgW="21640800" imgH="5486400" progId="Equation.DSMT4">
                  <p:embed/>
                  <p:pic>
                    <p:nvPicPr>
                      <p:cNvPr id="0" name="图片 15540"/>
                      <p:cNvPicPr>
                        <a:picLocks noChangeAspect="1" noChangeArrowheads="1"/>
                      </p:cNvPicPr>
                      <p:nvPr/>
                    </p:nvPicPr>
                    <p:blipFill>
                      <a:blip r:embed="rId8"/>
                      <a:srcRect/>
                      <a:stretch>
                        <a:fillRect/>
                      </a:stretch>
                    </p:blipFill>
                    <p:spPr bwMode="auto">
                      <a:xfrm>
                        <a:off x="6921502" y="1814777"/>
                        <a:ext cx="2751137" cy="747712"/>
                      </a:xfrm>
                      <a:prstGeom prst="rect">
                        <a:avLst/>
                      </a:prstGeom>
                      <a:noFill/>
                      <a:ln>
                        <a:noFill/>
                      </a:ln>
                      <a:effectLst/>
                    </p:spPr>
                  </p:pic>
                </p:oleObj>
              </mc:Fallback>
            </mc:AlternateContent>
          </a:graphicData>
        </a:graphic>
      </p:graphicFrame>
      <p:sp>
        <p:nvSpPr>
          <p:cNvPr id="1049221" name="Oval 37"/>
          <p:cNvSpPr>
            <a:spLocks noChangeArrowheads="1"/>
          </p:cNvSpPr>
          <p:nvPr/>
        </p:nvSpPr>
        <p:spPr bwMode="auto">
          <a:xfrm>
            <a:off x="8733155" y="427164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4</a:t>
            </a:r>
            <a:endParaRPr lang="en-US" altLang="zh-CN" sz="2400" b="1">
              <a:solidFill>
                <a:schemeClr val="bg1"/>
              </a:solidFill>
              <a:ea typeface="楷体_GB2312" pitchFamily="49" charset="-122"/>
            </a:endParaRPr>
          </a:p>
        </p:txBody>
      </p:sp>
      <p:sp>
        <p:nvSpPr>
          <p:cNvPr id="1049222" name="Oval 38"/>
          <p:cNvSpPr>
            <a:spLocks noChangeArrowheads="1"/>
          </p:cNvSpPr>
          <p:nvPr/>
        </p:nvSpPr>
        <p:spPr bwMode="auto">
          <a:xfrm>
            <a:off x="6096000" y="426529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dirty="0">
                <a:solidFill>
                  <a:schemeClr val="bg1"/>
                </a:solidFill>
                <a:ea typeface="楷体_GB2312" pitchFamily="49" charset="-122"/>
              </a:rPr>
              <a:t>1</a:t>
            </a:r>
            <a:endParaRPr lang="en-US" altLang="zh-CN" sz="2400" b="1" dirty="0">
              <a:solidFill>
                <a:schemeClr val="bg1"/>
              </a:solidFill>
              <a:ea typeface="楷体_GB2312" pitchFamily="49" charset="-122"/>
            </a:endParaRPr>
          </a:p>
        </p:txBody>
      </p:sp>
      <p:sp>
        <p:nvSpPr>
          <p:cNvPr id="1049223" name="Oval 39"/>
          <p:cNvSpPr>
            <a:spLocks noChangeArrowheads="1"/>
          </p:cNvSpPr>
          <p:nvPr/>
        </p:nvSpPr>
        <p:spPr bwMode="auto">
          <a:xfrm>
            <a:off x="6993255" y="426529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dirty="0">
                <a:solidFill>
                  <a:schemeClr val="bg1"/>
                </a:solidFill>
                <a:ea typeface="楷体_GB2312" pitchFamily="49" charset="-122"/>
              </a:rPr>
              <a:t>2</a:t>
            </a:r>
            <a:endParaRPr lang="en-US" altLang="zh-CN" sz="2400" b="1" dirty="0">
              <a:solidFill>
                <a:schemeClr val="bg1"/>
              </a:solidFill>
              <a:ea typeface="楷体_GB2312" pitchFamily="49" charset="-122"/>
            </a:endParaRPr>
          </a:p>
        </p:txBody>
      </p:sp>
      <p:sp>
        <p:nvSpPr>
          <p:cNvPr id="1049224" name="Oval 40"/>
          <p:cNvSpPr>
            <a:spLocks noChangeArrowheads="1"/>
          </p:cNvSpPr>
          <p:nvPr/>
        </p:nvSpPr>
        <p:spPr bwMode="auto">
          <a:xfrm>
            <a:off x="7889875" y="4264025"/>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dirty="0">
                <a:solidFill>
                  <a:schemeClr val="bg1"/>
                </a:solidFill>
                <a:ea typeface="楷体_GB2312" pitchFamily="49" charset="-122"/>
              </a:rPr>
              <a:t>3</a:t>
            </a:r>
            <a:endParaRPr lang="en-US" altLang="zh-CN" sz="2400" b="1" dirty="0">
              <a:solidFill>
                <a:schemeClr val="bg1"/>
              </a:solidFill>
              <a:ea typeface="楷体_GB2312" pitchFamily="49" charset="-122"/>
            </a:endParaRPr>
          </a:p>
        </p:txBody>
      </p:sp>
      <p:sp>
        <p:nvSpPr>
          <p:cNvPr id="1049225" name="Text Box 41"/>
          <p:cNvSpPr txBox="1">
            <a:spLocks noChangeArrowheads="1"/>
          </p:cNvSpPr>
          <p:nvPr/>
        </p:nvSpPr>
        <p:spPr bwMode="auto">
          <a:xfrm>
            <a:off x="6466205" y="4170045"/>
            <a:ext cx="3745230" cy="4572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dirty="0">
                <a:ea typeface="楷体_GB2312" pitchFamily="49" charset="-122"/>
              </a:rPr>
              <a:t>＋</a:t>
            </a:r>
            <a:r>
              <a:rPr lang="zh-CN" altLang="en-US" sz="2400" b="1" dirty="0">
                <a:solidFill>
                  <a:srgbClr val="FFFF00"/>
                </a:solidFill>
                <a:ea typeface="楷体_GB2312" pitchFamily="49" charset="-122"/>
              </a:rPr>
              <a:t>       </a:t>
            </a:r>
            <a:r>
              <a:rPr lang="zh-CN" altLang="en-US" sz="2400" b="1" dirty="0">
                <a:ea typeface="楷体_GB2312" pitchFamily="49" charset="-122"/>
              </a:rPr>
              <a:t>＋      </a:t>
            </a:r>
            <a:r>
              <a:rPr lang="zh-CN" altLang="en-US" sz="2400" b="1" dirty="0" smtClean="0">
                <a:ea typeface="楷体_GB2312" pitchFamily="49" charset="-122"/>
              </a:rPr>
              <a:t> ＋</a:t>
            </a:r>
            <a:r>
              <a:rPr lang="zh-CN" altLang="en-US" sz="2400" b="1" dirty="0" smtClean="0">
                <a:solidFill>
                  <a:schemeClr val="bg1"/>
                </a:solidFill>
                <a:ea typeface="楷体_GB2312" pitchFamily="49" charset="-122"/>
              </a:rPr>
              <a:t>        </a:t>
            </a:r>
            <a:r>
              <a:rPr lang="zh-CN" altLang="en-US" sz="2400" b="1" dirty="0">
                <a:ea typeface="楷体_GB2312" pitchFamily="49" charset="-122"/>
              </a:rPr>
              <a:t>＝</a:t>
            </a:r>
            <a:r>
              <a:rPr lang="en-US" altLang="zh-CN" sz="2400" b="1" dirty="0">
                <a:ea typeface="楷体_GB2312" pitchFamily="49" charset="-122"/>
              </a:rPr>
              <a:t>0</a:t>
            </a:r>
            <a:r>
              <a:rPr lang="en-US" altLang="zh-CN" sz="2400" b="1" dirty="0">
                <a:solidFill>
                  <a:schemeClr val="bg1"/>
                </a:solidFill>
                <a:ea typeface="楷体_GB2312" pitchFamily="49" charset="-122"/>
              </a:rPr>
              <a:t>   </a:t>
            </a:r>
            <a:endParaRPr lang="en-US" altLang="zh-CN" sz="2400" b="1" dirty="0">
              <a:solidFill>
                <a:schemeClr val="bg1"/>
              </a:solidFill>
              <a:ea typeface="楷体_GB2312" pitchFamily="49" charset="-122"/>
            </a:endParaRPr>
          </a:p>
        </p:txBody>
      </p:sp>
      <p:sp>
        <p:nvSpPr>
          <p:cNvPr id="1049226" name="Text Box 42"/>
          <p:cNvSpPr txBox="1">
            <a:spLocks noChangeArrowheads="1"/>
          </p:cNvSpPr>
          <p:nvPr/>
        </p:nvSpPr>
        <p:spPr bwMode="auto">
          <a:xfrm>
            <a:off x="1992313" y="4508501"/>
            <a:ext cx="1008062" cy="521970"/>
          </a:xfrm>
          <a:prstGeom prst="rect">
            <a:avLst/>
          </a:prstGeom>
          <a:solidFill>
            <a:srgbClr val="A50021"/>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800" b="1">
                <a:solidFill>
                  <a:schemeClr val="bg1"/>
                </a:solidFill>
                <a:ea typeface="宋体" panose="02010600030101010101" pitchFamily="2" charset="-122"/>
              </a:rPr>
              <a:t>结论</a:t>
            </a:r>
            <a:endParaRPr lang="zh-CN" altLang="en-US" sz="2800" b="1">
              <a:solidFill>
                <a:schemeClr val="bg1"/>
              </a:solidFill>
              <a:ea typeface="宋体" panose="02010600030101010101" pitchFamily="2" charset="-122"/>
            </a:endParaRPr>
          </a:p>
        </p:txBody>
      </p:sp>
      <p:sp>
        <p:nvSpPr>
          <p:cNvPr id="1049227" name="Text Box 43"/>
          <p:cNvSpPr txBox="1">
            <a:spLocks noChangeArrowheads="1"/>
          </p:cNvSpPr>
          <p:nvPr/>
        </p:nvSpPr>
        <p:spPr bwMode="auto">
          <a:xfrm>
            <a:off x="2424114" y="5445126"/>
            <a:ext cx="72358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800" b="1">
                <a:solidFill>
                  <a:srgbClr val="FF0000"/>
                </a:solidFill>
                <a:latin typeface="Times New Roman" panose="02020603050405020304" pitchFamily="18" charset="0"/>
                <a:ea typeface="楷体_GB2312" pitchFamily="49" charset="-122"/>
              </a:rPr>
              <a:t>n</a:t>
            </a:r>
            <a:r>
              <a:rPr lang="zh-CN" altLang="en-US" sz="2800" b="1">
                <a:solidFill>
                  <a:srgbClr val="FF0000"/>
                </a:solidFill>
                <a:ea typeface="楷体_GB2312" pitchFamily="49" charset="-122"/>
              </a:rPr>
              <a:t>个结点的电路</a:t>
            </a:r>
            <a:r>
              <a:rPr lang="en-US" altLang="zh-CN" sz="2800" b="1">
                <a:solidFill>
                  <a:srgbClr val="FF0000"/>
                </a:solidFill>
                <a:ea typeface="楷体_GB2312" pitchFamily="49" charset="-122"/>
              </a:rPr>
              <a:t>, </a:t>
            </a:r>
            <a:r>
              <a:rPr lang="zh-CN" altLang="en-US" sz="2800" b="1">
                <a:solidFill>
                  <a:srgbClr val="FF0000"/>
                </a:solidFill>
                <a:ea typeface="楷体_GB2312" pitchFamily="49" charset="-122"/>
              </a:rPr>
              <a:t>独立的</a:t>
            </a:r>
            <a:r>
              <a:rPr lang="en-US" altLang="zh-CN" sz="2800" b="1">
                <a:solidFill>
                  <a:srgbClr val="FF0000"/>
                </a:solidFill>
                <a:latin typeface="Times New Roman" panose="02020603050405020304" pitchFamily="18" charset="0"/>
                <a:ea typeface="楷体_GB2312" pitchFamily="49" charset="-122"/>
              </a:rPr>
              <a:t>KCL</a:t>
            </a:r>
            <a:r>
              <a:rPr lang="zh-CN" altLang="en-US" sz="2800" b="1">
                <a:solidFill>
                  <a:srgbClr val="FF0000"/>
                </a:solidFill>
                <a:ea typeface="楷体_GB2312" pitchFamily="49" charset="-122"/>
              </a:rPr>
              <a:t>方程为</a:t>
            </a:r>
            <a:r>
              <a:rPr lang="en-US" altLang="zh-CN" sz="2800" b="1">
                <a:solidFill>
                  <a:srgbClr val="FF0000"/>
                </a:solidFill>
                <a:latin typeface="Times New Roman" panose="02020603050405020304" pitchFamily="18" charset="0"/>
                <a:ea typeface="楷体_GB2312" pitchFamily="49" charset="-122"/>
              </a:rPr>
              <a:t>n</a:t>
            </a:r>
            <a:r>
              <a:rPr lang="en-US" altLang="zh-CN" sz="2800" b="1">
                <a:solidFill>
                  <a:srgbClr val="FF0000"/>
                </a:solidFill>
                <a:ea typeface="楷体_GB2312" pitchFamily="49" charset="-122"/>
              </a:rPr>
              <a:t>-1</a:t>
            </a:r>
            <a:r>
              <a:rPr lang="zh-CN" altLang="en-US" sz="2800" b="1">
                <a:solidFill>
                  <a:srgbClr val="FF0000"/>
                </a:solidFill>
                <a:ea typeface="楷体_GB2312" pitchFamily="49" charset="-122"/>
              </a:rPr>
              <a:t>个。</a:t>
            </a:r>
            <a:endParaRPr lang="zh-CN" altLang="en-US" sz="2800" b="1">
              <a:solidFill>
                <a:srgbClr val="FF0000"/>
              </a:solidFill>
              <a:ea typeface="楷体_GB2312" pitchFamily="49" charset="-122"/>
            </a:endParaRPr>
          </a:p>
        </p:txBody>
      </p:sp>
      <p:pic>
        <p:nvPicPr>
          <p:cNvPr id="2097216" name="图片 1"/>
          <p:cNvPicPr>
            <a:picLocks noChangeAspect="1"/>
          </p:cNvPicPr>
          <p:nvPr/>
        </p:nvPicPr>
        <p:blipFill>
          <a:blip r:embed="rId9"/>
          <a:stretch>
            <a:fillRect/>
          </a:stretch>
        </p:blipFill>
        <p:spPr>
          <a:xfrm>
            <a:off x="2372360" y="5081905"/>
            <a:ext cx="1612900" cy="311150"/>
          </a:xfrm>
          <a:prstGeom prst="rect">
            <a:avLst/>
          </a:prstGeom>
        </p:spPr>
      </p:pic>
    </p:spTree>
  </p:cSld>
  <p:clrMapOvr>
    <a:masterClrMapping/>
  </p:clrMapOvr>
  <p:timing>
    <p:tnLst>
      <p:par>
        <p:cTn id="1" dur="indefinite" restart="never" nodeType="tmRoot"/>
      </p:par>
    </p:tnLst>
    <p:bldLst>
      <p:bldP spid="1049217" grpId="0" animBg="1"/>
      <p:bldP spid="1049218" grpId="0" animBg="1"/>
      <p:bldP spid="1049219" grpId="0" animBg="1"/>
      <p:bldP spid="1049220" grpId="0" animBg="1"/>
      <p:bldP spid="1049226" grpId="0" bldLvl="0" animBg="1"/>
      <p:bldP spid="1049227"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72" name=""/>
        <p:cNvGrpSpPr/>
        <p:nvPr/>
      </p:nvGrpSpPr>
      <p:grpSpPr>
        <a:xfrm>
          <a:off x="0" y="0"/>
          <a:ext cx="0" cy="0"/>
          <a:chOff x="0" y="0"/>
          <a:chExt cx="0" cy="0"/>
        </a:xfrm>
      </p:grpSpPr>
      <p:sp>
        <p:nvSpPr>
          <p:cNvPr id="1049228" name="Text Box 2"/>
          <p:cNvSpPr txBox="1">
            <a:spLocks noChangeArrowheads="1"/>
          </p:cNvSpPr>
          <p:nvPr/>
        </p:nvSpPr>
        <p:spPr bwMode="auto">
          <a:xfrm>
            <a:off x="1990726" y="1051243"/>
            <a:ext cx="3744913" cy="52197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dirty="0">
                <a:latin typeface="仿宋_GB2312" pitchFamily="49" charset="-122"/>
                <a:ea typeface="仿宋_GB2312" pitchFamily="49" charset="-122"/>
              </a:rPr>
              <a:t>2.</a:t>
            </a:r>
            <a:r>
              <a:rPr kumimoji="1" lang="en-US" altLang="zh-CN" sz="2800" b="1" dirty="0">
                <a:latin typeface="Times New Roman" panose="02020603050405020304" pitchFamily="18" charset="0"/>
                <a:ea typeface="仿宋_GB2312" pitchFamily="49" charset="-122"/>
              </a:rPr>
              <a:t>KVL</a:t>
            </a:r>
            <a:r>
              <a:rPr kumimoji="1" lang="zh-CN" altLang="en-US" sz="2800" b="1" dirty="0">
                <a:latin typeface="仿宋_GB2312" pitchFamily="49" charset="-122"/>
                <a:ea typeface="仿宋_GB2312" pitchFamily="49" charset="-122"/>
              </a:rPr>
              <a:t>的独立方程数</a:t>
            </a:r>
            <a:endParaRPr kumimoji="1" lang="zh-CN" altLang="en-US" sz="2800" b="1" dirty="0">
              <a:latin typeface="仿宋_GB2312" pitchFamily="49" charset="-122"/>
              <a:ea typeface="仿宋_GB2312" pitchFamily="49" charset="-122"/>
            </a:endParaRPr>
          </a:p>
        </p:txBody>
      </p:sp>
      <p:sp>
        <p:nvSpPr>
          <p:cNvPr id="1049229" name="Text Box 3"/>
          <p:cNvSpPr txBox="1">
            <a:spLocks noChangeArrowheads="1"/>
          </p:cNvSpPr>
          <p:nvPr/>
        </p:nvSpPr>
        <p:spPr bwMode="auto">
          <a:xfrm>
            <a:off x="2638425" y="1914843"/>
            <a:ext cx="6192838"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Times New Roman" panose="02020603050405020304" pitchFamily="18" charset="0"/>
                <a:ea typeface="楷体_GB2312" pitchFamily="49" charset="-122"/>
              </a:rPr>
              <a:t>KVL</a:t>
            </a:r>
            <a:r>
              <a:rPr kumimoji="1" lang="zh-CN" altLang="en-US" sz="2400" b="1">
                <a:ea typeface="楷体_GB2312" pitchFamily="49" charset="-122"/>
              </a:rPr>
              <a:t>的独立方程数</a:t>
            </a:r>
            <a:r>
              <a:rPr kumimoji="1" lang="en-US" altLang="zh-CN" sz="2400" b="1">
                <a:latin typeface="Times New Roman" panose="02020603050405020304" pitchFamily="18" charset="0"/>
                <a:ea typeface="楷体_GB2312" pitchFamily="49" charset="-122"/>
              </a:rPr>
              <a:t>=</a:t>
            </a:r>
            <a:r>
              <a:rPr kumimoji="1" lang="zh-CN" altLang="en-US" sz="2400" b="1">
                <a:ea typeface="楷体_GB2312" pitchFamily="49" charset="-122"/>
              </a:rPr>
              <a:t>基本回路数</a:t>
            </a:r>
            <a:r>
              <a:rPr kumimoji="1" lang="en-US" altLang="zh-CN" sz="2400" b="1">
                <a:latin typeface="Times New Roman" panose="02020603050405020304" pitchFamily="18" charset="0"/>
                <a:ea typeface="楷体_GB2312" pitchFamily="49" charset="-122"/>
              </a:rPr>
              <a:t>=b</a:t>
            </a:r>
            <a:r>
              <a:rPr kumimoji="1" lang="zh-CN" altLang="en-US" sz="2400" b="1">
                <a:latin typeface="Times New Roman" panose="02020603050405020304" pitchFamily="18" charset="0"/>
                <a:ea typeface="楷体_GB2312" pitchFamily="49" charset="-122"/>
              </a:rPr>
              <a:t>－</a:t>
            </a:r>
            <a:r>
              <a:rPr kumimoji="1" lang="en-US" altLang="zh-CN" sz="2400" b="1">
                <a:latin typeface="Times New Roman" panose="02020603050405020304" pitchFamily="18" charset="0"/>
                <a:ea typeface="楷体_GB2312" pitchFamily="49" charset="-122"/>
              </a:rPr>
              <a:t>(n</a:t>
            </a:r>
            <a:r>
              <a:rPr kumimoji="1" lang="zh-CN" altLang="en-US" sz="2400" b="1">
                <a:latin typeface="Times New Roman" panose="02020603050405020304" pitchFamily="18" charset="0"/>
                <a:ea typeface="楷体_GB2312" pitchFamily="49" charset="-122"/>
              </a:rPr>
              <a:t>－</a:t>
            </a:r>
            <a:r>
              <a:rPr kumimoji="1" lang="en-US" altLang="zh-CN" sz="2400" b="1">
                <a:latin typeface="Times New Roman" panose="02020603050405020304" pitchFamily="18" charset="0"/>
                <a:ea typeface="楷体_GB2312" pitchFamily="49" charset="-122"/>
              </a:rPr>
              <a:t>1)</a:t>
            </a:r>
            <a:endParaRPr kumimoji="1" lang="en-US" altLang="zh-CN" sz="2400" b="1">
              <a:latin typeface="Times New Roman" panose="02020603050405020304" pitchFamily="18" charset="0"/>
              <a:ea typeface="楷体_GB2312" pitchFamily="49" charset="-122"/>
            </a:endParaRPr>
          </a:p>
        </p:txBody>
      </p:sp>
      <p:sp>
        <p:nvSpPr>
          <p:cNvPr id="1049230" name="Text Box 4"/>
          <p:cNvSpPr txBox="1">
            <a:spLocks noChangeArrowheads="1"/>
          </p:cNvSpPr>
          <p:nvPr/>
        </p:nvSpPr>
        <p:spPr bwMode="auto">
          <a:xfrm>
            <a:off x="2133600" y="2635568"/>
            <a:ext cx="504825" cy="1348739"/>
          </a:xfrm>
          <a:prstGeom prst="rect">
            <a:avLst/>
          </a:prstGeom>
          <a:solidFill>
            <a:srgbClr val="A50021"/>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800" b="1" dirty="0">
                <a:solidFill>
                  <a:schemeClr val="bg1"/>
                </a:solidFill>
                <a:ea typeface="宋体" panose="02010600030101010101" pitchFamily="2" charset="-122"/>
              </a:rPr>
              <a:t>结论</a:t>
            </a:r>
            <a:endParaRPr lang="zh-CN" altLang="en-US" sz="2800" b="1" dirty="0">
              <a:solidFill>
                <a:schemeClr val="bg1"/>
              </a:solidFill>
              <a:ea typeface="宋体" panose="02010600030101010101" pitchFamily="2" charset="-122"/>
            </a:endParaRPr>
          </a:p>
        </p:txBody>
      </p:sp>
      <p:sp>
        <p:nvSpPr>
          <p:cNvPr id="1049231" name="Text Box 5"/>
          <p:cNvSpPr txBox="1">
            <a:spLocks noChangeArrowheads="1"/>
          </p:cNvSpPr>
          <p:nvPr/>
        </p:nvSpPr>
        <p:spPr bwMode="auto">
          <a:xfrm>
            <a:off x="3286125" y="2635568"/>
            <a:ext cx="5761038" cy="95313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800" b="1">
                <a:solidFill>
                  <a:srgbClr val="FFFF00"/>
                </a:solidFill>
                <a:latin typeface="Times New Roman" panose="02020603050405020304" pitchFamily="18" charset="0"/>
                <a:ea typeface="楷体_GB2312" pitchFamily="49" charset="-122"/>
              </a:rPr>
              <a:t>n</a:t>
            </a:r>
            <a:r>
              <a:rPr lang="zh-CN" altLang="en-US" sz="2800" b="1">
                <a:solidFill>
                  <a:srgbClr val="FFFF00"/>
                </a:solidFill>
                <a:ea typeface="楷体_GB2312" pitchFamily="49" charset="-122"/>
              </a:rPr>
              <a:t>个结点、</a:t>
            </a:r>
            <a:r>
              <a:rPr lang="en-US" altLang="zh-CN" sz="2800" b="1">
                <a:solidFill>
                  <a:srgbClr val="FFFF00"/>
                </a:solidFill>
                <a:latin typeface="Times New Roman" panose="02020603050405020304" pitchFamily="18" charset="0"/>
                <a:ea typeface="楷体_GB2312" pitchFamily="49" charset="-122"/>
              </a:rPr>
              <a:t>b</a:t>
            </a:r>
            <a:r>
              <a:rPr lang="zh-CN" altLang="en-US" sz="2800" b="1">
                <a:solidFill>
                  <a:srgbClr val="FFFF00"/>
                </a:solidFill>
                <a:ea typeface="楷体_GB2312" pitchFamily="49" charset="-122"/>
              </a:rPr>
              <a:t>条支路的电路</a:t>
            </a:r>
            <a:r>
              <a:rPr lang="en-US" altLang="zh-CN" sz="2800" b="1">
                <a:solidFill>
                  <a:srgbClr val="FFFF00"/>
                </a:solidFill>
                <a:ea typeface="楷体_GB2312" pitchFamily="49" charset="-122"/>
              </a:rPr>
              <a:t>, </a:t>
            </a:r>
            <a:r>
              <a:rPr lang="zh-CN" altLang="en-US" sz="2800" b="1">
                <a:solidFill>
                  <a:srgbClr val="FFFF00"/>
                </a:solidFill>
                <a:ea typeface="楷体_GB2312" pitchFamily="49" charset="-122"/>
              </a:rPr>
              <a:t>独立的</a:t>
            </a:r>
            <a:r>
              <a:rPr lang="en-US" altLang="zh-CN" sz="2800" b="1">
                <a:solidFill>
                  <a:srgbClr val="FFFF00"/>
                </a:solidFill>
                <a:latin typeface="Times New Roman" panose="02020603050405020304" pitchFamily="18" charset="0"/>
                <a:ea typeface="楷体_GB2312" pitchFamily="49" charset="-122"/>
              </a:rPr>
              <a:t>KCL</a:t>
            </a:r>
            <a:r>
              <a:rPr lang="zh-CN" altLang="en-US" sz="2800" b="1">
                <a:solidFill>
                  <a:srgbClr val="FFFF00"/>
                </a:solidFill>
                <a:latin typeface="Times New Roman" panose="02020603050405020304" pitchFamily="18" charset="0"/>
                <a:ea typeface="楷体_GB2312" pitchFamily="49" charset="-122"/>
              </a:rPr>
              <a:t>和</a:t>
            </a:r>
            <a:r>
              <a:rPr lang="en-US" altLang="zh-CN" sz="2800" b="1">
                <a:solidFill>
                  <a:srgbClr val="FFFF00"/>
                </a:solidFill>
                <a:latin typeface="Times New Roman" panose="02020603050405020304" pitchFamily="18" charset="0"/>
                <a:ea typeface="楷体_GB2312" pitchFamily="49" charset="-122"/>
              </a:rPr>
              <a:t>KVL</a:t>
            </a:r>
            <a:r>
              <a:rPr lang="zh-CN" altLang="en-US" sz="2800" b="1">
                <a:solidFill>
                  <a:srgbClr val="FFFF00"/>
                </a:solidFill>
                <a:ea typeface="楷体_GB2312" pitchFamily="49" charset="-122"/>
              </a:rPr>
              <a:t>方程数为：</a:t>
            </a:r>
            <a:endParaRPr lang="zh-CN" altLang="en-US" sz="2800" b="1">
              <a:solidFill>
                <a:srgbClr val="FFFF00"/>
              </a:solidFill>
              <a:ea typeface="楷体_GB2312" pitchFamily="49" charset="-122"/>
            </a:endParaRPr>
          </a:p>
        </p:txBody>
      </p:sp>
      <p:pic>
        <p:nvPicPr>
          <p:cNvPr id="2097221" name="图片 1"/>
          <p:cNvPicPr>
            <a:picLocks noChangeAspect="1"/>
          </p:cNvPicPr>
          <p:nvPr/>
        </p:nvPicPr>
        <p:blipFill>
          <a:blip r:embed="rId1"/>
          <a:stretch>
            <a:fillRect/>
          </a:stretch>
        </p:blipFill>
        <p:spPr>
          <a:xfrm>
            <a:off x="2872398" y="4344418"/>
            <a:ext cx="6174765" cy="94972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92" name=""/>
        <p:cNvGrpSpPr/>
        <p:nvPr/>
      </p:nvGrpSpPr>
      <p:grpSpPr>
        <a:xfrm>
          <a:off x="0" y="0"/>
          <a:ext cx="0" cy="0"/>
          <a:chOff x="0" y="0"/>
          <a:chExt cx="0" cy="0"/>
        </a:xfrm>
      </p:grpSpPr>
      <p:pic>
        <p:nvPicPr>
          <p:cNvPr id="2097223" name="图片 2"/>
          <p:cNvPicPr>
            <a:picLocks noChangeAspect="1"/>
          </p:cNvPicPr>
          <p:nvPr/>
        </p:nvPicPr>
        <p:blipFill>
          <a:blip r:embed="rId1"/>
          <a:stretch>
            <a:fillRect/>
          </a:stretch>
        </p:blipFill>
        <p:spPr>
          <a:xfrm>
            <a:off x="160655" y="1000125"/>
            <a:ext cx="3521075" cy="2686050"/>
          </a:xfrm>
          <a:prstGeom prst="rect">
            <a:avLst/>
          </a:prstGeom>
        </p:spPr>
      </p:pic>
      <p:pic>
        <p:nvPicPr>
          <p:cNvPr id="2097224" name="图片 3"/>
          <p:cNvPicPr>
            <a:picLocks noChangeAspect="1"/>
          </p:cNvPicPr>
          <p:nvPr/>
        </p:nvPicPr>
        <p:blipFill>
          <a:blip r:embed="rId2"/>
          <a:stretch>
            <a:fillRect/>
          </a:stretch>
        </p:blipFill>
        <p:spPr>
          <a:xfrm>
            <a:off x="2290445" y="3160395"/>
            <a:ext cx="2774950" cy="2552700"/>
          </a:xfrm>
          <a:prstGeom prst="rect">
            <a:avLst/>
          </a:prstGeom>
        </p:spPr>
      </p:pic>
      <p:sp>
        <p:nvSpPr>
          <p:cNvPr id="1049244" name="文本框 4"/>
          <p:cNvSpPr txBox="1"/>
          <p:nvPr/>
        </p:nvSpPr>
        <p:spPr>
          <a:xfrm>
            <a:off x="5065395" y="927735"/>
            <a:ext cx="6650355" cy="4820921"/>
          </a:xfrm>
          <a:prstGeom prst="rect">
            <a:avLst/>
          </a:prstGeom>
          <a:noFill/>
        </p:spPr>
        <p:txBody>
          <a:bodyPr wrap="square" rtlCol="0" anchor="t">
            <a:spAutoFit/>
          </a:bodyPr>
          <a:p>
            <a:pPr marL="457200" indent="-457200">
              <a:lnSpc>
                <a:spcPct val="190000"/>
              </a:lnSpc>
              <a:buFont typeface="Arial" panose="020B0604020202020204" pitchFamily="34" charset="0"/>
              <a:buChar char="•"/>
            </a:pPr>
            <a:r>
              <a:rPr lang="zh-CN" altLang="en-US" sz="2400">
                <a:latin typeface="黑体" panose="02010609060101010101" pitchFamily="49" charset="-122"/>
                <a:ea typeface="黑体" panose="02010609060101010101" pitchFamily="49" charset="-122"/>
                <a:cs typeface="黑体" panose="02010609060101010101" pitchFamily="49" charset="-122"/>
              </a:rPr>
              <a:t>只与路径的起点和终点重合，且经过的点不会重复</a:t>
            </a:r>
            <a:r>
              <a:rPr lang="en-US" altLang="zh-CN" sz="2400">
                <a:latin typeface="黑体" panose="02010609060101010101" pitchFamily="49" charset="-122"/>
                <a:ea typeface="黑体" panose="02010609060101010101" pitchFamily="49" charset="-122"/>
                <a:cs typeface="黑体" panose="02010609060101010101" pitchFamily="49" charset="-122"/>
              </a:rPr>
              <a:t>——</a:t>
            </a:r>
            <a:r>
              <a:rPr lang="zh-CN" altLang="en-US" sz="2400">
                <a:latin typeface="黑体" panose="02010609060101010101" pitchFamily="49" charset="-122"/>
                <a:ea typeface="黑体" panose="02010609060101010101" pitchFamily="49" charset="-122"/>
                <a:cs typeface="黑体" panose="02010609060101010101" pitchFamily="49" charset="-122"/>
              </a:rPr>
              <a:t>构成回路</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marL="457200" indent="-457200">
              <a:lnSpc>
                <a:spcPct val="190000"/>
              </a:lnSpc>
              <a:buFont typeface="Arial" panose="020B0604020202020204" pitchFamily="34" charset="0"/>
              <a:buChar char="•"/>
            </a:pPr>
            <a:r>
              <a:rPr lang="zh-CN" altLang="en-US" sz="2400">
                <a:latin typeface="黑体" panose="02010609060101010101" pitchFamily="49" charset="-122"/>
                <a:ea typeface="黑体" panose="02010609060101010101" pitchFamily="49" charset="-122"/>
                <a:cs typeface="黑体" panose="02010609060101010101" pitchFamily="49" charset="-122"/>
              </a:rPr>
              <a:t>构成每个回路均可利用</a:t>
            </a:r>
            <a:r>
              <a:rPr lang="en-US" altLang="zh-CN" sz="2400">
                <a:latin typeface="黑体" panose="02010609060101010101" pitchFamily="49" charset="-122"/>
                <a:ea typeface="黑体" panose="02010609060101010101" pitchFamily="49" charset="-122"/>
                <a:cs typeface="黑体" panose="02010609060101010101" pitchFamily="49" charset="-122"/>
              </a:rPr>
              <a:t>KVL</a:t>
            </a:r>
            <a:r>
              <a:rPr lang="zh-CN" altLang="en-US" sz="2400">
                <a:latin typeface="黑体" panose="02010609060101010101" pitchFamily="49" charset="-122"/>
                <a:ea typeface="黑体" panose="02010609060101010101" pitchFamily="49" charset="-122"/>
                <a:cs typeface="黑体" panose="02010609060101010101" pitchFamily="49" charset="-122"/>
              </a:rPr>
              <a:t>列出电压方程，例如（</a:t>
            </a: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5</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8</a:t>
            </a:r>
            <a:r>
              <a:rPr lang="zh-CN" altLang="en-US" sz="2400">
                <a:latin typeface="黑体" panose="02010609060101010101" pitchFamily="49" charset="-122"/>
                <a:ea typeface="黑体" panose="02010609060101010101" pitchFamily="49" charset="-122"/>
                <a:cs typeface="黑体" panose="02010609060101010101" pitchFamily="49" charset="-122"/>
              </a:rPr>
              <a:t>）</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marL="457200" indent="-457200">
              <a:lnSpc>
                <a:spcPct val="190000"/>
              </a:lnSpc>
              <a:buFont typeface="Arial" panose="020B0604020202020204" pitchFamily="34" charset="0"/>
              <a:buChar char="•"/>
            </a:pPr>
            <a:r>
              <a:rPr lang="zh-CN" altLang="en-US" sz="2400">
                <a:latin typeface="黑体" panose="02010609060101010101" pitchFamily="49" charset="-122"/>
                <a:ea typeface="黑体" panose="02010609060101010101" pitchFamily="49" charset="-122"/>
                <a:cs typeface="黑体" panose="02010609060101010101" pitchFamily="49" charset="-122"/>
              </a:rPr>
              <a:t>每个回路均可利用</a:t>
            </a:r>
            <a:r>
              <a:rPr lang="en-US" altLang="zh-CN" sz="2400">
                <a:latin typeface="黑体" panose="02010609060101010101" pitchFamily="49" charset="-122"/>
                <a:ea typeface="黑体" panose="02010609060101010101" pitchFamily="49" charset="-122"/>
                <a:cs typeface="黑体" panose="02010609060101010101" pitchFamily="49" charset="-122"/>
              </a:rPr>
              <a:t>KVL</a:t>
            </a:r>
            <a:r>
              <a:rPr lang="zh-CN" altLang="en-US" sz="2400">
                <a:latin typeface="黑体" panose="02010609060101010101" pitchFamily="49" charset="-122"/>
                <a:ea typeface="黑体" panose="02010609060101010101" pitchFamily="49" charset="-122"/>
                <a:cs typeface="黑体" panose="02010609060101010101" pitchFamily="49" charset="-122"/>
              </a:rPr>
              <a:t>列出电压方程</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marL="457200" indent="-457200">
              <a:lnSpc>
                <a:spcPct val="190000"/>
              </a:lnSpc>
              <a:buFont typeface="Arial" panose="020B0604020202020204" pitchFamily="34" charset="0"/>
              <a:buChar char="•"/>
            </a:pPr>
            <a:r>
              <a:rPr lang="zh-CN" altLang="en-US" sz="2400">
                <a:latin typeface="黑体" panose="02010609060101010101" pitchFamily="49" charset="-122"/>
                <a:ea typeface="黑体" panose="02010609060101010101" pitchFamily="49" charset="-122"/>
                <a:cs typeface="黑体" panose="02010609060101010101" pitchFamily="49" charset="-122"/>
              </a:rPr>
              <a:t>本（</a:t>
            </a: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5</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8</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2</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5</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6</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1</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2</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6</a:t>
            </a:r>
            <a:r>
              <a:rPr lang="zh-CN" altLang="en-US" sz="2400">
                <a:latin typeface="黑体" panose="02010609060101010101" pitchFamily="49" charset="-122"/>
                <a:ea typeface="黑体" panose="02010609060101010101" pitchFamily="49" charset="-122"/>
                <a:cs typeface="黑体" panose="02010609060101010101" pitchFamily="49" charset="-122"/>
              </a:rPr>
              <a:t>，</a:t>
            </a:r>
            <a:r>
              <a:rPr lang="en-US" altLang="zh-CN" sz="2400">
                <a:latin typeface="黑体" panose="02010609060101010101" pitchFamily="49" charset="-122"/>
                <a:ea typeface="黑体" panose="02010609060101010101" pitchFamily="49" charset="-122"/>
                <a:cs typeface="黑体" panose="02010609060101010101" pitchFamily="49" charset="-122"/>
              </a:rPr>
              <a:t>8</a:t>
            </a:r>
            <a:r>
              <a:rPr lang="zh-CN" altLang="en-US" sz="2400">
                <a:latin typeface="黑体" panose="02010609060101010101" pitchFamily="49" charset="-122"/>
                <a:ea typeface="黑体" panose="02010609060101010101" pitchFamily="49" charset="-122"/>
                <a:cs typeface="黑体" panose="02010609060101010101" pitchFamily="49" charset="-122"/>
              </a:rPr>
              <a:t>）不独立</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pic>
        <p:nvPicPr>
          <p:cNvPr id="2097225" name="图片 5"/>
          <p:cNvPicPr>
            <a:picLocks noChangeAspect="1"/>
          </p:cNvPicPr>
          <p:nvPr/>
        </p:nvPicPr>
        <p:blipFill>
          <a:blip r:embed="rId3"/>
          <a:stretch>
            <a:fillRect/>
          </a:stretch>
        </p:blipFill>
        <p:spPr>
          <a:xfrm>
            <a:off x="2743835" y="5713095"/>
            <a:ext cx="1835150" cy="730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12" name=""/>
        <p:cNvGrpSpPr/>
        <p:nvPr/>
      </p:nvGrpSpPr>
      <p:grpSpPr>
        <a:xfrm>
          <a:off x="0" y="0"/>
          <a:ext cx="0" cy="0"/>
          <a:chOff x="0" y="0"/>
          <a:chExt cx="0" cy="0"/>
        </a:xfrm>
      </p:grpSpPr>
      <p:sp>
        <p:nvSpPr>
          <p:cNvPr id="1049257" name="文本框 4"/>
          <p:cNvSpPr txBox="1"/>
          <p:nvPr/>
        </p:nvSpPr>
        <p:spPr>
          <a:xfrm>
            <a:off x="1893570" y="927735"/>
            <a:ext cx="8488680" cy="4145281"/>
          </a:xfrm>
          <a:prstGeom prst="rect">
            <a:avLst/>
          </a:prstGeom>
          <a:noFill/>
        </p:spPr>
        <p:txBody>
          <a:bodyPr wrap="square" rtlCol="0" anchor="t">
            <a:spAutoFit/>
          </a:bodyPr>
          <a:p>
            <a:pPr indent="0">
              <a:lnSpc>
                <a:spcPct val="190000"/>
              </a:lnSpc>
              <a:buFont typeface="Arial" panose="020B0604020202020204" pitchFamily="34" charset="0"/>
              <a:buNone/>
            </a:pPr>
            <a:r>
              <a:rPr lang="en-US" altLang="zh-CN" sz="2400">
                <a:latin typeface="黑体" panose="02010609060101010101" pitchFamily="49" charset="-122"/>
                <a:ea typeface="黑体" panose="02010609060101010101" pitchFamily="49" charset="-122"/>
                <a:cs typeface="黑体" panose="02010609060101010101" pitchFamily="49" charset="-122"/>
              </a:rPr>
              <a:t>Tip3</a:t>
            </a:r>
            <a:r>
              <a:rPr lang="zh-CN" altLang="en-US" sz="2400">
                <a:latin typeface="黑体" panose="02010609060101010101" pitchFamily="49" charset="-122"/>
                <a:ea typeface="黑体" panose="02010609060101010101" pitchFamily="49" charset="-122"/>
                <a:cs typeface="黑体" panose="02010609060101010101" pitchFamily="49" charset="-122"/>
              </a:rPr>
              <a:t>：采用</a:t>
            </a:r>
            <a:r>
              <a:rPr lang="en-US" altLang="zh-CN" sz="2400">
                <a:latin typeface="黑体" panose="02010609060101010101" pitchFamily="49" charset="-122"/>
                <a:ea typeface="黑体" panose="02010609060101010101" pitchFamily="49" charset="-122"/>
                <a:cs typeface="黑体" panose="02010609060101010101" pitchFamily="49" charset="-122"/>
              </a:rPr>
              <a:t>“</a:t>
            </a:r>
            <a:r>
              <a:rPr lang="zh-CN" altLang="en-US" sz="2400">
                <a:latin typeface="黑体" panose="02010609060101010101" pitchFamily="49" charset="-122"/>
                <a:ea typeface="黑体" panose="02010609060101010101" pitchFamily="49" charset="-122"/>
                <a:cs typeface="黑体" panose="02010609060101010101" pitchFamily="49" charset="-122"/>
              </a:rPr>
              <a:t>树</a:t>
            </a:r>
            <a:r>
              <a:rPr lang="en-US" altLang="zh-CN" sz="2400">
                <a:latin typeface="黑体" panose="02010609060101010101" pitchFamily="49" charset="-122"/>
                <a:ea typeface="黑体" panose="02010609060101010101" pitchFamily="49" charset="-122"/>
                <a:cs typeface="黑体" panose="02010609060101010101" pitchFamily="49" charset="-122"/>
              </a:rPr>
              <a:t>”</a:t>
            </a:r>
            <a:r>
              <a:rPr lang="zh-CN" altLang="en-US" sz="2400">
                <a:latin typeface="黑体" panose="02010609060101010101" pitchFamily="49" charset="-122"/>
                <a:ea typeface="黑体" panose="02010609060101010101" pitchFamily="49" charset="-122"/>
                <a:cs typeface="黑体" panose="02010609060101010101" pitchFamily="49" charset="-122"/>
              </a:rPr>
              <a:t>的概念寻找独立</a:t>
            </a:r>
            <a:r>
              <a:rPr lang="zh-CN" altLang="en-US" sz="2400">
                <a:latin typeface="黑体" panose="02010609060101010101" pitchFamily="49" charset="-122"/>
                <a:ea typeface="黑体" panose="02010609060101010101" pitchFamily="49" charset="-122"/>
                <a:cs typeface="黑体" panose="02010609060101010101" pitchFamily="49" charset="-122"/>
              </a:rPr>
              <a:t>回路</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indent="0">
              <a:lnSpc>
                <a:spcPct val="190000"/>
              </a:lnSpc>
              <a:buFont typeface="Arial" panose="020B0604020202020204" pitchFamily="34" charset="0"/>
              <a:buNone/>
            </a:pPr>
            <a:r>
              <a:rPr lang="en-US" altLang="zh-CN" sz="2400">
                <a:latin typeface="黑体" panose="02010609060101010101" pitchFamily="49" charset="-122"/>
                <a:ea typeface="黑体" panose="02010609060101010101" pitchFamily="49" charset="-122"/>
                <a:cs typeface="黑体" panose="02010609060101010101" pitchFamily="49" charset="-122"/>
              </a:rPr>
              <a:t>a </a:t>
            </a:r>
            <a:r>
              <a:rPr lang="zh-CN" altLang="en-US" sz="2400">
                <a:latin typeface="黑体" panose="02010609060101010101" pitchFamily="49" charset="-122"/>
                <a:ea typeface="黑体" panose="02010609060101010101" pitchFamily="49" charset="-122"/>
                <a:cs typeface="黑体" panose="02010609060101010101" pitchFamily="49" charset="-122"/>
              </a:rPr>
              <a:t>树的定义：包含图的全部结点且不包含任何回路的连通</a:t>
            </a:r>
            <a:r>
              <a:rPr lang="zh-CN" altLang="en-US" sz="2400">
                <a:latin typeface="黑体" panose="02010609060101010101" pitchFamily="49" charset="-122"/>
                <a:ea typeface="黑体" panose="02010609060101010101" pitchFamily="49" charset="-122"/>
                <a:cs typeface="黑体" panose="02010609060101010101" pitchFamily="49" charset="-122"/>
              </a:rPr>
              <a:t>子图</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indent="0">
              <a:lnSpc>
                <a:spcPct val="190000"/>
              </a:lnSpc>
              <a:buFont typeface="Arial" panose="020B0604020202020204" pitchFamily="34" charset="0"/>
              <a:buNone/>
            </a:pPr>
            <a:r>
              <a:rPr lang="en-US" altLang="zh-CN" sz="2400">
                <a:latin typeface="黑体" panose="02010609060101010101" pitchFamily="49" charset="-122"/>
                <a:ea typeface="黑体" panose="02010609060101010101" pitchFamily="49" charset="-122"/>
                <a:cs typeface="黑体" panose="02010609060101010101" pitchFamily="49" charset="-122"/>
              </a:rPr>
              <a:t>b </a:t>
            </a:r>
            <a:r>
              <a:rPr lang="zh-CN" altLang="en-US" sz="2400">
                <a:latin typeface="黑体" panose="02010609060101010101" pitchFamily="49" charset="-122"/>
                <a:ea typeface="黑体" panose="02010609060101010101" pitchFamily="49" charset="-122"/>
                <a:cs typeface="黑体" panose="02010609060101010101" pitchFamily="49" charset="-122"/>
              </a:rPr>
              <a:t>树支：</a:t>
            </a:r>
            <a:r>
              <a:rPr lang="en-US" altLang="zh-CN" sz="2400">
                <a:latin typeface="黑体" panose="02010609060101010101" pitchFamily="49" charset="-122"/>
                <a:ea typeface="黑体" panose="02010609060101010101" pitchFamily="49" charset="-122"/>
                <a:cs typeface="黑体" panose="02010609060101010101" pitchFamily="49" charset="-122"/>
              </a:rPr>
              <a:t>    </a:t>
            </a:r>
            <a:r>
              <a:rPr lang="zh-CN" altLang="en-US" sz="2400">
                <a:latin typeface="黑体" panose="02010609060101010101" pitchFamily="49" charset="-122"/>
                <a:ea typeface="黑体" panose="02010609060101010101" pitchFamily="49" charset="-122"/>
                <a:cs typeface="黑体" panose="02010609060101010101" pitchFamily="49" charset="-122"/>
              </a:rPr>
              <a:t>树中包含的</a:t>
            </a:r>
            <a:r>
              <a:rPr lang="zh-CN" altLang="en-US" sz="2400">
                <a:latin typeface="黑体" panose="02010609060101010101" pitchFamily="49" charset="-122"/>
                <a:ea typeface="黑体" panose="02010609060101010101" pitchFamily="49" charset="-122"/>
                <a:cs typeface="黑体" panose="02010609060101010101" pitchFamily="49" charset="-122"/>
              </a:rPr>
              <a:t>支路</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indent="0">
              <a:lnSpc>
                <a:spcPct val="190000"/>
              </a:lnSpc>
              <a:buFont typeface="Arial" panose="020B0604020202020204" pitchFamily="34" charset="0"/>
              <a:buNone/>
            </a:pPr>
            <a:r>
              <a:rPr lang="en-US" altLang="zh-CN" sz="2400">
                <a:latin typeface="黑体" panose="02010609060101010101" pitchFamily="49" charset="-122"/>
                <a:ea typeface="黑体" panose="02010609060101010101" pitchFamily="49" charset="-122"/>
                <a:cs typeface="黑体" panose="02010609060101010101" pitchFamily="49" charset="-122"/>
              </a:rPr>
              <a:t>c </a:t>
            </a:r>
            <a:r>
              <a:rPr lang="zh-CN" altLang="en-US" sz="2400">
                <a:latin typeface="黑体" panose="02010609060101010101" pitchFamily="49" charset="-122"/>
                <a:ea typeface="黑体" panose="02010609060101010101" pitchFamily="49" charset="-122"/>
                <a:cs typeface="黑体" panose="02010609060101010101" pitchFamily="49" charset="-122"/>
              </a:rPr>
              <a:t>连支：</a:t>
            </a:r>
            <a:r>
              <a:rPr lang="en-US" altLang="zh-CN" sz="2400">
                <a:latin typeface="黑体" panose="02010609060101010101" pitchFamily="49" charset="-122"/>
                <a:ea typeface="黑体" panose="02010609060101010101" pitchFamily="49" charset="-122"/>
                <a:cs typeface="黑体" panose="02010609060101010101" pitchFamily="49" charset="-122"/>
              </a:rPr>
              <a:t>    </a:t>
            </a:r>
            <a:r>
              <a:rPr lang="zh-CN" altLang="en-US" sz="2400">
                <a:latin typeface="黑体" panose="02010609060101010101" pitchFamily="49" charset="-122"/>
                <a:ea typeface="黑体" panose="02010609060101010101" pitchFamily="49" charset="-122"/>
                <a:cs typeface="黑体" panose="02010609060101010101" pitchFamily="49" charset="-122"/>
              </a:rPr>
              <a:t>其它</a:t>
            </a:r>
            <a:r>
              <a:rPr lang="zh-CN" altLang="en-US" sz="2400">
                <a:latin typeface="黑体" panose="02010609060101010101" pitchFamily="49" charset="-122"/>
                <a:ea typeface="黑体" panose="02010609060101010101" pitchFamily="49" charset="-122"/>
                <a:cs typeface="黑体" panose="02010609060101010101" pitchFamily="49" charset="-122"/>
              </a:rPr>
              <a:t>支路</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indent="0">
              <a:lnSpc>
                <a:spcPct val="190000"/>
              </a:lnSpc>
              <a:buFont typeface="Arial" panose="020B0604020202020204" pitchFamily="34" charset="0"/>
              <a:buNone/>
            </a:pPr>
            <a:r>
              <a:rPr lang="en-US" altLang="zh-CN" sz="2400">
                <a:latin typeface="黑体" panose="02010609060101010101" pitchFamily="49" charset="-122"/>
                <a:ea typeface="黑体" panose="02010609060101010101" pitchFamily="49" charset="-122"/>
                <a:cs typeface="黑体" panose="02010609060101010101" pitchFamily="49" charset="-122"/>
              </a:rPr>
              <a:t>d           n</a:t>
            </a:r>
            <a:r>
              <a:rPr lang="zh-CN" altLang="en-US" sz="2400">
                <a:latin typeface="黑体" panose="02010609060101010101" pitchFamily="49" charset="-122"/>
                <a:ea typeface="黑体" panose="02010609060101010101" pitchFamily="49" charset="-122"/>
                <a:cs typeface="黑体" panose="02010609060101010101" pitchFamily="49" charset="-122"/>
              </a:rPr>
              <a:t>个节点的连通图，树支数为</a:t>
            </a:r>
            <a:r>
              <a:rPr lang="en-US" altLang="zh-CN" sz="2400">
                <a:latin typeface="黑体" panose="02010609060101010101" pitchFamily="49" charset="-122"/>
                <a:ea typeface="黑体" panose="02010609060101010101" pitchFamily="49" charset="-122"/>
                <a:cs typeface="黑体" panose="02010609060101010101" pitchFamily="49" charset="-122"/>
              </a:rPr>
              <a:t>n-1</a:t>
            </a:r>
            <a:endParaRPr lang="en-US" altLang="zh-CN" sz="2400">
              <a:latin typeface="黑体" panose="02010609060101010101" pitchFamily="49" charset="-122"/>
              <a:ea typeface="黑体" panose="02010609060101010101" pitchFamily="49" charset="-122"/>
              <a:cs typeface="黑体" panose="02010609060101010101" pitchFamily="49" charset="-122"/>
            </a:endParaRPr>
          </a:p>
          <a:p>
            <a:pPr indent="0">
              <a:lnSpc>
                <a:spcPct val="190000"/>
              </a:lnSpc>
              <a:buFont typeface="Arial" panose="020B0604020202020204" pitchFamily="34" charset="0"/>
              <a:buNone/>
            </a:pPr>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例子见下页</a:t>
            </a:r>
            <a:endPar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mc:AlternateContent xmlns:mc="http://schemas.openxmlformats.org/markup-compatibility/2006" xmlns:p14="http://schemas.microsoft.com/office/powerpoint/2010/main">
        <mc:Choice Requires="p14">
          <p:contentPart r:id="rId1" p14:bwMode="auto">
            <p14:nvContentPartPr>
              <p14:cNvPr id="1049258" name="墨迹 1049257"/>
              <p14:cNvContentPartPr/>
              <p14:nvPr/>
            </p14:nvContentPartPr>
            <p14:xfrm>
              <a:off x="2020284" y="1980918"/>
              <a:ext cx="1276561" cy="78027"/>
            </p14:xfrm>
          </p:contentPart>
        </mc:Choice>
        <mc:Fallback xmlns="">
          <p:pic>
            <p:nvPicPr>
              <p:cNvPr id="1049258" name="墨迹 1049257"/>
            </p:nvPicPr>
            <p:blipFill>
              <a:blip r:embed="rId2"/>
            </p:blipFill>
            <p:spPr>
              <a:xfrm>
                <a:off x="2020284" y="1980918"/>
                <a:ext cx="1276561" cy="78027"/>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049259" name="墨迹 1049258"/>
              <p14:cNvContentPartPr/>
              <p14:nvPr/>
            </p14:nvContentPartPr>
            <p14:xfrm>
              <a:off x="2044184" y="2115885"/>
              <a:ext cx="1295540" cy="88572"/>
            </p14:xfrm>
          </p:contentPart>
        </mc:Choice>
        <mc:Fallback xmlns="">
          <p:pic>
            <p:nvPicPr>
              <p:cNvPr id="1049259" name="墨迹 1049258"/>
            </p:nvPicPr>
            <p:blipFill>
              <a:blip r:embed="rId4"/>
            </p:blipFill>
            <p:spPr>
              <a:xfrm>
                <a:off x="2044184" y="2115885"/>
                <a:ext cx="1295540" cy="88572"/>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049260" name="墨迹 1049259"/>
              <p14:cNvContentPartPr/>
              <p14:nvPr/>
            </p14:nvContentPartPr>
            <p14:xfrm>
              <a:off x="5047898" y="1968968"/>
              <a:ext cx="950391" cy="36553"/>
            </p14:xfrm>
          </p:contentPart>
        </mc:Choice>
        <mc:Fallback xmlns="">
          <p:pic>
            <p:nvPicPr>
              <p:cNvPr id="1049260" name="墨迹 1049259"/>
            </p:nvPicPr>
            <p:blipFill>
              <a:blip r:embed="rId6"/>
            </p:blipFill>
            <p:spPr>
              <a:xfrm>
                <a:off x="5047898" y="1968968"/>
                <a:ext cx="950391" cy="36553"/>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049261" name="墨迹 1049260"/>
              <p14:cNvContentPartPr/>
              <p14:nvPr/>
            </p14:nvContentPartPr>
            <p14:xfrm>
              <a:off x="5013454" y="2073708"/>
              <a:ext cx="941955" cy="54830"/>
            </p14:xfrm>
          </p:contentPart>
        </mc:Choice>
        <mc:Fallback xmlns="">
          <p:pic>
            <p:nvPicPr>
              <p:cNvPr id="1049261" name="墨迹 1049260"/>
            </p:nvPicPr>
            <p:blipFill>
              <a:blip r:embed="rId8"/>
            </p:blipFill>
            <p:spPr>
              <a:xfrm>
                <a:off x="5013454" y="2073708"/>
                <a:ext cx="941955" cy="5483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49262" name="墨迹 1049261"/>
              <p14:cNvContentPartPr/>
              <p14:nvPr/>
            </p14:nvContentPartPr>
            <p14:xfrm>
              <a:off x="5041572" y="2186181"/>
              <a:ext cx="1048804" cy="16167"/>
            </p14:xfrm>
          </p:contentPart>
        </mc:Choice>
        <mc:Fallback xmlns="">
          <p:pic>
            <p:nvPicPr>
              <p:cNvPr id="1049262" name="墨迹 1049261"/>
            </p:nvPicPr>
            <p:blipFill>
              <a:blip r:embed="rId10"/>
            </p:blipFill>
            <p:spPr>
              <a:xfrm>
                <a:off x="5041572" y="2186181"/>
                <a:ext cx="1048804" cy="16167"/>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49263" name="墨迹 1049262"/>
              <p14:cNvContentPartPr/>
              <p14:nvPr/>
            </p14:nvContentPartPr>
            <p14:xfrm>
              <a:off x="6542374" y="1982324"/>
              <a:ext cx="870957" cy="57642"/>
            </p14:xfrm>
          </p:contentPart>
        </mc:Choice>
        <mc:Fallback xmlns="">
          <p:pic>
            <p:nvPicPr>
              <p:cNvPr id="1049263" name="墨迹 1049262"/>
            </p:nvPicPr>
            <p:blipFill>
              <a:blip r:embed="rId12"/>
            </p:blipFill>
            <p:spPr>
              <a:xfrm>
                <a:off x="6542374" y="1982324"/>
                <a:ext cx="870957" cy="57642"/>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49264" name="墨迹 1049263"/>
              <p14:cNvContentPartPr/>
              <p14:nvPr/>
            </p14:nvContentPartPr>
            <p14:xfrm>
              <a:off x="6505820" y="2182665"/>
              <a:ext cx="878691" cy="40068"/>
            </p14:xfrm>
          </p:contentPart>
        </mc:Choice>
        <mc:Fallback xmlns="">
          <p:pic>
            <p:nvPicPr>
              <p:cNvPr id="1049264" name="墨迹 1049263"/>
            </p:nvPicPr>
            <p:blipFill>
              <a:blip r:embed="rId14"/>
            </p:blipFill>
            <p:spPr>
              <a:xfrm>
                <a:off x="6505820" y="2182665"/>
                <a:ext cx="878691" cy="40068"/>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49265" name="墨迹 1049264"/>
              <p14:cNvContentPartPr/>
              <p14:nvPr/>
            </p14:nvContentPartPr>
            <p14:xfrm>
              <a:off x="8029117" y="1979512"/>
              <a:ext cx="640389" cy="18979"/>
            </p14:xfrm>
          </p:contentPart>
        </mc:Choice>
        <mc:Fallback xmlns="">
          <p:pic>
            <p:nvPicPr>
              <p:cNvPr id="1049265" name="墨迹 1049264"/>
            </p:nvPicPr>
            <p:blipFill>
              <a:blip r:embed="rId16"/>
            </p:blipFill>
            <p:spPr>
              <a:xfrm>
                <a:off x="8029117" y="1979512"/>
                <a:ext cx="640389" cy="18979"/>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49266" name="墨迹 1049265"/>
              <p14:cNvContentPartPr/>
              <p14:nvPr/>
            </p14:nvContentPartPr>
            <p14:xfrm>
              <a:off x="8180252" y="2090579"/>
              <a:ext cx="570094" cy="32335"/>
            </p14:xfrm>
          </p:contentPart>
        </mc:Choice>
        <mc:Fallback xmlns="">
          <p:pic>
            <p:nvPicPr>
              <p:cNvPr id="1049266" name="墨迹 1049265"/>
            </p:nvPicPr>
            <p:blipFill>
              <a:blip r:embed="rId18"/>
            </p:blipFill>
            <p:spPr>
              <a:xfrm>
                <a:off x="8180252" y="2090579"/>
                <a:ext cx="570094" cy="32335"/>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49267" name="墨迹 1049266"/>
              <p14:cNvContentPartPr/>
              <p14:nvPr/>
            </p14:nvContentPartPr>
            <p14:xfrm>
              <a:off x="8124016" y="2186883"/>
              <a:ext cx="518076" cy="28821"/>
            </p14:xfrm>
          </p:contentPart>
        </mc:Choice>
        <mc:Fallback xmlns="">
          <p:pic>
            <p:nvPicPr>
              <p:cNvPr id="1049267" name="墨迹 1049266"/>
            </p:nvPicPr>
            <p:blipFill>
              <a:blip r:embed="rId20"/>
            </p:blipFill>
            <p:spPr>
              <a:xfrm>
                <a:off x="8124016" y="2186883"/>
                <a:ext cx="518076" cy="2882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049268" name="墨迹 1049267"/>
              <p14:cNvContentPartPr/>
              <p14:nvPr/>
            </p14:nvContentPartPr>
            <p14:xfrm>
              <a:off x="9022389" y="1950691"/>
              <a:ext cx="998192" cy="44989"/>
            </p14:xfrm>
          </p:contentPart>
        </mc:Choice>
        <mc:Fallback xmlns="">
          <p:pic>
            <p:nvPicPr>
              <p:cNvPr id="1049268" name="墨迹 1049267"/>
            </p:nvPicPr>
            <p:blipFill>
              <a:blip r:embed="rId22"/>
            </p:blipFill>
            <p:spPr>
              <a:xfrm>
                <a:off x="9022389" y="1950691"/>
                <a:ext cx="998192" cy="44989"/>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049269" name="墨迹 1049268"/>
              <p14:cNvContentPartPr/>
              <p14:nvPr/>
            </p14:nvContentPartPr>
            <p14:xfrm>
              <a:off x="9077220" y="2049105"/>
              <a:ext cx="1055833" cy="45692"/>
            </p14:xfrm>
          </p:contentPart>
        </mc:Choice>
        <mc:Fallback xmlns="">
          <p:pic>
            <p:nvPicPr>
              <p:cNvPr id="1049269" name="墨迹 1049268"/>
            </p:nvPicPr>
            <p:blipFill>
              <a:blip r:embed="rId24"/>
            </p:blipFill>
            <p:spPr>
              <a:xfrm>
                <a:off x="9077220" y="2049105"/>
                <a:ext cx="1055833" cy="45692"/>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049270" name="墨迹 1049269"/>
              <p14:cNvContentPartPr/>
              <p14:nvPr/>
            </p14:nvContentPartPr>
            <p14:xfrm>
              <a:off x="9140485" y="2226249"/>
              <a:ext cx="956015" cy="10544"/>
            </p14:xfrm>
          </p:contentPart>
        </mc:Choice>
        <mc:Fallback xmlns="">
          <p:pic>
            <p:nvPicPr>
              <p:cNvPr id="1049270" name="墨迹 1049269"/>
            </p:nvPicPr>
            <p:blipFill>
              <a:blip r:embed="rId26"/>
            </p:blipFill>
            <p:spPr>
              <a:xfrm>
                <a:off x="9140485" y="2226249"/>
                <a:ext cx="956015" cy="10544"/>
              </a:xfrm>
              <a:prstGeom prst="rect"/>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32" name=""/>
        <p:cNvGrpSpPr/>
        <p:nvPr/>
      </p:nvGrpSpPr>
      <p:grpSpPr>
        <a:xfrm>
          <a:off x="0" y="0"/>
          <a:ext cx="0" cy="0"/>
          <a:chOff x="0" y="0"/>
          <a:chExt cx="0" cy="0"/>
        </a:xfrm>
      </p:grpSpPr>
      <p:pic>
        <p:nvPicPr>
          <p:cNvPr id="2097228" name="图片 2"/>
          <p:cNvPicPr>
            <a:picLocks noChangeAspect="1"/>
          </p:cNvPicPr>
          <p:nvPr/>
        </p:nvPicPr>
        <p:blipFill>
          <a:blip r:embed="rId1"/>
          <a:stretch>
            <a:fillRect/>
          </a:stretch>
        </p:blipFill>
        <p:spPr>
          <a:xfrm>
            <a:off x="133350" y="1615440"/>
            <a:ext cx="3201035" cy="3295650"/>
          </a:xfrm>
          <a:prstGeom prst="rect">
            <a:avLst/>
          </a:prstGeom>
        </p:spPr>
      </p:pic>
      <p:pic>
        <p:nvPicPr>
          <p:cNvPr id="2097229" name="图片 3"/>
          <p:cNvPicPr>
            <a:picLocks noChangeAspect="1"/>
          </p:cNvPicPr>
          <p:nvPr/>
        </p:nvPicPr>
        <p:blipFill>
          <a:blip r:embed="rId2"/>
          <a:stretch>
            <a:fillRect/>
          </a:stretch>
        </p:blipFill>
        <p:spPr>
          <a:xfrm>
            <a:off x="3914775" y="2206625"/>
            <a:ext cx="3619500" cy="2444750"/>
          </a:xfrm>
          <a:prstGeom prst="rect">
            <a:avLst/>
          </a:prstGeom>
        </p:spPr>
      </p:pic>
      <p:pic>
        <p:nvPicPr>
          <p:cNvPr id="2097230" name="图片 4"/>
          <p:cNvPicPr>
            <a:picLocks noChangeAspect="1"/>
          </p:cNvPicPr>
          <p:nvPr/>
        </p:nvPicPr>
        <p:blipFill>
          <a:blip r:embed="rId3"/>
          <a:stretch>
            <a:fillRect/>
          </a:stretch>
        </p:blipFill>
        <p:spPr>
          <a:xfrm>
            <a:off x="8413750" y="1494790"/>
            <a:ext cx="2946400" cy="4044950"/>
          </a:xfrm>
          <a:prstGeom prst="rect">
            <a:avLst/>
          </a:prstGeom>
        </p:spPr>
      </p:pic>
      <p:sp>
        <p:nvSpPr>
          <p:cNvPr id="1049283" name="文本框 5"/>
          <p:cNvSpPr txBox="1"/>
          <p:nvPr/>
        </p:nvSpPr>
        <p:spPr>
          <a:xfrm>
            <a:off x="5438775" y="5079365"/>
            <a:ext cx="933450" cy="460375"/>
          </a:xfrm>
          <a:prstGeom prst="rect">
            <a:avLst/>
          </a:prstGeom>
          <a:noFill/>
        </p:spPr>
        <p:txBody>
          <a:bodyPr wrap="square" rtlCol="0" anchor="t">
            <a:spAutoFit/>
          </a:bodyPr>
          <a:p>
            <a:pPr algn="ctr"/>
            <a:r>
              <a:rPr lang="zh-CN" altLang="en-US" sz="2400">
                <a:latin typeface="黑体" panose="02010609060101010101" pitchFamily="49" charset="-122"/>
                <a:ea typeface="黑体" panose="02010609060101010101" pitchFamily="49" charset="-122"/>
                <a:cs typeface="黑体" panose="02010609060101010101" pitchFamily="49" charset="-122"/>
                <a:sym typeface="+mn-ea"/>
              </a:rPr>
              <a:t>树</a:t>
            </a:r>
            <a:endParaRPr lang="zh-CN" altLang="en-US" sz="24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49284" name="文本框 6"/>
          <p:cNvSpPr txBox="1"/>
          <p:nvPr/>
        </p:nvSpPr>
        <p:spPr>
          <a:xfrm>
            <a:off x="9101455" y="5666740"/>
            <a:ext cx="1570990" cy="460375"/>
          </a:xfrm>
          <a:prstGeom prst="rect">
            <a:avLst/>
          </a:prstGeom>
          <a:noFill/>
        </p:spPr>
        <p:txBody>
          <a:bodyPr wrap="square" rtlCol="0" anchor="t">
            <a:spAutoFit/>
          </a:bodyPr>
          <a:p>
            <a:pPr algn="ctr"/>
            <a:r>
              <a:rPr lang="zh-CN" altLang="en-US" sz="2400">
                <a:latin typeface="黑体" panose="02010609060101010101" pitchFamily="49" charset="-122"/>
                <a:ea typeface="黑体" panose="02010609060101010101" pitchFamily="49" charset="-122"/>
                <a:cs typeface="黑体" panose="02010609060101010101" pitchFamily="49" charset="-122"/>
                <a:sym typeface="+mn-ea"/>
              </a:rPr>
              <a:t>基本</a:t>
            </a:r>
            <a:r>
              <a:rPr lang="zh-CN" altLang="en-US" sz="2400">
                <a:latin typeface="黑体" panose="02010609060101010101" pitchFamily="49" charset="-122"/>
                <a:ea typeface="黑体" panose="02010609060101010101" pitchFamily="49" charset="-122"/>
                <a:cs typeface="黑体" panose="02010609060101010101" pitchFamily="49" charset="-122"/>
                <a:sym typeface="+mn-ea"/>
              </a:rPr>
              <a:t>回路</a:t>
            </a:r>
            <a:endParaRPr lang="zh-CN" altLang="en-US" sz="24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49285" name="文本框 7"/>
          <p:cNvSpPr txBox="1"/>
          <p:nvPr/>
        </p:nvSpPr>
        <p:spPr>
          <a:xfrm>
            <a:off x="10104755" y="2545715"/>
            <a:ext cx="1570990" cy="460375"/>
          </a:xfrm>
          <a:prstGeom prst="rect">
            <a:avLst/>
          </a:prstGeom>
          <a:noFill/>
        </p:spPr>
        <p:txBody>
          <a:bodyPr wrap="square" rtlCol="0" anchor="t">
            <a:spAutoFit/>
          </a:bodyPr>
          <a:p>
            <a:pPr algn="ctr"/>
            <a:r>
              <a:rPr lang="zh-CN" altLang="en-US" sz="2400">
                <a:latin typeface="黑体" panose="02010609060101010101" pitchFamily="49" charset="-122"/>
                <a:ea typeface="黑体" panose="02010609060101010101" pitchFamily="49" charset="-122"/>
                <a:cs typeface="黑体" panose="02010609060101010101" pitchFamily="49" charset="-122"/>
                <a:sym typeface="+mn-ea"/>
              </a:rPr>
              <a:t>多余</a:t>
            </a:r>
            <a:endParaRPr lang="zh-CN" altLang="en-US" sz="2400">
              <a:latin typeface="黑体" panose="02010609060101010101" pitchFamily="49" charset="-122"/>
              <a:ea typeface="黑体" panose="02010609060101010101" pitchFamily="49" charset="-122"/>
              <a:cs typeface="黑体" panose="02010609060101010101" pitchFamily="49" charset="-122"/>
              <a:sym typeface="+mn-ea"/>
            </a:endParaRPr>
          </a:p>
        </p:txBody>
      </p:sp>
      <mc:AlternateContent xmlns:mc="http://schemas.openxmlformats.org/markup-compatibility/2006" xmlns:p14="http://schemas.microsoft.com/office/powerpoint/2010/main">
        <mc:Choice Requires="p14">
          <p:contentPart r:id="rId4" p14:bwMode="auto">
            <p14:nvContentPartPr>
              <p14:cNvPr id="1049286" name="墨迹 1049285"/>
              <p14:cNvContentPartPr/>
              <p14:nvPr/>
            </p14:nvContentPartPr>
            <p14:xfrm>
              <a:off x="0" y="0"/>
              <a:ext cx="0" cy="0"/>
            </p14:xfrm>
          </p:contentPart>
        </mc:Choice>
        <mc:Fallback xmlns="">
          <p:pic>
            <p:nvPicPr>
              <p:cNvPr id="1049286" name="墨迹 1049285"/>
            </p:nvPicPr>
            <p:blipFill>
              <a:blip r:embed="rId5"/>
            </p:blipFill>
            <p:spPr>
              <a:xfrm>
                <a:off x="0" y="0"/>
                <a:ext cx="0" cy="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49287" name="墨迹 1049286"/>
              <p14:cNvContentPartPr/>
              <p14:nvPr/>
            </p14:nvContentPartPr>
            <p14:xfrm>
              <a:off x="7297990" y="2391016"/>
              <a:ext cx="844864" cy="479819"/>
            </p14:xfrm>
          </p:contentPart>
        </mc:Choice>
        <mc:Fallback xmlns="">
          <p:pic>
            <p:nvPicPr>
              <p:cNvPr id="1049287" name="墨迹 1049286"/>
            </p:nvPicPr>
            <p:blipFill>
              <a:blip r:embed="rId7"/>
            </p:blipFill>
            <p:spPr>
              <a:xfrm>
                <a:off x="7297990" y="2391016"/>
                <a:ext cx="844864" cy="479819"/>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49288" name="墨迹 1049287"/>
              <p14:cNvContentPartPr/>
              <p14:nvPr/>
            </p14:nvContentPartPr>
            <p14:xfrm>
              <a:off x="8025604" y="2279673"/>
              <a:ext cx="168703" cy="206166"/>
            </p14:xfrm>
          </p:contentPart>
        </mc:Choice>
        <mc:Fallback xmlns="">
          <p:pic>
            <p:nvPicPr>
              <p:cNvPr id="1049288" name="墨迹 1049287"/>
            </p:nvPicPr>
            <p:blipFill>
              <a:blip r:embed="rId9"/>
            </p:blipFill>
            <p:spPr>
              <a:xfrm>
                <a:off x="8025604" y="2279673"/>
                <a:ext cx="168703" cy="206166"/>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49289" name="墨迹 1049288"/>
              <p14:cNvContentPartPr/>
              <p14:nvPr/>
            </p14:nvContentPartPr>
            <p14:xfrm>
              <a:off x="7603832" y="3673169"/>
              <a:ext cx="669321" cy="411447"/>
            </p14:xfrm>
          </p:contentPart>
        </mc:Choice>
        <mc:Fallback xmlns="">
          <p:pic>
            <p:nvPicPr>
              <p:cNvPr id="1049289" name="墨迹 1049288"/>
            </p:nvPicPr>
            <p:blipFill>
              <a:blip r:embed="rId11"/>
            </p:blipFill>
            <p:spPr>
              <a:xfrm>
                <a:off x="7603832" y="3673169"/>
                <a:ext cx="669321" cy="411447"/>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49290" name="墨迹 1049289"/>
              <p14:cNvContentPartPr/>
              <p14:nvPr/>
            </p14:nvContentPartPr>
            <p14:xfrm>
              <a:off x="8226929" y="4011044"/>
              <a:ext cx="182678" cy="211251"/>
            </p14:xfrm>
          </p:contentPart>
        </mc:Choice>
        <mc:Fallback xmlns="">
          <p:pic>
            <p:nvPicPr>
              <p:cNvPr id="1049290" name="墨迹 1049289"/>
            </p:nvPicPr>
            <p:blipFill>
              <a:blip r:embed="rId13"/>
            </p:blipFill>
            <p:spPr>
              <a:xfrm>
                <a:off x="8226929" y="4011044"/>
                <a:ext cx="182678" cy="211251"/>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49291" name="墨迹 1049290"/>
              <p14:cNvContentPartPr/>
              <p14:nvPr/>
            </p14:nvContentPartPr>
            <p14:xfrm>
              <a:off x="7327572" y="1037688"/>
              <a:ext cx="333297" cy="541844"/>
            </p14:xfrm>
          </p:contentPart>
        </mc:Choice>
        <mc:Fallback xmlns="">
          <p:pic>
            <p:nvPicPr>
              <p:cNvPr id="1049291" name="墨迹 1049290"/>
            </p:nvPicPr>
            <p:blipFill>
              <a:blip r:embed="rId15"/>
            </p:blipFill>
            <p:spPr>
              <a:xfrm>
                <a:off x="7327572" y="1037688"/>
                <a:ext cx="333297" cy="541844"/>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49292" name="墨迹 1049291"/>
              <p14:cNvContentPartPr/>
              <p14:nvPr/>
            </p14:nvContentPartPr>
            <p14:xfrm>
              <a:off x="7266415" y="1289917"/>
              <a:ext cx="35649" cy="107368"/>
            </p14:xfrm>
          </p:contentPart>
        </mc:Choice>
        <mc:Fallback xmlns="">
          <p:pic>
            <p:nvPicPr>
              <p:cNvPr id="1049292" name="墨迹 1049291"/>
            </p:nvPicPr>
            <p:blipFill>
              <a:blip r:embed="rId17"/>
            </p:blipFill>
            <p:spPr>
              <a:xfrm>
                <a:off x="7266415" y="1289917"/>
                <a:ext cx="35649" cy="107368"/>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049293" name="墨迹 1049292"/>
              <p14:cNvContentPartPr/>
              <p14:nvPr/>
            </p14:nvContentPartPr>
            <p14:xfrm>
              <a:off x="7193296" y="1445972"/>
              <a:ext cx="659833" cy="175124"/>
            </p14:xfrm>
          </p:contentPart>
        </mc:Choice>
        <mc:Fallback xmlns="">
          <p:pic>
            <p:nvPicPr>
              <p:cNvPr id="1049293" name="墨迹 1049292"/>
            </p:nvPicPr>
            <p:blipFill>
              <a:blip r:embed="rId19"/>
            </p:blipFill>
            <p:spPr>
              <a:xfrm>
                <a:off x="7193296" y="1445972"/>
                <a:ext cx="659833" cy="175124"/>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049294" name="墨迹 1049293"/>
              <p14:cNvContentPartPr/>
              <p14:nvPr/>
            </p14:nvContentPartPr>
            <p14:xfrm>
              <a:off x="7858300" y="1100577"/>
              <a:ext cx="259307" cy="496813"/>
            </p14:xfrm>
          </p:contentPart>
        </mc:Choice>
        <mc:Fallback xmlns="">
          <p:pic>
            <p:nvPicPr>
              <p:cNvPr id="1049294" name="墨迹 1049293"/>
            </p:nvPicPr>
            <p:blipFill>
              <a:blip r:embed="rId21"/>
            </p:blipFill>
            <p:spPr>
              <a:xfrm>
                <a:off x="7858300" y="1100577"/>
                <a:ext cx="259307" cy="496813"/>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049295" name="墨迹 1049294"/>
              <p14:cNvContentPartPr/>
              <p14:nvPr/>
            </p14:nvContentPartPr>
            <p14:xfrm>
              <a:off x="8254649" y="1041775"/>
              <a:ext cx="47121" cy="108241"/>
            </p14:xfrm>
          </p:contentPart>
        </mc:Choice>
        <mc:Fallback xmlns="">
          <p:pic>
            <p:nvPicPr>
              <p:cNvPr id="1049295" name="墨迹 1049294"/>
            </p:nvPicPr>
            <p:blipFill>
              <a:blip r:embed="rId23"/>
            </p:blipFill>
            <p:spPr>
              <a:xfrm>
                <a:off x="8254649" y="1041775"/>
                <a:ext cx="47121" cy="108241"/>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049296" name="墨迹 1049295"/>
              <p14:cNvContentPartPr/>
              <p14:nvPr/>
            </p14:nvContentPartPr>
            <p14:xfrm>
              <a:off x="8125422" y="1072857"/>
              <a:ext cx="341538" cy="98963"/>
            </p14:xfrm>
          </p:contentPart>
        </mc:Choice>
        <mc:Fallback xmlns="">
          <p:pic>
            <p:nvPicPr>
              <p:cNvPr id="1049296" name="墨迹 1049295"/>
            </p:nvPicPr>
            <p:blipFill>
              <a:blip r:embed="rId25"/>
            </p:blipFill>
            <p:spPr>
              <a:xfrm>
                <a:off x="8125422" y="1072857"/>
                <a:ext cx="341538" cy="98963"/>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049297" name="墨迹 1049296"/>
              <p14:cNvContentPartPr/>
              <p14:nvPr/>
            </p14:nvContentPartPr>
            <p14:xfrm>
              <a:off x="8248439" y="1137376"/>
              <a:ext cx="35611" cy="80636"/>
            </p14:xfrm>
          </p:contentPart>
        </mc:Choice>
        <mc:Fallback xmlns="">
          <p:pic>
            <p:nvPicPr>
              <p:cNvPr id="1049297" name="墨迹 1049296"/>
            </p:nvPicPr>
            <p:blipFill>
              <a:blip r:embed="rId27"/>
            </p:blipFill>
            <p:spPr>
              <a:xfrm>
                <a:off x="8248439" y="1137376"/>
                <a:ext cx="35611" cy="80636"/>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049298" name="墨迹 1049297"/>
              <p14:cNvContentPartPr/>
              <p14:nvPr/>
            </p14:nvContentPartPr>
            <p14:xfrm>
              <a:off x="8140087" y="1072313"/>
              <a:ext cx="318275" cy="233026"/>
            </p14:xfrm>
          </p:contentPart>
        </mc:Choice>
        <mc:Fallback xmlns="">
          <p:pic>
            <p:nvPicPr>
              <p:cNvPr id="1049298" name="墨迹 1049297"/>
            </p:nvPicPr>
            <p:blipFill>
              <a:blip r:embed="rId29"/>
            </p:blipFill>
            <p:spPr>
              <a:xfrm>
                <a:off x="8140087" y="1072313"/>
                <a:ext cx="318275" cy="233026"/>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049299" name="墨迹 1049298"/>
              <p14:cNvContentPartPr/>
              <p14:nvPr/>
            </p14:nvContentPartPr>
            <p14:xfrm>
              <a:off x="8154087" y="1274452"/>
              <a:ext cx="423198" cy="310705"/>
            </p14:xfrm>
          </p:contentPart>
        </mc:Choice>
        <mc:Fallback xmlns="">
          <p:pic>
            <p:nvPicPr>
              <p:cNvPr id="1049299" name="墨迹 1049298"/>
            </p:nvPicPr>
            <p:blipFill>
              <a:blip r:embed="rId31"/>
            </p:blipFill>
            <p:spPr>
              <a:xfrm>
                <a:off x="8154087" y="1274452"/>
                <a:ext cx="423198" cy="310705"/>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049300" name="墨迹 1049299"/>
              <p14:cNvContentPartPr/>
              <p14:nvPr/>
            </p14:nvContentPartPr>
            <p14:xfrm>
              <a:off x="8565269" y="1129643"/>
              <a:ext cx="244126" cy="312334"/>
            </p14:xfrm>
          </p:contentPart>
        </mc:Choice>
        <mc:Fallback xmlns="">
          <p:pic>
            <p:nvPicPr>
              <p:cNvPr id="1049300" name="墨迹 1049299"/>
            </p:nvPicPr>
            <p:blipFill>
              <a:blip r:embed="rId33"/>
            </p:blipFill>
            <p:spPr>
              <a:xfrm>
                <a:off x="8565269" y="1129643"/>
                <a:ext cx="244126" cy="312334"/>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049301" name="墨迹 1049300"/>
              <p14:cNvContentPartPr/>
              <p14:nvPr/>
            </p14:nvContentPartPr>
            <p14:xfrm>
              <a:off x="8607648" y="1389470"/>
              <a:ext cx="93493" cy="293252"/>
            </p14:xfrm>
          </p:contentPart>
        </mc:Choice>
        <mc:Fallback xmlns="">
          <p:pic>
            <p:nvPicPr>
              <p:cNvPr id="1049301" name="墨迹 1049300"/>
            </p:nvPicPr>
            <p:blipFill>
              <a:blip r:embed="rId35"/>
            </p:blipFill>
            <p:spPr>
              <a:xfrm>
                <a:off x="8607648" y="1389470"/>
                <a:ext cx="93493" cy="293252"/>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1049302" name="墨迹 1049301"/>
              <p14:cNvContentPartPr/>
              <p14:nvPr/>
            </p14:nvContentPartPr>
            <p14:xfrm>
              <a:off x="8767850" y="1087510"/>
              <a:ext cx="234164" cy="180423"/>
            </p14:xfrm>
          </p:contentPart>
        </mc:Choice>
        <mc:Fallback xmlns="">
          <p:pic>
            <p:nvPicPr>
              <p:cNvPr id="1049302" name="墨迹 1049301"/>
            </p:nvPicPr>
            <p:blipFill>
              <a:blip r:embed="rId37"/>
            </p:blipFill>
            <p:spPr>
              <a:xfrm>
                <a:off x="8767850" y="1087510"/>
                <a:ext cx="234164" cy="180423"/>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1049303" name="墨迹 1049302"/>
              <p14:cNvContentPartPr/>
              <p14:nvPr/>
            </p14:nvContentPartPr>
            <p14:xfrm>
              <a:off x="8727852" y="1236496"/>
              <a:ext cx="417992" cy="334430"/>
            </p14:xfrm>
          </p:contentPart>
        </mc:Choice>
        <mc:Fallback xmlns="">
          <p:pic>
            <p:nvPicPr>
              <p:cNvPr id="1049303" name="墨迹 1049302"/>
            </p:nvPicPr>
            <p:blipFill>
              <a:blip r:embed="rId39"/>
            </p:blipFill>
            <p:spPr>
              <a:xfrm>
                <a:off x="8727852" y="1236496"/>
                <a:ext cx="417992" cy="33443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1049304" name="墨迹 1049303"/>
              <p14:cNvContentPartPr/>
              <p14:nvPr/>
            </p14:nvContentPartPr>
            <p14:xfrm>
              <a:off x="9325362" y="1034190"/>
              <a:ext cx="103423" cy="64523"/>
            </p14:xfrm>
          </p:contentPart>
        </mc:Choice>
        <mc:Fallback xmlns="">
          <p:pic>
            <p:nvPicPr>
              <p:cNvPr id="1049304" name="墨迹 1049303"/>
            </p:nvPicPr>
            <p:blipFill>
              <a:blip r:embed="rId41"/>
            </p:blipFill>
            <p:spPr>
              <a:xfrm>
                <a:off x="9325362" y="1034190"/>
                <a:ext cx="103423" cy="64523"/>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1049305" name="墨迹 1049304"/>
              <p14:cNvContentPartPr/>
              <p14:nvPr/>
            </p14:nvContentPartPr>
            <p14:xfrm>
              <a:off x="9231166" y="1114450"/>
              <a:ext cx="309342" cy="79865"/>
            </p14:xfrm>
          </p:contentPart>
        </mc:Choice>
        <mc:Fallback xmlns="">
          <p:pic>
            <p:nvPicPr>
              <p:cNvPr id="1049305" name="墨迹 1049304"/>
            </p:nvPicPr>
            <p:blipFill>
              <a:blip r:embed="rId43"/>
            </p:blipFill>
            <p:spPr>
              <a:xfrm>
                <a:off x="9231166" y="1114450"/>
                <a:ext cx="309342" cy="79865"/>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1049306" name="墨迹 1049305"/>
              <p14:cNvContentPartPr/>
              <p14:nvPr/>
            </p14:nvContentPartPr>
            <p14:xfrm>
              <a:off x="9352999" y="1159167"/>
              <a:ext cx="22770" cy="72389"/>
            </p14:xfrm>
          </p:contentPart>
        </mc:Choice>
        <mc:Fallback xmlns="">
          <p:pic>
            <p:nvPicPr>
              <p:cNvPr id="1049306" name="墨迹 1049305"/>
            </p:nvPicPr>
            <p:blipFill>
              <a:blip r:embed="rId45"/>
            </p:blipFill>
            <p:spPr>
              <a:xfrm>
                <a:off x="9352999" y="1159167"/>
                <a:ext cx="22770" cy="72389"/>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1049307" name="墨迹 1049306"/>
              <p14:cNvContentPartPr/>
              <p14:nvPr/>
            </p14:nvContentPartPr>
            <p14:xfrm>
              <a:off x="9114856" y="1132504"/>
              <a:ext cx="585095" cy="265947"/>
            </p14:xfrm>
          </p:contentPart>
        </mc:Choice>
        <mc:Fallback xmlns="">
          <p:pic>
            <p:nvPicPr>
              <p:cNvPr id="1049307" name="墨迹 1049306"/>
            </p:nvPicPr>
            <p:blipFill>
              <a:blip r:embed="rId47"/>
            </p:blipFill>
            <p:spPr>
              <a:xfrm>
                <a:off x="9114856" y="1132504"/>
                <a:ext cx="585095" cy="265947"/>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1049308" name="墨迹 1049307"/>
              <p14:cNvContentPartPr/>
              <p14:nvPr/>
            </p14:nvContentPartPr>
            <p14:xfrm>
              <a:off x="9361211" y="1325382"/>
              <a:ext cx="47054" cy="176615"/>
            </p14:xfrm>
          </p:contentPart>
        </mc:Choice>
        <mc:Fallback xmlns="">
          <p:pic>
            <p:nvPicPr>
              <p:cNvPr id="1049308" name="墨迹 1049307"/>
            </p:nvPicPr>
            <p:blipFill>
              <a:blip r:embed="rId49"/>
            </p:blipFill>
            <p:spPr>
              <a:xfrm>
                <a:off x="9361211" y="1325382"/>
                <a:ext cx="47054" cy="176615"/>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1049309" name="墨迹 1049308"/>
              <p14:cNvContentPartPr/>
              <p14:nvPr/>
            </p14:nvContentPartPr>
            <p14:xfrm>
              <a:off x="9415273" y="1255405"/>
              <a:ext cx="66066" cy="219075"/>
            </p14:xfrm>
          </p:contentPart>
        </mc:Choice>
        <mc:Fallback xmlns="">
          <p:pic>
            <p:nvPicPr>
              <p:cNvPr id="1049309" name="墨迹 1049308"/>
            </p:nvPicPr>
            <p:blipFill>
              <a:blip r:embed="rId51"/>
            </p:blipFill>
            <p:spPr>
              <a:xfrm>
                <a:off x="9415273" y="1255405"/>
                <a:ext cx="66066" cy="219075"/>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1049310" name="墨迹 1049309"/>
              <p14:cNvContentPartPr/>
              <p14:nvPr/>
            </p14:nvContentPartPr>
            <p14:xfrm>
              <a:off x="9296560" y="1339464"/>
              <a:ext cx="468650" cy="314389"/>
            </p14:xfrm>
          </p:contentPart>
        </mc:Choice>
        <mc:Fallback xmlns="">
          <p:pic>
            <p:nvPicPr>
              <p:cNvPr id="1049310" name="墨迹 1049309"/>
            </p:nvPicPr>
            <p:blipFill>
              <a:blip r:embed="rId53"/>
            </p:blipFill>
            <p:spPr>
              <a:xfrm>
                <a:off x="9296560" y="1339464"/>
                <a:ext cx="468650" cy="314389"/>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1049311" name="墨迹 1049310"/>
              <p14:cNvContentPartPr/>
              <p14:nvPr/>
            </p14:nvContentPartPr>
            <p14:xfrm>
              <a:off x="9863308" y="1150442"/>
              <a:ext cx="225749" cy="479338"/>
            </p14:xfrm>
          </p:contentPart>
        </mc:Choice>
        <mc:Fallback xmlns="">
          <p:pic>
            <p:nvPicPr>
              <p:cNvPr id="1049311" name="墨迹 1049310"/>
            </p:nvPicPr>
            <p:blipFill>
              <a:blip r:embed="rId55"/>
            </p:blipFill>
            <p:spPr>
              <a:xfrm>
                <a:off x="9863308" y="1150442"/>
                <a:ext cx="225749" cy="479338"/>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1049312" name="墨迹 1049311"/>
              <p14:cNvContentPartPr/>
              <p14:nvPr/>
            </p14:nvContentPartPr>
            <p14:xfrm>
              <a:off x="10031460" y="1119596"/>
              <a:ext cx="436617" cy="295852"/>
            </p14:xfrm>
          </p:contentPart>
        </mc:Choice>
        <mc:Fallback xmlns="">
          <p:pic>
            <p:nvPicPr>
              <p:cNvPr id="1049312" name="墨迹 1049311"/>
            </p:nvPicPr>
            <p:blipFill>
              <a:blip r:embed="rId57"/>
            </p:blipFill>
            <p:spPr>
              <a:xfrm>
                <a:off x="10031460" y="1119596"/>
                <a:ext cx="436617" cy="295852"/>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1049313" name="墨迹 1049312"/>
              <p14:cNvContentPartPr/>
              <p14:nvPr/>
            </p14:nvContentPartPr>
            <p14:xfrm>
              <a:off x="10218110" y="1449670"/>
              <a:ext cx="296537" cy="180848"/>
            </p14:xfrm>
          </p:contentPart>
        </mc:Choice>
        <mc:Fallback xmlns="">
          <p:pic>
            <p:nvPicPr>
              <p:cNvPr id="1049313" name="墨迹 1049312"/>
            </p:nvPicPr>
            <p:blipFill>
              <a:blip r:embed="rId59"/>
            </p:blipFill>
            <p:spPr>
              <a:xfrm>
                <a:off x="10218110" y="1449670"/>
                <a:ext cx="296537" cy="180848"/>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1049314" name="墨迹 1049313"/>
              <p14:cNvContentPartPr/>
              <p14:nvPr/>
            </p14:nvContentPartPr>
            <p14:xfrm>
              <a:off x="10646911" y="1167603"/>
              <a:ext cx="159216" cy="173703"/>
            </p14:xfrm>
          </p:contentPart>
        </mc:Choice>
        <mc:Fallback xmlns="">
          <p:pic>
            <p:nvPicPr>
              <p:cNvPr id="1049314" name="墨迹 1049313"/>
            </p:nvPicPr>
            <p:blipFill>
              <a:blip r:embed="rId61"/>
            </p:blipFill>
            <p:spPr>
              <a:xfrm>
                <a:off x="10646911" y="1167603"/>
                <a:ext cx="159216" cy="173703"/>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1049315" name="墨迹 1049314"/>
              <p14:cNvContentPartPr/>
              <p14:nvPr/>
            </p14:nvContentPartPr>
            <p14:xfrm>
              <a:off x="10587160" y="1205562"/>
              <a:ext cx="243925" cy="197529"/>
            </p14:xfrm>
          </p:contentPart>
        </mc:Choice>
        <mc:Fallback xmlns="">
          <p:pic>
            <p:nvPicPr>
              <p:cNvPr id="1049315" name="墨迹 1049314"/>
            </p:nvPicPr>
            <p:blipFill>
              <a:blip r:embed="rId63"/>
            </p:blipFill>
            <p:spPr>
              <a:xfrm>
                <a:off x="10587160" y="1205562"/>
                <a:ext cx="243925" cy="197529"/>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1049316" name="墨迹 1049315"/>
              <p14:cNvContentPartPr/>
              <p14:nvPr/>
            </p14:nvContentPartPr>
            <p14:xfrm>
              <a:off x="10536548" y="1399970"/>
              <a:ext cx="60409" cy="108233"/>
            </p14:xfrm>
          </p:contentPart>
        </mc:Choice>
        <mc:Fallback xmlns="">
          <p:pic>
            <p:nvPicPr>
              <p:cNvPr id="1049316" name="墨迹 1049315"/>
            </p:nvPicPr>
            <p:blipFill>
              <a:blip r:embed="rId65"/>
            </p:blipFill>
            <p:spPr>
              <a:xfrm>
                <a:off x="10536548" y="1399970"/>
                <a:ext cx="60409" cy="108233"/>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1049317" name="墨迹 1049316"/>
              <p14:cNvContentPartPr/>
              <p14:nvPr/>
            </p14:nvContentPartPr>
            <p14:xfrm>
              <a:off x="10586180" y="1385554"/>
              <a:ext cx="217133" cy="144070"/>
            </p14:xfrm>
          </p:contentPart>
        </mc:Choice>
        <mc:Fallback xmlns="">
          <p:pic>
            <p:nvPicPr>
              <p:cNvPr id="1049317" name="墨迹 1049316"/>
            </p:nvPicPr>
            <p:blipFill>
              <a:blip r:embed="rId67"/>
            </p:blipFill>
            <p:spPr>
              <a:xfrm>
                <a:off x="10586180" y="1385554"/>
                <a:ext cx="217133" cy="144070"/>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1049318" name="墨迹 1049317"/>
              <p14:cNvContentPartPr/>
              <p14:nvPr/>
            </p14:nvContentPartPr>
            <p14:xfrm>
              <a:off x="10594893" y="1555632"/>
              <a:ext cx="62253" cy="53005"/>
            </p14:xfrm>
          </p:contentPart>
        </mc:Choice>
        <mc:Fallback xmlns="">
          <p:pic>
            <p:nvPicPr>
              <p:cNvPr id="1049318" name="墨迹 1049317"/>
            </p:nvPicPr>
            <p:blipFill>
              <a:blip r:embed="rId69"/>
            </p:blipFill>
            <p:spPr>
              <a:xfrm>
                <a:off x="10594893" y="1555632"/>
                <a:ext cx="62253" cy="53005"/>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1049319" name="墨迹 1049318"/>
              <p14:cNvContentPartPr/>
              <p14:nvPr/>
            </p14:nvContentPartPr>
            <p14:xfrm>
              <a:off x="10761493" y="1487894"/>
              <a:ext cx="282862" cy="108349"/>
            </p14:xfrm>
          </p:contentPart>
        </mc:Choice>
        <mc:Fallback xmlns="">
          <p:pic>
            <p:nvPicPr>
              <p:cNvPr id="1049319" name="墨迹 1049318"/>
            </p:nvPicPr>
            <p:blipFill>
              <a:blip r:embed="rId71"/>
            </p:blipFill>
            <p:spPr>
              <a:xfrm>
                <a:off x="10761493" y="1487894"/>
                <a:ext cx="282862" cy="108349"/>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1049320" name="墨迹 1049319"/>
              <p14:cNvContentPartPr/>
              <p14:nvPr/>
            </p14:nvContentPartPr>
            <p14:xfrm>
              <a:off x="8180876" y="5489193"/>
              <a:ext cx="331967" cy="289142"/>
            </p14:xfrm>
          </p:contentPart>
        </mc:Choice>
        <mc:Fallback xmlns="">
          <p:pic>
            <p:nvPicPr>
              <p:cNvPr id="1049320" name="墨迹 1049319"/>
            </p:nvPicPr>
            <p:blipFill>
              <a:blip r:embed="rId73"/>
            </p:blipFill>
            <p:spPr>
              <a:xfrm>
                <a:off x="8180876" y="5489193"/>
                <a:ext cx="331967" cy="289142"/>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1049321" name="墨迹 1049320"/>
              <p14:cNvContentPartPr/>
              <p14:nvPr/>
            </p14:nvContentPartPr>
            <p14:xfrm>
              <a:off x="8265573" y="5606745"/>
              <a:ext cx="51756" cy="355825"/>
            </p14:xfrm>
          </p:contentPart>
        </mc:Choice>
        <mc:Fallback xmlns="">
          <p:pic>
            <p:nvPicPr>
              <p:cNvPr id="1049321" name="墨迹 1049320"/>
            </p:nvPicPr>
            <p:blipFill>
              <a:blip r:embed="rId75"/>
            </p:blipFill>
            <p:spPr>
              <a:xfrm>
                <a:off x="8265573" y="5606745"/>
                <a:ext cx="51756" cy="355825"/>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1049322" name="墨迹 1049321"/>
              <p14:cNvContentPartPr/>
              <p14:nvPr/>
            </p14:nvContentPartPr>
            <p14:xfrm>
              <a:off x="8365128" y="5538558"/>
              <a:ext cx="95105" cy="573057"/>
            </p14:xfrm>
          </p:contentPart>
        </mc:Choice>
        <mc:Fallback xmlns="">
          <p:pic>
            <p:nvPicPr>
              <p:cNvPr id="1049322" name="墨迹 1049321"/>
            </p:nvPicPr>
            <p:blipFill>
              <a:blip r:embed="rId77"/>
            </p:blipFill>
            <p:spPr>
              <a:xfrm>
                <a:off x="8365128" y="5538558"/>
                <a:ext cx="95105" cy="573057"/>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1049323" name="墨迹 1049322"/>
              <p14:cNvContentPartPr/>
              <p14:nvPr/>
            </p14:nvContentPartPr>
            <p14:xfrm>
              <a:off x="8503611" y="5590270"/>
              <a:ext cx="178161" cy="158898"/>
            </p14:xfrm>
          </p:contentPart>
        </mc:Choice>
        <mc:Fallback xmlns="">
          <p:pic>
            <p:nvPicPr>
              <p:cNvPr id="1049323" name="墨迹 1049322"/>
            </p:nvPicPr>
            <p:blipFill>
              <a:blip r:embed="rId79"/>
            </p:blipFill>
            <p:spPr>
              <a:xfrm>
                <a:off x="8503611" y="5590270"/>
                <a:ext cx="178161" cy="158898"/>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1049324" name="墨迹 1049323"/>
              <p14:cNvContentPartPr/>
              <p14:nvPr/>
            </p14:nvContentPartPr>
            <p14:xfrm>
              <a:off x="8531026" y="5706339"/>
              <a:ext cx="176136" cy="170203"/>
            </p14:xfrm>
          </p:contentPart>
        </mc:Choice>
        <mc:Fallback xmlns="">
          <p:pic>
            <p:nvPicPr>
              <p:cNvPr id="1049324" name="墨迹 1049323"/>
            </p:nvPicPr>
            <p:blipFill>
              <a:blip r:embed="rId81"/>
            </p:blipFill>
            <p:spPr>
              <a:xfrm>
                <a:off x="8531026" y="5706339"/>
                <a:ext cx="176136" cy="170203"/>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1049325" name="墨迹 1049324"/>
              <p14:cNvContentPartPr/>
              <p14:nvPr/>
            </p14:nvContentPartPr>
            <p14:xfrm>
              <a:off x="8763708" y="5577509"/>
              <a:ext cx="253088" cy="50977"/>
            </p14:xfrm>
          </p:contentPart>
        </mc:Choice>
        <mc:Fallback xmlns="">
          <p:pic>
            <p:nvPicPr>
              <p:cNvPr id="1049325" name="墨迹 1049324"/>
            </p:nvPicPr>
            <p:blipFill>
              <a:blip r:embed="rId83"/>
            </p:blipFill>
            <p:spPr>
              <a:xfrm>
                <a:off x="8763708" y="5577509"/>
                <a:ext cx="253088" cy="50977"/>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1049326" name="墨迹 1049325"/>
              <p14:cNvContentPartPr/>
              <p14:nvPr/>
            </p14:nvContentPartPr>
            <p14:xfrm>
              <a:off x="8732773" y="5473760"/>
              <a:ext cx="480683" cy="538062"/>
            </p14:xfrm>
          </p:contentPart>
        </mc:Choice>
        <mc:Fallback xmlns="">
          <p:pic>
            <p:nvPicPr>
              <p:cNvPr id="1049326" name="墨迹 1049325"/>
            </p:nvPicPr>
            <p:blipFill>
              <a:blip r:embed="rId85"/>
            </p:blipFill>
            <p:spPr>
              <a:xfrm>
                <a:off x="8732773" y="5473760"/>
                <a:ext cx="480683" cy="538062"/>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1049327" name="墨迹 1049326"/>
              <p14:cNvContentPartPr/>
              <p14:nvPr/>
            </p14:nvContentPartPr>
            <p14:xfrm>
              <a:off x="8977400" y="5710958"/>
              <a:ext cx="153947" cy="212958"/>
            </p14:xfrm>
          </p:contentPart>
        </mc:Choice>
        <mc:Fallback xmlns="">
          <p:pic>
            <p:nvPicPr>
              <p:cNvPr id="1049327" name="墨迹 1049326"/>
            </p:nvPicPr>
            <p:blipFill>
              <a:blip r:embed="rId87"/>
            </p:blipFill>
            <p:spPr>
              <a:xfrm>
                <a:off x="8977400" y="5710958"/>
                <a:ext cx="153947" cy="212958"/>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1049328" name="墨迹 1049327"/>
              <p14:cNvContentPartPr/>
              <p14:nvPr/>
            </p14:nvContentPartPr>
            <p14:xfrm>
              <a:off x="8988648" y="5444871"/>
              <a:ext cx="48328" cy="76817"/>
            </p14:xfrm>
          </p:contentPart>
        </mc:Choice>
        <mc:Fallback xmlns="">
          <p:pic>
            <p:nvPicPr>
              <p:cNvPr id="1049328" name="墨迹 1049327"/>
            </p:nvPicPr>
            <p:blipFill>
              <a:blip r:embed="rId89"/>
            </p:blipFill>
            <p:spPr>
              <a:xfrm>
                <a:off x="8988648" y="5444871"/>
                <a:ext cx="48328" cy="76817"/>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1049329" name="墨迹 1049328"/>
              <p14:cNvContentPartPr/>
              <p14:nvPr/>
            </p14:nvContentPartPr>
            <p14:xfrm>
              <a:off x="8959124" y="6076447"/>
              <a:ext cx="1976805" cy="143339"/>
            </p14:xfrm>
          </p:contentPart>
        </mc:Choice>
        <mc:Fallback xmlns="">
          <p:pic>
            <p:nvPicPr>
              <p:cNvPr id="1049329" name="墨迹 1049328"/>
            </p:nvPicPr>
            <p:blipFill>
              <a:blip r:embed="rId91"/>
            </p:blipFill>
            <p:spPr>
              <a:xfrm>
                <a:off x="8959124" y="6076447"/>
                <a:ext cx="1976805" cy="143339"/>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1049330" name="墨迹 1049329"/>
              <p14:cNvContentPartPr/>
              <p14:nvPr/>
            </p14:nvContentPartPr>
            <p14:xfrm>
              <a:off x="3279992" y="1939129"/>
              <a:ext cx="1738962" cy="784106"/>
            </p14:xfrm>
          </p:contentPart>
        </mc:Choice>
        <mc:Fallback xmlns="">
          <p:pic>
            <p:nvPicPr>
              <p:cNvPr id="1049330" name="墨迹 1049329"/>
            </p:nvPicPr>
            <p:blipFill>
              <a:blip r:embed="rId93"/>
            </p:blipFill>
            <p:spPr>
              <a:xfrm>
                <a:off x="3279992" y="1939129"/>
                <a:ext cx="1738962" cy="784106"/>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1049331" name="墨迹 1049330"/>
              <p14:cNvContentPartPr/>
              <p14:nvPr/>
            </p14:nvContentPartPr>
            <p14:xfrm>
              <a:off x="4815924" y="2198043"/>
              <a:ext cx="287657" cy="305956"/>
            </p14:xfrm>
          </p:contentPart>
        </mc:Choice>
        <mc:Fallback xmlns="">
          <p:pic>
            <p:nvPicPr>
              <p:cNvPr id="1049331" name="墨迹 1049330"/>
            </p:nvPicPr>
            <p:blipFill>
              <a:blip r:embed="rId95"/>
            </p:blipFill>
            <p:spPr>
              <a:xfrm>
                <a:off x="4815924" y="2198043"/>
                <a:ext cx="287657" cy="305956"/>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1049332" name="墨迹 1049331"/>
              <p14:cNvContentPartPr/>
              <p14:nvPr/>
            </p14:nvContentPartPr>
            <p14:xfrm>
              <a:off x="4561455" y="2803849"/>
              <a:ext cx="1876897" cy="1981453"/>
            </p14:xfrm>
          </p:contentPart>
        </mc:Choice>
        <mc:Fallback xmlns="">
          <p:pic>
            <p:nvPicPr>
              <p:cNvPr id="1049332" name="墨迹 1049331"/>
            </p:nvPicPr>
            <p:blipFill>
              <a:blip r:embed="rId97"/>
            </p:blipFill>
            <p:spPr>
              <a:xfrm>
                <a:off x="4561455" y="2803849"/>
                <a:ext cx="1876897" cy="1981453"/>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1049333" name="墨迹 1049332"/>
              <p14:cNvContentPartPr/>
              <p14:nvPr/>
            </p14:nvContentPartPr>
            <p14:xfrm>
              <a:off x="6218313" y="2819183"/>
              <a:ext cx="276951" cy="327913"/>
            </p14:xfrm>
          </p:contentPart>
        </mc:Choice>
        <mc:Fallback xmlns="">
          <p:pic>
            <p:nvPicPr>
              <p:cNvPr id="1049333" name="墨迹 1049332"/>
            </p:nvPicPr>
            <p:blipFill>
              <a:blip r:embed="rId99"/>
            </p:blipFill>
            <p:spPr>
              <a:xfrm>
                <a:off x="6218313" y="2819183"/>
                <a:ext cx="276951" cy="327913"/>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1049334" name="墨迹 1049333"/>
              <p14:cNvContentPartPr/>
              <p14:nvPr/>
            </p14:nvContentPartPr>
            <p14:xfrm>
              <a:off x="4072904" y="4832827"/>
              <a:ext cx="241691" cy="293091"/>
            </p14:xfrm>
          </p:contentPart>
        </mc:Choice>
        <mc:Fallback xmlns="">
          <p:pic>
            <p:nvPicPr>
              <p:cNvPr id="1049334" name="墨迹 1049333"/>
            </p:nvPicPr>
            <p:blipFill>
              <a:blip r:embed="rId101"/>
            </p:blipFill>
            <p:spPr>
              <a:xfrm>
                <a:off x="4072904" y="4832827"/>
                <a:ext cx="241691" cy="293091"/>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1049335" name="墨迹 1049334"/>
              <p14:cNvContentPartPr/>
              <p14:nvPr/>
            </p14:nvContentPartPr>
            <p14:xfrm>
              <a:off x="4181861" y="5023055"/>
              <a:ext cx="66779" cy="268667"/>
            </p14:xfrm>
          </p:contentPart>
        </mc:Choice>
        <mc:Fallback xmlns="">
          <p:pic>
            <p:nvPicPr>
              <p:cNvPr id="1049335" name="墨迹 1049334"/>
            </p:nvPicPr>
            <p:blipFill>
              <a:blip r:embed="rId103"/>
            </p:blipFill>
            <p:spPr>
              <a:xfrm>
                <a:off x="4181861" y="5023055"/>
                <a:ext cx="66779" cy="268667"/>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1049336" name="墨迹 1049335"/>
              <p14:cNvContentPartPr/>
              <p14:nvPr/>
            </p14:nvContentPartPr>
            <p14:xfrm>
              <a:off x="4330887" y="5037662"/>
              <a:ext cx="82746" cy="58834"/>
            </p14:xfrm>
          </p:contentPart>
        </mc:Choice>
        <mc:Fallback xmlns="">
          <p:pic>
            <p:nvPicPr>
              <p:cNvPr id="1049336" name="墨迹 1049335"/>
            </p:nvPicPr>
            <p:blipFill>
              <a:blip r:embed="rId105"/>
            </p:blipFill>
            <p:spPr>
              <a:xfrm>
                <a:off x="4330887" y="5037662"/>
                <a:ext cx="82746" cy="58834"/>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1049337" name="墨迹 1049336"/>
              <p14:cNvContentPartPr/>
              <p14:nvPr/>
            </p14:nvContentPartPr>
            <p14:xfrm>
              <a:off x="4617692" y="4797634"/>
              <a:ext cx="271364" cy="509199"/>
            </p14:xfrm>
          </p:contentPart>
        </mc:Choice>
        <mc:Fallback xmlns="">
          <p:pic>
            <p:nvPicPr>
              <p:cNvPr id="1049337" name="墨迹 1049336"/>
            </p:nvPicPr>
            <p:blipFill>
              <a:blip r:embed="rId107"/>
            </p:blipFill>
            <p:spPr>
              <a:xfrm>
                <a:off x="4617692" y="4797634"/>
                <a:ext cx="271364" cy="509199"/>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1049338" name="墨迹 1049337"/>
              <p14:cNvContentPartPr/>
              <p14:nvPr/>
            </p14:nvContentPartPr>
            <p14:xfrm>
              <a:off x="4616989" y="5099521"/>
              <a:ext cx="18096" cy="113984"/>
            </p14:xfrm>
          </p:contentPart>
        </mc:Choice>
        <mc:Fallback xmlns="">
          <p:pic>
            <p:nvPicPr>
              <p:cNvPr id="1049338" name="墨迹 1049337"/>
            </p:nvPicPr>
            <p:blipFill>
              <a:blip r:embed="rId109"/>
            </p:blipFill>
            <p:spPr>
              <a:xfrm>
                <a:off x="4616989" y="5099521"/>
                <a:ext cx="18096" cy="113984"/>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1049339" name="墨迹 1049338"/>
              <p14:cNvContentPartPr/>
              <p14:nvPr/>
            </p14:nvContentPartPr>
            <p14:xfrm>
              <a:off x="4588871" y="5243430"/>
              <a:ext cx="565321" cy="104150"/>
            </p14:xfrm>
          </p:contentPart>
        </mc:Choice>
        <mc:Fallback xmlns="">
          <p:pic>
            <p:nvPicPr>
              <p:cNvPr id="1049339" name="墨迹 1049338"/>
            </p:nvPicPr>
            <p:blipFill>
              <a:blip r:embed="rId111"/>
            </p:blipFill>
            <p:spPr>
              <a:xfrm>
                <a:off x="4588871" y="5243430"/>
                <a:ext cx="565321" cy="104150"/>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1049340" name="墨迹 1049339"/>
              <p14:cNvContentPartPr/>
              <p14:nvPr/>
            </p14:nvContentPartPr>
            <p14:xfrm>
              <a:off x="5250348" y="4830596"/>
              <a:ext cx="366940" cy="492294"/>
            </p14:xfrm>
          </p:contentPart>
        </mc:Choice>
        <mc:Fallback xmlns="">
          <p:pic>
            <p:nvPicPr>
              <p:cNvPr id="1049340" name="墨迹 1049339"/>
            </p:nvPicPr>
            <p:blipFill>
              <a:blip r:embed="rId113"/>
            </p:blipFill>
            <p:spPr>
              <a:xfrm>
                <a:off x="5250348" y="4830596"/>
                <a:ext cx="366940" cy="492294"/>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1049341" name="墨迹 1049340"/>
              <p14:cNvContentPartPr/>
              <p14:nvPr/>
            </p14:nvContentPartPr>
            <p14:xfrm>
              <a:off x="5137876" y="5043988"/>
              <a:ext cx="51588" cy="159708"/>
            </p14:xfrm>
          </p:contentPart>
        </mc:Choice>
        <mc:Fallback xmlns="">
          <p:pic>
            <p:nvPicPr>
              <p:cNvPr id="1049341" name="墨迹 1049340"/>
            </p:nvPicPr>
            <p:blipFill>
              <a:blip r:embed="rId115"/>
            </p:blipFill>
            <p:spPr>
              <a:xfrm>
                <a:off x="5137876" y="5043988"/>
                <a:ext cx="51588" cy="159708"/>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1049342" name="墨迹 1049341"/>
              <p14:cNvContentPartPr/>
              <p14:nvPr/>
            </p14:nvContentPartPr>
            <p14:xfrm>
              <a:off x="5127332" y="5277769"/>
              <a:ext cx="672871" cy="70191"/>
            </p14:xfrm>
          </p:contentPart>
        </mc:Choice>
        <mc:Fallback xmlns="">
          <p:pic>
            <p:nvPicPr>
              <p:cNvPr id="1049342" name="墨迹 1049341"/>
            </p:nvPicPr>
            <p:blipFill>
              <a:blip r:embed="rId117"/>
            </p:blipFill>
            <p:spPr>
              <a:xfrm>
                <a:off x="5127332" y="5277769"/>
                <a:ext cx="672871" cy="70191"/>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52" name=""/>
        <p:cNvGrpSpPr/>
        <p:nvPr/>
      </p:nvGrpSpPr>
      <p:grpSpPr>
        <a:xfrm>
          <a:off x="0" y="0"/>
          <a:ext cx="0" cy="0"/>
          <a:chOff x="0" y="0"/>
          <a:chExt cx="0" cy="0"/>
        </a:xfrm>
      </p:grpSpPr>
      <p:sp>
        <p:nvSpPr>
          <p:cNvPr id="1049355" name="文本框 1"/>
          <p:cNvSpPr txBox="1"/>
          <p:nvPr/>
        </p:nvSpPr>
        <p:spPr>
          <a:xfrm>
            <a:off x="908439" y="1153886"/>
            <a:ext cx="9990455" cy="4714240"/>
          </a:xfrm>
          <a:prstGeom prst="rect">
            <a:avLst/>
          </a:prstGeom>
          <a:noFill/>
        </p:spPr>
        <p:txBody>
          <a:bodyPr wrap="square" rtlCol="0">
            <a:spAutoFit/>
          </a:bodyPr>
          <a:p>
            <a:r>
              <a:rPr lang="en-US" altLang="zh-CN" sz="2400">
                <a:latin typeface="黑体" panose="02010609060101010101" pitchFamily="49" charset="-122"/>
                <a:ea typeface="黑体" panose="02010609060101010101" pitchFamily="49" charset="-122"/>
              </a:rPr>
              <a:t>P56 </a:t>
            </a:r>
            <a:r>
              <a:rPr lang="zh-CN" altLang="en-US" sz="2400">
                <a:latin typeface="黑体" panose="02010609060101010101" pitchFamily="49" charset="-122"/>
                <a:ea typeface="黑体" panose="02010609060101010101" pitchFamily="49" charset="-122"/>
              </a:rPr>
              <a:t>平面和</a:t>
            </a:r>
            <a:r>
              <a:rPr lang="zh-CN" altLang="en-US" sz="2400">
                <a:latin typeface="黑体" panose="02010609060101010101" pitchFamily="49" charset="-122"/>
                <a:ea typeface="黑体" panose="02010609060101010101" pitchFamily="49" charset="-122"/>
              </a:rPr>
              <a:t>非平面图</a:t>
            </a:r>
            <a:endParaRPr lang="zh-CN" altLang="en-US" sz="2400">
              <a:latin typeface="黑体" panose="02010609060101010101" pitchFamily="49" charset="-122"/>
              <a:ea typeface="黑体" panose="02010609060101010101" pitchFamily="49" charset="-122"/>
            </a:endParaRPr>
          </a:p>
          <a:p>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平面：图放在平面上能使得它的各条支路除连接的结点外不再</a:t>
            </a:r>
            <a:r>
              <a:rPr lang="zh-CN" altLang="en-US" sz="2400">
                <a:latin typeface="黑体" panose="02010609060101010101" pitchFamily="49" charset="-122"/>
                <a:ea typeface="黑体" panose="02010609060101010101" pitchFamily="49" charset="-122"/>
              </a:rPr>
              <a:t>交叉</a:t>
            </a:r>
            <a:endParaRPr lang="zh-CN" altLang="en-US" sz="2400">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网孔：对平面图，可以引入网孔的</a:t>
            </a:r>
            <a:r>
              <a:rPr lang="zh-CN" altLang="en-US" sz="2400">
                <a:latin typeface="黑体" panose="02010609060101010101" pitchFamily="49" charset="-122"/>
                <a:ea typeface="黑体" panose="02010609060101010101" pitchFamily="49" charset="-122"/>
              </a:rPr>
              <a:t>概念</a:t>
            </a:r>
            <a:endParaRPr lang="zh-CN" altLang="en-US" sz="2400">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平面图的全部网孔都是独立回路（</a:t>
            </a:r>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6</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8</a:t>
            </a:r>
            <a:r>
              <a:rPr lang="zh-CN" altLang="en-US" sz="2400">
                <a:latin typeface="黑体" panose="02010609060101010101" pitchFamily="49" charset="-122"/>
                <a:ea typeface="黑体" panose="02010609060101010101" pitchFamily="49" charset="-122"/>
              </a:rPr>
              <a:t>）包含了</a:t>
            </a: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5</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4</a:t>
            </a:r>
            <a:r>
              <a:rPr lang="zh-CN" altLang="en-US" sz="2400">
                <a:latin typeface="黑体" panose="02010609060101010101" pitchFamily="49" charset="-122"/>
                <a:ea typeface="黑体" panose="02010609060101010101" pitchFamily="49" charset="-122"/>
              </a:rPr>
              <a:t>，</a:t>
            </a:r>
            <a:r>
              <a:rPr lang="en-US" altLang="zh-CN" sz="2400">
                <a:latin typeface="黑体" panose="02010609060101010101" pitchFamily="49" charset="-122"/>
                <a:ea typeface="黑体" panose="02010609060101010101" pitchFamily="49" charset="-122"/>
              </a:rPr>
              <a:t>7</a:t>
            </a:r>
            <a:r>
              <a:rPr lang="zh-CN" altLang="en-US" sz="2400">
                <a:latin typeface="黑体" panose="02010609060101010101" pitchFamily="49" charset="-122"/>
                <a:ea typeface="黑体" panose="02010609060101010101" pitchFamily="49" charset="-122"/>
              </a:rPr>
              <a:t>支路，所以不是</a:t>
            </a:r>
            <a:r>
              <a:rPr lang="zh-CN" altLang="en-US" sz="2400">
                <a:latin typeface="黑体" panose="02010609060101010101" pitchFamily="49" charset="-122"/>
                <a:ea typeface="黑体" panose="02010609060101010101" pitchFamily="49" charset="-122"/>
              </a:rPr>
              <a:t>网孔</a:t>
            </a:r>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endParaRPr lang="zh-CN" altLang="en-US" sz="2400">
              <a:latin typeface="黑体" panose="02010609060101010101" pitchFamily="49" charset="-122"/>
              <a:ea typeface="黑体" panose="02010609060101010101" pitchFamily="49" charset="-122"/>
            </a:endParaRPr>
          </a:p>
          <a:p>
            <a:r>
              <a:rPr lang="zh-CN" altLang="en-US" sz="2400">
                <a:latin typeface="黑体" panose="02010609060101010101" pitchFamily="49" charset="-122"/>
                <a:ea typeface="黑体" panose="02010609060101010101" pitchFamily="49" charset="-122"/>
              </a:rPr>
              <a:t>一个电路的</a:t>
            </a:r>
            <a:r>
              <a:rPr lang="en-US" altLang="zh-CN" sz="2400">
                <a:latin typeface="黑体" panose="02010609060101010101" pitchFamily="49" charset="-122"/>
                <a:ea typeface="黑体" panose="02010609060101010101" pitchFamily="49" charset="-122"/>
              </a:rPr>
              <a:t>KVL</a:t>
            </a:r>
            <a:r>
              <a:rPr lang="zh-CN" altLang="en-US" sz="2400">
                <a:latin typeface="黑体" panose="02010609060101010101" pitchFamily="49" charset="-122"/>
                <a:ea typeface="黑体" panose="02010609060101010101" pitchFamily="49" charset="-122"/>
              </a:rPr>
              <a:t>独立方程数等于它的回路</a:t>
            </a:r>
            <a:r>
              <a:rPr lang="zh-CN" altLang="en-US" sz="2400">
                <a:latin typeface="黑体" panose="02010609060101010101" pitchFamily="49" charset="-122"/>
                <a:ea typeface="黑体" panose="02010609060101010101" pitchFamily="49" charset="-122"/>
              </a:rPr>
              <a:t>数</a:t>
            </a:r>
            <a:endParaRPr lang="zh-CN" altLang="en-US" sz="2400">
              <a:latin typeface="黑体" panose="02010609060101010101" pitchFamily="49" charset="-122"/>
              <a:ea typeface="黑体" panose="02010609060101010101" pitchFamily="49" charset="-122"/>
            </a:endParaRPr>
          </a:p>
        </p:txBody>
      </p:sp>
      <p:pic>
        <p:nvPicPr>
          <p:cNvPr id="2097232" name="图片 2"/>
          <p:cNvPicPr>
            <a:picLocks noChangeAspect="1"/>
          </p:cNvPicPr>
          <p:nvPr>
            <p:custDataLst>
              <p:tags r:id="rId1"/>
            </p:custDataLst>
          </p:nvPr>
        </p:nvPicPr>
        <p:blipFill>
          <a:blip r:embed="rId2"/>
          <a:stretch>
            <a:fillRect/>
          </a:stretch>
        </p:blipFill>
        <p:spPr>
          <a:xfrm>
            <a:off x="2305050" y="3203575"/>
            <a:ext cx="2114550" cy="1993900"/>
          </a:xfrm>
          <a:prstGeom prst="rect">
            <a:avLst/>
          </a:prstGeom>
        </p:spPr>
      </p:pic>
      <p:pic>
        <p:nvPicPr>
          <p:cNvPr id="2097233" name="图片 3"/>
          <p:cNvPicPr>
            <a:picLocks noChangeAspect="1"/>
          </p:cNvPicPr>
          <p:nvPr/>
        </p:nvPicPr>
        <p:blipFill>
          <a:blip r:embed="rId3"/>
          <a:stretch>
            <a:fillRect/>
          </a:stretch>
        </p:blipFill>
        <p:spPr>
          <a:xfrm>
            <a:off x="6689725" y="3136900"/>
            <a:ext cx="2308225" cy="2253615"/>
          </a:xfrm>
          <a:prstGeom prst="rect">
            <a:avLst/>
          </a:prstGeom>
        </p:spPr>
      </p:pic>
      <mc:AlternateContent xmlns:mc="http://schemas.openxmlformats.org/markup-compatibility/2006" xmlns:p14="http://schemas.microsoft.com/office/powerpoint/2010/main">
        <mc:Choice Requires="p14">
          <p:contentPart r:id="rId4" p14:bwMode="auto">
            <p14:nvContentPartPr>
              <p14:cNvPr id="1049356" name="墨迹 1049355"/>
              <p14:cNvContentPartPr/>
              <p14:nvPr/>
            </p14:nvContentPartPr>
            <p14:xfrm>
              <a:off x="0" y="0"/>
              <a:ext cx="0" cy="0"/>
            </p14:xfrm>
          </p:contentPart>
        </mc:Choice>
        <mc:Fallback xmlns="">
          <p:pic>
            <p:nvPicPr>
              <p:cNvPr id="1049356" name="墨迹 1049355"/>
            </p:nvPicPr>
            <p:blipFill>
              <a:blip r:embed="rId5"/>
            </p:blipFill>
            <p:spPr>
              <a:xfrm>
                <a:off x="0" y="0"/>
                <a:ext cx="0" cy="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49357" name="墨迹 1049356"/>
              <p14:cNvContentPartPr/>
              <p14:nvPr/>
            </p14:nvContentPartPr>
            <p14:xfrm>
              <a:off x="3128136" y="5579330"/>
              <a:ext cx="491363" cy="124423"/>
            </p14:xfrm>
          </p:contentPart>
        </mc:Choice>
        <mc:Fallback xmlns="">
          <p:pic>
            <p:nvPicPr>
              <p:cNvPr id="1049357" name="墨迹 1049356"/>
            </p:nvPicPr>
            <p:blipFill>
              <a:blip r:embed="rId7"/>
            </p:blipFill>
            <p:spPr>
              <a:xfrm>
                <a:off x="3128136" y="5579330"/>
                <a:ext cx="491363" cy="124423"/>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49358" name="墨迹 1049357"/>
              <p14:cNvContentPartPr/>
              <p14:nvPr/>
            </p14:nvContentPartPr>
            <p14:xfrm>
              <a:off x="3173828" y="5574409"/>
              <a:ext cx="1386924" cy="47801"/>
            </p14:xfrm>
          </p:contentPart>
        </mc:Choice>
        <mc:Fallback xmlns="">
          <p:pic>
            <p:nvPicPr>
              <p:cNvPr id="1049358" name="墨迹 1049357"/>
            </p:nvPicPr>
            <p:blipFill>
              <a:blip r:embed="rId9"/>
            </p:blipFill>
            <p:spPr>
              <a:xfrm>
                <a:off x="3173828" y="5574409"/>
                <a:ext cx="1386924" cy="47801"/>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49359" name="墨迹 1049358"/>
              <p14:cNvContentPartPr/>
              <p14:nvPr/>
            </p14:nvContentPartPr>
            <p14:xfrm>
              <a:off x="3369249" y="5735386"/>
              <a:ext cx="1147218" cy="30929"/>
            </p14:xfrm>
          </p:contentPart>
        </mc:Choice>
        <mc:Fallback xmlns="">
          <p:pic>
            <p:nvPicPr>
              <p:cNvPr id="1049359" name="墨迹 1049358"/>
            </p:nvPicPr>
            <p:blipFill>
              <a:blip r:embed="rId11"/>
            </p:blipFill>
            <p:spPr>
              <a:xfrm>
                <a:off x="3369249" y="5735386"/>
                <a:ext cx="1147218" cy="30929"/>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49360" name="墨迹 1049359"/>
              <p14:cNvContentPartPr/>
              <p14:nvPr/>
            </p14:nvContentPartPr>
            <p14:xfrm>
              <a:off x="5878085" y="5554727"/>
              <a:ext cx="823859" cy="37256"/>
            </p14:xfrm>
          </p:contentPart>
        </mc:Choice>
        <mc:Fallback xmlns="">
          <p:pic>
            <p:nvPicPr>
              <p:cNvPr id="1049360" name="墨迹 1049359"/>
            </p:nvPicPr>
            <p:blipFill>
              <a:blip r:embed="rId13"/>
            </p:blipFill>
            <p:spPr>
              <a:xfrm>
                <a:off x="5878085" y="5554727"/>
                <a:ext cx="823859" cy="37256"/>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49361" name="墨迹 1049360"/>
              <p14:cNvContentPartPr/>
              <p14:nvPr/>
            </p14:nvContentPartPr>
            <p14:xfrm>
              <a:off x="5963142" y="5707267"/>
              <a:ext cx="754970" cy="16871"/>
            </p14:xfrm>
          </p:contentPart>
        </mc:Choice>
        <mc:Fallback xmlns="">
          <p:pic>
            <p:nvPicPr>
              <p:cNvPr id="1049361" name="墨迹 1049360"/>
            </p:nvPicPr>
            <p:blipFill>
              <a:blip r:embed="rId15"/>
            </p:blipFill>
            <p:spPr>
              <a:xfrm>
                <a:off x="5963142" y="5707267"/>
                <a:ext cx="754970" cy="16871"/>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49362" name="墨迹 1049361"/>
              <p14:cNvContentPartPr/>
              <p14:nvPr/>
            </p14:nvContentPartPr>
            <p14:xfrm>
              <a:off x="1627334" y="1276560"/>
              <a:ext cx="2065975" cy="106848"/>
            </p14:xfrm>
          </p:contentPart>
        </mc:Choice>
        <mc:Fallback xmlns="">
          <p:pic>
            <p:nvPicPr>
              <p:cNvPr id="1049362" name="墨迹 1049361"/>
            </p:nvPicPr>
            <p:blipFill>
              <a:blip r:embed="rId17"/>
            </p:blipFill>
            <p:spPr>
              <a:xfrm>
                <a:off x="1627334" y="1276560"/>
                <a:ext cx="2065975" cy="106848"/>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049363" name="墨迹 1049362"/>
              <p14:cNvContentPartPr/>
              <p14:nvPr/>
            </p14:nvContentPartPr>
            <p14:xfrm>
              <a:off x="1678649" y="1263907"/>
              <a:ext cx="2065975" cy="131452"/>
            </p14:xfrm>
          </p:contentPart>
        </mc:Choice>
        <mc:Fallback xmlns="">
          <p:pic>
            <p:nvPicPr>
              <p:cNvPr id="1049363" name="墨迹 1049362"/>
            </p:nvPicPr>
            <p:blipFill>
              <a:blip r:embed="rId19"/>
            </p:blipFill>
            <p:spPr>
              <a:xfrm>
                <a:off x="1678649" y="1263907"/>
                <a:ext cx="2065975" cy="131452"/>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049364" name="墨迹 1049363"/>
              <p14:cNvContentPartPr/>
              <p14:nvPr/>
            </p14:nvContentPartPr>
            <p14:xfrm>
              <a:off x="1722935" y="1458625"/>
              <a:ext cx="2045590" cy="53424"/>
            </p14:xfrm>
          </p:contentPart>
        </mc:Choice>
        <mc:Fallback xmlns="">
          <p:pic>
            <p:nvPicPr>
              <p:cNvPr id="1049364" name="墨迹 1049363"/>
            </p:nvPicPr>
            <p:blipFill>
              <a:blip r:embed="rId21"/>
            </p:blipFill>
            <p:spPr>
              <a:xfrm>
                <a:off x="1722935" y="1458625"/>
                <a:ext cx="2045590" cy="53424"/>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049365" name="墨迹 1049364"/>
              <p14:cNvContentPartPr/>
              <p14:nvPr/>
            </p14:nvContentPartPr>
            <p14:xfrm>
              <a:off x="2252258" y="1224542"/>
              <a:ext cx="1707470" cy="40771"/>
            </p14:xfrm>
          </p:contentPart>
        </mc:Choice>
        <mc:Fallback xmlns="">
          <p:pic>
            <p:nvPicPr>
              <p:cNvPr id="1049365" name="墨迹 1049364"/>
            </p:nvPicPr>
            <p:blipFill>
              <a:blip r:embed="rId23"/>
            </p:blipFill>
            <p:spPr>
              <a:xfrm>
                <a:off x="2252258" y="1224542"/>
                <a:ext cx="1707470" cy="40771"/>
              </a:xfrm>
              <a:prstGeom prst="rect"/>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sp>
        <p:nvSpPr>
          <p:cNvPr id="2" name="文本框 1"/>
          <p:cNvSpPr txBox="1"/>
          <p:nvPr/>
        </p:nvSpPr>
        <p:spPr>
          <a:xfrm>
            <a:off x="1174750" y="1419225"/>
            <a:ext cx="6096000" cy="1938020"/>
          </a:xfrm>
          <a:prstGeom prst="rect">
            <a:avLst/>
          </a:prstGeom>
          <a:noFill/>
        </p:spPr>
        <p:txBody>
          <a:bodyPr wrap="square" rtlCol="0" anchor="t">
            <a:spAutoFit/>
          </a:bodyPr>
          <a:p>
            <a:pPr lvl="0" eaLnBrk="1" hangingPunct="1"/>
            <a:r>
              <a:rPr lang="zh-CN" altLang="en-US" sz="4000">
                <a:solidFill>
                  <a:srgbClr val="FF0000"/>
                </a:solidFill>
                <a:ea typeface="仿宋_GB2312" pitchFamily="49" charset="-122"/>
                <a:sym typeface="+mn-ea"/>
              </a:rPr>
              <a:t>第三章作业：</a:t>
            </a:r>
            <a:endParaRPr lang="zh-CN" altLang="en-US" sz="4000">
              <a:solidFill>
                <a:srgbClr val="FF0000"/>
              </a:solidFill>
              <a:ea typeface="仿宋_GB2312" pitchFamily="49" charset="-122"/>
            </a:endParaRPr>
          </a:p>
          <a:p>
            <a:pPr lvl="0" eaLnBrk="1" hangingPunct="1"/>
            <a:endParaRPr lang="en-US" altLang="zh-CN" sz="4000">
              <a:solidFill>
                <a:srgbClr val="FF0000"/>
              </a:solidFill>
              <a:ea typeface="仿宋_GB2312" pitchFamily="49" charset="-122"/>
              <a:sym typeface="+mn-ea"/>
            </a:endParaRPr>
          </a:p>
          <a:p>
            <a:pPr lvl="0" eaLnBrk="1" hangingPunct="1"/>
            <a:r>
              <a:rPr lang="zh-CN" altLang="en-US" sz="4000">
                <a:solidFill>
                  <a:srgbClr val="FF0000"/>
                </a:solidFill>
                <a:ea typeface="仿宋_GB2312" pitchFamily="49" charset="-122"/>
                <a:sym typeface="+mn-ea"/>
              </a:rPr>
              <a:t>习题</a:t>
            </a:r>
            <a:r>
              <a:rPr lang="en-US" altLang="zh-CN" sz="4000">
                <a:solidFill>
                  <a:srgbClr val="FF0000"/>
                </a:solidFill>
                <a:ea typeface="仿宋_GB2312" pitchFamily="49" charset="-122"/>
                <a:sym typeface="+mn-ea"/>
              </a:rPr>
              <a:t>3-6</a:t>
            </a:r>
            <a:endParaRPr lang="en-US" altLang="zh-CN" sz="4000">
              <a:solidFill>
                <a:srgbClr val="FF0000"/>
              </a:solidFill>
              <a:ea typeface="仿宋_GB2312" pitchFamily="49"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74" name=""/>
        <p:cNvGrpSpPr/>
        <p:nvPr/>
      </p:nvGrpSpPr>
      <p:grpSpPr>
        <a:xfrm>
          <a:off x="0" y="0"/>
          <a:ext cx="0" cy="0"/>
          <a:chOff x="0" y="0"/>
          <a:chExt cx="0" cy="0"/>
        </a:xfrm>
      </p:grpSpPr>
      <p:sp>
        <p:nvSpPr>
          <p:cNvPr id="1049380" name="Text Box 2"/>
          <p:cNvSpPr txBox="1">
            <a:spLocks noChangeArrowheads="1"/>
          </p:cNvSpPr>
          <p:nvPr/>
        </p:nvSpPr>
        <p:spPr bwMode="auto">
          <a:xfrm>
            <a:off x="1654299" y="1739248"/>
            <a:ext cx="8172450" cy="298704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3200" b="1" dirty="0" smtClean="0">
                <a:latin typeface="楷体_GB2312" pitchFamily="49" charset="-122"/>
                <a:ea typeface="楷体_GB2312" pitchFamily="49" charset="-122"/>
              </a:rPr>
              <a:t>3.2 </a:t>
            </a:r>
            <a:endParaRPr kumimoji="1" lang="en-US" altLang="zh-CN" sz="3200" b="1" dirty="0" smtClean="0">
              <a:latin typeface="楷体_GB2312" pitchFamily="49" charset="-122"/>
              <a:ea typeface="楷体_GB2312" pitchFamily="49" charset="-122"/>
            </a:endParaRPr>
          </a:p>
          <a:p>
            <a:pPr algn="ctr" eaLnBrk="1" hangingPunct="1"/>
            <a:r>
              <a:rPr kumimoji="1" lang="zh-CN" altLang="en-US" sz="3200" b="1" dirty="0">
                <a:latin typeface="楷体_GB2312" pitchFamily="49" charset="-122"/>
                <a:ea typeface="楷体_GB2312" pitchFamily="49" charset="-122"/>
              </a:rPr>
              <a:t>支路电流法 </a:t>
            </a:r>
            <a:endParaRPr kumimoji="1" lang="zh-CN" altLang="en-US" sz="3200" b="1" dirty="0">
              <a:latin typeface="楷体_GB2312" pitchFamily="49" charset="-122"/>
              <a:ea typeface="楷体_GB2312" pitchFamily="49" charset="-122"/>
            </a:endParaRPr>
          </a:p>
          <a:p>
            <a:pPr algn="ctr" eaLnBrk="1" hangingPunct="1"/>
            <a:r>
              <a:rPr kumimoji="1" lang="en-US" altLang="zh-CN" sz="3200" b="1" dirty="0" smtClean="0">
                <a:latin typeface="楷体_GB2312" pitchFamily="49" charset="-122"/>
                <a:ea typeface="楷体_GB2312" pitchFamily="49" charset="-122"/>
              </a:rPr>
              <a:t>(</a:t>
            </a:r>
            <a:r>
              <a:rPr kumimoji="1" lang="en-US" altLang="zh-CN" sz="3200" b="1" dirty="0">
                <a:latin typeface="楷体_GB2312" pitchFamily="49" charset="-122"/>
                <a:ea typeface="楷体_GB2312" pitchFamily="49" charset="-122"/>
              </a:rPr>
              <a:t>branch current method )</a:t>
            </a:r>
            <a:endParaRPr kumimoji="1" lang="en-US" altLang="zh-CN" sz="3200" b="1" dirty="0">
              <a:latin typeface="楷体_GB2312" pitchFamily="49" charset="-122"/>
              <a:ea typeface="楷体_GB2312" pitchFamily="49" charset="-122"/>
            </a:endParaRPr>
          </a:p>
          <a:p>
            <a:pPr algn="ctr" eaLnBrk="1" hangingPunct="1"/>
            <a:r>
              <a:rPr kumimoji="1" lang="en-US" altLang="zh-CN" sz="3200" b="1" dirty="0">
                <a:latin typeface="楷体_GB2312" pitchFamily="49" charset="-122"/>
                <a:ea typeface="楷体_GB2312" pitchFamily="49" charset="-122"/>
              </a:rPr>
              <a:t>p58</a:t>
            </a:r>
            <a:endParaRPr kumimoji="1" lang="en-US" altLang="zh-CN" sz="3200" b="1" dirty="0">
              <a:latin typeface="楷体_GB2312" pitchFamily="49" charset="-122"/>
              <a:ea typeface="楷体_GB2312" pitchFamily="49" charset="-122"/>
            </a:endParaRPr>
          </a:p>
          <a:p>
            <a:pPr algn="ctr" eaLnBrk="1" hangingPunct="1"/>
            <a:endParaRPr kumimoji="1" lang="en-US" altLang="zh-CN" sz="3200" b="1" dirty="0">
              <a:latin typeface="楷体_GB2312" pitchFamily="49" charset="-122"/>
              <a:ea typeface="楷体_GB2312" pitchFamily="49" charset="-122"/>
            </a:endParaRPr>
          </a:p>
          <a:p>
            <a:pPr algn="ctr" eaLnBrk="1" hangingPunct="1"/>
            <a:r>
              <a:rPr kumimoji="1" lang="zh-CN" altLang="en-US" sz="3200" b="1" dirty="0">
                <a:solidFill>
                  <a:srgbClr val="FF0000"/>
                </a:solidFill>
                <a:latin typeface="楷体_GB2312" pitchFamily="49" charset="-122"/>
                <a:ea typeface="楷体_GB2312" pitchFamily="49" charset="-122"/>
              </a:rPr>
              <a:t>支路</a:t>
            </a:r>
            <a:r>
              <a:rPr kumimoji="1" lang="en-US" altLang="zh-CN" sz="3200" b="1" dirty="0">
                <a:solidFill>
                  <a:srgbClr val="FF0000"/>
                </a:solidFill>
                <a:latin typeface="楷体_GB2312" pitchFamily="49" charset="-122"/>
                <a:ea typeface="楷体_GB2312" pitchFamily="49" charset="-122"/>
              </a:rPr>
              <a:t>-</a:t>
            </a:r>
            <a:r>
              <a:rPr kumimoji="1" lang="zh-CN" altLang="en-US" sz="3200" b="1" dirty="0">
                <a:solidFill>
                  <a:srgbClr val="FF0000"/>
                </a:solidFill>
                <a:latin typeface="楷体_GB2312" pitchFamily="49" charset="-122"/>
                <a:ea typeface="楷体_GB2312" pitchFamily="49" charset="-122"/>
              </a:rPr>
              <a:t>网孔</a:t>
            </a:r>
            <a:r>
              <a:rPr kumimoji="1" lang="en-US" altLang="zh-CN" sz="3200" b="1" dirty="0">
                <a:solidFill>
                  <a:srgbClr val="FF0000"/>
                </a:solidFill>
                <a:latin typeface="楷体_GB2312" pitchFamily="49" charset="-122"/>
                <a:ea typeface="楷体_GB2312" pitchFamily="49" charset="-122"/>
              </a:rPr>
              <a:t>-</a:t>
            </a:r>
            <a:r>
              <a:rPr kumimoji="1" lang="zh-CN" altLang="en-US" sz="3200" b="1" dirty="0">
                <a:solidFill>
                  <a:srgbClr val="FF0000"/>
                </a:solidFill>
                <a:latin typeface="楷体_GB2312" pitchFamily="49" charset="-122"/>
                <a:ea typeface="楷体_GB2312" pitchFamily="49" charset="-122"/>
              </a:rPr>
              <a:t>回路</a:t>
            </a:r>
            <a:endParaRPr kumimoji="1" lang="zh-CN" altLang="en-US" sz="3200" b="1" dirty="0">
              <a:solidFill>
                <a:srgbClr val="FF0000"/>
              </a:solidFill>
              <a:latin typeface="楷体_GB2312" pitchFamily="49" charset="-122"/>
              <a:ea typeface="楷体_GB2312"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75" name=""/>
        <p:cNvGrpSpPr/>
        <p:nvPr/>
      </p:nvGrpSpPr>
      <p:grpSpPr>
        <a:xfrm>
          <a:off x="0" y="0"/>
          <a:ext cx="0" cy="0"/>
          <a:chOff x="0" y="0"/>
          <a:chExt cx="0" cy="0"/>
        </a:xfrm>
      </p:grpSpPr>
      <p:sp>
        <p:nvSpPr>
          <p:cNvPr id="1049381" name="Text Box 3"/>
          <p:cNvSpPr txBox="1">
            <a:spLocks noChangeArrowheads="1"/>
          </p:cNvSpPr>
          <p:nvPr/>
        </p:nvSpPr>
        <p:spPr bwMode="auto">
          <a:xfrm>
            <a:off x="1919605" y="3130550"/>
            <a:ext cx="9431020" cy="1127760"/>
          </a:xfrm>
          <a:prstGeom prst="rect">
            <a:avLst/>
          </a:prstGeom>
          <a:noFill/>
          <a:ln>
            <a:noFill/>
          </a:ln>
          <a:effectLst/>
        </p:spPr>
        <p:txBody>
          <a:bodyPr wrap="square">
            <a:spAutoFit/>
          </a:bodyPr>
          <a:lstStyle>
            <a:lvl1pPr indent="666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lnSpc>
                <a:spcPct val="120000"/>
              </a:lnSpc>
              <a:spcBef>
                <a:spcPct val="50000"/>
              </a:spcBef>
              <a:buFont typeface="Arial" panose="020B0604020202020204" pitchFamily="34" charset="0"/>
              <a:buChar char="•"/>
            </a:pPr>
            <a:r>
              <a:rPr kumimoji="1" lang="zh-CN" altLang="en-US" sz="2400" b="1">
                <a:latin typeface="楷体_GB2312" pitchFamily="49" charset="-122"/>
                <a:ea typeface="楷体_GB2312" pitchFamily="49" charset="-122"/>
              </a:rPr>
              <a:t>对于</a:t>
            </a:r>
            <a:r>
              <a:rPr kumimoji="1" lang="zh-CN" altLang="en-US" sz="2400" b="1">
                <a:solidFill>
                  <a:srgbClr val="FF0000"/>
                </a:solidFill>
                <a:latin typeface="楷体_GB2312" pitchFamily="49" charset="-122"/>
                <a:ea typeface="楷体_GB2312" pitchFamily="49" charset="-122"/>
              </a:rPr>
              <a:t>有</a:t>
            </a:r>
            <a:r>
              <a:rPr kumimoji="1" lang="en-US" altLang="zh-CN" sz="2400" b="1" i="1">
                <a:solidFill>
                  <a:srgbClr val="FF0000"/>
                </a:solidFill>
                <a:latin typeface="楷体_GB2312" pitchFamily="49" charset="-122"/>
                <a:ea typeface="楷体_GB2312" pitchFamily="49" charset="-122"/>
              </a:rPr>
              <a:t>n</a:t>
            </a:r>
            <a:r>
              <a:rPr kumimoji="1" lang="zh-CN" altLang="en-US" sz="2400" b="1">
                <a:solidFill>
                  <a:srgbClr val="FF0000"/>
                </a:solidFill>
                <a:latin typeface="楷体_GB2312" pitchFamily="49" charset="-122"/>
                <a:ea typeface="楷体_GB2312" pitchFamily="49" charset="-122"/>
              </a:rPr>
              <a:t>个节点、</a:t>
            </a:r>
            <a:r>
              <a:rPr kumimoji="1" lang="en-US" altLang="zh-CN" sz="2400" b="1" i="1">
                <a:solidFill>
                  <a:srgbClr val="FF0000"/>
                </a:solidFill>
                <a:latin typeface="楷体_GB2312" pitchFamily="49" charset="-122"/>
                <a:ea typeface="楷体_GB2312" pitchFamily="49" charset="-122"/>
              </a:rPr>
              <a:t>b</a:t>
            </a:r>
            <a:r>
              <a:rPr kumimoji="1" lang="zh-CN" altLang="en-US" sz="2400" b="1">
                <a:solidFill>
                  <a:srgbClr val="FF0000"/>
                </a:solidFill>
                <a:latin typeface="楷体_GB2312" pitchFamily="49" charset="-122"/>
                <a:ea typeface="楷体_GB2312" pitchFamily="49" charset="-122"/>
              </a:rPr>
              <a:t>条支路的电路</a:t>
            </a:r>
            <a:r>
              <a:rPr kumimoji="1" lang="zh-CN" altLang="en-US" sz="2400" b="1">
                <a:latin typeface="楷体_GB2312" pitchFamily="49" charset="-122"/>
                <a:ea typeface="楷体_GB2312" pitchFamily="49" charset="-122"/>
              </a:rPr>
              <a:t>，要求解支路电流</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未知量共有</a:t>
            </a:r>
            <a:r>
              <a:rPr kumimoji="1" lang="en-US" altLang="zh-CN" sz="2400" b="1" i="1">
                <a:latin typeface="楷体_GB2312" pitchFamily="49" charset="-122"/>
                <a:ea typeface="楷体_GB2312" pitchFamily="49" charset="-122"/>
              </a:rPr>
              <a:t>b</a:t>
            </a:r>
            <a:r>
              <a:rPr kumimoji="1" lang="zh-CN" altLang="zh-CN" sz="2400" b="1">
                <a:latin typeface="楷体_GB2312" pitchFamily="49" charset="-122"/>
                <a:ea typeface="楷体_GB2312" pitchFamily="49" charset="-122"/>
              </a:rPr>
              <a:t>个。</a:t>
            </a:r>
            <a:endParaRPr kumimoji="1" lang="zh-CN" altLang="zh-CN" sz="2400" b="1">
              <a:latin typeface="楷体_GB2312" pitchFamily="49" charset="-122"/>
              <a:ea typeface="楷体_GB2312" pitchFamily="49" charset="-122"/>
            </a:endParaRPr>
          </a:p>
          <a:p>
            <a:pPr marL="342900" indent="-342900" eaLnBrk="1" hangingPunct="1">
              <a:lnSpc>
                <a:spcPct val="120000"/>
              </a:lnSpc>
              <a:spcBef>
                <a:spcPct val="50000"/>
              </a:spcBef>
              <a:buFont typeface="Arial" panose="020B0604020202020204" pitchFamily="34" charset="0"/>
              <a:buChar char="•"/>
            </a:pPr>
            <a:r>
              <a:rPr kumimoji="1" lang="zh-CN" altLang="zh-CN" sz="2400" b="1">
                <a:latin typeface="楷体_GB2312" pitchFamily="49" charset="-122"/>
                <a:ea typeface="楷体_GB2312" pitchFamily="49" charset="-122"/>
              </a:rPr>
              <a:t>只要列出</a:t>
            </a:r>
            <a:r>
              <a:rPr kumimoji="1" lang="en-US" altLang="zh-CN" sz="2400" b="1" i="1">
                <a:latin typeface="楷体_GB2312" pitchFamily="49" charset="-122"/>
                <a:ea typeface="楷体_GB2312" pitchFamily="49" charset="-122"/>
              </a:rPr>
              <a:t>b</a:t>
            </a:r>
            <a:r>
              <a:rPr kumimoji="1" lang="zh-CN" altLang="zh-CN" sz="2400" b="1">
                <a:latin typeface="楷体_GB2312" pitchFamily="49" charset="-122"/>
                <a:ea typeface="楷体_GB2312" pitchFamily="49" charset="-122"/>
              </a:rPr>
              <a:t>个独立的电路方程，便可以求解这</a:t>
            </a:r>
            <a:r>
              <a:rPr kumimoji="1" lang="en-US" altLang="zh-CN" sz="2400" b="1" i="1">
                <a:latin typeface="楷体_GB2312" pitchFamily="49" charset="-122"/>
                <a:ea typeface="楷体_GB2312" pitchFamily="49" charset="-122"/>
              </a:rPr>
              <a:t>b</a:t>
            </a:r>
            <a:r>
              <a:rPr kumimoji="1" lang="zh-CN" altLang="zh-CN" sz="2400" b="1">
                <a:latin typeface="楷体_GB2312" pitchFamily="49" charset="-122"/>
                <a:ea typeface="楷体_GB2312" pitchFamily="49" charset="-122"/>
              </a:rPr>
              <a:t>个变量。</a:t>
            </a:r>
            <a:endParaRPr kumimoji="1" lang="zh-CN" altLang="en-US" sz="2400" b="1">
              <a:latin typeface="楷体_GB2312" pitchFamily="49" charset="-122"/>
              <a:ea typeface="楷体_GB2312" pitchFamily="49" charset="-122"/>
            </a:endParaRPr>
          </a:p>
        </p:txBody>
      </p:sp>
      <p:sp>
        <p:nvSpPr>
          <p:cNvPr id="1049382" name="Text Box 4"/>
          <p:cNvSpPr txBox="1">
            <a:spLocks noChangeArrowheads="1"/>
          </p:cNvSpPr>
          <p:nvPr/>
        </p:nvSpPr>
        <p:spPr bwMode="auto">
          <a:xfrm>
            <a:off x="5232401" y="1557339"/>
            <a:ext cx="4824413" cy="802640"/>
          </a:xfrm>
          <a:prstGeom prst="rect">
            <a:avLst/>
          </a:prstGeom>
          <a:noFill/>
          <a:ln>
            <a:noFill/>
          </a:ln>
          <a:effectLst/>
        </p:spPr>
        <p:txBody>
          <a:bodyPr>
            <a:spAutoFit/>
          </a:bodyPr>
          <a:lstStyle>
            <a:lvl1pPr marL="1809750" indent="-1809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a:latin typeface="Times New Roman" panose="02020603050405020304" pitchFamily="18" charset="0"/>
                <a:ea typeface="楷体_GB2312" pitchFamily="49" charset="-122"/>
              </a:rPr>
              <a:t>以各支路电流为未知量列写电路方</a:t>
            </a:r>
            <a:endParaRPr kumimoji="1" lang="zh-CN" altLang="en-US" sz="2400" b="1">
              <a:latin typeface="Times New Roman" panose="02020603050405020304" pitchFamily="18" charset="0"/>
              <a:ea typeface="楷体_GB2312" pitchFamily="49" charset="-122"/>
            </a:endParaRPr>
          </a:p>
          <a:p>
            <a:pPr eaLnBrk="1" hangingPunct="1"/>
            <a:r>
              <a:rPr kumimoji="1" lang="zh-CN" altLang="en-US" sz="2400" b="1">
                <a:latin typeface="Times New Roman" panose="02020603050405020304" pitchFamily="18" charset="0"/>
                <a:ea typeface="楷体_GB2312" pitchFamily="49" charset="-122"/>
              </a:rPr>
              <a:t>程分析电路的方法。</a:t>
            </a:r>
            <a:endParaRPr kumimoji="1" lang="zh-CN" altLang="en-US" sz="2400" b="1">
              <a:latin typeface="Times New Roman" panose="02020603050405020304" pitchFamily="18" charset="0"/>
              <a:ea typeface="楷体_GB2312" pitchFamily="49" charset="-122"/>
            </a:endParaRPr>
          </a:p>
        </p:txBody>
      </p:sp>
      <p:sp>
        <p:nvSpPr>
          <p:cNvPr id="1049383" name="Text Box 5"/>
          <p:cNvSpPr txBox="1">
            <a:spLocks noChangeArrowheads="1"/>
          </p:cNvSpPr>
          <p:nvPr/>
        </p:nvSpPr>
        <p:spPr bwMode="auto">
          <a:xfrm>
            <a:off x="1919288" y="1557338"/>
            <a:ext cx="2449512"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dirty="0">
                <a:latin typeface="楷体_GB2312" pitchFamily="49" charset="-122"/>
                <a:ea typeface="楷体_GB2312" pitchFamily="49" charset="-122"/>
              </a:rPr>
              <a:t>1</a:t>
            </a:r>
            <a:r>
              <a:rPr kumimoji="1" lang="en-US" altLang="zh-CN" sz="2800" b="1" dirty="0">
                <a:ea typeface="楷体_GB2312" pitchFamily="49" charset="-122"/>
              </a:rPr>
              <a:t>. </a:t>
            </a:r>
            <a:r>
              <a:rPr kumimoji="1" lang="zh-CN" altLang="en-US" sz="2800" b="1" dirty="0">
                <a:ea typeface="楷体_GB2312" pitchFamily="49" charset="-122"/>
              </a:rPr>
              <a:t>支路电流法</a:t>
            </a:r>
            <a:endParaRPr kumimoji="1" lang="zh-CN" altLang="en-US" sz="2800" b="1" dirty="0">
              <a:ea typeface="楷体_GB2312" pitchFamily="49" charset="-122"/>
            </a:endParaRPr>
          </a:p>
        </p:txBody>
      </p:sp>
      <p:sp>
        <p:nvSpPr>
          <p:cNvPr id="1049384" name="AutoShape 6"/>
          <p:cNvSpPr>
            <a:spLocks noChangeArrowheads="1"/>
          </p:cNvSpPr>
          <p:nvPr/>
        </p:nvSpPr>
        <p:spPr bwMode="auto">
          <a:xfrm>
            <a:off x="4583113" y="1700213"/>
            <a:ext cx="576262" cy="215900"/>
          </a:xfrm>
          <a:prstGeom prst="rightArrow">
            <a:avLst>
              <a:gd name="adj1" fmla="val 50000"/>
              <a:gd name="adj2" fmla="val 66728"/>
            </a:avLst>
          </a:prstGeom>
          <a:solidFill>
            <a:schemeClr val="accent1"/>
          </a:solidFill>
          <a:ln w="9525">
            <a:solidFill>
              <a:schemeClr val="accent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1049385" name="墨迹 1049384"/>
              <p14:cNvContentPartPr/>
              <p14:nvPr/>
            </p14:nvContentPartPr>
            <p14:xfrm>
              <a:off x="9240304" y="3258050"/>
              <a:ext cx="829484" cy="366238"/>
            </p14:xfrm>
          </p:contentPart>
        </mc:Choice>
        <mc:Fallback xmlns="">
          <p:pic>
            <p:nvPicPr>
              <p:cNvPr id="1049385" name="墨迹 1049384"/>
            </p:nvPicPr>
            <p:blipFill>
              <a:blip r:embed="rId2"/>
            </p:blipFill>
            <p:spPr>
              <a:xfrm>
                <a:off x="9240304" y="3258050"/>
                <a:ext cx="829484" cy="36623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049386" name="墨迹 1049385"/>
              <p14:cNvContentPartPr/>
              <p14:nvPr/>
            </p14:nvContentPartPr>
            <p14:xfrm>
              <a:off x="10758681" y="3267189"/>
              <a:ext cx="437236" cy="309298"/>
            </p14:xfrm>
          </p:contentPart>
        </mc:Choice>
        <mc:Fallback xmlns="">
          <p:pic>
            <p:nvPicPr>
              <p:cNvPr id="1049386" name="墨迹 1049385"/>
            </p:nvPicPr>
            <p:blipFill>
              <a:blip r:embed="rId4"/>
            </p:blipFill>
            <p:spPr>
              <a:xfrm>
                <a:off x="10758681" y="3267189"/>
                <a:ext cx="437236" cy="309298"/>
              </a:xfrm>
              <a:prstGeom prst="rect"/>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95" name=""/>
        <p:cNvGrpSpPr/>
        <p:nvPr/>
      </p:nvGrpSpPr>
      <p:grpSpPr>
        <a:xfrm>
          <a:off x="0" y="0"/>
          <a:ext cx="0" cy="0"/>
          <a:chOff x="0" y="0"/>
          <a:chExt cx="0" cy="0"/>
        </a:xfrm>
      </p:grpSpPr>
      <p:sp>
        <p:nvSpPr>
          <p:cNvPr id="1049399" name="Text Box 7"/>
          <p:cNvSpPr txBox="1">
            <a:spLocks noChangeArrowheads="1"/>
          </p:cNvSpPr>
          <p:nvPr/>
        </p:nvSpPr>
        <p:spPr bwMode="auto">
          <a:xfrm>
            <a:off x="1316039" y="1349376"/>
            <a:ext cx="3240087"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latin typeface="楷体_GB2312" pitchFamily="49" charset="-122"/>
                <a:ea typeface="楷体_GB2312" pitchFamily="49" charset="-122"/>
              </a:rPr>
              <a:t>2</a:t>
            </a:r>
            <a:r>
              <a:rPr kumimoji="1" lang="en-US" altLang="zh-CN" sz="2800" b="1">
                <a:ea typeface="楷体_GB2312" pitchFamily="49" charset="-122"/>
              </a:rPr>
              <a:t>. </a:t>
            </a:r>
            <a:r>
              <a:rPr kumimoji="1" lang="zh-CN" altLang="en-US" sz="2800" b="1">
                <a:ea typeface="楷体_GB2312" pitchFamily="49" charset="-122"/>
              </a:rPr>
              <a:t>独立方程的列写</a:t>
            </a:r>
            <a:endParaRPr kumimoji="1" lang="zh-CN" altLang="en-US" sz="2800" b="1">
              <a:ea typeface="楷体_GB2312" pitchFamily="49" charset="-122"/>
            </a:endParaRPr>
          </a:p>
        </p:txBody>
      </p:sp>
      <p:sp>
        <p:nvSpPr>
          <p:cNvPr id="1049400" name="Text Box 8"/>
          <p:cNvSpPr txBox="1">
            <a:spLocks noChangeArrowheads="1"/>
          </p:cNvSpPr>
          <p:nvPr/>
        </p:nvSpPr>
        <p:spPr bwMode="auto">
          <a:xfrm>
            <a:off x="1730376" y="2230438"/>
            <a:ext cx="8101013" cy="953135"/>
          </a:xfrm>
          <a:prstGeom prst="rect">
            <a:avLst/>
          </a:prstGeom>
          <a:noFill/>
          <a:ln>
            <a:noFill/>
          </a:ln>
          <a:effectLst/>
        </p:spPr>
        <p:txBody>
          <a:bodyPr>
            <a:spAutoFit/>
          </a:bodyPr>
          <a:lstStyle>
            <a:lvl1pPr marL="1809750" indent="-1809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1</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）从电路的</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n</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个结点中</a:t>
            </a:r>
            <a:r>
              <a:rPr kumimoji="1" lang="zh-CN" altLang="en-US" sz="2800" b="1">
                <a:solidFill>
                  <a:srgbClr val="FF0000"/>
                </a:solidFill>
                <a:latin typeface="黑体" panose="02010609060101010101" pitchFamily="49" charset="-122"/>
                <a:ea typeface="黑体" panose="02010609060101010101" pitchFamily="49" charset="-122"/>
                <a:cs typeface="黑体" panose="02010609060101010101" pitchFamily="49" charset="-122"/>
              </a:rPr>
              <a:t>任意选择</a:t>
            </a:r>
            <a:r>
              <a:rPr kumimoji="1" lang="en-US" altLang="zh-CN" sz="2800" b="1">
                <a:solidFill>
                  <a:srgbClr val="FF0000"/>
                </a:solidFill>
                <a:latin typeface="黑体" panose="02010609060101010101" pitchFamily="49" charset="-122"/>
                <a:ea typeface="黑体" panose="02010609060101010101" pitchFamily="49" charset="-122"/>
                <a:cs typeface="黑体" panose="02010609060101010101" pitchFamily="49" charset="-122"/>
              </a:rPr>
              <a:t>n-1</a:t>
            </a:r>
            <a:r>
              <a:rPr kumimoji="1" lang="zh-CN" altLang="en-US" sz="2800" b="1">
                <a:solidFill>
                  <a:srgbClr val="FF0000"/>
                </a:solidFill>
                <a:latin typeface="黑体" panose="02010609060101010101" pitchFamily="49" charset="-122"/>
                <a:ea typeface="黑体" panose="02010609060101010101" pitchFamily="49" charset="-122"/>
                <a:cs typeface="黑体" panose="02010609060101010101" pitchFamily="49" charset="-122"/>
              </a:rPr>
              <a:t>个</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结点列写</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KCL</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方程</a:t>
            </a:r>
            <a:endPar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sp>
        <p:nvSpPr>
          <p:cNvPr id="1049401" name="Text Box 9"/>
          <p:cNvSpPr txBox="1">
            <a:spLocks noChangeArrowheads="1"/>
          </p:cNvSpPr>
          <p:nvPr/>
        </p:nvSpPr>
        <p:spPr bwMode="auto">
          <a:xfrm>
            <a:off x="1730375" y="3695700"/>
            <a:ext cx="8413750" cy="953135"/>
          </a:xfrm>
          <a:prstGeom prst="rect">
            <a:avLst/>
          </a:prstGeom>
          <a:noFill/>
          <a:ln>
            <a:noFill/>
          </a:ln>
          <a:effectLst/>
        </p:spPr>
        <p:txBody>
          <a:bodyPr wrap="square">
            <a:spAutoFit/>
          </a:bodyPr>
          <a:lstStyle>
            <a:lvl1pPr marL="1809750" indent="-1809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2</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）选择</a:t>
            </a:r>
            <a:r>
              <a:rPr kumimoji="1" lang="zh-CN" altLang="en-US" sz="2800" b="1">
                <a:solidFill>
                  <a:srgbClr val="FF0000"/>
                </a:solidFill>
                <a:latin typeface="黑体" panose="02010609060101010101" pitchFamily="49" charset="-122"/>
                <a:ea typeface="黑体" panose="02010609060101010101" pitchFamily="49" charset="-122"/>
                <a:cs typeface="黑体" panose="02010609060101010101" pitchFamily="49" charset="-122"/>
              </a:rPr>
              <a:t>基本回路</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列写</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b-(n-1)</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个</a:t>
            </a:r>
            <a:endPar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endParaRPr>
          </a:p>
          <a:p>
            <a:pPr eaLnBrk="1" hangingPunct="1"/>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 </a:t>
            </a:r>
            <a:r>
              <a:rPr kumimoji="1" lang="en-US" altLang="zh-CN" sz="2800" b="1">
                <a:solidFill>
                  <a:schemeClr val="tx1"/>
                </a:solidFill>
                <a:latin typeface="黑体" panose="02010609060101010101" pitchFamily="49" charset="-122"/>
                <a:ea typeface="黑体" panose="02010609060101010101" pitchFamily="49" charset="-122"/>
                <a:cs typeface="黑体" panose="02010609060101010101" pitchFamily="49" charset="-122"/>
              </a:rPr>
              <a:t>         KVL</a:t>
            </a:r>
            <a:r>
              <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rPr>
              <a:t>方程</a:t>
            </a:r>
            <a:endParaRPr kumimoji="1" lang="zh-CN" altLang="en-US" sz="2800" b="1">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96" name=""/>
        <p:cNvGrpSpPr/>
        <p:nvPr/>
      </p:nvGrpSpPr>
      <p:grpSpPr>
        <a:xfrm>
          <a:off x="0" y="0"/>
          <a:ext cx="0" cy="0"/>
          <a:chOff x="0" y="0"/>
          <a:chExt cx="0" cy="0"/>
        </a:xfrm>
      </p:grpSpPr>
      <p:sp>
        <p:nvSpPr>
          <p:cNvPr id="1049402" name="Text Box 2"/>
          <p:cNvSpPr txBox="1">
            <a:spLocks noChangeArrowheads="1"/>
          </p:cNvSpPr>
          <p:nvPr/>
        </p:nvSpPr>
        <p:spPr bwMode="auto">
          <a:xfrm>
            <a:off x="810969" y="1166021"/>
            <a:ext cx="5746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800" b="1">
                <a:ea typeface="宋体" panose="02010600030101010101" pitchFamily="2" charset="-122"/>
              </a:rPr>
              <a:t>例</a:t>
            </a:r>
            <a:endParaRPr lang="zh-CN" altLang="en-US" sz="2800" b="1">
              <a:ea typeface="宋体" panose="02010600030101010101" pitchFamily="2" charset="-122"/>
            </a:endParaRPr>
          </a:p>
        </p:txBody>
      </p:sp>
      <p:graphicFrame>
        <p:nvGraphicFramePr>
          <p:cNvPr id="4194324" name="Object 3"/>
          <p:cNvGraphicFramePr>
            <a:graphicFrameLocks noChangeAspect="1"/>
          </p:cNvGraphicFramePr>
          <p:nvPr/>
        </p:nvGraphicFramePr>
        <p:xfrm>
          <a:off x="6533833" y="2805430"/>
          <a:ext cx="2508250" cy="628650"/>
        </p:xfrm>
        <a:graphic>
          <a:graphicData uri="http://schemas.openxmlformats.org/presentationml/2006/ole">
            <mc:AlternateContent xmlns:mc="http://schemas.openxmlformats.org/markup-compatibility/2006">
              <mc:Choice xmlns:v="urn:schemas-microsoft-com:vml" Requires="v">
                <p:oleObj spid="_x0000_s17806" name="Equation" showAsIcon="1" r:id="rId1" imgW="19507200" imgH="5486400" progId="Equation.DSMT4">
                  <p:embed/>
                </p:oleObj>
              </mc:Choice>
              <mc:Fallback>
                <p:oleObj name="Equation" showAsIcon="1" r:id="rId1" imgW="19507200" imgH="5486400" progId="Equation.DSMT4">
                  <p:embed/>
                  <p:pic>
                    <p:nvPicPr>
                      <p:cNvPr id="0" name="图片 17805"/>
                      <p:cNvPicPr>
                        <a:picLocks noChangeAspect="1" noChangeArrowheads="1"/>
                      </p:cNvPicPr>
                      <p:nvPr/>
                    </p:nvPicPr>
                    <p:blipFill>
                      <a:blip r:embed="rId2"/>
                      <a:srcRect/>
                      <a:stretch>
                        <a:fillRect/>
                      </a:stretch>
                    </p:blipFill>
                    <p:spPr bwMode="auto">
                      <a:xfrm>
                        <a:off x="6533833" y="2805430"/>
                        <a:ext cx="2508250" cy="628650"/>
                      </a:xfrm>
                      <a:prstGeom prst="rect">
                        <a:avLst/>
                      </a:prstGeom>
                      <a:noFill/>
                      <a:ln>
                        <a:noFill/>
                      </a:ln>
                      <a:effectLst/>
                    </p:spPr>
                  </p:pic>
                </p:oleObj>
              </mc:Fallback>
            </mc:AlternateContent>
          </a:graphicData>
        </a:graphic>
      </p:graphicFrame>
      <p:sp>
        <p:nvSpPr>
          <p:cNvPr id="1049403" name="Oval 4"/>
          <p:cNvSpPr>
            <a:spLocks noChangeArrowheads="1"/>
          </p:cNvSpPr>
          <p:nvPr/>
        </p:nvSpPr>
        <p:spPr bwMode="auto">
          <a:xfrm>
            <a:off x="5917884" y="2975294"/>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1</a:t>
            </a:r>
            <a:endParaRPr lang="en-US" altLang="zh-CN" sz="2400" b="1">
              <a:solidFill>
                <a:schemeClr val="bg1"/>
              </a:solidFill>
              <a:ea typeface="楷体_GB2312" pitchFamily="49" charset="-122"/>
            </a:endParaRPr>
          </a:p>
        </p:txBody>
      </p:sp>
      <p:sp>
        <p:nvSpPr>
          <p:cNvPr id="1049404" name="Oval 5"/>
          <p:cNvSpPr>
            <a:spLocks noChangeArrowheads="1"/>
          </p:cNvSpPr>
          <p:nvPr/>
        </p:nvSpPr>
        <p:spPr bwMode="auto">
          <a:xfrm>
            <a:off x="5919471" y="4127819"/>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3</a:t>
            </a:r>
            <a:endParaRPr lang="en-US" altLang="zh-CN" sz="2400" b="1">
              <a:solidFill>
                <a:schemeClr val="bg1"/>
              </a:solidFill>
              <a:ea typeface="楷体_GB2312" pitchFamily="49" charset="-122"/>
            </a:endParaRPr>
          </a:p>
        </p:txBody>
      </p:sp>
      <p:sp>
        <p:nvSpPr>
          <p:cNvPr id="1049405" name="Oval 6"/>
          <p:cNvSpPr>
            <a:spLocks noChangeArrowheads="1"/>
          </p:cNvSpPr>
          <p:nvPr/>
        </p:nvSpPr>
        <p:spPr bwMode="auto">
          <a:xfrm>
            <a:off x="5917884" y="3551556"/>
            <a:ext cx="358775" cy="288925"/>
          </a:xfrm>
          <a:prstGeom prst="ellipse">
            <a:avLst/>
          </a:prstGeom>
          <a:solidFill>
            <a:schemeClr val="tx2"/>
          </a:solid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bg1"/>
                </a:solidFill>
                <a:ea typeface="楷体_GB2312" pitchFamily="49" charset="-122"/>
              </a:rPr>
              <a:t>2</a:t>
            </a:r>
            <a:endParaRPr lang="en-US" altLang="zh-CN" sz="2400" b="1">
              <a:solidFill>
                <a:schemeClr val="bg1"/>
              </a:solidFill>
              <a:ea typeface="楷体_GB2312" pitchFamily="49" charset="-122"/>
            </a:endParaRPr>
          </a:p>
        </p:txBody>
      </p:sp>
      <p:graphicFrame>
        <p:nvGraphicFramePr>
          <p:cNvPr id="4194325" name="Object 7"/>
          <p:cNvGraphicFramePr>
            <a:graphicFrameLocks noChangeAspect="1"/>
          </p:cNvGraphicFramePr>
          <p:nvPr/>
        </p:nvGraphicFramePr>
        <p:xfrm>
          <a:off x="6548120" y="3957955"/>
          <a:ext cx="2784475" cy="628650"/>
        </p:xfrm>
        <a:graphic>
          <a:graphicData uri="http://schemas.openxmlformats.org/presentationml/2006/ole">
            <mc:AlternateContent xmlns:mc="http://schemas.openxmlformats.org/markup-compatibility/2006">
              <mc:Choice xmlns:v="urn:schemas-microsoft-com:vml" Requires="v">
                <p:oleObj spid="_x0000_s17807" name="Equation" showAsIcon="1" r:id="rId3" imgW="21945600" imgH="5486400" progId="Equation.DSMT4">
                  <p:embed/>
                </p:oleObj>
              </mc:Choice>
              <mc:Fallback>
                <p:oleObj name="Equation" showAsIcon="1" r:id="rId3" imgW="21945600" imgH="5486400" progId="Equation.DSMT4">
                  <p:embed/>
                  <p:pic>
                    <p:nvPicPr>
                      <p:cNvPr id="0" name="图片 17806"/>
                      <p:cNvPicPr>
                        <a:picLocks noChangeAspect="1" noChangeArrowheads="1"/>
                      </p:cNvPicPr>
                      <p:nvPr/>
                    </p:nvPicPr>
                    <p:blipFill>
                      <a:blip r:embed="rId4"/>
                      <a:srcRect/>
                      <a:stretch>
                        <a:fillRect/>
                      </a:stretch>
                    </p:blipFill>
                    <p:spPr bwMode="auto">
                      <a:xfrm>
                        <a:off x="6548120" y="3957955"/>
                        <a:ext cx="2784475" cy="628650"/>
                      </a:xfrm>
                      <a:prstGeom prst="rect">
                        <a:avLst/>
                      </a:prstGeom>
                      <a:noFill/>
                      <a:ln>
                        <a:noFill/>
                      </a:ln>
                      <a:effectLst/>
                    </p:spPr>
                  </p:pic>
                </p:oleObj>
              </mc:Fallback>
            </mc:AlternateContent>
          </a:graphicData>
        </a:graphic>
      </p:graphicFrame>
      <p:graphicFrame>
        <p:nvGraphicFramePr>
          <p:cNvPr id="4194326" name="Object 8"/>
          <p:cNvGraphicFramePr>
            <a:graphicFrameLocks noChangeAspect="1"/>
          </p:cNvGraphicFramePr>
          <p:nvPr/>
        </p:nvGraphicFramePr>
        <p:xfrm>
          <a:off x="6538595" y="3380105"/>
          <a:ext cx="2714625" cy="646113"/>
        </p:xfrm>
        <a:graphic>
          <a:graphicData uri="http://schemas.openxmlformats.org/presentationml/2006/ole">
            <mc:AlternateContent xmlns:mc="http://schemas.openxmlformats.org/markup-compatibility/2006">
              <mc:Choice xmlns:v="urn:schemas-microsoft-com:vml" Requires="v">
                <p:oleObj spid="_x0000_s17808" name="Equation" showAsIcon="1" r:id="rId5" imgW="21945600" imgH="5486400" progId="Equation.DSMT4">
                  <p:embed/>
                </p:oleObj>
              </mc:Choice>
              <mc:Fallback>
                <p:oleObj name="Equation" showAsIcon="1" r:id="rId5" imgW="21945600" imgH="5486400" progId="Equation.DSMT4">
                  <p:embed/>
                  <p:pic>
                    <p:nvPicPr>
                      <p:cNvPr id="0" name="图片 17807"/>
                      <p:cNvPicPr>
                        <a:picLocks noChangeAspect="1" noChangeArrowheads="1"/>
                      </p:cNvPicPr>
                      <p:nvPr/>
                    </p:nvPicPr>
                    <p:blipFill>
                      <a:blip r:embed="rId6"/>
                      <a:srcRect/>
                      <a:stretch>
                        <a:fillRect/>
                      </a:stretch>
                    </p:blipFill>
                    <p:spPr bwMode="auto">
                      <a:xfrm>
                        <a:off x="6538595" y="3380105"/>
                        <a:ext cx="2714625" cy="646113"/>
                      </a:xfrm>
                      <a:prstGeom prst="rect">
                        <a:avLst/>
                      </a:prstGeom>
                      <a:noFill/>
                      <a:ln>
                        <a:noFill/>
                      </a:ln>
                      <a:effectLst/>
                    </p:spPr>
                  </p:pic>
                </p:oleObj>
              </mc:Fallback>
            </mc:AlternateContent>
          </a:graphicData>
        </a:graphic>
      </p:graphicFrame>
      <p:sp>
        <p:nvSpPr>
          <p:cNvPr id="1049406" name="Text Box 9"/>
          <p:cNvSpPr txBox="1">
            <a:spLocks noChangeArrowheads="1"/>
          </p:cNvSpPr>
          <p:nvPr/>
        </p:nvSpPr>
        <p:spPr bwMode="auto">
          <a:xfrm>
            <a:off x="5397183" y="1797051"/>
            <a:ext cx="4895850" cy="80264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latin typeface="Times New Roman" panose="02020603050405020304" pitchFamily="18" charset="0"/>
                <a:ea typeface="楷体_GB2312" pitchFamily="49" charset="-122"/>
              </a:rPr>
              <a:t>有</a:t>
            </a:r>
            <a:r>
              <a:rPr lang="en-US" altLang="zh-CN" sz="2400" b="1">
                <a:latin typeface="Times New Roman" panose="02020603050405020304" pitchFamily="18" charset="0"/>
                <a:ea typeface="楷体_GB2312" pitchFamily="49" charset="-122"/>
              </a:rPr>
              <a:t>6</a:t>
            </a:r>
            <a:r>
              <a:rPr lang="zh-CN" altLang="en-US" sz="2400" b="1">
                <a:latin typeface="Times New Roman" panose="02020603050405020304" pitchFamily="18" charset="0"/>
                <a:ea typeface="楷体_GB2312" pitchFamily="49" charset="-122"/>
              </a:rPr>
              <a:t>个支路电流，需列写</a:t>
            </a:r>
            <a:r>
              <a:rPr lang="en-US" altLang="zh-CN" sz="2400" b="1">
                <a:latin typeface="Times New Roman" panose="02020603050405020304" pitchFamily="18" charset="0"/>
                <a:ea typeface="楷体_GB2312" pitchFamily="49" charset="-122"/>
              </a:rPr>
              <a:t>6</a:t>
            </a:r>
            <a:r>
              <a:rPr lang="zh-CN" altLang="en-US" sz="2400" b="1">
                <a:latin typeface="Times New Roman" panose="02020603050405020304" pitchFamily="18" charset="0"/>
                <a:ea typeface="楷体_GB2312" pitchFamily="49" charset="-122"/>
              </a:rPr>
              <a:t>个方程。</a:t>
            </a:r>
            <a:r>
              <a:rPr lang="en-US" altLang="zh-CN" sz="2400" b="1">
                <a:solidFill>
                  <a:srgbClr val="FF0000"/>
                </a:solidFill>
                <a:latin typeface="Times New Roman" panose="02020603050405020304" pitchFamily="18" charset="0"/>
                <a:ea typeface="楷体_GB2312" pitchFamily="49" charset="-122"/>
              </a:rPr>
              <a:t>KCL</a:t>
            </a:r>
            <a:r>
              <a:rPr lang="zh-CN" altLang="en-US" sz="2400" b="1">
                <a:ea typeface="楷体_GB2312" pitchFamily="49" charset="-122"/>
              </a:rPr>
              <a:t>方程</a:t>
            </a:r>
            <a:r>
              <a:rPr lang="en-US" altLang="zh-CN" sz="2400" b="1">
                <a:ea typeface="楷体_GB2312" pitchFamily="49" charset="-122"/>
              </a:rPr>
              <a:t>:</a:t>
            </a:r>
            <a:endParaRPr lang="en-US" altLang="zh-CN" sz="2400" b="1">
              <a:ea typeface="楷体_GB2312" pitchFamily="49" charset="-122"/>
            </a:endParaRPr>
          </a:p>
        </p:txBody>
      </p:sp>
      <p:sp>
        <p:nvSpPr>
          <p:cNvPr id="1049407" name="Text Box 56"/>
          <p:cNvSpPr txBox="1">
            <a:spLocks noChangeArrowheads="1"/>
          </p:cNvSpPr>
          <p:nvPr/>
        </p:nvSpPr>
        <p:spPr bwMode="auto">
          <a:xfrm>
            <a:off x="4244975" y="4340225"/>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08" name="Oval 22"/>
          <p:cNvSpPr>
            <a:spLocks noChangeArrowheads="1"/>
          </p:cNvSpPr>
          <p:nvPr/>
        </p:nvSpPr>
        <p:spPr bwMode="auto">
          <a:xfrm>
            <a:off x="3030855" y="4615180"/>
            <a:ext cx="528955" cy="517525"/>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09" name="Line 23"/>
          <p:cNvSpPr>
            <a:spLocks noChangeShapeType="1"/>
          </p:cNvSpPr>
          <p:nvPr/>
        </p:nvSpPr>
        <p:spPr bwMode="auto">
          <a:xfrm>
            <a:off x="2700655" y="1852930"/>
            <a:ext cx="0" cy="2359025"/>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410" name="Line 24"/>
          <p:cNvSpPr>
            <a:spLocks noChangeShapeType="1"/>
          </p:cNvSpPr>
          <p:nvPr/>
        </p:nvSpPr>
        <p:spPr bwMode="auto">
          <a:xfrm>
            <a:off x="2700655" y="1852930"/>
            <a:ext cx="1454150" cy="1179830"/>
          </a:xfrm>
          <a:prstGeom prst="line">
            <a:avLst/>
          </a:prstGeom>
          <a:noFill/>
          <a:ln w="28575">
            <a:solidFill>
              <a:srgbClr val="FFCC00"/>
            </a:solidFill>
            <a:round/>
          </a:ln>
          <a:effectLst/>
        </p:spPr>
        <p:txBody>
          <a:bodyPr wrap="none" anchor="ctr"/>
          <a:p>
            <a:endParaRPr lang="zh-CN" altLang="en-US"/>
          </a:p>
        </p:txBody>
      </p:sp>
      <p:sp>
        <p:nvSpPr>
          <p:cNvPr id="1049411" name="Line 25"/>
          <p:cNvSpPr>
            <a:spLocks noChangeShapeType="1"/>
          </p:cNvSpPr>
          <p:nvPr/>
        </p:nvSpPr>
        <p:spPr bwMode="auto">
          <a:xfrm>
            <a:off x="1244600" y="3032125"/>
            <a:ext cx="1456055" cy="1179830"/>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412" name="Line 26"/>
          <p:cNvSpPr>
            <a:spLocks noChangeShapeType="1"/>
          </p:cNvSpPr>
          <p:nvPr/>
        </p:nvSpPr>
        <p:spPr bwMode="auto">
          <a:xfrm flipH="1">
            <a:off x="2700655" y="3032125"/>
            <a:ext cx="1454150" cy="1179830"/>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413" name="Line 27"/>
          <p:cNvSpPr>
            <a:spLocks noChangeShapeType="1"/>
          </p:cNvSpPr>
          <p:nvPr/>
        </p:nvSpPr>
        <p:spPr bwMode="auto">
          <a:xfrm flipH="1">
            <a:off x="1244600" y="1852930"/>
            <a:ext cx="1456055" cy="1179830"/>
          </a:xfrm>
          <a:prstGeom prst="line">
            <a:avLst/>
          </a:prstGeom>
          <a:noFill/>
          <a:ln w="28575">
            <a:solidFill>
              <a:srgbClr val="FFCC00"/>
            </a:solidFill>
            <a:round/>
          </a:ln>
          <a:effectLst/>
        </p:spPr>
        <p:txBody>
          <a:bodyPr wrap="none" anchor="ctr"/>
          <a:p>
            <a:endParaRPr lang="zh-CN" altLang="en-US"/>
          </a:p>
        </p:txBody>
      </p:sp>
      <p:sp>
        <p:nvSpPr>
          <p:cNvPr id="1049414" name="Freeform 28"/>
          <p:cNvSpPr/>
          <p:nvPr/>
        </p:nvSpPr>
        <p:spPr bwMode="auto">
          <a:xfrm>
            <a:off x="1244600" y="3032125"/>
            <a:ext cx="1905" cy="1846580"/>
          </a:xfrm>
          <a:custGeom>
            <a:avLst/>
            <a:gdLst>
              <a:gd name="T0" fmla="*/ 0 w 1"/>
              <a:gd name="T1" fmla="*/ 0 h 1135"/>
              <a:gd name="T2" fmla="*/ 0 w 1"/>
              <a:gd name="T3" fmla="*/ 1192 h 1135"/>
              <a:gd name="T4" fmla="*/ 0 60000 65536"/>
              <a:gd name="T5" fmla="*/ 0 60000 65536"/>
            </a:gdLst>
            <a:ahLst/>
            <a:cxnLst>
              <a:cxn ang="T4">
                <a:pos x="T0" y="T1"/>
              </a:cxn>
              <a:cxn ang="T5">
                <a:pos x="T2" y="T3"/>
              </a:cxn>
            </a:cxnLst>
            <a:rect l="0" t="0" r="r" b="b"/>
            <a:pathLst>
              <a:path w="1" h="1135">
                <a:moveTo>
                  <a:pt x="0" y="0"/>
                </a:moveTo>
                <a:lnTo>
                  <a:pt x="0" y="1135"/>
                </a:lnTo>
              </a:path>
            </a:pathLst>
          </a:custGeom>
          <a:noFill/>
          <a:ln w="28575" cmpd="sng">
            <a:solidFill>
              <a:srgbClr val="FFCC00"/>
            </a:solidFill>
            <a:round/>
          </a:ln>
          <a:effectLst/>
        </p:spPr>
        <p:txBody>
          <a:bodyPr wrap="none" anchor="ctr"/>
          <a:p>
            <a:endParaRPr lang="zh-CN" altLang="en-US"/>
          </a:p>
        </p:txBody>
      </p:sp>
      <p:sp>
        <p:nvSpPr>
          <p:cNvPr id="1049415" name="Freeform 29"/>
          <p:cNvSpPr/>
          <p:nvPr/>
        </p:nvSpPr>
        <p:spPr bwMode="auto">
          <a:xfrm>
            <a:off x="4154805" y="3032125"/>
            <a:ext cx="1905" cy="1856105"/>
          </a:xfrm>
          <a:custGeom>
            <a:avLst/>
            <a:gdLst>
              <a:gd name="T0" fmla="*/ 0 w 1"/>
              <a:gd name="T1" fmla="*/ 0 h 1141"/>
              <a:gd name="T2" fmla="*/ 0 w 1"/>
              <a:gd name="T3" fmla="*/ 1198 h 1141"/>
              <a:gd name="T4" fmla="*/ 0 60000 65536"/>
              <a:gd name="T5" fmla="*/ 0 60000 65536"/>
            </a:gdLst>
            <a:ahLst/>
            <a:cxnLst>
              <a:cxn ang="T4">
                <a:pos x="T0" y="T1"/>
              </a:cxn>
              <a:cxn ang="T5">
                <a:pos x="T2" y="T3"/>
              </a:cxn>
            </a:cxnLst>
            <a:rect l="0" t="0" r="r" b="b"/>
            <a:pathLst>
              <a:path w="1" h="1141">
                <a:moveTo>
                  <a:pt x="0" y="0"/>
                </a:moveTo>
                <a:lnTo>
                  <a:pt x="0" y="1141"/>
                </a:lnTo>
              </a:path>
            </a:pathLst>
          </a:custGeom>
          <a:noFill/>
          <a:ln w="28575" cmpd="sng">
            <a:solidFill>
              <a:srgbClr val="FFCC00"/>
            </a:solidFill>
            <a:round/>
          </a:ln>
          <a:effectLst/>
        </p:spPr>
        <p:txBody>
          <a:bodyPr wrap="none" anchor="ctr"/>
          <a:p>
            <a:endParaRPr lang="zh-CN" altLang="en-US"/>
          </a:p>
        </p:txBody>
      </p:sp>
      <p:sp>
        <p:nvSpPr>
          <p:cNvPr id="1049416" name="Line 30"/>
          <p:cNvSpPr>
            <a:spLocks noChangeShapeType="1"/>
          </p:cNvSpPr>
          <p:nvPr/>
        </p:nvSpPr>
        <p:spPr bwMode="auto">
          <a:xfrm flipV="1">
            <a:off x="1256030" y="4869180"/>
            <a:ext cx="2910205" cy="0"/>
          </a:xfrm>
          <a:prstGeom prst="line">
            <a:avLst/>
          </a:prstGeom>
          <a:noFill/>
          <a:ln w="28575">
            <a:solidFill>
              <a:srgbClr val="FFCC00"/>
            </a:solidFill>
            <a:round/>
          </a:ln>
          <a:effectLst/>
        </p:spPr>
        <p:txBody>
          <a:bodyPr wrap="none" anchor="ctr"/>
          <a:p>
            <a:endParaRPr lang="zh-CN" altLang="en-US"/>
          </a:p>
        </p:txBody>
      </p:sp>
      <p:sp>
        <p:nvSpPr>
          <p:cNvPr id="1049417" name="Rectangle 31"/>
          <p:cNvSpPr>
            <a:spLocks noChangeArrowheads="1"/>
          </p:cNvSpPr>
          <p:nvPr/>
        </p:nvSpPr>
        <p:spPr bwMode="auto">
          <a:xfrm>
            <a:off x="2584450" y="2911475"/>
            <a:ext cx="198755"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18" name="Rectangle 32"/>
          <p:cNvSpPr>
            <a:spLocks noChangeArrowheads="1"/>
          </p:cNvSpPr>
          <p:nvPr/>
        </p:nvSpPr>
        <p:spPr bwMode="auto">
          <a:xfrm rot="3007029">
            <a:off x="1857375" y="2286000"/>
            <a:ext cx="160655"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19" name="Rectangle 33"/>
          <p:cNvSpPr>
            <a:spLocks noChangeArrowheads="1"/>
          </p:cNvSpPr>
          <p:nvPr/>
        </p:nvSpPr>
        <p:spPr bwMode="auto">
          <a:xfrm rot="18649173">
            <a:off x="3332480" y="2251075"/>
            <a:ext cx="163830"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20" name="Rectangle 34"/>
          <p:cNvSpPr>
            <a:spLocks noChangeArrowheads="1"/>
          </p:cNvSpPr>
          <p:nvPr/>
        </p:nvSpPr>
        <p:spPr bwMode="auto">
          <a:xfrm rot="3007029">
            <a:off x="3348355" y="3454400"/>
            <a:ext cx="158750"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21" name="Rectangle 35"/>
          <p:cNvSpPr>
            <a:spLocks noChangeArrowheads="1"/>
          </p:cNvSpPr>
          <p:nvPr/>
        </p:nvSpPr>
        <p:spPr bwMode="auto">
          <a:xfrm rot="18649173">
            <a:off x="1878330" y="3441700"/>
            <a:ext cx="163830"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22" name="Rectangle 36"/>
          <p:cNvSpPr>
            <a:spLocks noChangeArrowheads="1"/>
          </p:cNvSpPr>
          <p:nvPr/>
        </p:nvSpPr>
        <p:spPr bwMode="auto">
          <a:xfrm rot="5400000">
            <a:off x="1911350" y="4676775"/>
            <a:ext cx="176530" cy="370205"/>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23" name="Text Box 37"/>
          <p:cNvSpPr txBox="1">
            <a:spLocks noChangeArrowheads="1"/>
          </p:cNvSpPr>
          <p:nvPr/>
        </p:nvSpPr>
        <p:spPr bwMode="auto">
          <a:xfrm>
            <a:off x="1387475" y="3580130"/>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4" name="Text Box 38"/>
          <p:cNvSpPr txBox="1">
            <a:spLocks noChangeArrowheads="1"/>
          </p:cNvSpPr>
          <p:nvPr/>
        </p:nvSpPr>
        <p:spPr bwMode="auto">
          <a:xfrm>
            <a:off x="1355725" y="2019300"/>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5" name="Text Box 39"/>
          <p:cNvSpPr txBox="1">
            <a:spLocks noChangeArrowheads="1"/>
          </p:cNvSpPr>
          <p:nvPr/>
        </p:nvSpPr>
        <p:spPr bwMode="auto">
          <a:xfrm>
            <a:off x="2805430" y="2868930"/>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6" name="Text Box 40"/>
          <p:cNvSpPr txBox="1">
            <a:spLocks noChangeArrowheads="1"/>
          </p:cNvSpPr>
          <p:nvPr/>
        </p:nvSpPr>
        <p:spPr bwMode="auto">
          <a:xfrm>
            <a:off x="3460750" y="2000250"/>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7" name="Text Box 41"/>
          <p:cNvSpPr txBox="1">
            <a:spLocks noChangeArrowheads="1"/>
          </p:cNvSpPr>
          <p:nvPr/>
        </p:nvSpPr>
        <p:spPr bwMode="auto">
          <a:xfrm>
            <a:off x="3008630" y="3794125"/>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8" name="Text Box 42"/>
          <p:cNvSpPr txBox="1">
            <a:spLocks noChangeArrowheads="1"/>
          </p:cNvSpPr>
          <p:nvPr/>
        </p:nvSpPr>
        <p:spPr bwMode="auto">
          <a:xfrm>
            <a:off x="1719580" y="4956175"/>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29" name="Line 43"/>
          <p:cNvSpPr>
            <a:spLocks noChangeShapeType="1"/>
          </p:cNvSpPr>
          <p:nvPr/>
        </p:nvSpPr>
        <p:spPr bwMode="auto">
          <a:xfrm flipV="1">
            <a:off x="1187450" y="2489200"/>
            <a:ext cx="417830" cy="370205"/>
          </a:xfrm>
          <a:prstGeom prst="line">
            <a:avLst/>
          </a:prstGeom>
          <a:noFill/>
          <a:ln w="38100">
            <a:solidFill>
              <a:srgbClr val="66FFFF"/>
            </a:solidFill>
            <a:round/>
            <a:tailEnd type="stealth" w="sm" len="med"/>
          </a:ln>
          <a:effectLst/>
        </p:spPr>
        <p:txBody>
          <a:bodyPr wrap="none" anchor="ctr"/>
          <a:p>
            <a:endParaRPr lang="zh-CN" altLang="en-US"/>
          </a:p>
        </p:txBody>
      </p:sp>
      <p:sp>
        <p:nvSpPr>
          <p:cNvPr id="1049430" name="Line 44"/>
          <p:cNvSpPr>
            <a:spLocks noChangeShapeType="1"/>
          </p:cNvSpPr>
          <p:nvPr/>
        </p:nvSpPr>
        <p:spPr bwMode="auto">
          <a:xfrm flipV="1">
            <a:off x="3486150" y="3498850"/>
            <a:ext cx="415925" cy="370205"/>
          </a:xfrm>
          <a:prstGeom prst="line">
            <a:avLst/>
          </a:prstGeom>
          <a:noFill/>
          <a:ln w="38100">
            <a:solidFill>
              <a:srgbClr val="66FFFF"/>
            </a:solidFill>
            <a:round/>
            <a:tailEnd type="stealth" w="sm" len="med"/>
          </a:ln>
          <a:effectLst/>
        </p:spPr>
        <p:txBody>
          <a:bodyPr wrap="none" anchor="ctr"/>
          <a:p>
            <a:endParaRPr lang="zh-CN" altLang="en-US"/>
          </a:p>
        </p:txBody>
      </p:sp>
      <p:sp>
        <p:nvSpPr>
          <p:cNvPr id="1049431" name="Line 45"/>
          <p:cNvSpPr>
            <a:spLocks noChangeShapeType="1"/>
          </p:cNvSpPr>
          <p:nvPr/>
        </p:nvSpPr>
        <p:spPr bwMode="auto">
          <a:xfrm rot="5400000" flipV="1">
            <a:off x="2100580" y="3863975"/>
            <a:ext cx="368300" cy="417830"/>
          </a:xfrm>
          <a:prstGeom prst="line">
            <a:avLst/>
          </a:prstGeom>
          <a:noFill/>
          <a:ln w="38100">
            <a:solidFill>
              <a:srgbClr val="66FFFF"/>
            </a:solidFill>
            <a:round/>
            <a:tailEnd type="stealth" w="sm" len="med"/>
          </a:ln>
          <a:effectLst/>
        </p:spPr>
        <p:txBody>
          <a:bodyPr wrap="none" anchor="ctr"/>
          <a:p>
            <a:endParaRPr lang="zh-CN" altLang="en-US"/>
          </a:p>
        </p:txBody>
      </p:sp>
      <p:sp>
        <p:nvSpPr>
          <p:cNvPr id="1049432" name="Line 46"/>
          <p:cNvSpPr>
            <a:spLocks noChangeShapeType="1"/>
          </p:cNvSpPr>
          <p:nvPr/>
        </p:nvSpPr>
        <p:spPr bwMode="auto">
          <a:xfrm rot="5400000" flipV="1">
            <a:off x="3762375" y="2513330"/>
            <a:ext cx="370205" cy="417830"/>
          </a:xfrm>
          <a:prstGeom prst="line">
            <a:avLst/>
          </a:prstGeom>
          <a:noFill/>
          <a:ln w="38100">
            <a:solidFill>
              <a:srgbClr val="66FFFF"/>
            </a:solidFill>
            <a:round/>
            <a:tailEnd type="stealth" w="sm" len="med"/>
          </a:ln>
          <a:effectLst/>
        </p:spPr>
        <p:txBody>
          <a:bodyPr wrap="none" anchor="ctr"/>
          <a:p>
            <a:endParaRPr lang="zh-CN" altLang="en-US"/>
          </a:p>
        </p:txBody>
      </p:sp>
      <p:sp>
        <p:nvSpPr>
          <p:cNvPr id="1049433" name="Line 47"/>
          <p:cNvSpPr>
            <a:spLocks noChangeShapeType="1"/>
          </p:cNvSpPr>
          <p:nvPr/>
        </p:nvSpPr>
        <p:spPr bwMode="auto">
          <a:xfrm rot="8093792" flipV="1">
            <a:off x="2362200" y="2241550"/>
            <a:ext cx="405130" cy="406400"/>
          </a:xfrm>
          <a:prstGeom prst="line">
            <a:avLst/>
          </a:prstGeom>
          <a:noFill/>
          <a:ln w="38100">
            <a:solidFill>
              <a:srgbClr val="66FFFF"/>
            </a:solidFill>
            <a:round/>
            <a:tailEnd type="stealth" w="sm" len="med"/>
          </a:ln>
          <a:effectLst/>
        </p:spPr>
        <p:txBody>
          <a:bodyPr wrap="none" anchor="ctr"/>
          <a:p>
            <a:endParaRPr lang="zh-CN" altLang="en-US"/>
          </a:p>
        </p:txBody>
      </p:sp>
      <p:sp>
        <p:nvSpPr>
          <p:cNvPr id="1049434" name="Line 48"/>
          <p:cNvSpPr>
            <a:spLocks noChangeShapeType="1"/>
          </p:cNvSpPr>
          <p:nvPr/>
        </p:nvSpPr>
        <p:spPr bwMode="auto">
          <a:xfrm rot="8219172" flipV="1">
            <a:off x="4097655" y="4402455"/>
            <a:ext cx="368300" cy="390525"/>
          </a:xfrm>
          <a:prstGeom prst="line">
            <a:avLst/>
          </a:prstGeom>
          <a:noFill/>
          <a:ln w="38100">
            <a:solidFill>
              <a:srgbClr val="66FFFF"/>
            </a:solidFill>
            <a:round/>
            <a:tailEnd type="stealth" w="sm" len="med"/>
          </a:ln>
          <a:effectLst/>
        </p:spPr>
        <p:txBody>
          <a:bodyPr wrap="none" anchor="ctr"/>
          <a:p>
            <a:endParaRPr lang="zh-CN" altLang="en-US"/>
          </a:p>
        </p:txBody>
      </p:sp>
      <p:sp>
        <p:nvSpPr>
          <p:cNvPr id="1049435" name="Text Box 49"/>
          <p:cNvSpPr txBox="1">
            <a:spLocks noChangeArrowheads="1"/>
          </p:cNvSpPr>
          <p:nvPr/>
        </p:nvSpPr>
        <p:spPr bwMode="auto">
          <a:xfrm>
            <a:off x="2513330" y="4838700"/>
            <a:ext cx="517525" cy="5207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36" name="Text Box 50"/>
          <p:cNvSpPr txBox="1">
            <a:spLocks noChangeArrowheads="1"/>
          </p:cNvSpPr>
          <p:nvPr/>
        </p:nvSpPr>
        <p:spPr bwMode="auto">
          <a:xfrm>
            <a:off x="3648075" y="4869180"/>
            <a:ext cx="517525" cy="5238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37" name="Text Box 51"/>
          <p:cNvSpPr txBox="1">
            <a:spLocks noChangeArrowheads="1"/>
          </p:cNvSpPr>
          <p:nvPr/>
        </p:nvSpPr>
        <p:spPr bwMode="auto">
          <a:xfrm>
            <a:off x="805180" y="2273300"/>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38" name="Text Box 52"/>
          <p:cNvSpPr txBox="1">
            <a:spLocks noChangeArrowheads="1"/>
          </p:cNvSpPr>
          <p:nvPr/>
        </p:nvSpPr>
        <p:spPr bwMode="auto">
          <a:xfrm>
            <a:off x="2127250" y="2351405"/>
            <a:ext cx="561975" cy="5207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39" name="Text Box 53"/>
          <p:cNvSpPr txBox="1">
            <a:spLocks noChangeArrowheads="1"/>
          </p:cNvSpPr>
          <p:nvPr/>
        </p:nvSpPr>
        <p:spPr bwMode="auto">
          <a:xfrm>
            <a:off x="3956050" y="2370455"/>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40" name="Text Box 54"/>
          <p:cNvSpPr txBox="1">
            <a:spLocks noChangeArrowheads="1"/>
          </p:cNvSpPr>
          <p:nvPr/>
        </p:nvSpPr>
        <p:spPr bwMode="auto">
          <a:xfrm>
            <a:off x="1851025" y="3951605"/>
            <a:ext cx="561975" cy="5194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41" name="Text Box 55"/>
          <p:cNvSpPr txBox="1">
            <a:spLocks noChangeArrowheads="1"/>
          </p:cNvSpPr>
          <p:nvPr/>
        </p:nvSpPr>
        <p:spPr bwMode="auto">
          <a:xfrm>
            <a:off x="3659505" y="3570605"/>
            <a:ext cx="561975" cy="5207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42" name="Text Box 57"/>
          <p:cNvSpPr txBox="1">
            <a:spLocks noChangeArrowheads="1"/>
          </p:cNvSpPr>
          <p:nvPr/>
        </p:nvSpPr>
        <p:spPr bwMode="auto">
          <a:xfrm>
            <a:off x="3053080" y="4973955"/>
            <a:ext cx="561975" cy="5207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S</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443" name="Text Box 59"/>
          <p:cNvSpPr txBox="1">
            <a:spLocks noChangeArrowheads="1"/>
          </p:cNvSpPr>
          <p:nvPr/>
        </p:nvSpPr>
        <p:spPr bwMode="auto">
          <a:xfrm>
            <a:off x="1868805" y="2732405"/>
            <a:ext cx="503555" cy="4572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rgbClr val="FFFF00"/>
                </a:solidFill>
                <a:ea typeface="楷体_GB2312" pitchFamily="49" charset="-122"/>
              </a:rPr>
              <a:t>1</a:t>
            </a:r>
            <a:endParaRPr lang="en-US" altLang="zh-CN" sz="2400" b="1">
              <a:solidFill>
                <a:srgbClr val="FFFF00"/>
              </a:solidFill>
              <a:ea typeface="楷体_GB2312" pitchFamily="49" charset="-122"/>
            </a:endParaRPr>
          </a:p>
        </p:txBody>
      </p:sp>
      <p:sp>
        <p:nvSpPr>
          <p:cNvPr id="1049444" name="Text Box 60"/>
          <p:cNvSpPr txBox="1">
            <a:spLocks noChangeArrowheads="1"/>
          </p:cNvSpPr>
          <p:nvPr/>
        </p:nvSpPr>
        <p:spPr bwMode="auto">
          <a:xfrm>
            <a:off x="3237230" y="2660650"/>
            <a:ext cx="503555" cy="4572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2</a:t>
            </a:r>
            <a:endParaRPr lang="en-US" altLang="zh-CN" sz="2400" b="1">
              <a:solidFill>
                <a:srgbClr val="FFFF00"/>
              </a:solidFill>
              <a:ea typeface="楷体_GB2312" pitchFamily="49" charset="-122"/>
            </a:endParaRPr>
          </a:p>
        </p:txBody>
      </p:sp>
      <p:sp>
        <p:nvSpPr>
          <p:cNvPr id="1049445" name="Text Box 61"/>
          <p:cNvSpPr txBox="1">
            <a:spLocks noChangeArrowheads="1"/>
          </p:cNvSpPr>
          <p:nvPr/>
        </p:nvSpPr>
        <p:spPr bwMode="auto">
          <a:xfrm>
            <a:off x="2300605" y="4173855"/>
            <a:ext cx="503555" cy="45720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3</a:t>
            </a:r>
            <a:endParaRPr lang="en-US" altLang="zh-CN" sz="2400" b="1">
              <a:solidFill>
                <a:srgbClr val="FFFF00"/>
              </a:solidFill>
              <a:ea typeface="楷体_GB2312" pitchFamily="49" charset="-122"/>
            </a:endParaRPr>
          </a:p>
        </p:txBody>
      </p:sp>
      <p:sp>
        <p:nvSpPr>
          <p:cNvPr id="1049446" name="Oval 63"/>
          <p:cNvSpPr>
            <a:spLocks noChangeArrowheads="1"/>
          </p:cNvSpPr>
          <p:nvPr/>
        </p:nvSpPr>
        <p:spPr bwMode="auto">
          <a:xfrm>
            <a:off x="787400" y="2876550"/>
            <a:ext cx="360680" cy="360680"/>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47" name="Text Box 64"/>
          <p:cNvSpPr txBox="1">
            <a:spLocks noChangeArrowheads="1"/>
          </p:cNvSpPr>
          <p:nvPr/>
        </p:nvSpPr>
        <p:spPr bwMode="auto">
          <a:xfrm>
            <a:off x="787400" y="2876550"/>
            <a:ext cx="360680" cy="3670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1</a:t>
            </a:r>
            <a:endParaRPr lang="en-US" altLang="zh-CN">
              <a:solidFill>
                <a:schemeClr val="bg1"/>
              </a:solidFill>
              <a:latin typeface="Arial Black" panose="020B0A04020102020204" pitchFamily="34" charset="0"/>
              <a:ea typeface="宋体" panose="02010600030101010101" pitchFamily="2" charset="-122"/>
            </a:endParaRPr>
          </a:p>
        </p:txBody>
      </p:sp>
      <p:sp>
        <p:nvSpPr>
          <p:cNvPr id="1049448" name="Oval 66"/>
          <p:cNvSpPr>
            <a:spLocks noChangeArrowheads="1"/>
          </p:cNvSpPr>
          <p:nvPr/>
        </p:nvSpPr>
        <p:spPr bwMode="auto">
          <a:xfrm>
            <a:off x="2516505" y="1437005"/>
            <a:ext cx="360680" cy="360680"/>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49" name="Text Box 67"/>
          <p:cNvSpPr txBox="1">
            <a:spLocks noChangeArrowheads="1"/>
          </p:cNvSpPr>
          <p:nvPr/>
        </p:nvSpPr>
        <p:spPr bwMode="auto">
          <a:xfrm>
            <a:off x="2516505" y="1437005"/>
            <a:ext cx="360680" cy="3670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2</a:t>
            </a:r>
            <a:endParaRPr lang="en-US" altLang="zh-CN">
              <a:solidFill>
                <a:schemeClr val="bg1"/>
              </a:solidFill>
              <a:latin typeface="Arial Black" panose="020B0A04020102020204" pitchFamily="34" charset="0"/>
              <a:ea typeface="宋体" panose="02010600030101010101" pitchFamily="2" charset="-122"/>
            </a:endParaRPr>
          </a:p>
        </p:txBody>
      </p:sp>
      <p:sp>
        <p:nvSpPr>
          <p:cNvPr id="1049450" name="Oval 69"/>
          <p:cNvSpPr>
            <a:spLocks noChangeArrowheads="1"/>
          </p:cNvSpPr>
          <p:nvPr/>
        </p:nvSpPr>
        <p:spPr bwMode="auto">
          <a:xfrm>
            <a:off x="4244975" y="2805430"/>
            <a:ext cx="360680" cy="360680"/>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51" name="Text Box 70"/>
          <p:cNvSpPr txBox="1">
            <a:spLocks noChangeArrowheads="1"/>
          </p:cNvSpPr>
          <p:nvPr/>
        </p:nvSpPr>
        <p:spPr bwMode="auto">
          <a:xfrm>
            <a:off x="4244975" y="2805430"/>
            <a:ext cx="360680" cy="3670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3</a:t>
            </a:r>
            <a:endParaRPr lang="en-US" altLang="zh-CN">
              <a:solidFill>
                <a:schemeClr val="bg1"/>
              </a:solidFill>
              <a:latin typeface="Arial Black" panose="020B0A04020102020204" pitchFamily="34" charset="0"/>
              <a:ea typeface="宋体" panose="02010600030101010101" pitchFamily="2" charset="-122"/>
            </a:endParaRPr>
          </a:p>
        </p:txBody>
      </p:sp>
      <p:sp>
        <p:nvSpPr>
          <p:cNvPr id="1049452" name="Oval 72"/>
          <p:cNvSpPr>
            <a:spLocks noChangeArrowheads="1"/>
          </p:cNvSpPr>
          <p:nvPr/>
        </p:nvSpPr>
        <p:spPr bwMode="auto">
          <a:xfrm>
            <a:off x="2732405" y="4244975"/>
            <a:ext cx="360680" cy="360680"/>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453" name="Text Box 73"/>
          <p:cNvSpPr txBox="1">
            <a:spLocks noChangeArrowheads="1"/>
          </p:cNvSpPr>
          <p:nvPr/>
        </p:nvSpPr>
        <p:spPr bwMode="auto">
          <a:xfrm>
            <a:off x="2732405" y="4244975"/>
            <a:ext cx="360680" cy="3670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4</a:t>
            </a:r>
            <a:endParaRPr lang="en-US" altLang="zh-CN">
              <a:solidFill>
                <a:schemeClr val="bg1"/>
              </a:solidFill>
              <a:latin typeface="Arial Black" panose="020B0A04020102020204" pitchFamily="34" charset="0"/>
              <a:ea typeface="宋体" panose="02010600030101010101" pitchFamily="2" charset="-122"/>
            </a:endParaRPr>
          </a:p>
        </p:txBody>
      </p:sp>
      <p:sp>
        <p:nvSpPr>
          <p:cNvPr id="1049454" name="文本框 1"/>
          <p:cNvSpPr txBox="1"/>
          <p:nvPr/>
        </p:nvSpPr>
        <p:spPr>
          <a:xfrm>
            <a:off x="8957945" y="1334135"/>
            <a:ext cx="4064000" cy="368300"/>
          </a:xfrm>
          <a:prstGeom prst="rect">
            <a:avLst/>
          </a:prstGeom>
          <a:noFill/>
        </p:spPr>
        <p:txBody>
          <a:bodyPr wrap="square" rtlCol="0">
            <a:spAutoFit/>
          </a:bodyPr>
          <a:p>
            <a:endParaRPr lang="zh-CN" altLang="en-US"/>
          </a:p>
        </p:txBody>
      </p:sp>
      <mc:AlternateContent xmlns:mc="http://schemas.openxmlformats.org/markup-compatibility/2006" xmlns:p14="http://schemas.microsoft.com/office/powerpoint/2010/main">
        <mc:Choice Requires="p14">
          <p:contentPart r:id="rId7" p14:bwMode="auto">
            <p14:nvContentPartPr>
              <p14:cNvPr id="1049455" name="墨迹 1049454"/>
              <p14:cNvContentPartPr/>
              <p14:nvPr/>
            </p14:nvContentPartPr>
            <p14:xfrm>
              <a:off x="3948680" y="984198"/>
              <a:ext cx="680258" cy="533936"/>
            </p14:xfrm>
          </p:contentPart>
        </mc:Choice>
        <mc:Fallback xmlns="">
          <p:pic>
            <p:nvPicPr>
              <p:cNvPr id="1049455" name="墨迹 1049454"/>
            </p:nvPicPr>
            <p:blipFill>
              <a:blip r:embed="rId8"/>
            </p:blipFill>
            <p:spPr>
              <a:xfrm>
                <a:off x="3948680" y="984198"/>
                <a:ext cx="680258" cy="53393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49456" name="墨迹 1049455"/>
              <p14:cNvContentPartPr/>
              <p14:nvPr/>
            </p14:nvContentPartPr>
            <p14:xfrm>
              <a:off x="3973787" y="1503680"/>
              <a:ext cx="675229" cy="428801"/>
            </p14:xfrm>
          </p:contentPart>
        </mc:Choice>
        <mc:Fallback xmlns="">
          <p:pic>
            <p:nvPicPr>
              <p:cNvPr id="1049456" name="墨迹 1049455"/>
            </p:nvPicPr>
            <p:blipFill>
              <a:blip r:embed="rId10"/>
            </p:blipFill>
            <p:spPr>
              <a:xfrm>
                <a:off x="3973787" y="1503680"/>
                <a:ext cx="675229" cy="428801"/>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49457" name="墨迹 1049456"/>
              <p14:cNvContentPartPr/>
              <p14:nvPr/>
            </p14:nvContentPartPr>
            <p14:xfrm>
              <a:off x="4605741" y="983301"/>
              <a:ext cx="44754" cy="957624"/>
            </p14:xfrm>
          </p:contentPart>
        </mc:Choice>
        <mc:Fallback xmlns="">
          <p:pic>
            <p:nvPicPr>
              <p:cNvPr id="1049457" name="墨迹 1049456"/>
            </p:nvPicPr>
            <p:blipFill>
              <a:blip r:embed="rId12"/>
            </p:blipFill>
            <p:spPr>
              <a:xfrm>
                <a:off x="4605741" y="983301"/>
                <a:ext cx="44754" cy="957624"/>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49458" name="墨迹 1049457"/>
              <p14:cNvContentPartPr/>
              <p14:nvPr/>
            </p14:nvContentPartPr>
            <p14:xfrm>
              <a:off x="4612771" y="995446"/>
              <a:ext cx="761090" cy="480097"/>
            </p14:xfrm>
          </p:contentPart>
        </mc:Choice>
        <mc:Fallback xmlns="">
          <p:pic>
            <p:nvPicPr>
              <p:cNvPr id="1049458" name="墨迹 1049457"/>
            </p:nvPicPr>
            <p:blipFill>
              <a:blip r:embed="rId14"/>
            </p:blipFill>
            <p:spPr>
              <a:xfrm>
                <a:off x="4612771" y="995446"/>
                <a:ext cx="761090" cy="480097"/>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49459" name="墨迹 1049458"/>
              <p14:cNvContentPartPr/>
              <p14:nvPr/>
            </p14:nvContentPartPr>
            <p14:xfrm>
              <a:off x="4597306" y="1402482"/>
              <a:ext cx="763261" cy="539840"/>
            </p14:xfrm>
          </p:contentPart>
        </mc:Choice>
        <mc:Fallback xmlns="">
          <p:pic>
            <p:nvPicPr>
              <p:cNvPr id="1049459" name="墨迹 1049458"/>
            </p:nvPicPr>
            <p:blipFill>
              <a:blip r:embed="rId16"/>
            </p:blipFill>
            <p:spPr>
              <a:xfrm>
                <a:off x="4597306" y="1402482"/>
                <a:ext cx="763261" cy="53984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49460" name="墨迹 1049459"/>
              <p14:cNvContentPartPr/>
              <p14:nvPr/>
            </p14:nvContentPartPr>
            <p14:xfrm>
              <a:off x="3932313" y="1434418"/>
              <a:ext cx="1423654" cy="1025277"/>
            </p14:xfrm>
          </p:contentPart>
        </mc:Choice>
        <mc:Fallback xmlns="">
          <p:pic>
            <p:nvPicPr>
              <p:cNvPr id="1049460" name="墨迹 1049459"/>
            </p:nvPicPr>
            <p:blipFill>
              <a:blip r:embed="rId18"/>
            </p:blipFill>
            <p:spPr>
              <a:xfrm>
                <a:off x="3932313" y="1434418"/>
                <a:ext cx="1423654" cy="1025277"/>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049461" name="墨迹 1049460"/>
              <p14:cNvContentPartPr/>
              <p14:nvPr/>
            </p14:nvContentPartPr>
            <p14:xfrm>
              <a:off x="4187500" y="974216"/>
              <a:ext cx="50597" cy="191541"/>
            </p14:xfrm>
          </p:contentPart>
        </mc:Choice>
        <mc:Fallback xmlns="">
          <p:pic>
            <p:nvPicPr>
              <p:cNvPr id="1049461" name="墨迹 1049460"/>
            </p:nvPicPr>
            <p:blipFill>
              <a:blip r:embed="rId20"/>
            </p:blipFill>
            <p:spPr>
              <a:xfrm>
                <a:off x="4187500" y="974216"/>
                <a:ext cx="50597" cy="19154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049462" name="墨迹 1049461"/>
              <p14:cNvContentPartPr/>
              <p14:nvPr/>
            </p14:nvContentPartPr>
            <p14:xfrm>
              <a:off x="4226147" y="1847598"/>
              <a:ext cx="124422" cy="127763"/>
            </p14:xfrm>
          </p:contentPart>
        </mc:Choice>
        <mc:Fallback xmlns="">
          <p:pic>
            <p:nvPicPr>
              <p:cNvPr id="1049462" name="墨迹 1049461"/>
            </p:nvPicPr>
            <p:blipFill>
              <a:blip r:embed="rId22"/>
            </p:blipFill>
            <p:spPr>
              <a:xfrm>
                <a:off x="4226147" y="1847598"/>
                <a:ext cx="124422" cy="127763"/>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049463" name="墨迹 1049462"/>
              <p14:cNvContentPartPr/>
              <p14:nvPr/>
            </p14:nvContentPartPr>
            <p14:xfrm>
              <a:off x="4452368" y="1436436"/>
              <a:ext cx="80086" cy="160176"/>
            </p14:xfrm>
          </p:contentPart>
        </mc:Choice>
        <mc:Fallback xmlns="">
          <p:pic>
            <p:nvPicPr>
              <p:cNvPr id="1049463" name="墨迹 1049462"/>
            </p:nvPicPr>
            <p:blipFill>
              <a:blip r:embed="rId24"/>
            </p:blipFill>
            <p:spPr>
              <a:xfrm>
                <a:off x="4452368" y="1436436"/>
                <a:ext cx="80086" cy="160176"/>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049464" name="墨迹 1049463"/>
              <p14:cNvContentPartPr/>
              <p14:nvPr/>
            </p14:nvContentPartPr>
            <p14:xfrm>
              <a:off x="4425083" y="1440440"/>
              <a:ext cx="104020" cy="32339"/>
            </p14:xfrm>
          </p:contentPart>
        </mc:Choice>
        <mc:Fallback xmlns="">
          <p:pic>
            <p:nvPicPr>
              <p:cNvPr id="1049464" name="墨迹 1049463"/>
            </p:nvPicPr>
            <p:blipFill>
              <a:blip r:embed="rId26"/>
            </p:blipFill>
            <p:spPr>
              <a:xfrm>
                <a:off x="4425083" y="1440440"/>
                <a:ext cx="104020" cy="32339"/>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049465" name="墨迹 1049464"/>
              <p14:cNvContentPartPr/>
              <p14:nvPr/>
            </p14:nvContentPartPr>
            <p14:xfrm>
              <a:off x="4960750" y="991931"/>
              <a:ext cx="150499" cy="98158"/>
            </p14:xfrm>
          </p:contentPart>
        </mc:Choice>
        <mc:Fallback xmlns="">
          <p:pic>
            <p:nvPicPr>
              <p:cNvPr id="1049465" name="墨迹 1049464"/>
            </p:nvPicPr>
            <p:blipFill>
              <a:blip r:embed="rId28"/>
            </p:blipFill>
            <p:spPr>
              <a:xfrm>
                <a:off x="4960750" y="991931"/>
                <a:ext cx="150499" cy="98158"/>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049466" name="墨迹 1049465"/>
              <p14:cNvContentPartPr/>
              <p14:nvPr/>
            </p14:nvContentPartPr>
            <p14:xfrm>
              <a:off x="5038760" y="994040"/>
              <a:ext cx="26712" cy="180408"/>
            </p14:xfrm>
          </p:contentPart>
        </mc:Choice>
        <mc:Fallback xmlns="">
          <p:pic>
            <p:nvPicPr>
              <p:cNvPr id="1049466" name="墨迹 1049465"/>
            </p:nvPicPr>
            <p:blipFill>
              <a:blip r:embed="rId30"/>
            </p:blipFill>
            <p:spPr>
              <a:xfrm>
                <a:off x="5038760" y="994040"/>
                <a:ext cx="26712" cy="18040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049467" name="墨迹 1049466"/>
              <p14:cNvContentPartPr/>
              <p14:nvPr/>
            </p14:nvContentPartPr>
            <p14:xfrm>
              <a:off x="4970574" y="1737481"/>
              <a:ext cx="106501" cy="48785"/>
            </p14:xfrm>
          </p:contentPart>
        </mc:Choice>
        <mc:Fallback xmlns="">
          <p:pic>
            <p:nvPicPr>
              <p:cNvPr id="1049467" name="墨迹 1049466"/>
            </p:nvPicPr>
            <p:blipFill>
              <a:blip r:embed="rId32"/>
            </p:blipFill>
            <p:spPr>
              <a:xfrm>
                <a:off x="4970574" y="1737481"/>
                <a:ext cx="106501" cy="48785"/>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049468" name="墨迹 1049467"/>
              <p14:cNvContentPartPr/>
              <p14:nvPr/>
            </p14:nvContentPartPr>
            <p14:xfrm>
              <a:off x="4936720" y="1733545"/>
              <a:ext cx="127550" cy="229396"/>
            </p14:xfrm>
          </p:contentPart>
        </mc:Choice>
        <mc:Fallback xmlns="">
          <p:pic>
            <p:nvPicPr>
              <p:cNvPr id="1049468" name="墨迹 1049467"/>
            </p:nvPicPr>
            <p:blipFill>
              <a:blip r:embed="rId34"/>
            </p:blipFill>
            <p:spPr>
              <a:xfrm>
                <a:off x="4936720" y="1733545"/>
                <a:ext cx="127550" cy="229396"/>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1049469" name="墨迹 1049468"/>
              <p14:cNvContentPartPr/>
              <p14:nvPr/>
            </p14:nvContentPartPr>
            <p14:xfrm>
              <a:off x="4871811" y="2423936"/>
              <a:ext cx="122662" cy="273559"/>
            </p14:xfrm>
          </p:contentPart>
        </mc:Choice>
        <mc:Fallback xmlns="">
          <p:pic>
            <p:nvPicPr>
              <p:cNvPr id="1049469" name="墨迹 1049468"/>
            </p:nvPicPr>
            <p:blipFill>
              <a:blip r:embed="rId36"/>
            </p:blipFill>
            <p:spPr>
              <a:xfrm>
                <a:off x="4871811" y="2423936"/>
                <a:ext cx="122662" cy="273559"/>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1049470" name="墨迹 1049469"/>
              <p14:cNvContentPartPr/>
              <p14:nvPr/>
            </p14:nvContentPartPr>
            <p14:xfrm>
              <a:off x="5741549" y="958892"/>
              <a:ext cx="332061" cy="290981"/>
            </p14:xfrm>
          </p:contentPart>
        </mc:Choice>
        <mc:Fallback xmlns="">
          <p:pic>
            <p:nvPicPr>
              <p:cNvPr id="1049470" name="墨迹 1049469"/>
            </p:nvPicPr>
            <p:blipFill>
              <a:blip r:embed="rId38"/>
            </p:blipFill>
            <p:spPr>
              <a:xfrm>
                <a:off x="5741549" y="958892"/>
                <a:ext cx="332061" cy="290981"/>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1049471" name="墨迹 1049470"/>
              <p14:cNvContentPartPr/>
              <p14:nvPr/>
            </p14:nvContentPartPr>
            <p14:xfrm>
              <a:off x="6066289" y="975763"/>
              <a:ext cx="122944" cy="230436"/>
            </p14:xfrm>
          </p:contentPart>
        </mc:Choice>
        <mc:Fallback xmlns="">
          <p:pic>
            <p:nvPicPr>
              <p:cNvPr id="1049471" name="墨迹 1049470"/>
            </p:nvPicPr>
            <p:blipFill>
              <a:blip r:embed="rId40"/>
            </p:blipFill>
            <p:spPr>
              <a:xfrm>
                <a:off x="6066289" y="975763"/>
                <a:ext cx="122944" cy="230436"/>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1049472" name="墨迹 1049471"/>
              <p14:cNvContentPartPr/>
              <p14:nvPr/>
            </p14:nvContentPartPr>
            <p14:xfrm>
              <a:off x="6178245" y="1036920"/>
              <a:ext cx="184170" cy="61948"/>
            </p14:xfrm>
          </p:contentPart>
        </mc:Choice>
        <mc:Fallback xmlns="">
          <p:pic>
            <p:nvPicPr>
              <p:cNvPr id="1049472" name="墨迹 1049471"/>
            </p:nvPicPr>
            <p:blipFill>
              <a:blip r:embed="rId42"/>
            </p:blipFill>
            <p:spPr>
              <a:xfrm>
                <a:off x="6178245" y="1036920"/>
                <a:ext cx="184170" cy="61948"/>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1049473" name="墨迹 1049472"/>
              <p14:cNvContentPartPr/>
              <p14:nvPr/>
            </p14:nvContentPartPr>
            <p14:xfrm>
              <a:off x="6197225" y="1056602"/>
              <a:ext cx="77697" cy="303012"/>
            </p14:xfrm>
          </p:contentPart>
        </mc:Choice>
        <mc:Fallback xmlns="">
          <p:pic>
            <p:nvPicPr>
              <p:cNvPr id="1049473" name="墨迹 1049472"/>
            </p:nvPicPr>
            <p:blipFill>
              <a:blip r:embed="rId44"/>
            </p:blipFill>
            <p:spPr>
              <a:xfrm>
                <a:off x="6197225" y="1056602"/>
                <a:ext cx="77697" cy="303012"/>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1049474" name="墨迹 1049473"/>
              <p14:cNvContentPartPr/>
              <p14:nvPr/>
            </p14:nvContentPartPr>
            <p14:xfrm>
              <a:off x="6413100" y="952924"/>
              <a:ext cx="233759" cy="340656"/>
            </p14:xfrm>
          </p:contentPart>
        </mc:Choice>
        <mc:Fallback xmlns="">
          <p:pic>
            <p:nvPicPr>
              <p:cNvPr id="1049474" name="墨迹 1049473"/>
            </p:nvPicPr>
            <p:blipFill>
              <a:blip r:embed="rId46"/>
            </p:blipFill>
            <p:spPr>
              <a:xfrm>
                <a:off x="6413100" y="952924"/>
                <a:ext cx="233759" cy="340656"/>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1049475" name="墨迹 1049474"/>
              <p14:cNvContentPartPr/>
              <p14:nvPr/>
            </p14:nvContentPartPr>
            <p14:xfrm>
              <a:off x="6609858" y="953477"/>
              <a:ext cx="257840" cy="232411"/>
            </p14:xfrm>
          </p:contentPart>
        </mc:Choice>
        <mc:Fallback xmlns="">
          <p:pic>
            <p:nvPicPr>
              <p:cNvPr id="1049475" name="墨迹 1049474"/>
            </p:nvPicPr>
            <p:blipFill>
              <a:blip r:embed="rId48"/>
            </p:blipFill>
            <p:spPr>
              <a:xfrm>
                <a:off x="6609858" y="953477"/>
                <a:ext cx="257840" cy="232411"/>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1049476" name="墨迹 1049475"/>
              <p14:cNvContentPartPr/>
              <p14:nvPr/>
            </p14:nvContentPartPr>
            <p14:xfrm>
              <a:off x="6691323" y="1185243"/>
              <a:ext cx="17650" cy="77126"/>
            </p14:xfrm>
          </p:contentPart>
        </mc:Choice>
        <mc:Fallback xmlns="">
          <p:pic>
            <p:nvPicPr>
              <p:cNvPr id="1049476" name="墨迹 1049475"/>
            </p:nvPicPr>
            <p:blipFill>
              <a:blip r:embed="rId50"/>
            </p:blipFill>
            <p:spPr>
              <a:xfrm>
                <a:off x="6691323" y="1185243"/>
                <a:ext cx="17650" cy="77126"/>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1049477" name="墨迹 1049476"/>
              <p14:cNvContentPartPr/>
              <p14:nvPr/>
            </p14:nvContentPartPr>
            <p14:xfrm>
              <a:off x="6678747" y="1178850"/>
              <a:ext cx="205250" cy="166901"/>
            </p14:xfrm>
          </p:contentPart>
        </mc:Choice>
        <mc:Fallback xmlns="">
          <p:pic>
            <p:nvPicPr>
              <p:cNvPr id="1049477" name="墨迹 1049476"/>
            </p:nvPicPr>
            <p:blipFill>
              <a:blip r:embed="rId52"/>
            </p:blipFill>
            <p:spPr>
              <a:xfrm>
                <a:off x="6678747" y="1178850"/>
                <a:ext cx="205250" cy="166901"/>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1049478" name="墨迹 1049477"/>
              <p14:cNvContentPartPr/>
              <p14:nvPr/>
            </p14:nvContentPartPr>
            <p14:xfrm>
              <a:off x="7020382" y="929449"/>
              <a:ext cx="99818" cy="180269"/>
            </p14:xfrm>
          </p:contentPart>
        </mc:Choice>
        <mc:Fallback xmlns="">
          <p:pic>
            <p:nvPicPr>
              <p:cNvPr id="1049478" name="墨迹 1049477"/>
            </p:nvPicPr>
            <p:blipFill>
              <a:blip r:embed="rId54"/>
            </p:blipFill>
            <p:spPr>
              <a:xfrm>
                <a:off x="7020382" y="929449"/>
                <a:ext cx="99818" cy="180269"/>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1049479" name="墨迹 1049478"/>
              <p14:cNvContentPartPr/>
              <p14:nvPr/>
            </p14:nvContentPartPr>
            <p14:xfrm>
              <a:off x="7007789" y="951159"/>
              <a:ext cx="186925" cy="218445"/>
            </p14:xfrm>
          </p:contentPart>
        </mc:Choice>
        <mc:Fallback xmlns="">
          <p:pic>
            <p:nvPicPr>
              <p:cNvPr id="1049479" name="墨迹 1049478"/>
            </p:nvPicPr>
            <p:blipFill>
              <a:blip r:embed="rId56"/>
            </p:blipFill>
            <p:spPr>
              <a:xfrm>
                <a:off x="7007789" y="951159"/>
                <a:ext cx="186925" cy="218445"/>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1049480" name="墨迹 1049479"/>
              <p14:cNvContentPartPr/>
              <p14:nvPr/>
            </p14:nvContentPartPr>
            <p14:xfrm>
              <a:off x="6947275" y="1142363"/>
              <a:ext cx="87337" cy="114630"/>
            </p14:xfrm>
          </p:contentPart>
        </mc:Choice>
        <mc:Fallback xmlns="">
          <p:pic>
            <p:nvPicPr>
              <p:cNvPr id="1049480" name="墨迹 1049479"/>
            </p:nvPicPr>
            <p:blipFill>
              <a:blip r:embed="rId58"/>
            </p:blipFill>
            <p:spPr>
              <a:xfrm>
                <a:off x="6947275" y="1142363"/>
                <a:ext cx="87337" cy="11463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1049481" name="墨迹 1049480"/>
              <p14:cNvContentPartPr/>
              <p14:nvPr/>
            </p14:nvContentPartPr>
            <p14:xfrm>
              <a:off x="7011531" y="1096998"/>
              <a:ext cx="176976" cy="150670"/>
            </p14:xfrm>
          </p:contentPart>
        </mc:Choice>
        <mc:Fallback xmlns="">
          <p:pic>
            <p:nvPicPr>
              <p:cNvPr id="1049481" name="墨迹 1049480"/>
            </p:nvPicPr>
            <p:blipFill>
              <a:blip r:embed="rId60"/>
            </p:blipFill>
            <p:spPr>
              <a:xfrm>
                <a:off x="7011531" y="1096998"/>
                <a:ext cx="176976" cy="15067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1049482" name="墨迹 1049481"/>
              <p14:cNvContentPartPr/>
              <p14:nvPr/>
            </p14:nvContentPartPr>
            <p14:xfrm>
              <a:off x="6935324" y="1278032"/>
              <a:ext cx="58519" cy="71519"/>
            </p14:xfrm>
          </p:contentPart>
        </mc:Choice>
        <mc:Fallback xmlns="">
          <p:pic>
            <p:nvPicPr>
              <p:cNvPr id="1049482" name="墨迹 1049481"/>
            </p:nvPicPr>
            <p:blipFill>
              <a:blip r:embed="rId62"/>
            </p:blipFill>
            <p:spPr>
              <a:xfrm>
                <a:off x="6935324" y="1278032"/>
                <a:ext cx="58519" cy="71519"/>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1049483" name="墨迹 1049482"/>
              <p14:cNvContentPartPr/>
              <p14:nvPr/>
            </p14:nvContentPartPr>
            <p14:xfrm>
              <a:off x="7085756" y="1223202"/>
              <a:ext cx="39604" cy="33695"/>
            </p14:xfrm>
          </p:contentPart>
        </mc:Choice>
        <mc:Fallback xmlns="">
          <p:pic>
            <p:nvPicPr>
              <p:cNvPr id="1049483" name="墨迹 1049482"/>
            </p:nvPicPr>
            <p:blipFill>
              <a:blip r:embed="rId64"/>
            </p:blipFill>
            <p:spPr>
              <a:xfrm>
                <a:off x="7085756" y="1223202"/>
                <a:ext cx="39604" cy="33695"/>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1049484" name="墨迹 1049483"/>
              <p14:cNvContentPartPr/>
              <p14:nvPr/>
            </p14:nvContentPartPr>
            <p14:xfrm>
              <a:off x="7156754" y="1216281"/>
              <a:ext cx="194717" cy="46702"/>
            </p14:xfrm>
          </p:contentPart>
        </mc:Choice>
        <mc:Fallback xmlns="">
          <p:pic>
            <p:nvPicPr>
              <p:cNvPr id="1049484" name="墨迹 1049483"/>
            </p:nvPicPr>
            <p:blipFill>
              <a:blip r:embed="rId66"/>
            </p:blipFill>
            <p:spPr>
              <a:xfrm>
                <a:off x="7156754" y="1216281"/>
                <a:ext cx="194717" cy="46702"/>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1049485" name="墨迹 1049484"/>
              <p14:cNvContentPartPr/>
              <p14:nvPr/>
            </p14:nvContentPartPr>
            <p14:xfrm>
              <a:off x="7392830" y="1282250"/>
              <a:ext cx="89715" cy="115545"/>
            </p14:xfrm>
          </p:contentPart>
        </mc:Choice>
        <mc:Fallback xmlns="">
          <p:pic>
            <p:nvPicPr>
              <p:cNvPr id="1049485" name="墨迹 1049484"/>
            </p:nvPicPr>
            <p:blipFill>
              <a:blip r:embed="rId68"/>
            </p:blipFill>
            <p:spPr>
              <a:xfrm>
                <a:off x="7392830" y="1282250"/>
                <a:ext cx="89715" cy="11554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1049486" name="墨迹 1049485"/>
              <p14:cNvContentPartPr/>
              <p14:nvPr/>
            </p14:nvContentPartPr>
            <p14:xfrm>
              <a:off x="7630544" y="1005512"/>
              <a:ext cx="278093" cy="226030"/>
            </p14:xfrm>
          </p:contentPart>
        </mc:Choice>
        <mc:Fallback xmlns="">
          <p:pic>
            <p:nvPicPr>
              <p:cNvPr id="1049486" name="墨迹 1049485"/>
            </p:nvPicPr>
            <p:blipFill>
              <a:blip r:embed="rId70"/>
            </p:blipFill>
            <p:spPr>
              <a:xfrm>
                <a:off x="7630544" y="1005512"/>
                <a:ext cx="278093" cy="22603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1049487" name="墨迹 1049486"/>
              <p14:cNvContentPartPr/>
              <p14:nvPr/>
            </p14:nvContentPartPr>
            <p14:xfrm>
              <a:off x="7838617" y="1089949"/>
              <a:ext cx="228660" cy="50842"/>
            </p14:xfrm>
          </p:contentPart>
        </mc:Choice>
        <mc:Fallback xmlns="">
          <p:pic>
            <p:nvPicPr>
              <p:cNvPr id="1049487" name="墨迹 1049486"/>
            </p:nvPicPr>
            <p:blipFill>
              <a:blip r:embed="rId72"/>
            </p:blipFill>
            <p:spPr>
              <a:xfrm>
                <a:off x="7838617" y="1089949"/>
                <a:ext cx="228660" cy="50842"/>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1049488" name="墨迹 1049487"/>
              <p14:cNvContentPartPr/>
              <p14:nvPr/>
            </p14:nvContentPartPr>
            <p14:xfrm>
              <a:off x="8079562" y="957017"/>
              <a:ext cx="38122" cy="284660"/>
            </p14:xfrm>
          </p:contentPart>
        </mc:Choice>
        <mc:Fallback xmlns="">
          <p:pic>
            <p:nvPicPr>
              <p:cNvPr id="1049488" name="墨迹 1049487"/>
            </p:nvPicPr>
            <p:blipFill>
              <a:blip r:embed="rId74"/>
            </p:blipFill>
            <p:spPr>
              <a:xfrm>
                <a:off x="8079562" y="957017"/>
                <a:ext cx="38122" cy="28466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1049489" name="墨迹 1049488"/>
              <p14:cNvContentPartPr/>
              <p14:nvPr/>
            </p14:nvContentPartPr>
            <p14:xfrm>
              <a:off x="8243518" y="1082236"/>
              <a:ext cx="243548" cy="50284"/>
            </p14:xfrm>
          </p:contentPart>
        </mc:Choice>
        <mc:Fallback xmlns="">
          <p:pic>
            <p:nvPicPr>
              <p:cNvPr id="1049489" name="墨迹 1049488"/>
            </p:nvPicPr>
            <p:blipFill>
              <a:blip r:embed="rId76"/>
            </p:blipFill>
            <p:spPr>
              <a:xfrm>
                <a:off x="8243518" y="1082236"/>
                <a:ext cx="243548" cy="50284"/>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049490" name="墨迹 1049489"/>
              <p14:cNvContentPartPr/>
              <p14:nvPr/>
            </p14:nvContentPartPr>
            <p14:xfrm>
              <a:off x="8237192" y="1190210"/>
              <a:ext cx="272697" cy="34838"/>
            </p14:xfrm>
          </p:contentPart>
        </mc:Choice>
        <mc:Fallback xmlns="">
          <p:pic>
            <p:nvPicPr>
              <p:cNvPr id="1049490" name="墨迹 1049489"/>
            </p:nvPicPr>
            <p:blipFill>
              <a:blip r:embed="rId78"/>
            </p:blipFill>
            <p:spPr>
              <a:xfrm>
                <a:off x="8237192" y="1190210"/>
                <a:ext cx="272697" cy="34838"/>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049491" name="墨迹 1049490"/>
              <p14:cNvContentPartPr/>
              <p14:nvPr/>
            </p14:nvContentPartPr>
            <p14:xfrm>
              <a:off x="8575477" y="953971"/>
              <a:ext cx="253916" cy="217014"/>
            </p14:xfrm>
          </p:contentPart>
        </mc:Choice>
        <mc:Fallback xmlns="">
          <p:pic>
            <p:nvPicPr>
              <p:cNvPr id="1049491" name="墨迹 1049490"/>
            </p:nvPicPr>
            <p:blipFill>
              <a:blip r:embed="rId80"/>
            </p:blipFill>
            <p:spPr>
              <a:xfrm>
                <a:off x="8575477" y="953971"/>
                <a:ext cx="253916" cy="217014"/>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049492" name="墨迹 1049491"/>
              <p14:cNvContentPartPr/>
              <p14:nvPr/>
            </p14:nvContentPartPr>
            <p14:xfrm>
              <a:off x="8707791" y="1011613"/>
              <a:ext cx="37634" cy="227507"/>
            </p14:xfrm>
          </p:contentPart>
        </mc:Choice>
        <mc:Fallback xmlns="">
          <p:pic>
            <p:nvPicPr>
              <p:cNvPr id="1049492" name="墨迹 1049491"/>
            </p:nvPicPr>
            <p:blipFill>
              <a:blip r:embed="rId82"/>
            </p:blipFill>
            <p:spPr>
              <a:xfrm>
                <a:off x="8707791" y="1011613"/>
                <a:ext cx="37634" cy="227507"/>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049493" name="墨迹 1049492"/>
              <p14:cNvContentPartPr/>
              <p14:nvPr/>
            </p14:nvContentPartPr>
            <p14:xfrm>
              <a:off x="8879690" y="1105737"/>
              <a:ext cx="262846" cy="30299"/>
            </p14:xfrm>
          </p:contentPart>
        </mc:Choice>
        <mc:Fallback xmlns="">
          <p:pic>
            <p:nvPicPr>
              <p:cNvPr id="1049493" name="墨迹 1049492"/>
            </p:nvPicPr>
            <p:blipFill>
              <a:blip r:embed="rId84"/>
            </p:blipFill>
            <p:spPr>
              <a:xfrm>
                <a:off x="8879690" y="1105737"/>
                <a:ext cx="262846" cy="30299"/>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049494" name="墨迹 1049493"/>
              <p14:cNvContentPartPr/>
              <p14:nvPr/>
            </p14:nvContentPartPr>
            <p14:xfrm>
              <a:off x="9160436" y="949051"/>
              <a:ext cx="22311" cy="231485"/>
            </p14:xfrm>
          </p:contentPart>
        </mc:Choice>
        <mc:Fallback xmlns="">
          <p:pic>
            <p:nvPicPr>
              <p:cNvPr id="1049494" name="墨迹 1049493"/>
            </p:nvPicPr>
            <p:blipFill>
              <a:blip r:embed="rId86"/>
            </p:blipFill>
            <p:spPr>
              <a:xfrm>
                <a:off x="9160436" y="949051"/>
                <a:ext cx="22311" cy="231485"/>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049495" name="墨迹 1049494"/>
              <p14:cNvContentPartPr/>
              <p14:nvPr/>
            </p14:nvContentPartPr>
            <p14:xfrm>
              <a:off x="9400577" y="994742"/>
              <a:ext cx="226719" cy="47800"/>
            </p14:xfrm>
          </p:contentPart>
        </mc:Choice>
        <mc:Fallback xmlns="">
          <p:pic>
            <p:nvPicPr>
              <p:cNvPr id="1049495" name="墨迹 1049494"/>
            </p:nvPicPr>
            <p:blipFill>
              <a:blip r:embed="rId88"/>
            </p:blipFill>
            <p:spPr>
              <a:xfrm>
                <a:off x="9400577" y="994742"/>
                <a:ext cx="226719" cy="4780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1049496" name="墨迹 1049495"/>
              <p14:cNvContentPartPr/>
              <p14:nvPr/>
            </p14:nvContentPartPr>
            <p14:xfrm>
              <a:off x="9375270" y="1112477"/>
              <a:ext cx="245671" cy="48161"/>
            </p14:xfrm>
          </p:contentPart>
        </mc:Choice>
        <mc:Fallback xmlns="">
          <p:pic>
            <p:nvPicPr>
              <p:cNvPr id="1049496" name="墨迹 1049495"/>
            </p:nvPicPr>
            <p:blipFill>
              <a:blip r:embed="rId90"/>
            </p:blipFill>
            <p:spPr>
              <a:xfrm>
                <a:off x="9375270" y="1112477"/>
                <a:ext cx="245671" cy="48161"/>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1049497" name="墨迹 1049496"/>
              <p14:cNvContentPartPr/>
              <p14:nvPr/>
            </p14:nvContentPartPr>
            <p14:xfrm>
              <a:off x="9639802" y="908982"/>
              <a:ext cx="247279" cy="334703"/>
            </p14:xfrm>
          </p:contentPart>
        </mc:Choice>
        <mc:Fallback xmlns="">
          <p:pic>
            <p:nvPicPr>
              <p:cNvPr id="1049497" name="墨迹 1049496"/>
            </p:nvPicPr>
            <p:blipFill>
              <a:blip r:embed="rId92"/>
            </p:blipFill>
            <p:spPr>
              <a:xfrm>
                <a:off x="9639802" y="908982"/>
                <a:ext cx="247279" cy="334703"/>
              </a:xfrm>
              <a:prstGeom prst="rect"/>
            </p:spPr>
          </p:pic>
        </mc:Fallback>
      </mc:AlternateContent>
    </p:spTree>
  </p:cSld>
  <p:clrMapOvr>
    <a:masterClrMapping/>
  </p:clrMapOvr>
  <p:timing>
    <p:tnLst>
      <p:par>
        <p:cTn id="1" dur="indefinite" restart="never" nodeType="tmRoot"/>
      </p:par>
    </p:tnLst>
    <p:bldLst>
      <p:bldP spid="1049403" grpId="0" bldLvl="0" animBg="1"/>
      <p:bldP spid="1049404" grpId="0" bldLvl="0" animBg="1"/>
      <p:bldP spid="1049405" grpId="0" bldLvl="0" animBg="1"/>
      <p:bldP spid="104940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16" name=""/>
        <p:cNvGrpSpPr/>
        <p:nvPr/>
      </p:nvGrpSpPr>
      <p:grpSpPr>
        <a:xfrm>
          <a:off x="0" y="0"/>
          <a:ext cx="0" cy="0"/>
          <a:chOff x="0" y="0"/>
          <a:chExt cx="0" cy="0"/>
        </a:xfrm>
      </p:grpSpPr>
      <p:sp>
        <p:nvSpPr>
          <p:cNvPr id="1049510" name="Text Box 2"/>
          <p:cNvSpPr txBox="1">
            <a:spLocks noChangeArrowheads="1"/>
          </p:cNvSpPr>
          <p:nvPr/>
        </p:nvSpPr>
        <p:spPr bwMode="auto">
          <a:xfrm>
            <a:off x="810969" y="1204121"/>
            <a:ext cx="5746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800" b="1">
                <a:ea typeface="宋体" panose="02010600030101010101" pitchFamily="2" charset="-122"/>
              </a:rPr>
              <a:t>例</a:t>
            </a:r>
            <a:endParaRPr lang="zh-CN" altLang="en-US" sz="2800" b="1">
              <a:ea typeface="宋体" panose="02010600030101010101" pitchFamily="2" charset="-122"/>
            </a:endParaRPr>
          </a:p>
        </p:txBody>
      </p:sp>
      <p:sp>
        <p:nvSpPr>
          <p:cNvPr id="1049511" name="Text Box 10"/>
          <p:cNvSpPr txBox="1">
            <a:spLocks noChangeArrowheads="1"/>
          </p:cNvSpPr>
          <p:nvPr/>
        </p:nvSpPr>
        <p:spPr bwMode="auto">
          <a:xfrm>
            <a:off x="5384800" y="1559561"/>
            <a:ext cx="3887788" cy="80264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ea typeface="楷体_GB2312" pitchFamily="49" charset="-122"/>
              </a:rPr>
              <a:t>取网孔为基本回路，沿顺时针方向绕行列</a:t>
            </a:r>
            <a:r>
              <a:rPr lang="en-US" altLang="zh-CN" sz="2400" b="1">
                <a:latin typeface="Times New Roman" panose="02020603050405020304" pitchFamily="18" charset="0"/>
                <a:ea typeface="楷体_GB2312" pitchFamily="49" charset="-122"/>
              </a:rPr>
              <a:t>KVL</a:t>
            </a:r>
            <a:r>
              <a:rPr lang="zh-CN" altLang="en-US" sz="2400" b="1">
                <a:ea typeface="楷体_GB2312" pitchFamily="49" charset="-122"/>
              </a:rPr>
              <a:t>写方程</a:t>
            </a:r>
            <a:r>
              <a:rPr lang="en-US" altLang="zh-CN" sz="2400" b="1">
                <a:ea typeface="楷体_GB2312" pitchFamily="49" charset="-122"/>
              </a:rPr>
              <a:t>:</a:t>
            </a:r>
            <a:endParaRPr lang="en-US" altLang="zh-CN" sz="2400" b="1">
              <a:ea typeface="楷体_GB2312" pitchFamily="49" charset="-122"/>
            </a:endParaRPr>
          </a:p>
        </p:txBody>
      </p:sp>
      <p:graphicFrame>
        <p:nvGraphicFramePr>
          <p:cNvPr id="4194327" name="Object 11"/>
          <p:cNvGraphicFramePr>
            <a:graphicFrameLocks noChangeAspect="1"/>
          </p:cNvGraphicFramePr>
          <p:nvPr/>
        </p:nvGraphicFramePr>
        <p:xfrm>
          <a:off x="6719888" y="2644675"/>
          <a:ext cx="2763837" cy="628650"/>
        </p:xfrm>
        <a:graphic>
          <a:graphicData uri="http://schemas.openxmlformats.org/presentationml/2006/ole">
            <mc:AlternateContent xmlns:mc="http://schemas.openxmlformats.org/markup-compatibility/2006">
              <mc:Choice xmlns:v="urn:schemas-microsoft-com:vml" Requires="v">
                <p:oleObj spid="_x0000_s17809" name="Equation" showAsIcon="1" r:id="rId1" imgW="22250400" imgH="5486400" progId="Equation.DSMT4">
                  <p:embed/>
                </p:oleObj>
              </mc:Choice>
              <mc:Fallback>
                <p:oleObj name="Equation" showAsIcon="1" r:id="rId1" imgW="22250400" imgH="5486400" progId="Equation.DSMT4">
                  <p:embed/>
                  <p:pic>
                    <p:nvPicPr>
                      <p:cNvPr id="0" name="图片 17808"/>
                      <p:cNvPicPr>
                        <a:picLocks noChangeAspect="1" noChangeArrowheads="1"/>
                      </p:cNvPicPr>
                      <p:nvPr/>
                    </p:nvPicPr>
                    <p:blipFill>
                      <a:blip r:embed="rId2"/>
                      <a:srcRect/>
                      <a:stretch>
                        <a:fillRect/>
                      </a:stretch>
                    </p:blipFill>
                    <p:spPr bwMode="auto">
                      <a:xfrm>
                        <a:off x="6719888" y="2644675"/>
                        <a:ext cx="2763837" cy="628650"/>
                      </a:xfrm>
                      <a:prstGeom prst="rect">
                        <a:avLst/>
                      </a:prstGeom>
                      <a:noFill/>
                      <a:ln>
                        <a:noFill/>
                      </a:ln>
                      <a:effectLst/>
                    </p:spPr>
                  </p:pic>
                </p:oleObj>
              </mc:Fallback>
            </mc:AlternateContent>
          </a:graphicData>
        </a:graphic>
      </p:graphicFrame>
      <p:graphicFrame>
        <p:nvGraphicFramePr>
          <p:cNvPr id="4194328" name="Object 12"/>
          <p:cNvGraphicFramePr>
            <a:graphicFrameLocks noChangeAspect="1"/>
          </p:cNvGraphicFramePr>
          <p:nvPr/>
        </p:nvGraphicFramePr>
        <p:xfrm>
          <a:off x="6721475" y="3181985"/>
          <a:ext cx="2744788" cy="628650"/>
        </p:xfrm>
        <a:graphic>
          <a:graphicData uri="http://schemas.openxmlformats.org/presentationml/2006/ole">
            <mc:AlternateContent xmlns:mc="http://schemas.openxmlformats.org/markup-compatibility/2006">
              <mc:Choice xmlns:v="urn:schemas-microsoft-com:vml" Requires="v">
                <p:oleObj spid="_x0000_s17810" name="Equation" showAsIcon="1" r:id="rId3" imgW="22555200" imgH="5486400" progId="Equation.DSMT4">
                  <p:embed/>
                </p:oleObj>
              </mc:Choice>
              <mc:Fallback>
                <p:oleObj name="Equation" showAsIcon="1" r:id="rId3" imgW="22555200" imgH="5486400" progId="Equation.DSMT4">
                  <p:embed/>
                  <p:pic>
                    <p:nvPicPr>
                      <p:cNvPr id="0" name="图片 17809"/>
                      <p:cNvPicPr>
                        <a:picLocks noChangeAspect="1" noChangeArrowheads="1"/>
                      </p:cNvPicPr>
                      <p:nvPr/>
                    </p:nvPicPr>
                    <p:blipFill>
                      <a:blip r:embed="rId4"/>
                      <a:srcRect/>
                      <a:stretch>
                        <a:fillRect/>
                      </a:stretch>
                    </p:blipFill>
                    <p:spPr bwMode="auto">
                      <a:xfrm>
                        <a:off x="6721475" y="3181985"/>
                        <a:ext cx="2744788" cy="628650"/>
                      </a:xfrm>
                      <a:prstGeom prst="rect">
                        <a:avLst/>
                      </a:prstGeom>
                      <a:noFill/>
                      <a:ln>
                        <a:noFill/>
                      </a:ln>
                      <a:effectLst/>
                    </p:spPr>
                  </p:pic>
                </p:oleObj>
              </mc:Fallback>
            </mc:AlternateContent>
          </a:graphicData>
        </a:graphic>
      </p:graphicFrame>
      <p:graphicFrame>
        <p:nvGraphicFramePr>
          <p:cNvPr id="4194329" name="Object 13"/>
          <p:cNvGraphicFramePr>
            <a:graphicFrameLocks noChangeAspect="1"/>
          </p:cNvGraphicFramePr>
          <p:nvPr/>
        </p:nvGraphicFramePr>
        <p:xfrm>
          <a:off x="6719888" y="3677285"/>
          <a:ext cx="2886075" cy="628650"/>
        </p:xfrm>
        <a:graphic>
          <a:graphicData uri="http://schemas.openxmlformats.org/presentationml/2006/ole">
            <mc:AlternateContent xmlns:mc="http://schemas.openxmlformats.org/markup-compatibility/2006">
              <mc:Choice xmlns:v="urn:schemas-microsoft-com:vml" Requires="v">
                <p:oleObj spid="_x0000_s17811" name="Equation" showAsIcon="1" r:id="rId5" imgW="23469600" imgH="5486400" progId="Equation.DSMT4">
                  <p:embed/>
                </p:oleObj>
              </mc:Choice>
              <mc:Fallback>
                <p:oleObj name="Equation" showAsIcon="1" r:id="rId5" imgW="23469600" imgH="5486400" progId="Equation.DSMT4">
                  <p:embed/>
                  <p:pic>
                    <p:nvPicPr>
                      <p:cNvPr id="0" name="图片 17810"/>
                      <p:cNvPicPr>
                        <a:picLocks noChangeAspect="1" noChangeArrowheads="1"/>
                      </p:cNvPicPr>
                      <p:nvPr/>
                    </p:nvPicPr>
                    <p:blipFill>
                      <a:blip r:embed="rId6"/>
                      <a:srcRect/>
                      <a:stretch>
                        <a:fillRect/>
                      </a:stretch>
                    </p:blipFill>
                    <p:spPr bwMode="auto">
                      <a:xfrm>
                        <a:off x="6719888" y="3677285"/>
                        <a:ext cx="2886075" cy="628650"/>
                      </a:xfrm>
                      <a:prstGeom prst="rect">
                        <a:avLst/>
                      </a:prstGeom>
                      <a:noFill/>
                      <a:ln>
                        <a:noFill/>
                      </a:ln>
                      <a:effectLst/>
                    </p:spPr>
                  </p:pic>
                </p:oleObj>
              </mc:Fallback>
            </mc:AlternateContent>
          </a:graphicData>
        </a:graphic>
      </p:graphicFrame>
      <p:sp>
        <p:nvSpPr>
          <p:cNvPr id="1049512" name="Text Box 18"/>
          <p:cNvSpPr txBox="1">
            <a:spLocks noChangeArrowheads="1"/>
          </p:cNvSpPr>
          <p:nvPr/>
        </p:nvSpPr>
        <p:spPr bwMode="auto">
          <a:xfrm>
            <a:off x="5664201" y="2681923"/>
            <a:ext cx="100806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ea typeface="楷体_GB2312" pitchFamily="49" charset="-122"/>
              </a:rPr>
              <a:t>回路</a:t>
            </a:r>
            <a:r>
              <a:rPr lang="en-US" altLang="zh-CN" sz="2400" b="1">
                <a:ea typeface="楷体_GB2312" pitchFamily="49" charset="-122"/>
              </a:rPr>
              <a:t>1</a:t>
            </a:r>
            <a:endParaRPr lang="en-US" altLang="zh-CN" sz="2400" b="1">
              <a:ea typeface="楷体_GB2312" pitchFamily="49" charset="-122"/>
            </a:endParaRPr>
          </a:p>
        </p:txBody>
      </p:sp>
      <p:sp>
        <p:nvSpPr>
          <p:cNvPr id="1049513" name="Text Box 19"/>
          <p:cNvSpPr txBox="1">
            <a:spLocks noChangeArrowheads="1"/>
          </p:cNvSpPr>
          <p:nvPr/>
        </p:nvSpPr>
        <p:spPr bwMode="auto">
          <a:xfrm>
            <a:off x="5664201" y="3232785"/>
            <a:ext cx="100806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400" b="1">
                <a:ea typeface="楷体_GB2312" pitchFamily="49" charset="-122"/>
              </a:rPr>
              <a:t>回路</a:t>
            </a:r>
            <a:r>
              <a:rPr lang="en-US" altLang="zh-CN" sz="2400" b="1">
                <a:ea typeface="楷体_GB2312" pitchFamily="49" charset="-122"/>
              </a:rPr>
              <a:t>2</a:t>
            </a:r>
            <a:endParaRPr lang="en-US" altLang="zh-CN" sz="2400" b="1">
              <a:ea typeface="楷体_GB2312" pitchFamily="49" charset="-122"/>
            </a:endParaRPr>
          </a:p>
        </p:txBody>
      </p:sp>
      <p:sp>
        <p:nvSpPr>
          <p:cNvPr id="1049514" name="Text Box 20"/>
          <p:cNvSpPr txBox="1">
            <a:spLocks noChangeArrowheads="1"/>
          </p:cNvSpPr>
          <p:nvPr/>
        </p:nvSpPr>
        <p:spPr bwMode="auto">
          <a:xfrm>
            <a:off x="5664201" y="3763010"/>
            <a:ext cx="100806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400" b="1">
                <a:ea typeface="楷体_GB2312" pitchFamily="49" charset="-122"/>
              </a:rPr>
              <a:t>回路</a:t>
            </a:r>
            <a:r>
              <a:rPr lang="en-US" altLang="zh-CN" sz="2400" b="1">
                <a:ea typeface="楷体_GB2312" pitchFamily="49" charset="-122"/>
              </a:rPr>
              <a:t>3</a:t>
            </a:r>
            <a:endParaRPr lang="en-US" altLang="zh-CN" sz="2400" b="1">
              <a:ea typeface="楷体_GB2312" pitchFamily="49" charset="-122"/>
            </a:endParaRPr>
          </a:p>
        </p:txBody>
      </p:sp>
      <p:grpSp>
        <p:nvGrpSpPr>
          <p:cNvPr id="517" name="Group 21"/>
          <p:cNvGrpSpPr/>
          <p:nvPr/>
        </p:nvGrpSpPr>
        <p:grpSpPr bwMode="auto">
          <a:xfrm>
            <a:off x="787400" y="1474788"/>
            <a:ext cx="4019550" cy="4057650"/>
            <a:chOff x="294" y="391"/>
            <a:chExt cx="2532" cy="2556"/>
          </a:xfrm>
        </p:grpSpPr>
        <p:sp>
          <p:nvSpPr>
            <p:cNvPr id="1049515" name="Text Box 56"/>
            <p:cNvSpPr txBox="1">
              <a:spLocks noChangeArrowheads="1"/>
            </p:cNvSpPr>
            <p:nvPr/>
          </p:nvSpPr>
          <p:spPr bwMode="auto">
            <a:xfrm>
              <a:off x="2472" y="2220"/>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16" name="Oval 22"/>
            <p:cNvSpPr>
              <a:spLocks noChangeArrowheads="1"/>
            </p:cNvSpPr>
            <p:nvPr/>
          </p:nvSpPr>
          <p:spPr bwMode="auto">
            <a:xfrm>
              <a:off x="1707" y="2393"/>
              <a:ext cx="333" cy="326"/>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17" name="Line 23"/>
            <p:cNvSpPr>
              <a:spLocks noChangeShapeType="1"/>
            </p:cNvSpPr>
            <p:nvPr/>
          </p:nvSpPr>
          <p:spPr bwMode="auto">
            <a:xfrm>
              <a:off x="1499" y="653"/>
              <a:ext cx="0" cy="1486"/>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18" name="Line 24"/>
            <p:cNvSpPr>
              <a:spLocks noChangeShapeType="1"/>
            </p:cNvSpPr>
            <p:nvPr/>
          </p:nvSpPr>
          <p:spPr bwMode="auto">
            <a:xfrm>
              <a:off x="1499" y="653"/>
              <a:ext cx="916" cy="743"/>
            </a:xfrm>
            <a:prstGeom prst="line">
              <a:avLst/>
            </a:prstGeom>
            <a:noFill/>
            <a:ln w="28575">
              <a:solidFill>
                <a:srgbClr val="FFCC00"/>
              </a:solidFill>
              <a:round/>
            </a:ln>
            <a:effectLst/>
          </p:spPr>
          <p:txBody>
            <a:bodyPr wrap="none" anchor="ctr"/>
            <a:p>
              <a:endParaRPr lang="zh-CN" altLang="en-US"/>
            </a:p>
          </p:txBody>
        </p:sp>
        <p:sp>
          <p:nvSpPr>
            <p:cNvPr id="1049519" name="Line 25"/>
            <p:cNvSpPr>
              <a:spLocks noChangeShapeType="1"/>
            </p:cNvSpPr>
            <p:nvPr/>
          </p:nvSpPr>
          <p:spPr bwMode="auto">
            <a:xfrm>
              <a:off x="582" y="1396"/>
              <a:ext cx="917" cy="743"/>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20" name="Line 26"/>
            <p:cNvSpPr>
              <a:spLocks noChangeShapeType="1"/>
            </p:cNvSpPr>
            <p:nvPr/>
          </p:nvSpPr>
          <p:spPr bwMode="auto">
            <a:xfrm flipH="1">
              <a:off x="1499" y="1396"/>
              <a:ext cx="916" cy="743"/>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21" name="Line 27"/>
            <p:cNvSpPr>
              <a:spLocks noChangeShapeType="1"/>
            </p:cNvSpPr>
            <p:nvPr/>
          </p:nvSpPr>
          <p:spPr bwMode="auto">
            <a:xfrm flipH="1">
              <a:off x="582" y="653"/>
              <a:ext cx="917" cy="743"/>
            </a:xfrm>
            <a:prstGeom prst="line">
              <a:avLst/>
            </a:prstGeom>
            <a:noFill/>
            <a:ln w="28575">
              <a:solidFill>
                <a:srgbClr val="FFCC00"/>
              </a:solidFill>
              <a:round/>
            </a:ln>
            <a:effectLst/>
          </p:spPr>
          <p:txBody>
            <a:bodyPr wrap="none" anchor="ctr"/>
            <a:p>
              <a:endParaRPr lang="zh-CN" altLang="en-US"/>
            </a:p>
          </p:txBody>
        </p:sp>
        <p:sp>
          <p:nvSpPr>
            <p:cNvPr id="1049522" name="Freeform 28"/>
            <p:cNvSpPr/>
            <p:nvPr/>
          </p:nvSpPr>
          <p:spPr bwMode="auto">
            <a:xfrm>
              <a:off x="582" y="1396"/>
              <a:ext cx="1" cy="1163"/>
            </a:xfrm>
            <a:custGeom>
              <a:avLst/>
              <a:gdLst>
                <a:gd name="T0" fmla="*/ 0 w 1"/>
                <a:gd name="T1" fmla="*/ 0 h 1135"/>
                <a:gd name="T2" fmla="*/ 0 w 1"/>
                <a:gd name="T3" fmla="*/ 1192 h 1135"/>
                <a:gd name="T4" fmla="*/ 0 60000 65536"/>
                <a:gd name="T5" fmla="*/ 0 60000 65536"/>
              </a:gdLst>
              <a:ahLst/>
              <a:cxnLst>
                <a:cxn ang="T4">
                  <a:pos x="T0" y="T1"/>
                </a:cxn>
                <a:cxn ang="T5">
                  <a:pos x="T2" y="T3"/>
                </a:cxn>
              </a:cxnLst>
              <a:rect l="0" t="0" r="r" b="b"/>
              <a:pathLst>
                <a:path w="1" h="1135">
                  <a:moveTo>
                    <a:pt x="0" y="0"/>
                  </a:moveTo>
                  <a:lnTo>
                    <a:pt x="0" y="1135"/>
                  </a:lnTo>
                </a:path>
              </a:pathLst>
            </a:custGeom>
            <a:noFill/>
            <a:ln w="28575" cmpd="sng">
              <a:solidFill>
                <a:srgbClr val="FFCC00"/>
              </a:solidFill>
              <a:round/>
            </a:ln>
            <a:effectLst/>
          </p:spPr>
          <p:txBody>
            <a:bodyPr wrap="none" anchor="ctr"/>
            <a:p>
              <a:endParaRPr lang="zh-CN" altLang="en-US"/>
            </a:p>
          </p:txBody>
        </p:sp>
        <p:sp>
          <p:nvSpPr>
            <p:cNvPr id="1049523" name="Freeform 29"/>
            <p:cNvSpPr/>
            <p:nvPr/>
          </p:nvSpPr>
          <p:spPr bwMode="auto">
            <a:xfrm>
              <a:off x="2415" y="1396"/>
              <a:ext cx="1" cy="1169"/>
            </a:xfrm>
            <a:custGeom>
              <a:avLst/>
              <a:gdLst>
                <a:gd name="T0" fmla="*/ 0 w 1"/>
                <a:gd name="T1" fmla="*/ 0 h 1141"/>
                <a:gd name="T2" fmla="*/ 0 w 1"/>
                <a:gd name="T3" fmla="*/ 1198 h 1141"/>
                <a:gd name="T4" fmla="*/ 0 60000 65536"/>
                <a:gd name="T5" fmla="*/ 0 60000 65536"/>
              </a:gdLst>
              <a:ahLst/>
              <a:cxnLst>
                <a:cxn ang="T4">
                  <a:pos x="T0" y="T1"/>
                </a:cxn>
                <a:cxn ang="T5">
                  <a:pos x="T2" y="T3"/>
                </a:cxn>
              </a:cxnLst>
              <a:rect l="0" t="0" r="r" b="b"/>
              <a:pathLst>
                <a:path w="1" h="1141">
                  <a:moveTo>
                    <a:pt x="0" y="0"/>
                  </a:moveTo>
                  <a:lnTo>
                    <a:pt x="0" y="1141"/>
                  </a:lnTo>
                </a:path>
              </a:pathLst>
            </a:custGeom>
            <a:noFill/>
            <a:ln w="28575" cmpd="sng">
              <a:solidFill>
                <a:srgbClr val="FFCC00"/>
              </a:solidFill>
              <a:round/>
            </a:ln>
            <a:effectLst/>
          </p:spPr>
          <p:txBody>
            <a:bodyPr wrap="none" anchor="ctr"/>
            <a:p>
              <a:endParaRPr lang="zh-CN" altLang="en-US"/>
            </a:p>
          </p:txBody>
        </p:sp>
        <p:sp>
          <p:nvSpPr>
            <p:cNvPr id="1049524" name="Line 30"/>
            <p:cNvSpPr>
              <a:spLocks noChangeShapeType="1"/>
            </p:cNvSpPr>
            <p:nvPr/>
          </p:nvSpPr>
          <p:spPr bwMode="auto">
            <a:xfrm flipV="1">
              <a:off x="589" y="2553"/>
              <a:ext cx="1833" cy="0"/>
            </a:xfrm>
            <a:prstGeom prst="line">
              <a:avLst/>
            </a:prstGeom>
            <a:noFill/>
            <a:ln w="28575">
              <a:solidFill>
                <a:srgbClr val="FFCC00"/>
              </a:solidFill>
              <a:round/>
            </a:ln>
            <a:effectLst/>
          </p:spPr>
          <p:txBody>
            <a:bodyPr wrap="none" anchor="ctr"/>
            <a:p>
              <a:endParaRPr lang="zh-CN" altLang="en-US"/>
            </a:p>
          </p:txBody>
        </p:sp>
        <p:sp>
          <p:nvSpPr>
            <p:cNvPr id="1049525" name="Rectangle 31"/>
            <p:cNvSpPr>
              <a:spLocks noChangeArrowheads="1"/>
            </p:cNvSpPr>
            <p:nvPr/>
          </p:nvSpPr>
          <p:spPr bwMode="auto">
            <a:xfrm>
              <a:off x="1426" y="1320"/>
              <a:ext cx="125"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26" name="Rectangle 32"/>
            <p:cNvSpPr>
              <a:spLocks noChangeArrowheads="1"/>
            </p:cNvSpPr>
            <p:nvPr/>
          </p:nvSpPr>
          <p:spPr bwMode="auto">
            <a:xfrm rot="3007029">
              <a:off x="968" y="926"/>
              <a:ext cx="101"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27" name="Rectangle 33"/>
            <p:cNvSpPr>
              <a:spLocks noChangeArrowheads="1"/>
            </p:cNvSpPr>
            <p:nvPr/>
          </p:nvSpPr>
          <p:spPr bwMode="auto">
            <a:xfrm rot="18649173">
              <a:off x="1897" y="904"/>
              <a:ext cx="103"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28" name="Rectangle 34"/>
            <p:cNvSpPr>
              <a:spLocks noChangeArrowheads="1"/>
            </p:cNvSpPr>
            <p:nvPr/>
          </p:nvSpPr>
          <p:spPr bwMode="auto">
            <a:xfrm rot="3007029">
              <a:off x="1907" y="1662"/>
              <a:ext cx="100"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29" name="Rectangle 35"/>
            <p:cNvSpPr>
              <a:spLocks noChangeArrowheads="1"/>
            </p:cNvSpPr>
            <p:nvPr/>
          </p:nvSpPr>
          <p:spPr bwMode="auto">
            <a:xfrm rot="18649173">
              <a:off x="981" y="1654"/>
              <a:ext cx="103"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30" name="Rectangle 36"/>
            <p:cNvSpPr>
              <a:spLocks noChangeArrowheads="1"/>
            </p:cNvSpPr>
            <p:nvPr/>
          </p:nvSpPr>
          <p:spPr bwMode="auto">
            <a:xfrm rot="5400000">
              <a:off x="1002" y="2432"/>
              <a:ext cx="111"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31" name="Text Box 37"/>
            <p:cNvSpPr txBox="1">
              <a:spLocks noChangeArrowheads="1"/>
            </p:cNvSpPr>
            <p:nvPr/>
          </p:nvSpPr>
          <p:spPr bwMode="auto">
            <a:xfrm>
              <a:off x="672" y="1741"/>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2" name="Text Box 38"/>
            <p:cNvSpPr txBox="1">
              <a:spLocks noChangeArrowheads="1"/>
            </p:cNvSpPr>
            <p:nvPr/>
          </p:nvSpPr>
          <p:spPr bwMode="auto">
            <a:xfrm>
              <a:off x="652" y="75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3" name="Text Box 39"/>
            <p:cNvSpPr txBox="1">
              <a:spLocks noChangeArrowheads="1"/>
            </p:cNvSpPr>
            <p:nvPr/>
          </p:nvSpPr>
          <p:spPr bwMode="auto">
            <a:xfrm>
              <a:off x="1565" y="1293"/>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4" name="Text Box 40"/>
            <p:cNvSpPr txBox="1">
              <a:spLocks noChangeArrowheads="1"/>
            </p:cNvSpPr>
            <p:nvPr/>
          </p:nvSpPr>
          <p:spPr bwMode="auto">
            <a:xfrm>
              <a:off x="1978" y="746"/>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5" name="Text Box 41"/>
            <p:cNvSpPr txBox="1">
              <a:spLocks noChangeArrowheads="1"/>
            </p:cNvSpPr>
            <p:nvPr/>
          </p:nvSpPr>
          <p:spPr bwMode="auto">
            <a:xfrm>
              <a:off x="1693" y="1876"/>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6" name="Text Box 42"/>
            <p:cNvSpPr txBox="1">
              <a:spLocks noChangeArrowheads="1"/>
            </p:cNvSpPr>
            <p:nvPr/>
          </p:nvSpPr>
          <p:spPr bwMode="auto">
            <a:xfrm>
              <a:off x="881" y="260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37" name="Line 43"/>
            <p:cNvSpPr>
              <a:spLocks noChangeShapeType="1"/>
            </p:cNvSpPr>
            <p:nvPr/>
          </p:nvSpPr>
          <p:spPr bwMode="auto">
            <a:xfrm flipV="1">
              <a:off x="546" y="1054"/>
              <a:ext cx="263" cy="233"/>
            </a:xfrm>
            <a:prstGeom prst="line">
              <a:avLst/>
            </a:prstGeom>
            <a:noFill/>
            <a:ln w="38100">
              <a:solidFill>
                <a:srgbClr val="66FFFF"/>
              </a:solidFill>
              <a:round/>
              <a:tailEnd type="stealth" w="sm" len="med"/>
            </a:ln>
            <a:effectLst/>
          </p:spPr>
          <p:txBody>
            <a:bodyPr wrap="none" anchor="ctr"/>
            <a:p>
              <a:endParaRPr lang="zh-CN" altLang="en-US"/>
            </a:p>
          </p:txBody>
        </p:sp>
        <p:sp>
          <p:nvSpPr>
            <p:cNvPr id="1049538" name="Line 44"/>
            <p:cNvSpPr>
              <a:spLocks noChangeShapeType="1"/>
            </p:cNvSpPr>
            <p:nvPr/>
          </p:nvSpPr>
          <p:spPr bwMode="auto">
            <a:xfrm flipV="1">
              <a:off x="1994" y="1690"/>
              <a:ext cx="262" cy="233"/>
            </a:xfrm>
            <a:prstGeom prst="line">
              <a:avLst/>
            </a:prstGeom>
            <a:noFill/>
            <a:ln w="38100">
              <a:solidFill>
                <a:srgbClr val="66FFFF"/>
              </a:solidFill>
              <a:round/>
              <a:tailEnd type="stealth" w="sm" len="med"/>
            </a:ln>
            <a:effectLst/>
          </p:spPr>
          <p:txBody>
            <a:bodyPr wrap="none" anchor="ctr"/>
            <a:p>
              <a:endParaRPr lang="zh-CN" altLang="en-US"/>
            </a:p>
          </p:txBody>
        </p:sp>
        <p:sp>
          <p:nvSpPr>
            <p:cNvPr id="1049539" name="Line 45"/>
            <p:cNvSpPr>
              <a:spLocks noChangeShapeType="1"/>
            </p:cNvSpPr>
            <p:nvPr/>
          </p:nvSpPr>
          <p:spPr bwMode="auto">
            <a:xfrm rot="5400000" flipV="1">
              <a:off x="1121" y="1920"/>
              <a:ext cx="232" cy="263"/>
            </a:xfrm>
            <a:prstGeom prst="line">
              <a:avLst/>
            </a:prstGeom>
            <a:noFill/>
            <a:ln w="38100">
              <a:solidFill>
                <a:srgbClr val="66FFFF"/>
              </a:solidFill>
              <a:round/>
              <a:tailEnd type="stealth" w="sm" len="med"/>
            </a:ln>
            <a:effectLst/>
          </p:spPr>
          <p:txBody>
            <a:bodyPr wrap="none" anchor="ctr"/>
            <a:p>
              <a:endParaRPr lang="zh-CN" altLang="en-US"/>
            </a:p>
          </p:txBody>
        </p:sp>
        <p:sp>
          <p:nvSpPr>
            <p:cNvPr id="1049540" name="Line 46"/>
            <p:cNvSpPr>
              <a:spLocks noChangeShapeType="1"/>
            </p:cNvSpPr>
            <p:nvPr/>
          </p:nvSpPr>
          <p:spPr bwMode="auto">
            <a:xfrm rot="5400000" flipV="1">
              <a:off x="2168" y="1069"/>
              <a:ext cx="233" cy="263"/>
            </a:xfrm>
            <a:prstGeom prst="line">
              <a:avLst/>
            </a:prstGeom>
            <a:noFill/>
            <a:ln w="38100">
              <a:solidFill>
                <a:srgbClr val="66FFFF"/>
              </a:solidFill>
              <a:round/>
              <a:tailEnd type="stealth" w="sm" len="med"/>
            </a:ln>
            <a:effectLst/>
          </p:spPr>
          <p:txBody>
            <a:bodyPr wrap="none" anchor="ctr"/>
            <a:p>
              <a:endParaRPr lang="zh-CN" altLang="en-US"/>
            </a:p>
          </p:txBody>
        </p:sp>
        <p:sp>
          <p:nvSpPr>
            <p:cNvPr id="1049541" name="Line 47"/>
            <p:cNvSpPr>
              <a:spLocks noChangeShapeType="1"/>
            </p:cNvSpPr>
            <p:nvPr/>
          </p:nvSpPr>
          <p:spPr bwMode="auto">
            <a:xfrm rot="8093792" flipV="1">
              <a:off x="1286" y="898"/>
              <a:ext cx="255" cy="256"/>
            </a:xfrm>
            <a:prstGeom prst="line">
              <a:avLst/>
            </a:prstGeom>
            <a:noFill/>
            <a:ln w="38100">
              <a:solidFill>
                <a:srgbClr val="66FFFF"/>
              </a:solidFill>
              <a:round/>
              <a:tailEnd type="stealth" w="sm" len="med"/>
            </a:ln>
            <a:effectLst/>
          </p:spPr>
          <p:txBody>
            <a:bodyPr wrap="none" anchor="ctr"/>
            <a:p>
              <a:endParaRPr lang="zh-CN" altLang="en-US"/>
            </a:p>
          </p:txBody>
        </p:sp>
        <p:sp>
          <p:nvSpPr>
            <p:cNvPr id="1049542" name="Line 48"/>
            <p:cNvSpPr>
              <a:spLocks noChangeShapeType="1"/>
            </p:cNvSpPr>
            <p:nvPr/>
          </p:nvSpPr>
          <p:spPr bwMode="auto">
            <a:xfrm rot="8219172" flipV="1">
              <a:off x="2379" y="2259"/>
              <a:ext cx="232" cy="246"/>
            </a:xfrm>
            <a:prstGeom prst="line">
              <a:avLst/>
            </a:prstGeom>
            <a:noFill/>
            <a:ln w="38100">
              <a:solidFill>
                <a:srgbClr val="66FFFF"/>
              </a:solidFill>
              <a:round/>
              <a:tailEnd type="stealth" w="sm" len="med"/>
            </a:ln>
            <a:effectLst/>
          </p:spPr>
          <p:txBody>
            <a:bodyPr wrap="none" anchor="ctr"/>
            <a:p>
              <a:endParaRPr lang="zh-CN" altLang="en-US"/>
            </a:p>
          </p:txBody>
        </p:sp>
        <p:sp>
          <p:nvSpPr>
            <p:cNvPr id="1049543" name="Text Box 49"/>
            <p:cNvSpPr txBox="1">
              <a:spLocks noChangeArrowheads="1"/>
            </p:cNvSpPr>
            <p:nvPr/>
          </p:nvSpPr>
          <p:spPr bwMode="auto">
            <a:xfrm>
              <a:off x="1381" y="2534"/>
              <a:ext cx="326"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4" name="Text Box 50"/>
            <p:cNvSpPr txBox="1">
              <a:spLocks noChangeArrowheads="1"/>
            </p:cNvSpPr>
            <p:nvPr/>
          </p:nvSpPr>
          <p:spPr bwMode="auto">
            <a:xfrm>
              <a:off x="2096" y="2553"/>
              <a:ext cx="326" cy="3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5" name="Text Box 51"/>
            <p:cNvSpPr txBox="1">
              <a:spLocks noChangeArrowheads="1"/>
            </p:cNvSpPr>
            <p:nvPr/>
          </p:nvSpPr>
          <p:spPr bwMode="auto">
            <a:xfrm>
              <a:off x="305" y="91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6" name="Text Box 52"/>
            <p:cNvSpPr txBox="1">
              <a:spLocks noChangeArrowheads="1"/>
            </p:cNvSpPr>
            <p:nvPr/>
          </p:nvSpPr>
          <p:spPr bwMode="auto">
            <a:xfrm>
              <a:off x="1138" y="967"/>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7" name="Text Box 53"/>
            <p:cNvSpPr txBox="1">
              <a:spLocks noChangeArrowheads="1"/>
            </p:cNvSpPr>
            <p:nvPr/>
          </p:nvSpPr>
          <p:spPr bwMode="auto">
            <a:xfrm>
              <a:off x="2290" y="979"/>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8" name="Text Box 54"/>
            <p:cNvSpPr txBox="1">
              <a:spLocks noChangeArrowheads="1"/>
            </p:cNvSpPr>
            <p:nvPr/>
          </p:nvSpPr>
          <p:spPr bwMode="auto">
            <a:xfrm>
              <a:off x="964" y="1975"/>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49" name="Text Box 55"/>
            <p:cNvSpPr txBox="1">
              <a:spLocks noChangeArrowheads="1"/>
            </p:cNvSpPr>
            <p:nvPr/>
          </p:nvSpPr>
          <p:spPr bwMode="auto">
            <a:xfrm>
              <a:off x="2103" y="1735"/>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50" name="Text Box 57"/>
            <p:cNvSpPr txBox="1">
              <a:spLocks noChangeArrowheads="1"/>
            </p:cNvSpPr>
            <p:nvPr/>
          </p:nvSpPr>
          <p:spPr bwMode="auto">
            <a:xfrm>
              <a:off x="1721" y="2619"/>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S</a:t>
              </a:r>
              <a:endParaRPr kumimoji="1" lang="en-US" altLang="zh-CN" sz="2800" b="1">
                <a:solidFill>
                  <a:schemeClr val="tx2"/>
                </a:solidFill>
                <a:latin typeface="Times New Roman" panose="02020603050405020304" pitchFamily="18" charset="0"/>
                <a:ea typeface="宋体" panose="02010600030101010101" pitchFamily="2" charset="-122"/>
              </a:endParaRPr>
            </a:p>
          </p:txBody>
        </p:sp>
        <p:grpSp>
          <p:nvGrpSpPr>
            <p:cNvPr id="518" name="Group 58"/>
            <p:cNvGrpSpPr/>
            <p:nvPr/>
          </p:nvGrpSpPr>
          <p:grpSpPr bwMode="auto">
            <a:xfrm>
              <a:off x="975" y="1162"/>
              <a:ext cx="1179" cy="1241"/>
              <a:chOff x="975" y="1162"/>
              <a:chExt cx="1179" cy="1241"/>
            </a:xfrm>
          </p:grpSpPr>
          <p:sp>
            <p:nvSpPr>
              <p:cNvPr id="1049551" name="Text Box 59"/>
              <p:cNvSpPr txBox="1">
                <a:spLocks noChangeArrowheads="1"/>
              </p:cNvSpPr>
              <p:nvPr/>
            </p:nvSpPr>
            <p:spPr bwMode="auto">
              <a:xfrm>
                <a:off x="975" y="1207"/>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rgbClr val="FFFF00"/>
                    </a:solidFill>
                    <a:ea typeface="楷体_GB2312" pitchFamily="49" charset="-122"/>
                  </a:rPr>
                  <a:t>1</a:t>
                </a:r>
                <a:endParaRPr lang="en-US" altLang="zh-CN" sz="2400" b="1">
                  <a:solidFill>
                    <a:srgbClr val="FFFF00"/>
                  </a:solidFill>
                  <a:ea typeface="楷体_GB2312" pitchFamily="49" charset="-122"/>
                </a:endParaRPr>
              </a:p>
            </p:txBody>
          </p:sp>
          <p:sp>
            <p:nvSpPr>
              <p:cNvPr id="1049552" name="Text Box 60"/>
              <p:cNvSpPr txBox="1">
                <a:spLocks noChangeArrowheads="1"/>
              </p:cNvSpPr>
              <p:nvPr/>
            </p:nvSpPr>
            <p:spPr bwMode="auto">
              <a:xfrm>
                <a:off x="1837" y="1162"/>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2</a:t>
                </a:r>
                <a:endParaRPr lang="en-US" altLang="zh-CN" sz="2400" b="1">
                  <a:solidFill>
                    <a:srgbClr val="FFFF00"/>
                  </a:solidFill>
                  <a:ea typeface="楷体_GB2312" pitchFamily="49" charset="-122"/>
                </a:endParaRPr>
              </a:p>
            </p:txBody>
          </p:sp>
          <p:sp>
            <p:nvSpPr>
              <p:cNvPr id="1049553" name="Text Box 61"/>
              <p:cNvSpPr txBox="1">
                <a:spLocks noChangeArrowheads="1"/>
              </p:cNvSpPr>
              <p:nvPr/>
            </p:nvSpPr>
            <p:spPr bwMode="auto">
              <a:xfrm>
                <a:off x="1247" y="2115"/>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3</a:t>
                </a:r>
                <a:endParaRPr lang="en-US" altLang="zh-CN" sz="2400" b="1">
                  <a:solidFill>
                    <a:srgbClr val="FFFF00"/>
                  </a:solidFill>
                  <a:ea typeface="楷体_GB2312" pitchFamily="49" charset="-122"/>
                </a:endParaRPr>
              </a:p>
            </p:txBody>
          </p:sp>
        </p:grpSp>
        <p:grpSp>
          <p:nvGrpSpPr>
            <p:cNvPr id="519" name="Group 62"/>
            <p:cNvGrpSpPr/>
            <p:nvPr/>
          </p:nvGrpSpPr>
          <p:grpSpPr bwMode="auto">
            <a:xfrm>
              <a:off x="294" y="1298"/>
              <a:ext cx="227" cy="231"/>
              <a:chOff x="4059" y="3339"/>
              <a:chExt cx="227" cy="231"/>
            </a:xfrm>
          </p:grpSpPr>
          <p:sp>
            <p:nvSpPr>
              <p:cNvPr id="1049554" name="Oval 63"/>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55" name="Text Box 64"/>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1</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20" name="Group 65"/>
            <p:cNvGrpSpPr/>
            <p:nvPr/>
          </p:nvGrpSpPr>
          <p:grpSpPr bwMode="auto">
            <a:xfrm>
              <a:off x="1383" y="391"/>
              <a:ext cx="227" cy="231"/>
              <a:chOff x="4059" y="3339"/>
              <a:chExt cx="227" cy="231"/>
            </a:xfrm>
          </p:grpSpPr>
          <p:sp>
            <p:nvSpPr>
              <p:cNvPr id="1049556" name="Oval 66"/>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57" name="Text Box 67"/>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2</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21" name="Group 68"/>
            <p:cNvGrpSpPr/>
            <p:nvPr/>
          </p:nvGrpSpPr>
          <p:grpSpPr bwMode="auto">
            <a:xfrm>
              <a:off x="2472" y="1253"/>
              <a:ext cx="227" cy="231"/>
              <a:chOff x="4059" y="3339"/>
              <a:chExt cx="227" cy="231"/>
            </a:xfrm>
          </p:grpSpPr>
          <p:sp>
            <p:nvSpPr>
              <p:cNvPr id="1049558" name="Oval 69"/>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59" name="Text Box 70"/>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3</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22" name="Group 71"/>
            <p:cNvGrpSpPr/>
            <p:nvPr/>
          </p:nvGrpSpPr>
          <p:grpSpPr bwMode="auto">
            <a:xfrm>
              <a:off x="1519" y="2160"/>
              <a:ext cx="227" cy="231"/>
              <a:chOff x="4059" y="3339"/>
              <a:chExt cx="227" cy="231"/>
            </a:xfrm>
          </p:grpSpPr>
          <p:sp>
            <p:nvSpPr>
              <p:cNvPr id="1049560" name="Oval 72"/>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61" name="Text Box 73"/>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4</a:t>
                </a:r>
                <a:endParaRPr lang="en-US" altLang="zh-CN">
                  <a:solidFill>
                    <a:schemeClr val="bg1"/>
                  </a:solidFill>
                  <a:latin typeface="Arial Black" panose="020B0A04020102020204" pitchFamily="34" charset="0"/>
                  <a:ea typeface="宋体" panose="02010600030101010101" pitchFamily="2" charset="-122"/>
                </a:endParaRPr>
              </a:p>
            </p:txBody>
          </p:sp>
        </p:grpSp>
      </p:grpSp>
      <mc:AlternateContent xmlns:mc="http://schemas.openxmlformats.org/markup-compatibility/2006" xmlns:p14="http://schemas.microsoft.com/office/powerpoint/2010/main">
        <mc:Choice Requires="p14">
          <p:contentPart r:id="rId7" p14:bwMode="auto">
            <p14:nvContentPartPr>
              <p14:cNvPr id="1049562" name="墨迹 1049561"/>
              <p14:cNvContentPartPr/>
              <p14:nvPr/>
            </p14:nvContentPartPr>
            <p14:xfrm>
              <a:off x="8578124" y="1630585"/>
              <a:ext cx="502610" cy="244627"/>
            </p14:xfrm>
          </p:contentPart>
        </mc:Choice>
        <mc:Fallback xmlns="">
          <p:pic>
            <p:nvPicPr>
              <p:cNvPr id="1049562" name="墨迹 1049561"/>
            </p:nvPicPr>
            <p:blipFill>
              <a:blip r:embed="rId8"/>
            </p:blipFill>
            <p:spPr>
              <a:xfrm>
                <a:off x="8578124" y="1630585"/>
                <a:ext cx="502610" cy="244627"/>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49563" name="墨迹 1049562"/>
              <p14:cNvContentPartPr/>
              <p14:nvPr/>
            </p14:nvContentPartPr>
            <p14:xfrm>
              <a:off x="5404295" y="1992605"/>
              <a:ext cx="336011" cy="276963"/>
            </p14:xfrm>
          </p:contentPart>
        </mc:Choice>
        <mc:Fallback xmlns="">
          <p:pic>
            <p:nvPicPr>
              <p:cNvPr id="1049563" name="墨迹 1049562"/>
            </p:nvPicPr>
            <p:blipFill>
              <a:blip r:embed="rId10"/>
            </p:blipFill>
            <p:spPr>
              <a:xfrm>
                <a:off x="5404295" y="1992605"/>
                <a:ext cx="336011" cy="276963"/>
              </a:xfrm>
              <a:prstGeom prst="rect"/>
            </p:spPr>
          </p:pic>
        </mc:Fallback>
      </mc:AlternateContent>
    </p:spTree>
  </p:cSld>
  <p:clrMapOvr>
    <a:masterClrMapping/>
  </p:clrMapOvr>
  <p:timing>
    <p:tnLst>
      <p:par>
        <p:cTn id="1" dur="indefinite" restart="never" nodeType="tmRoot"/>
      </p:par>
    </p:tnLst>
    <p:bldLst>
      <p:bldP spid="1049511" grpId="0" bldLvl="0" animBg="1"/>
      <p:bldP spid="1049512" grpId="0" bldLvl="0" animBg="1"/>
      <p:bldP spid="1049513" grpId="0" bldLvl="0" animBg="1"/>
      <p:bldP spid="104951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42" name=""/>
        <p:cNvGrpSpPr/>
        <p:nvPr/>
      </p:nvGrpSpPr>
      <p:grpSpPr>
        <a:xfrm>
          <a:off x="0" y="0"/>
          <a:ext cx="0" cy="0"/>
          <a:chOff x="0" y="0"/>
          <a:chExt cx="0" cy="0"/>
        </a:xfrm>
      </p:grpSpPr>
      <p:sp>
        <p:nvSpPr>
          <p:cNvPr id="1049576" name="Text Box 2"/>
          <p:cNvSpPr txBox="1">
            <a:spLocks noChangeArrowheads="1"/>
          </p:cNvSpPr>
          <p:nvPr/>
        </p:nvSpPr>
        <p:spPr bwMode="auto">
          <a:xfrm>
            <a:off x="1656154" y="957106"/>
            <a:ext cx="5746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800" b="1">
                <a:ea typeface="宋体" panose="02010600030101010101" pitchFamily="2" charset="-122"/>
              </a:rPr>
              <a:t>例</a:t>
            </a:r>
            <a:endParaRPr lang="zh-CN" altLang="en-US" sz="2800" b="1">
              <a:ea typeface="宋体" panose="02010600030101010101" pitchFamily="2" charset="-122"/>
            </a:endParaRPr>
          </a:p>
        </p:txBody>
      </p:sp>
      <p:sp>
        <p:nvSpPr>
          <p:cNvPr id="1049577" name="Text Box 14"/>
          <p:cNvSpPr txBox="1">
            <a:spLocks noChangeArrowheads="1"/>
          </p:cNvSpPr>
          <p:nvPr/>
        </p:nvSpPr>
        <p:spPr bwMode="auto">
          <a:xfrm>
            <a:off x="5092065" y="1810703"/>
            <a:ext cx="4535488"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ea typeface="楷体_GB2312" pitchFamily="49" charset="-122"/>
              </a:rPr>
              <a:t>结合元件特性消去支路电压得：</a:t>
            </a:r>
            <a:endParaRPr lang="zh-CN" altLang="en-US" sz="2400" b="1">
              <a:ea typeface="楷体_GB2312" pitchFamily="49" charset="-122"/>
            </a:endParaRPr>
          </a:p>
        </p:txBody>
      </p:sp>
      <p:graphicFrame>
        <p:nvGraphicFramePr>
          <p:cNvPr id="4194330" name="Object 15"/>
          <p:cNvGraphicFramePr>
            <a:graphicFrameLocks noChangeAspect="1"/>
          </p:cNvGraphicFramePr>
          <p:nvPr/>
        </p:nvGraphicFramePr>
        <p:xfrm>
          <a:off x="5207953" y="2288540"/>
          <a:ext cx="3406775" cy="628650"/>
        </p:xfrm>
        <a:graphic>
          <a:graphicData uri="http://schemas.openxmlformats.org/presentationml/2006/ole">
            <mc:AlternateContent xmlns:mc="http://schemas.openxmlformats.org/markup-compatibility/2006">
              <mc:Choice xmlns:v="urn:schemas-microsoft-com:vml" Requires="v">
                <p:oleObj spid="_x0000_s17812" name="Equation" showAsIcon="1" r:id="rId1" imgW="29260800" imgH="5486400" progId="Equation.DSMT4">
                  <p:embed/>
                </p:oleObj>
              </mc:Choice>
              <mc:Fallback>
                <p:oleObj name="Equation" showAsIcon="1" r:id="rId1" imgW="29260800" imgH="5486400" progId="Equation.DSMT4">
                  <p:embed/>
                  <p:pic>
                    <p:nvPicPr>
                      <p:cNvPr id="0" name="图片 17811"/>
                      <p:cNvPicPr>
                        <a:picLocks noChangeAspect="1" noChangeArrowheads="1"/>
                      </p:cNvPicPr>
                      <p:nvPr/>
                    </p:nvPicPr>
                    <p:blipFill>
                      <a:blip r:embed="rId2"/>
                      <a:srcRect/>
                      <a:stretch>
                        <a:fillRect/>
                      </a:stretch>
                    </p:blipFill>
                    <p:spPr bwMode="auto">
                      <a:xfrm>
                        <a:off x="5207953" y="2288540"/>
                        <a:ext cx="3406775" cy="628650"/>
                      </a:xfrm>
                      <a:prstGeom prst="rect">
                        <a:avLst/>
                      </a:prstGeom>
                      <a:noFill/>
                      <a:ln>
                        <a:noFill/>
                      </a:ln>
                      <a:effectLst/>
                    </p:spPr>
                  </p:pic>
                </p:oleObj>
              </mc:Fallback>
            </mc:AlternateContent>
          </a:graphicData>
        </a:graphic>
      </p:graphicFrame>
      <p:graphicFrame>
        <p:nvGraphicFramePr>
          <p:cNvPr id="4194331" name="Object 16"/>
          <p:cNvGraphicFramePr>
            <a:graphicFrameLocks noChangeAspect="1"/>
          </p:cNvGraphicFramePr>
          <p:nvPr/>
        </p:nvGraphicFramePr>
        <p:xfrm>
          <a:off x="5250974" y="4081291"/>
          <a:ext cx="3468688" cy="609600"/>
        </p:xfrm>
        <a:graphic>
          <a:graphicData uri="http://schemas.openxmlformats.org/presentationml/2006/ole">
            <mc:AlternateContent xmlns:mc="http://schemas.openxmlformats.org/markup-compatibility/2006">
              <mc:Choice xmlns:v="urn:schemas-microsoft-com:vml" Requires="v">
                <p:oleObj spid="_x0000_s17813" name="Equation" showAsIcon="1" r:id="rId3" imgW="29870400" imgH="5486400" progId="Equation.DSMT4">
                  <p:embed/>
                </p:oleObj>
              </mc:Choice>
              <mc:Fallback>
                <p:oleObj name="Equation" showAsIcon="1" r:id="rId3" imgW="29870400" imgH="5486400" progId="Equation.DSMT4">
                  <p:embed/>
                  <p:pic>
                    <p:nvPicPr>
                      <p:cNvPr id="0" name="图片 17812"/>
                      <p:cNvPicPr>
                        <a:picLocks noChangeAspect="1" noChangeArrowheads="1"/>
                      </p:cNvPicPr>
                      <p:nvPr/>
                    </p:nvPicPr>
                    <p:blipFill>
                      <a:blip r:embed="rId4"/>
                      <a:srcRect/>
                      <a:stretch>
                        <a:fillRect/>
                      </a:stretch>
                    </p:blipFill>
                    <p:spPr bwMode="auto">
                      <a:xfrm>
                        <a:off x="5250974" y="4081291"/>
                        <a:ext cx="3468688" cy="609600"/>
                      </a:xfrm>
                      <a:prstGeom prst="rect">
                        <a:avLst/>
                      </a:prstGeom>
                      <a:noFill/>
                      <a:ln>
                        <a:noFill/>
                      </a:ln>
                      <a:effectLst/>
                    </p:spPr>
                  </p:pic>
                </p:oleObj>
              </mc:Fallback>
            </mc:AlternateContent>
          </a:graphicData>
        </a:graphic>
      </p:graphicFrame>
      <p:graphicFrame>
        <p:nvGraphicFramePr>
          <p:cNvPr id="4194332" name="Object 17"/>
          <p:cNvGraphicFramePr>
            <a:graphicFrameLocks noChangeAspect="1"/>
          </p:cNvGraphicFramePr>
          <p:nvPr/>
        </p:nvGraphicFramePr>
        <p:xfrm>
          <a:off x="5250815" y="3186674"/>
          <a:ext cx="3538537" cy="628650"/>
        </p:xfrm>
        <a:graphic>
          <a:graphicData uri="http://schemas.openxmlformats.org/presentationml/2006/ole">
            <mc:AlternateContent xmlns:mc="http://schemas.openxmlformats.org/markup-compatibility/2006">
              <mc:Choice xmlns:v="urn:schemas-microsoft-com:vml" Requires="v">
                <p:oleObj spid="_x0000_s17814" name="Equation" showAsIcon="1" r:id="rId5" imgW="30480000" imgH="5486400" progId="Equation.DSMT4">
                  <p:embed/>
                </p:oleObj>
              </mc:Choice>
              <mc:Fallback>
                <p:oleObj name="Equation" showAsIcon="1" r:id="rId5" imgW="30480000" imgH="5486400" progId="Equation.DSMT4">
                  <p:embed/>
                  <p:pic>
                    <p:nvPicPr>
                      <p:cNvPr id="0" name="图片 17813"/>
                      <p:cNvPicPr>
                        <a:picLocks noChangeAspect="1" noChangeArrowheads="1"/>
                      </p:cNvPicPr>
                      <p:nvPr/>
                    </p:nvPicPr>
                    <p:blipFill>
                      <a:blip r:embed="rId6"/>
                      <a:srcRect/>
                      <a:stretch>
                        <a:fillRect/>
                      </a:stretch>
                    </p:blipFill>
                    <p:spPr bwMode="auto">
                      <a:xfrm>
                        <a:off x="5250815" y="3186674"/>
                        <a:ext cx="3538537" cy="628650"/>
                      </a:xfrm>
                      <a:prstGeom prst="rect">
                        <a:avLst/>
                      </a:prstGeom>
                      <a:noFill/>
                      <a:ln>
                        <a:noFill/>
                      </a:ln>
                      <a:effectLst/>
                    </p:spPr>
                  </p:pic>
                </p:oleObj>
              </mc:Fallback>
            </mc:AlternateContent>
          </a:graphicData>
        </a:graphic>
      </p:graphicFrame>
      <p:grpSp>
        <p:nvGrpSpPr>
          <p:cNvPr id="543" name="Group 21"/>
          <p:cNvGrpSpPr/>
          <p:nvPr/>
        </p:nvGrpSpPr>
        <p:grpSpPr bwMode="auto">
          <a:xfrm>
            <a:off x="608330" y="1601788"/>
            <a:ext cx="4019550" cy="4057650"/>
            <a:chOff x="294" y="391"/>
            <a:chExt cx="2532" cy="2556"/>
          </a:xfrm>
        </p:grpSpPr>
        <p:sp>
          <p:nvSpPr>
            <p:cNvPr id="1049578" name="Text Box 56"/>
            <p:cNvSpPr txBox="1">
              <a:spLocks noChangeArrowheads="1"/>
            </p:cNvSpPr>
            <p:nvPr/>
          </p:nvSpPr>
          <p:spPr bwMode="auto">
            <a:xfrm>
              <a:off x="2472" y="2220"/>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79" name="Oval 22"/>
            <p:cNvSpPr>
              <a:spLocks noChangeArrowheads="1"/>
            </p:cNvSpPr>
            <p:nvPr/>
          </p:nvSpPr>
          <p:spPr bwMode="auto">
            <a:xfrm>
              <a:off x="1707" y="2393"/>
              <a:ext cx="333" cy="326"/>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80" name="Line 23"/>
            <p:cNvSpPr>
              <a:spLocks noChangeShapeType="1"/>
            </p:cNvSpPr>
            <p:nvPr/>
          </p:nvSpPr>
          <p:spPr bwMode="auto">
            <a:xfrm>
              <a:off x="1499" y="653"/>
              <a:ext cx="0" cy="1486"/>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81" name="Line 24"/>
            <p:cNvSpPr>
              <a:spLocks noChangeShapeType="1"/>
            </p:cNvSpPr>
            <p:nvPr/>
          </p:nvSpPr>
          <p:spPr bwMode="auto">
            <a:xfrm>
              <a:off x="1499" y="653"/>
              <a:ext cx="916" cy="743"/>
            </a:xfrm>
            <a:prstGeom prst="line">
              <a:avLst/>
            </a:prstGeom>
            <a:noFill/>
            <a:ln w="28575">
              <a:solidFill>
                <a:srgbClr val="FFCC00"/>
              </a:solidFill>
              <a:round/>
            </a:ln>
            <a:effectLst/>
          </p:spPr>
          <p:txBody>
            <a:bodyPr wrap="none" anchor="ctr"/>
            <a:p>
              <a:endParaRPr lang="zh-CN" altLang="en-US"/>
            </a:p>
          </p:txBody>
        </p:sp>
        <p:sp>
          <p:nvSpPr>
            <p:cNvPr id="1049582" name="Line 25"/>
            <p:cNvSpPr>
              <a:spLocks noChangeShapeType="1"/>
            </p:cNvSpPr>
            <p:nvPr/>
          </p:nvSpPr>
          <p:spPr bwMode="auto">
            <a:xfrm>
              <a:off x="582" y="1396"/>
              <a:ext cx="917" cy="743"/>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83" name="Line 26"/>
            <p:cNvSpPr>
              <a:spLocks noChangeShapeType="1"/>
            </p:cNvSpPr>
            <p:nvPr/>
          </p:nvSpPr>
          <p:spPr bwMode="auto">
            <a:xfrm flipH="1">
              <a:off x="1499" y="1396"/>
              <a:ext cx="916" cy="743"/>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49584" name="Line 27"/>
            <p:cNvSpPr>
              <a:spLocks noChangeShapeType="1"/>
            </p:cNvSpPr>
            <p:nvPr/>
          </p:nvSpPr>
          <p:spPr bwMode="auto">
            <a:xfrm flipH="1">
              <a:off x="582" y="653"/>
              <a:ext cx="917" cy="743"/>
            </a:xfrm>
            <a:prstGeom prst="line">
              <a:avLst/>
            </a:prstGeom>
            <a:noFill/>
            <a:ln w="28575">
              <a:solidFill>
                <a:srgbClr val="FFCC00"/>
              </a:solidFill>
              <a:round/>
            </a:ln>
            <a:effectLst/>
          </p:spPr>
          <p:txBody>
            <a:bodyPr wrap="none" anchor="ctr"/>
            <a:p>
              <a:endParaRPr lang="zh-CN" altLang="en-US"/>
            </a:p>
          </p:txBody>
        </p:sp>
        <p:sp>
          <p:nvSpPr>
            <p:cNvPr id="1049585" name="Freeform 28"/>
            <p:cNvSpPr/>
            <p:nvPr/>
          </p:nvSpPr>
          <p:spPr bwMode="auto">
            <a:xfrm>
              <a:off x="582" y="1396"/>
              <a:ext cx="1" cy="1163"/>
            </a:xfrm>
            <a:custGeom>
              <a:avLst/>
              <a:gdLst>
                <a:gd name="T0" fmla="*/ 0 w 1"/>
                <a:gd name="T1" fmla="*/ 0 h 1135"/>
                <a:gd name="T2" fmla="*/ 0 w 1"/>
                <a:gd name="T3" fmla="*/ 1192 h 1135"/>
                <a:gd name="T4" fmla="*/ 0 60000 65536"/>
                <a:gd name="T5" fmla="*/ 0 60000 65536"/>
              </a:gdLst>
              <a:ahLst/>
              <a:cxnLst>
                <a:cxn ang="T4">
                  <a:pos x="T0" y="T1"/>
                </a:cxn>
                <a:cxn ang="T5">
                  <a:pos x="T2" y="T3"/>
                </a:cxn>
              </a:cxnLst>
              <a:rect l="0" t="0" r="r" b="b"/>
              <a:pathLst>
                <a:path w="1" h="1135">
                  <a:moveTo>
                    <a:pt x="0" y="0"/>
                  </a:moveTo>
                  <a:lnTo>
                    <a:pt x="0" y="1135"/>
                  </a:lnTo>
                </a:path>
              </a:pathLst>
            </a:custGeom>
            <a:noFill/>
            <a:ln w="28575" cmpd="sng">
              <a:solidFill>
                <a:srgbClr val="FFCC00"/>
              </a:solidFill>
              <a:round/>
            </a:ln>
            <a:effectLst/>
          </p:spPr>
          <p:txBody>
            <a:bodyPr wrap="none" anchor="ctr"/>
            <a:p>
              <a:endParaRPr lang="zh-CN" altLang="en-US"/>
            </a:p>
          </p:txBody>
        </p:sp>
        <p:sp>
          <p:nvSpPr>
            <p:cNvPr id="1049586" name="Freeform 29"/>
            <p:cNvSpPr/>
            <p:nvPr/>
          </p:nvSpPr>
          <p:spPr bwMode="auto">
            <a:xfrm>
              <a:off x="2415" y="1396"/>
              <a:ext cx="1" cy="1169"/>
            </a:xfrm>
            <a:custGeom>
              <a:avLst/>
              <a:gdLst>
                <a:gd name="T0" fmla="*/ 0 w 1"/>
                <a:gd name="T1" fmla="*/ 0 h 1141"/>
                <a:gd name="T2" fmla="*/ 0 w 1"/>
                <a:gd name="T3" fmla="*/ 1198 h 1141"/>
                <a:gd name="T4" fmla="*/ 0 60000 65536"/>
                <a:gd name="T5" fmla="*/ 0 60000 65536"/>
              </a:gdLst>
              <a:ahLst/>
              <a:cxnLst>
                <a:cxn ang="T4">
                  <a:pos x="T0" y="T1"/>
                </a:cxn>
                <a:cxn ang="T5">
                  <a:pos x="T2" y="T3"/>
                </a:cxn>
              </a:cxnLst>
              <a:rect l="0" t="0" r="r" b="b"/>
              <a:pathLst>
                <a:path w="1" h="1141">
                  <a:moveTo>
                    <a:pt x="0" y="0"/>
                  </a:moveTo>
                  <a:lnTo>
                    <a:pt x="0" y="1141"/>
                  </a:lnTo>
                </a:path>
              </a:pathLst>
            </a:custGeom>
            <a:noFill/>
            <a:ln w="28575" cmpd="sng">
              <a:solidFill>
                <a:srgbClr val="FFCC00"/>
              </a:solidFill>
              <a:round/>
            </a:ln>
            <a:effectLst/>
          </p:spPr>
          <p:txBody>
            <a:bodyPr wrap="none" anchor="ctr"/>
            <a:p>
              <a:endParaRPr lang="zh-CN" altLang="en-US"/>
            </a:p>
          </p:txBody>
        </p:sp>
        <p:sp>
          <p:nvSpPr>
            <p:cNvPr id="1049587" name="Line 30"/>
            <p:cNvSpPr>
              <a:spLocks noChangeShapeType="1"/>
            </p:cNvSpPr>
            <p:nvPr/>
          </p:nvSpPr>
          <p:spPr bwMode="auto">
            <a:xfrm flipV="1">
              <a:off x="589" y="2553"/>
              <a:ext cx="1833" cy="0"/>
            </a:xfrm>
            <a:prstGeom prst="line">
              <a:avLst/>
            </a:prstGeom>
            <a:noFill/>
            <a:ln w="28575">
              <a:solidFill>
                <a:srgbClr val="FFCC00"/>
              </a:solidFill>
              <a:round/>
            </a:ln>
            <a:effectLst/>
          </p:spPr>
          <p:txBody>
            <a:bodyPr wrap="none" anchor="ctr"/>
            <a:p>
              <a:endParaRPr lang="zh-CN" altLang="en-US"/>
            </a:p>
          </p:txBody>
        </p:sp>
        <p:sp>
          <p:nvSpPr>
            <p:cNvPr id="1049588" name="Rectangle 31"/>
            <p:cNvSpPr>
              <a:spLocks noChangeArrowheads="1"/>
            </p:cNvSpPr>
            <p:nvPr/>
          </p:nvSpPr>
          <p:spPr bwMode="auto">
            <a:xfrm>
              <a:off x="1426" y="1320"/>
              <a:ext cx="125"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89" name="Rectangle 32"/>
            <p:cNvSpPr>
              <a:spLocks noChangeArrowheads="1"/>
            </p:cNvSpPr>
            <p:nvPr/>
          </p:nvSpPr>
          <p:spPr bwMode="auto">
            <a:xfrm rot="3007029">
              <a:off x="968" y="926"/>
              <a:ext cx="101"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90" name="Rectangle 33"/>
            <p:cNvSpPr>
              <a:spLocks noChangeArrowheads="1"/>
            </p:cNvSpPr>
            <p:nvPr/>
          </p:nvSpPr>
          <p:spPr bwMode="auto">
            <a:xfrm rot="18649173">
              <a:off x="1897" y="904"/>
              <a:ext cx="103"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91" name="Rectangle 34"/>
            <p:cNvSpPr>
              <a:spLocks noChangeArrowheads="1"/>
            </p:cNvSpPr>
            <p:nvPr/>
          </p:nvSpPr>
          <p:spPr bwMode="auto">
            <a:xfrm rot="3007029">
              <a:off x="1907" y="1662"/>
              <a:ext cx="100"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92" name="Rectangle 35"/>
            <p:cNvSpPr>
              <a:spLocks noChangeArrowheads="1"/>
            </p:cNvSpPr>
            <p:nvPr/>
          </p:nvSpPr>
          <p:spPr bwMode="auto">
            <a:xfrm rot="18649173">
              <a:off x="981" y="1654"/>
              <a:ext cx="103"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93" name="Rectangle 36"/>
            <p:cNvSpPr>
              <a:spLocks noChangeArrowheads="1"/>
            </p:cNvSpPr>
            <p:nvPr/>
          </p:nvSpPr>
          <p:spPr bwMode="auto">
            <a:xfrm rot="5400000">
              <a:off x="1002" y="2432"/>
              <a:ext cx="111"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594" name="Text Box 37"/>
            <p:cNvSpPr txBox="1">
              <a:spLocks noChangeArrowheads="1"/>
            </p:cNvSpPr>
            <p:nvPr/>
          </p:nvSpPr>
          <p:spPr bwMode="auto">
            <a:xfrm>
              <a:off x="672" y="1741"/>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95" name="Text Box 38"/>
            <p:cNvSpPr txBox="1">
              <a:spLocks noChangeArrowheads="1"/>
            </p:cNvSpPr>
            <p:nvPr/>
          </p:nvSpPr>
          <p:spPr bwMode="auto">
            <a:xfrm>
              <a:off x="652" y="75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96" name="Text Box 39"/>
            <p:cNvSpPr txBox="1">
              <a:spLocks noChangeArrowheads="1"/>
            </p:cNvSpPr>
            <p:nvPr/>
          </p:nvSpPr>
          <p:spPr bwMode="auto">
            <a:xfrm>
              <a:off x="1565" y="1293"/>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97" name="Text Box 40"/>
            <p:cNvSpPr txBox="1">
              <a:spLocks noChangeArrowheads="1"/>
            </p:cNvSpPr>
            <p:nvPr/>
          </p:nvSpPr>
          <p:spPr bwMode="auto">
            <a:xfrm>
              <a:off x="1978" y="746"/>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98" name="Text Box 41"/>
            <p:cNvSpPr txBox="1">
              <a:spLocks noChangeArrowheads="1"/>
            </p:cNvSpPr>
            <p:nvPr/>
          </p:nvSpPr>
          <p:spPr bwMode="auto">
            <a:xfrm>
              <a:off x="1693" y="1876"/>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599" name="Text Box 42"/>
            <p:cNvSpPr txBox="1">
              <a:spLocks noChangeArrowheads="1"/>
            </p:cNvSpPr>
            <p:nvPr/>
          </p:nvSpPr>
          <p:spPr bwMode="auto">
            <a:xfrm>
              <a:off x="881" y="260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R</a:t>
              </a:r>
              <a:r>
                <a:rPr kumimoji="1" lang="en-US" altLang="zh-CN" sz="2800" b="1" baseline="-25000">
                  <a:solidFill>
                    <a:schemeClr val="tx2"/>
                  </a:solidFill>
                  <a:latin typeface="Times New Roman" panose="02020603050405020304" pitchFamily="18" charset="0"/>
                  <a:ea typeface="宋体" panose="02010600030101010101" pitchFamily="2" charset="-122"/>
                </a:rPr>
                <a:t>6</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00" name="Line 43"/>
            <p:cNvSpPr>
              <a:spLocks noChangeShapeType="1"/>
            </p:cNvSpPr>
            <p:nvPr/>
          </p:nvSpPr>
          <p:spPr bwMode="auto">
            <a:xfrm flipV="1">
              <a:off x="546" y="1054"/>
              <a:ext cx="263" cy="233"/>
            </a:xfrm>
            <a:prstGeom prst="line">
              <a:avLst/>
            </a:prstGeom>
            <a:noFill/>
            <a:ln w="38100">
              <a:solidFill>
                <a:srgbClr val="66FFFF"/>
              </a:solidFill>
              <a:round/>
              <a:tailEnd type="stealth" w="sm" len="med"/>
            </a:ln>
            <a:effectLst/>
          </p:spPr>
          <p:txBody>
            <a:bodyPr wrap="none" anchor="ctr"/>
            <a:p>
              <a:endParaRPr lang="zh-CN" altLang="en-US"/>
            </a:p>
          </p:txBody>
        </p:sp>
        <p:sp>
          <p:nvSpPr>
            <p:cNvPr id="1049601" name="Line 44"/>
            <p:cNvSpPr>
              <a:spLocks noChangeShapeType="1"/>
            </p:cNvSpPr>
            <p:nvPr/>
          </p:nvSpPr>
          <p:spPr bwMode="auto">
            <a:xfrm flipV="1">
              <a:off x="1994" y="1690"/>
              <a:ext cx="262" cy="233"/>
            </a:xfrm>
            <a:prstGeom prst="line">
              <a:avLst/>
            </a:prstGeom>
            <a:noFill/>
            <a:ln w="38100">
              <a:solidFill>
                <a:srgbClr val="66FFFF"/>
              </a:solidFill>
              <a:round/>
              <a:tailEnd type="stealth" w="sm" len="med"/>
            </a:ln>
            <a:effectLst/>
          </p:spPr>
          <p:txBody>
            <a:bodyPr wrap="none" anchor="ctr"/>
            <a:p>
              <a:endParaRPr lang="zh-CN" altLang="en-US"/>
            </a:p>
          </p:txBody>
        </p:sp>
        <p:sp>
          <p:nvSpPr>
            <p:cNvPr id="1049602" name="Line 45"/>
            <p:cNvSpPr>
              <a:spLocks noChangeShapeType="1"/>
            </p:cNvSpPr>
            <p:nvPr/>
          </p:nvSpPr>
          <p:spPr bwMode="auto">
            <a:xfrm rot="5400000" flipV="1">
              <a:off x="1121" y="1920"/>
              <a:ext cx="232" cy="263"/>
            </a:xfrm>
            <a:prstGeom prst="line">
              <a:avLst/>
            </a:prstGeom>
            <a:noFill/>
            <a:ln w="38100">
              <a:solidFill>
                <a:srgbClr val="66FFFF"/>
              </a:solidFill>
              <a:round/>
              <a:tailEnd type="stealth" w="sm" len="med"/>
            </a:ln>
            <a:effectLst/>
          </p:spPr>
          <p:txBody>
            <a:bodyPr wrap="none" anchor="ctr"/>
            <a:p>
              <a:endParaRPr lang="zh-CN" altLang="en-US"/>
            </a:p>
          </p:txBody>
        </p:sp>
        <p:sp>
          <p:nvSpPr>
            <p:cNvPr id="1049603" name="Line 46"/>
            <p:cNvSpPr>
              <a:spLocks noChangeShapeType="1"/>
            </p:cNvSpPr>
            <p:nvPr/>
          </p:nvSpPr>
          <p:spPr bwMode="auto">
            <a:xfrm rot="5400000" flipV="1">
              <a:off x="2168" y="1069"/>
              <a:ext cx="233" cy="263"/>
            </a:xfrm>
            <a:prstGeom prst="line">
              <a:avLst/>
            </a:prstGeom>
            <a:noFill/>
            <a:ln w="38100">
              <a:solidFill>
                <a:srgbClr val="66FFFF"/>
              </a:solidFill>
              <a:round/>
              <a:tailEnd type="stealth" w="sm" len="med"/>
            </a:ln>
            <a:effectLst/>
          </p:spPr>
          <p:txBody>
            <a:bodyPr wrap="none" anchor="ctr"/>
            <a:p>
              <a:endParaRPr lang="zh-CN" altLang="en-US"/>
            </a:p>
          </p:txBody>
        </p:sp>
        <p:sp>
          <p:nvSpPr>
            <p:cNvPr id="1049604" name="Line 47"/>
            <p:cNvSpPr>
              <a:spLocks noChangeShapeType="1"/>
            </p:cNvSpPr>
            <p:nvPr/>
          </p:nvSpPr>
          <p:spPr bwMode="auto">
            <a:xfrm rot="8093792" flipV="1">
              <a:off x="1286" y="898"/>
              <a:ext cx="255" cy="256"/>
            </a:xfrm>
            <a:prstGeom prst="line">
              <a:avLst/>
            </a:prstGeom>
            <a:noFill/>
            <a:ln w="38100">
              <a:solidFill>
                <a:srgbClr val="66FFFF"/>
              </a:solidFill>
              <a:round/>
              <a:tailEnd type="stealth" w="sm" len="med"/>
            </a:ln>
            <a:effectLst/>
          </p:spPr>
          <p:txBody>
            <a:bodyPr wrap="none" anchor="ctr"/>
            <a:p>
              <a:endParaRPr lang="zh-CN" altLang="en-US"/>
            </a:p>
          </p:txBody>
        </p:sp>
        <p:sp>
          <p:nvSpPr>
            <p:cNvPr id="1049605" name="Line 48"/>
            <p:cNvSpPr>
              <a:spLocks noChangeShapeType="1"/>
            </p:cNvSpPr>
            <p:nvPr/>
          </p:nvSpPr>
          <p:spPr bwMode="auto">
            <a:xfrm rot="8219172" flipV="1">
              <a:off x="2379" y="2259"/>
              <a:ext cx="232" cy="246"/>
            </a:xfrm>
            <a:prstGeom prst="line">
              <a:avLst/>
            </a:prstGeom>
            <a:noFill/>
            <a:ln w="38100">
              <a:solidFill>
                <a:srgbClr val="66FFFF"/>
              </a:solidFill>
              <a:round/>
              <a:tailEnd type="stealth" w="sm" len="med"/>
            </a:ln>
            <a:effectLst/>
          </p:spPr>
          <p:txBody>
            <a:bodyPr wrap="none" anchor="ctr"/>
            <a:p>
              <a:endParaRPr lang="zh-CN" altLang="en-US"/>
            </a:p>
          </p:txBody>
        </p:sp>
        <p:sp>
          <p:nvSpPr>
            <p:cNvPr id="1049606" name="Text Box 49"/>
            <p:cNvSpPr txBox="1">
              <a:spLocks noChangeArrowheads="1"/>
            </p:cNvSpPr>
            <p:nvPr/>
          </p:nvSpPr>
          <p:spPr bwMode="auto">
            <a:xfrm>
              <a:off x="1381" y="2534"/>
              <a:ext cx="326"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07" name="Text Box 50"/>
            <p:cNvSpPr txBox="1">
              <a:spLocks noChangeArrowheads="1"/>
            </p:cNvSpPr>
            <p:nvPr/>
          </p:nvSpPr>
          <p:spPr bwMode="auto">
            <a:xfrm>
              <a:off x="2096" y="2553"/>
              <a:ext cx="326" cy="33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solidFill>
                    <a:schemeClr val="tx2"/>
                  </a:solidFill>
                  <a:latin typeface="Times New Roman" panose="02020603050405020304" pitchFamily="18" charset="0"/>
                  <a:ea typeface="宋体" panose="02010600030101010101" pitchFamily="2" charset="-122"/>
                </a:rPr>
                <a:t>–</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08" name="Text Box 51"/>
            <p:cNvSpPr txBox="1">
              <a:spLocks noChangeArrowheads="1"/>
            </p:cNvSpPr>
            <p:nvPr/>
          </p:nvSpPr>
          <p:spPr bwMode="auto">
            <a:xfrm>
              <a:off x="305" y="918"/>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2</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09" name="Text Box 52"/>
            <p:cNvSpPr txBox="1">
              <a:spLocks noChangeArrowheads="1"/>
            </p:cNvSpPr>
            <p:nvPr/>
          </p:nvSpPr>
          <p:spPr bwMode="auto">
            <a:xfrm>
              <a:off x="1138" y="967"/>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3</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10" name="Text Box 53"/>
            <p:cNvSpPr txBox="1">
              <a:spLocks noChangeArrowheads="1"/>
            </p:cNvSpPr>
            <p:nvPr/>
          </p:nvSpPr>
          <p:spPr bwMode="auto">
            <a:xfrm>
              <a:off x="2290" y="979"/>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4</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11" name="Text Box 54"/>
            <p:cNvSpPr txBox="1">
              <a:spLocks noChangeArrowheads="1"/>
            </p:cNvSpPr>
            <p:nvPr/>
          </p:nvSpPr>
          <p:spPr bwMode="auto">
            <a:xfrm>
              <a:off x="964" y="1975"/>
              <a:ext cx="354" cy="327"/>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1</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12" name="Text Box 55"/>
            <p:cNvSpPr txBox="1">
              <a:spLocks noChangeArrowheads="1"/>
            </p:cNvSpPr>
            <p:nvPr/>
          </p:nvSpPr>
          <p:spPr bwMode="auto">
            <a:xfrm>
              <a:off x="2103" y="1735"/>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5</a:t>
              </a:r>
              <a:endParaRPr kumimoji="1" lang="en-US" altLang="zh-CN" sz="2800" b="1">
                <a:solidFill>
                  <a:schemeClr val="tx2"/>
                </a:solidFill>
                <a:latin typeface="Times New Roman" panose="02020603050405020304" pitchFamily="18" charset="0"/>
                <a:ea typeface="宋体" panose="02010600030101010101" pitchFamily="2" charset="-122"/>
              </a:endParaRPr>
            </a:p>
          </p:txBody>
        </p:sp>
        <p:sp>
          <p:nvSpPr>
            <p:cNvPr id="1049613" name="Text Box 57"/>
            <p:cNvSpPr txBox="1">
              <a:spLocks noChangeArrowheads="1"/>
            </p:cNvSpPr>
            <p:nvPr/>
          </p:nvSpPr>
          <p:spPr bwMode="auto">
            <a:xfrm>
              <a:off x="1721" y="2619"/>
              <a:ext cx="354" cy="32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S</a:t>
              </a:r>
              <a:endParaRPr kumimoji="1" lang="en-US" altLang="zh-CN" sz="2800" b="1">
                <a:solidFill>
                  <a:schemeClr val="tx2"/>
                </a:solidFill>
                <a:latin typeface="Times New Roman" panose="02020603050405020304" pitchFamily="18" charset="0"/>
                <a:ea typeface="宋体" panose="02010600030101010101" pitchFamily="2" charset="-122"/>
              </a:endParaRPr>
            </a:p>
          </p:txBody>
        </p:sp>
        <p:grpSp>
          <p:nvGrpSpPr>
            <p:cNvPr id="544" name="Group 58"/>
            <p:cNvGrpSpPr/>
            <p:nvPr/>
          </p:nvGrpSpPr>
          <p:grpSpPr bwMode="auto">
            <a:xfrm>
              <a:off x="975" y="1162"/>
              <a:ext cx="1179" cy="1241"/>
              <a:chOff x="975" y="1162"/>
              <a:chExt cx="1179" cy="1241"/>
            </a:xfrm>
          </p:grpSpPr>
          <p:sp>
            <p:nvSpPr>
              <p:cNvPr id="1049614" name="Text Box 59"/>
              <p:cNvSpPr txBox="1">
                <a:spLocks noChangeArrowheads="1"/>
              </p:cNvSpPr>
              <p:nvPr/>
            </p:nvSpPr>
            <p:spPr bwMode="auto">
              <a:xfrm>
                <a:off x="975" y="1207"/>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rgbClr val="FFFF00"/>
                    </a:solidFill>
                    <a:ea typeface="楷体_GB2312" pitchFamily="49" charset="-122"/>
                  </a:rPr>
                  <a:t>1</a:t>
                </a:r>
                <a:endParaRPr lang="en-US" altLang="zh-CN" sz="2400" b="1">
                  <a:solidFill>
                    <a:srgbClr val="FFFF00"/>
                  </a:solidFill>
                  <a:ea typeface="楷体_GB2312" pitchFamily="49" charset="-122"/>
                </a:endParaRPr>
              </a:p>
            </p:txBody>
          </p:sp>
          <p:sp>
            <p:nvSpPr>
              <p:cNvPr id="1049615" name="Text Box 60"/>
              <p:cNvSpPr txBox="1">
                <a:spLocks noChangeArrowheads="1"/>
              </p:cNvSpPr>
              <p:nvPr/>
            </p:nvSpPr>
            <p:spPr bwMode="auto">
              <a:xfrm>
                <a:off x="1837" y="1162"/>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2</a:t>
                </a:r>
                <a:endParaRPr lang="en-US" altLang="zh-CN" sz="2400" b="1">
                  <a:solidFill>
                    <a:srgbClr val="FFFF00"/>
                  </a:solidFill>
                  <a:ea typeface="楷体_GB2312" pitchFamily="49" charset="-122"/>
                </a:endParaRPr>
              </a:p>
            </p:txBody>
          </p:sp>
          <p:sp>
            <p:nvSpPr>
              <p:cNvPr id="1049616" name="Text Box 61"/>
              <p:cNvSpPr txBox="1">
                <a:spLocks noChangeArrowheads="1"/>
              </p:cNvSpPr>
              <p:nvPr/>
            </p:nvSpPr>
            <p:spPr bwMode="auto">
              <a:xfrm>
                <a:off x="1247" y="2115"/>
                <a:ext cx="317"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FF00"/>
                    </a:solidFill>
                    <a:ea typeface="楷体_GB2312" pitchFamily="49" charset="-122"/>
                  </a:rPr>
                  <a:t>3</a:t>
                </a:r>
                <a:endParaRPr lang="en-US" altLang="zh-CN" sz="2400" b="1">
                  <a:solidFill>
                    <a:srgbClr val="FFFF00"/>
                  </a:solidFill>
                  <a:ea typeface="楷体_GB2312" pitchFamily="49" charset="-122"/>
                </a:endParaRPr>
              </a:p>
            </p:txBody>
          </p:sp>
        </p:grpSp>
        <p:grpSp>
          <p:nvGrpSpPr>
            <p:cNvPr id="545" name="Group 62"/>
            <p:cNvGrpSpPr/>
            <p:nvPr/>
          </p:nvGrpSpPr>
          <p:grpSpPr bwMode="auto">
            <a:xfrm>
              <a:off x="294" y="1298"/>
              <a:ext cx="227" cy="231"/>
              <a:chOff x="4059" y="3339"/>
              <a:chExt cx="227" cy="231"/>
            </a:xfrm>
          </p:grpSpPr>
          <p:sp>
            <p:nvSpPr>
              <p:cNvPr id="1049617" name="Oval 63"/>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18" name="Text Box 64"/>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1</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46" name="Group 65"/>
            <p:cNvGrpSpPr/>
            <p:nvPr/>
          </p:nvGrpSpPr>
          <p:grpSpPr bwMode="auto">
            <a:xfrm>
              <a:off x="1383" y="391"/>
              <a:ext cx="227" cy="231"/>
              <a:chOff x="4059" y="3339"/>
              <a:chExt cx="227" cy="231"/>
            </a:xfrm>
          </p:grpSpPr>
          <p:sp>
            <p:nvSpPr>
              <p:cNvPr id="1049619" name="Oval 66"/>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20" name="Text Box 67"/>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2</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47" name="Group 68"/>
            <p:cNvGrpSpPr/>
            <p:nvPr/>
          </p:nvGrpSpPr>
          <p:grpSpPr bwMode="auto">
            <a:xfrm>
              <a:off x="2472" y="1253"/>
              <a:ext cx="227" cy="231"/>
              <a:chOff x="4059" y="3339"/>
              <a:chExt cx="227" cy="231"/>
            </a:xfrm>
          </p:grpSpPr>
          <p:sp>
            <p:nvSpPr>
              <p:cNvPr id="1049621" name="Oval 69"/>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22" name="Text Box 70"/>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3</a:t>
                </a:r>
                <a:endParaRPr lang="en-US" altLang="zh-CN">
                  <a:solidFill>
                    <a:schemeClr val="bg1"/>
                  </a:solidFill>
                  <a:latin typeface="Arial Black" panose="020B0A04020102020204" pitchFamily="34" charset="0"/>
                  <a:ea typeface="宋体" panose="02010600030101010101" pitchFamily="2" charset="-122"/>
                </a:endParaRPr>
              </a:p>
            </p:txBody>
          </p:sp>
        </p:grpSp>
        <p:grpSp>
          <p:nvGrpSpPr>
            <p:cNvPr id="548" name="Group 71"/>
            <p:cNvGrpSpPr/>
            <p:nvPr/>
          </p:nvGrpSpPr>
          <p:grpSpPr bwMode="auto">
            <a:xfrm>
              <a:off x="1519" y="2160"/>
              <a:ext cx="227" cy="231"/>
              <a:chOff x="4059" y="3339"/>
              <a:chExt cx="227" cy="231"/>
            </a:xfrm>
          </p:grpSpPr>
          <p:sp>
            <p:nvSpPr>
              <p:cNvPr id="1049623" name="Oval 72"/>
              <p:cNvSpPr>
                <a:spLocks noChangeArrowheads="1"/>
              </p:cNvSpPr>
              <p:nvPr/>
            </p:nvSpPr>
            <p:spPr bwMode="auto">
              <a:xfrm>
                <a:off x="4059" y="3339"/>
                <a:ext cx="227" cy="227"/>
              </a:xfrm>
              <a:prstGeom prst="ellipse">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24" name="Text Box 73"/>
              <p:cNvSpPr txBox="1">
                <a:spLocks noChangeArrowheads="1"/>
              </p:cNvSpPr>
              <p:nvPr/>
            </p:nvSpPr>
            <p:spPr bwMode="auto">
              <a:xfrm>
                <a:off x="4059" y="3339"/>
                <a:ext cx="227" cy="23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a:solidFill>
                      <a:schemeClr val="bg1"/>
                    </a:solidFill>
                    <a:latin typeface="Arial Black" panose="020B0A04020102020204" pitchFamily="34" charset="0"/>
                    <a:ea typeface="宋体" panose="02010600030101010101" pitchFamily="2" charset="-122"/>
                  </a:rPr>
                  <a:t>4</a:t>
                </a:r>
                <a:endParaRPr lang="en-US" altLang="zh-CN">
                  <a:solidFill>
                    <a:schemeClr val="bg1"/>
                  </a:solidFill>
                  <a:latin typeface="Arial Black" panose="020B0A04020102020204" pitchFamily="34" charset="0"/>
                  <a:ea typeface="宋体" panose="02010600030101010101" pitchFamily="2" charset="-122"/>
                </a:endParaRPr>
              </a:p>
            </p:txBody>
          </p:sp>
        </p:grpSp>
      </p:grpSp>
    </p:spTree>
  </p:cSld>
  <p:clrMapOvr>
    <a:masterClrMapping/>
  </p:clrMapOvr>
  <p:timing>
    <p:tnLst>
      <p:par>
        <p:cTn id="1" dur="indefinite" restart="never" nodeType="tmRoot"/>
      </p:par>
    </p:tnLst>
    <p:bldLst>
      <p:bldP spid="1049577"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549" name=""/>
        <p:cNvGrpSpPr/>
        <p:nvPr/>
      </p:nvGrpSpPr>
      <p:grpSpPr>
        <a:xfrm>
          <a:off x="0" y="0"/>
          <a:ext cx="0" cy="0"/>
          <a:chOff x="0" y="0"/>
          <a:chExt cx="0" cy="0"/>
        </a:xfrm>
      </p:grpSpPr>
      <p:sp>
        <p:nvSpPr>
          <p:cNvPr id="1049625" name="Text Box 2"/>
          <p:cNvSpPr txBox="1">
            <a:spLocks noChangeArrowheads="1"/>
          </p:cNvSpPr>
          <p:nvPr/>
        </p:nvSpPr>
        <p:spPr bwMode="auto">
          <a:xfrm>
            <a:off x="1495744" y="1546861"/>
            <a:ext cx="4321175" cy="52197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a:solidFill>
                  <a:srgbClr val="FFFF00"/>
                </a:solidFill>
                <a:latin typeface="Times New Roman" panose="02020603050405020304" pitchFamily="18" charset="0"/>
                <a:ea typeface="宋体" panose="02010600030101010101" pitchFamily="2" charset="-122"/>
              </a:rPr>
              <a:t>支路电流法的一般步骤：</a:t>
            </a:r>
            <a:endParaRPr kumimoji="1" lang="zh-CN" altLang="en-US" sz="2800" b="1">
              <a:solidFill>
                <a:srgbClr val="FFFF00"/>
              </a:solidFill>
              <a:latin typeface="Times New Roman" panose="02020603050405020304" pitchFamily="18" charset="0"/>
              <a:ea typeface="宋体" panose="02010600030101010101" pitchFamily="2" charset="-122"/>
            </a:endParaRPr>
          </a:p>
        </p:txBody>
      </p:sp>
      <p:sp>
        <p:nvSpPr>
          <p:cNvPr id="1049626" name="Text Box 3"/>
          <p:cNvSpPr txBox="1">
            <a:spLocks noChangeArrowheads="1"/>
          </p:cNvSpPr>
          <p:nvPr/>
        </p:nvSpPr>
        <p:spPr bwMode="auto">
          <a:xfrm>
            <a:off x="1711643" y="2194560"/>
            <a:ext cx="61722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dirty="0">
                <a:latin typeface="仿宋_GB2312" pitchFamily="49" charset="-122"/>
                <a:ea typeface="仿宋_GB2312" pitchFamily="49" charset="-122"/>
              </a:rPr>
              <a:t>(1) </a:t>
            </a:r>
            <a:r>
              <a:rPr kumimoji="1" lang="zh-CN" altLang="en-US" sz="2400" b="1" dirty="0">
                <a:latin typeface="仿宋_GB2312" pitchFamily="49" charset="-122"/>
                <a:ea typeface="仿宋_GB2312" pitchFamily="49" charset="-122"/>
              </a:rPr>
              <a:t>标定各支路电流（电压）的参考方向；</a:t>
            </a:r>
            <a:endParaRPr kumimoji="1" lang="zh-CN" altLang="en-US" sz="2400" b="1" dirty="0">
              <a:latin typeface="仿宋_GB2312" pitchFamily="49" charset="-122"/>
              <a:ea typeface="仿宋_GB2312" pitchFamily="49" charset="-122"/>
            </a:endParaRPr>
          </a:p>
        </p:txBody>
      </p:sp>
      <p:sp>
        <p:nvSpPr>
          <p:cNvPr id="1049627" name="Text Box 4"/>
          <p:cNvSpPr txBox="1">
            <a:spLocks noChangeArrowheads="1"/>
          </p:cNvSpPr>
          <p:nvPr/>
        </p:nvSpPr>
        <p:spPr bwMode="auto">
          <a:xfrm>
            <a:off x="1711643" y="2770823"/>
            <a:ext cx="653415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(2) </a:t>
            </a:r>
            <a:r>
              <a:rPr kumimoji="1" lang="zh-CN" altLang="en-US" sz="2400" b="1">
                <a:latin typeface="仿宋_GB2312" pitchFamily="49" charset="-122"/>
                <a:ea typeface="仿宋_GB2312" pitchFamily="49" charset="-122"/>
              </a:rPr>
              <a:t>选定</a:t>
            </a:r>
            <a:r>
              <a:rPr kumimoji="1" lang="en-US" altLang="zh-CN" sz="2400" b="1">
                <a:latin typeface="仿宋_GB2312" pitchFamily="49" charset="-122"/>
                <a:ea typeface="仿宋_GB2312" pitchFamily="49" charset="-122"/>
              </a:rPr>
              <a:t>(</a:t>
            </a:r>
            <a:r>
              <a:rPr kumimoji="1" lang="en-US" altLang="zh-CN" sz="2400" b="1" i="1">
                <a:latin typeface="仿宋_GB2312" pitchFamily="49" charset="-122"/>
                <a:ea typeface="仿宋_GB2312" pitchFamily="49" charset="-122"/>
              </a:rPr>
              <a:t>n</a:t>
            </a:r>
            <a:r>
              <a:rPr kumimoji="1" lang="en-US" altLang="zh-CN" sz="2400" b="1">
                <a:latin typeface="Times New Roman" panose="02020603050405020304" pitchFamily="18" charset="0"/>
                <a:ea typeface="仿宋_GB2312" pitchFamily="49" charset="-122"/>
              </a:rPr>
              <a:t>–</a:t>
            </a:r>
            <a:r>
              <a:rPr kumimoji="1" lang="en-US" altLang="zh-CN" sz="2400" b="1">
                <a:latin typeface="仿宋_GB2312" pitchFamily="49" charset="-122"/>
                <a:ea typeface="仿宋_GB2312" pitchFamily="49" charset="-122"/>
              </a:rPr>
              <a:t>1)</a:t>
            </a:r>
            <a:r>
              <a:rPr kumimoji="1" lang="zh-CN" altLang="zh-CN" sz="2400" b="1">
                <a:latin typeface="仿宋_GB2312" pitchFamily="49" charset="-122"/>
                <a:ea typeface="仿宋_GB2312" pitchFamily="49" charset="-122"/>
              </a:rPr>
              <a:t>个节点</a:t>
            </a:r>
            <a:r>
              <a:rPr kumimoji="1" lang="zh-CN" altLang="en-US" sz="2400" b="1">
                <a:latin typeface="仿宋_GB2312" pitchFamily="49" charset="-122"/>
                <a:ea typeface="仿宋_GB2312" pitchFamily="49" charset="-122"/>
              </a:rPr>
              <a:t>，列写其</a:t>
            </a:r>
            <a:r>
              <a:rPr kumimoji="1" lang="en-US" altLang="zh-CN" sz="2400" b="1">
                <a:latin typeface="Times New Roman" panose="02020603050405020304" pitchFamily="18" charset="0"/>
                <a:ea typeface="仿宋_GB2312" pitchFamily="49" charset="-122"/>
              </a:rPr>
              <a:t>KCL</a:t>
            </a:r>
            <a:r>
              <a:rPr kumimoji="1" lang="zh-CN" altLang="zh-CN" sz="2400" b="1">
                <a:latin typeface="仿宋_GB2312" pitchFamily="49" charset="-122"/>
                <a:ea typeface="仿宋_GB2312" pitchFamily="49" charset="-122"/>
              </a:rPr>
              <a:t>方程；</a:t>
            </a:r>
            <a:endParaRPr kumimoji="1" lang="zh-CN" altLang="en-US" sz="2400" b="1">
              <a:latin typeface="仿宋_GB2312" pitchFamily="49" charset="-122"/>
              <a:ea typeface="仿宋_GB2312" pitchFamily="49" charset="-122"/>
            </a:endParaRPr>
          </a:p>
        </p:txBody>
      </p:sp>
      <p:sp>
        <p:nvSpPr>
          <p:cNvPr id="1049628" name="Text Box 5"/>
          <p:cNvSpPr txBox="1">
            <a:spLocks noChangeArrowheads="1"/>
          </p:cNvSpPr>
          <p:nvPr/>
        </p:nvSpPr>
        <p:spPr bwMode="auto">
          <a:xfrm>
            <a:off x="1711644" y="3275649"/>
            <a:ext cx="7342187" cy="87376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(3) </a:t>
            </a:r>
            <a:r>
              <a:rPr kumimoji="1" lang="zh-CN" altLang="en-US" sz="2400" b="1">
                <a:latin typeface="仿宋_GB2312" pitchFamily="49" charset="-122"/>
                <a:ea typeface="仿宋_GB2312" pitchFamily="49" charset="-122"/>
              </a:rPr>
              <a:t>选定</a:t>
            </a:r>
            <a:r>
              <a:rPr kumimoji="1" lang="en-US" altLang="zh-CN" sz="2400" b="1" i="1">
                <a:latin typeface="仿宋_GB2312" pitchFamily="49" charset="-122"/>
                <a:ea typeface="仿宋_GB2312" pitchFamily="49" charset="-122"/>
              </a:rPr>
              <a:t>b</a:t>
            </a:r>
            <a:r>
              <a:rPr kumimoji="1" lang="en-US" altLang="zh-CN" sz="2400" b="1">
                <a:latin typeface="Times New Roman" panose="02020603050405020304" pitchFamily="18" charset="0"/>
                <a:ea typeface="仿宋_GB2312" pitchFamily="49" charset="-122"/>
              </a:rPr>
              <a:t>–</a:t>
            </a:r>
            <a:r>
              <a:rPr kumimoji="1" lang="en-US" altLang="zh-CN" sz="2400" b="1">
                <a:latin typeface="仿宋_GB2312" pitchFamily="49" charset="-122"/>
                <a:ea typeface="仿宋_GB2312" pitchFamily="49" charset="-122"/>
              </a:rPr>
              <a:t>(</a:t>
            </a:r>
            <a:r>
              <a:rPr kumimoji="1" lang="en-US" altLang="zh-CN" sz="2400" b="1" i="1">
                <a:latin typeface="仿宋_GB2312" pitchFamily="49" charset="-122"/>
                <a:ea typeface="仿宋_GB2312" pitchFamily="49" charset="-122"/>
              </a:rPr>
              <a:t>n</a:t>
            </a:r>
            <a:r>
              <a:rPr kumimoji="1" lang="en-US" altLang="zh-CN" sz="2400" b="1">
                <a:latin typeface="Times New Roman" panose="02020603050405020304" pitchFamily="18" charset="0"/>
                <a:ea typeface="仿宋_GB2312" pitchFamily="49" charset="-122"/>
              </a:rPr>
              <a:t>–</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个独立回路，列写其</a:t>
            </a:r>
            <a:r>
              <a:rPr kumimoji="1" lang="en-US" altLang="zh-CN" sz="2400" b="1">
                <a:latin typeface="Times New Roman" panose="02020603050405020304" pitchFamily="18" charset="0"/>
                <a:ea typeface="仿宋_GB2312" pitchFamily="49" charset="-122"/>
              </a:rPr>
              <a:t>KVL</a:t>
            </a:r>
            <a:r>
              <a:rPr kumimoji="1" lang="zh-CN" altLang="en-US" sz="2400" b="1">
                <a:latin typeface="仿宋_GB2312" pitchFamily="49" charset="-122"/>
                <a:ea typeface="仿宋_GB2312" pitchFamily="49" charset="-122"/>
              </a:rPr>
              <a:t>方程；</a:t>
            </a:r>
            <a:endParaRPr kumimoji="1" lang="zh-CN" altLang="en-US" sz="2400" b="1">
              <a:latin typeface="仿宋_GB2312" pitchFamily="49" charset="-122"/>
              <a:ea typeface="仿宋_GB2312" pitchFamily="49" charset="-122"/>
            </a:endParaRPr>
          </a:p>
          <a:p>
            <a:pPr eaLnBrk="1" hangingPunct="1">
              <a:lnSpc>
                <a:spcPct val="120000"/>
              </a:lnSpc>
            </a:pPr>
            <a:r>
              <a:rPr kumimoji="1" lang="zh-CN" altLang="en-US" sz="2400" b="1">
                <a:latin typeface="仿宋_GB2312" pitchFamily="49" charset="-122"/>
                <a:ea typeface="仿宋_GB2312" pitchFamily="49" charset="-122"/>
              </a:rPr>
              <a:t>       </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元件特性代入</a:t>
            </a:r>
            <a:r>
              <a:rPr kumimoji="1" lang="en-US" altLang="zh-CN" sz="2400" b="1">
                <a:latin typeface="仿宋_GB2312" pitchFamily="49" charset="-122"/>
                <a:ea typeface="仿宋_GB2312" pitchFamily="49" charset="-122"/>
              </a:rPr>
              <a:t>)</a:t>
            </a:r>
            <a:endParaRPr kumimoji="1" lang="en-US" altLang="zh-CN" sz="2400" b="1">
              <a:latin typeface="仿宋_GB2312" pitchFamily="49" charset="-122"/>
              <a:ea typeface="仿宋_GB2312" pitchFamily="49" charset="-122"/>
            </a:endParaRPr>
          </a:p>
        </p:txBody>
      </p:sp>
      <p:sp>
        <p:nvSpPr>
          <p:cNvPr id="1049629" name="Text Box 6"/>
          <p:cNvSpPr txBox="1">
            <a:spLocks noChangeArrowheads="1"/>
          </p:cNvSpPr>
          <p:nvPr/>
        </p:nvSpPr>
        <p:spPr bwMode="auto">
          <a:xfrm>
            <a:off x="1711644" y="4210685"/>
            <a:ext cx="640873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(4) </a:t>
            </a:r>
            <a:r>
              <a:rPr kumimoji="1" lang="zh-CN" altLang="en-US" sz="2400" b="1">
                <a:latin typeface="仿宋_GB2312" pitchFamily="49" charset="-122"/>
                <a:ea typeface="仿宋_GB2312" pitchFamily="49" charset="-122"/>
              </a:rPr>
              <a:t>求解上述方程，得到</a:t>
            </a:r>
            <a:r>
              <a:rPr kumimoji="1" lang="en-US" altLang="zh-CN" sz="2400" b="1" i="1">
                <a:latin typeface="仿宋_GB2312" pitchFamily="49" charset="-122"/>
                <a:ea typeface="仿宋_GB2312" pitchFamily="49" charset="-122"/>
              </a:rPr>
              <a:t>b</a:t>
            </a:r>
            <a:r>
              <a:rPr kumimoji="1" lang="zh-CN" altLang="en-US" sz="2400" b="1">
                <a:latin typeface="仿宋_GB2312" pitchFamily="49" charset="-122"/>
                <a:ea typeface="仿宋_GB2312" pitchFamily="49" charset="-122"/>
              </a:rPr>
              <a:t>个支路电流；</a:t>
            </a:r>
            <a:endParaRPr kumimoji="1" lang="zh-CN" altLang="en-US" sz="2400" b="1">
              <a:latin typeface="仿宋_GB2312" pitchFamily="49" charset="-122"/>
              <a:ea typeface="仿宋_GB2312" pitchFamily="49" charset="-122"/>
            </a:endParaRPr>
          </a:p>
        </p:txBody>
      </p:sp>
      <p:sp>
        <p:nvSpPr>
          <p:cNvPr id="1049630" name="Text Box 7"/>
          <p:cNvSpPr txBox="1">
            <a:spLocks noChangeArrowheads="1"/>
          </p:cNvSpPr>
          <p:nvPr/>
        </p:nvSpPr>
        <p:spPr bwMode="auto">
          <a:xfrm>
            <a:off x="1713231" y="4786948"/>
            <a:ext cx="676751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(5) </a:t>
            </a:r>
            <a:r>
              <a:rPr kumimoji="1" lang="zh-CN" altLang="en-US" sz="2400" b="1">
                <a:latin typeface="仿宋_GB2312" pitchFamily="49" charset="-122"/>
                <a:ea typeface="仿宋_GB2312" pitchFamily="49" charset="-122"/>
              </a:rPr>
              <a:t>进一步计算支路电压和进行其它分析。</a:t>
            </a:r>
            <a:endParaRPr kumimoji="1" lang="zh-CN" altLang="en-US" sz="2400" b="1">
              <a:latin typeface="仿宋_GB2312" pitchFamily="49" charset="-122"/>
              <a:ea typeface="仿宋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569" name=""/>
        <p:cNvGrpSpPr/>
        <p:nvPr/>
      </p:nvGrpSpPr>
      <p:grpSpPr>
        <a:xfrm>
          <a:off x="0" y="0"/>
          <a:ext cx="0" cy="0"/>
          <a:chOff x="0" y="0"/>
          <a:chExt cx="0" cy="0"/>
        </a:xfrm>
      </p:grpSpPr>
      <p:sp>
        <p:nvSpPr>
          <p:cNvPr id="1049643" name="Text Box 8"/>
          <p:cNvSpPr txBox="1">
            <a:spLocks noChangeArrowheads="1"/>
          </p:cNvSpPr>
          <p:nvPr/>
        </p:nvSpPr>
        <p:spPr bwMode="auto">
          <a:xfrm>
            <a:off x="1929448" y="1746885"/>
            <a:ext cx="3162300"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FF00"/>
                </a:solidFill>
                <a:latin typeface="Times New Roman" panose="02020603050405020304" pitchFamily="18" charset="0"/>
                <a:ea typeface="宋体" panose="02010600030101010101" pitchFamily="2" charset="-122"/>
              </a:rPr>
              <a:t>支路电流法的特点：</a:t>
            </a:r>
            <a:endParaRPr kumimoji="1" lang="zh-CN" altLang="en-US" sz="2400" b="1">
              <a:solidFill>
                <a:srgbClr val="FFFF00"/>
              </a:solidFill>
              <a:latin typeface="Times New Roman" panose="02020603050405020304" pitchFamily="18" charset="0"/>
              <a:ea typeface="宋体" panose="02010600030101010101" pitchFamily="2" charset="-122"/>
            </a:endParaRPr>
          </a:p>
        </p:txBody>
      </p:sp>
      <p:sp>
        <p:nvSpPr>
          <p:cNvPr id="1049644" name="Text Box 9"/>
          <p:cNvSpPr txBox="1">
            <a:spLocks noChangeArrowheads="1"/>
          </p:cNvSpPr>
          <p:nvPr/>
        </p:nvSpPr>
        <p:spPr bwMode="auto">
          <a:xfrm>
            <a:off x="1784985" y="2323148"/>
            <a:ext cx="7448550" cy="1127760"/>
          </a:xfrm>
          <a:prstGeom prst="rect">
            <a:avLst/>
          </a:prstGeom>
          <a:noFill/>
          <a:ln>
            <a:noFill/>
          </a:ln>
          <a:effectLst/>
        </p:spPr>
        <p:txBody>
          <a:bodyPr>
            <a:spAutoFit/>
          </a:bodyPr>
          <a:lstStyle>
            <a:lvl1pPr indent="666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zh-CN" altLang="en-US" sz="2400" b="1">
                <a:latin typeface="仿宋_GB2312" pitchFamily="49" charset="-122"/>
                <a:ea typeface="仿宋_GB2312" pitchFamily="49" charset="-122"/>
              </a:rPr>
              <a:t>方便、直观，但方程数较多</a:t>
            </a:r>
            <a:endParaRPr kumimoji="1" lang="zh-CN" altLang="en-US" sz="2400" b="1">
              <a:latin typeface="仿宋_GB2312" pitchFamily="49" charset="-122"/>
              <a:ea typeface="仿宋_GB2312" pitchFamily="49" charset="-122"/>
            </a:endParaRPr>
          </a:p>
          <a:p>
            <a:pPr algn="just" eaLnBrk="1" hangingPunct="1">
              <a:lnSpc>
                <a:spcPct val="120000"/>
              </a:lnSpc>
              <a:spcBef>
                <a:spcPct val="50000"/>
              </a:spcBef>
            </a:pPr>
            <a:r>
              <a:rPr kumimoji="1" lang="zh-CN" altLang="en-US" sz="2400" b="1">
                <a:latin typeface="仿宋_GB2312" pitchFamily="49" charset="-122"/>
                <a:ea typeface="仿宋_GB2312" pitchFamily="49" charset="-122"/>
              </a:rPr>
              <a:t>宜于在支路数不多的情况下使用。</a:t>
            </a:r>
            <a:endParaRPr kumimoji="1" lang="zh-CN" altLang="en-US" sz="2400" b="1">
              <a:latin typeface="仿宋_GB2312" pitchFamily="49" charset="-122"/>
              <a:ea typeface="仿宋_GB2312"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2099945" y="847725"/>
            <a:ext cx="7991475" cy="51625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607695" y="920115"/>
            <a:ext cx="11066780" cy="554101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971675" y="2966720"/>
            <a:ext cx="8248650" cy="9239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a:stretch>
            <a:fillRect/>
          </a:stretch>
        </p:blipFill>
        <p:spPr>
          <a:xfrm>
            <a:off x="381635" y="852805"/>
            <a:ext cx="8248650" cy="923925"/>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3514090" y="1776730"/>
            <a:ext cx="4691380" cy="43973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570" name=""/>
        <p:cNvGrpSpPr/>
        <p:nvPr/>
      </p:nvGrpSpPr>
      <p:grpSpPr>
        <a:xfrm>
          <a:off x="0" y="0"/>
          <a:ext cx="0" cy="0"/>
          <a:chOff x="0" y="0"/>
          <a:chExt cx="0" cy="0"/>
        </a:xfrm>
      </p:grpSpPr>
      <p:sp>
        <p:nvSpPr>
          <p:cNvPr id="1049645" name="Text Box 2"/>
          <p:cNvSpPr txBox="1">
            <a:spLocks noChangeArrowheads="1"/>
          </p:cNvSpPr>
          <p:nvPr/>
        </p:nvSpPr>
        <p:spPr bwMode="auto">
          <a:xfrm>
            <a:off x="416560" y="975995"/>
            <a:ext cx="1510665" cy="521970"/>
          </a:xfrm>
          <a:prstGeom prst="rect">
            <a:avLst/>
          </a:prstGeom>
          <a:solidFill>
            <a:srgbClr val="993366"/>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a:solidFill>
                  <a:schemeClr val="bg1"/>
                </a:solidFill>
                <a:latin typeface="Times New Roman" panose="02020603050405020304" pitchFamily="18" charset="0"/>
                <a:ea typeface="宋体" panose="02010600030101010101" pitchFamily="2" charset="-122"/>
              </a:rPr>
              <a:t>补充例</a:t>
            </a:r>
            <a:r>
              <a:rPr kumimoji="1" lang="en-US" altLang="zh-CN" sz="2800" b="1">
                <a:solidFill>
                  <a:schemeClr val="bg1"/>
                </a:solidFill>
                <a:latin typeface="Times New Roman" panose="02020603050405020304" pitchFamily="18" charset="0"/>
                <a:ea typeface="宋体" panose="02010600030101010101" pitchFamily="2" charset="-122"/>
              </a:rPr>
              <a:t>1.</a:t>
            </a:r>
            <a:endParaRPr kumimoji="1" lang="en-US" altLang="zh-CN" sz="2800" b="1">
              <a:solidFill>
                <a:schemeClr val="bg1"/>
              </a:solidFill>
              <a:latin typeface="Times New Roman" panose="02020603050405020304" pitchFamily="18" charset="0"/>
              <a:ea typeface="宋体" panose="02010600030101010101" pitchFamily="2" charset="-122"/>
            </a:endParaRPr>
          </a:p>
        </p:txBody>
      </p:sp>
      <p:sp>
        <p:nvSpPr>
          <p:cNvPr id="1049646" name="Text Box 5"/>
          <p:cNvSpPr txBox="1">
            <a:spLocks noChangeArrowheads="1"/>
          </p:cNvSpPr>
          <p:nvPr/>
        </p:nvSpPr>
        <p:spPr bwMode="auto">
          <a:xfrm>
            <a:off x="2046289" y="952313"/>
            <a:ext cx="575945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latin typeface="Times New Roman" panose="02020603050405020304" pitchFamily="18" charset="0"/>
                <a:ea typeface="仿宋_GB2312" pitchFamily="49" charset="-122"/>
              </a:rPr>
              <a:t>求各支路电流及电压源各自发出的功率。</a:t>
            </a:r>
            <a:endParaRPr kumimoji="1" lang="zh-CN" altLang="en-US" sz="2400" b="1" dirty="0">
              <a:latin typeface="Times New Roman" panose="02020603050405020304" pitchFamily="18" charset="0"/>
              <a:ea typeface="仿宋_GB2312" pitchFamily="49" charset="-122"/>
            </a:endParaRPr>
          </a:p>
        </p:txBody>
      </p:sp>
      <p:grpSp>
        <p:nvGrpSpPr>
          <p:cNvPr id="571" name="组合 1"/>
          <p:cNvGrpSpPr/>
          <p:nvPr/>
        </p:nvGrpSpPr>
        <p:grpSpPr>
          <a:xfrm>
            <a:off x="4911090" y="1730375"/>
            <a:ext cx="6925945" cy="3723888"/>
            <a:chOff x="8677" y="3647"/>
            <a:chExt cx="9097" cy="4225"/>
          </a:xfrm>
        </p:grpSpPr>
        <p:sp>
          <p:nvSpPr>
            <p:cNvPr id="1049647" name="Text Box 3"/>
            <p:cNvSpPr txBox="1">
              <a:spLocks noChangeArrowheads="1"/>
            </p:cNvSpPr>
            <p:nvPr/>
          </p:nvSpPr>
          <p:spPr bwMode="auto">
            <a:xfrm>
              <a:off x="10380" y="4215"/>
              <a:ext cx="5640" cy="592"/>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dirty="0">
                  <a:latin typeface="Times New Roman" panose="02020603050405020304" pitchFamily="18" charset="0"/>
                  <a:ea typeface="宋体" panose="02010600030101010101" pitchFamily="2" charset="-122"/>
                </a:rPr>
                <a:t>节点</a:t>
              </a:r>
              <a:r>
                <a:rPr kumimoji="1" lang="en-US" altLang="zh-CN" sz="2800" b="1" dirty="0">
                  <a:latin typeface="Times New Roman" panose="02020603050405020304" pitchFamily="18" charset="0"/>
                  <a:ea typeface="宋体" panose="02010600030101010101" pitchFamily="2" charset="-122"/>
                </a:rPr>
                <a:t>a</a:t>
              </a:r>
              <a:r>
                <a:rPr kumimoji="1" lang="zh-CN" altLang="en-US" sz="2800" b="1" dirty="0">
                  <a:latin typeface="Times New Roman" panose="02020603050405020304" pitchFamily="18" charset="0"/>
                  <a:ea typeface="宋体" panose="02010600030101010101" pitchFamily="2" charset="-122"/>
                </a:rPr>
                <a:t>：</a:t>
              </a:r>
              <a:r>
                <a:rPr kumimoji="1" lang="en-US" altLang="zh-CN" sz="2800" b="1" i="1" dirty="0">
                  <a:latin typeface="Times New Roman" panose="02020603050405020304" pitchFamily="18" charset="0"/>
                  <a:ea typeface="宋体" panose="02010600030101010101" pitchFamily="2" charset="-122"/>
                </a:rPr>
                <a:t>–I</a:t>
              </a:r>
              <a:r>
                <a:rPr kumimoji="1" lang="en-US" altLang="zh-CN" sz="2800" b="1" baseline="-25000" dirty="0">
                  <a:latin typeface="Times New Roman" panose="02020603050405020304" pitchFamily="18" charset="0"/>
                  <a:ea typeface="宋体" panose="02010600030101010101" pitchFamily="2" charset="-122"/>
                </a:rPr>
                <a:t>1</a:t>
              </a:r>
              <a:r>
                <a:rPr kumimoji="1" lang="en-US" altLang="zh-CN" sz="2800" b="1" dirty="0">
                  <a:latin typeface="Times New Roman" panose="02020603050405020304" pitchFamily="18" charset="0"/>
                  <a:ea typeface="宋体" panose="02010600030101010101" pitchFamily="2" charset="-122"/>
                </a:rPr>
                <a:t>–</a:t>
              </a:r>
              <a:r>
                <a:rPr kumimoji="1" lang="en-US" altLang="zh-CN" sz="2800" b="1" i="1" dirty="0">
                  <a:latin typeface="Times New Roman" panose="02020603050405020304" pitchFamily="18" charset="0"/>
                  <a:ea typeface="宋体" panose="02010600030101010101" pitchFamily="2" charset="-122"/>
                </a:rPr>
                <a:t>I</a:t>
              </a:r>
              <a:r>
                <a:rPr kumimoji="1" lang="en-US" altLang="zh-CN" sz="2800" b="1" baseline="-25000" dirty="0">
                  <a:latin typeface="Times New Roman" panose="02020603050405020304" pitchFamily="18" charset="0"/>
                  <a:ea typeface="宋体" panose="02010600030101010101" pitchFamily="2" charset="-122"/>
                </a:rPr>
                <a:t>2</a:t>
              </a:r>
              <a:r>
                <a:rPr kumimoji="1" lang="en-US" altLang="zh-CN" sz="2800" b="1" i="1" dirty="0">
                  <a:latin typeface="Times New Roman" panose="02020603050405020304" pitchFamily="18" charset="0"/>
                  <a:ea typeface="宋体" panose="02010600030101010101" pitchFamily="2" charset="-122"/>
                </a:rPr>
                <a:t>+I</a:t>
              </a:r>
              <a:r>
                <a:rPr kumimoji="1" lang="en-US" altLang="zh-CN" sz="2800" b="1" baseline="-25000" dirty="0">
                  <a:latin typeface="Times New Roman" panose="02020603050405020304" pitchFamily="18" charset="0"/>
                  <a:ea typeface="宋体" panose="02010600030101010101" pitchFamily="2" charset="-122"/>
                </a:rPr>
                <a:t>3</a:t>
              </a:r>
              <a:r>
                <a:rPr kumimoji="1" lang="en-US" altLang="zh-CN" sz="2800" b="1" dirty="0">
                  <a:latin typeface="Times New Roman" panose="02020603050405020304" pitchFamily="18" charset="0"/>
                  <a:ea typeface="宋体" panose="02010600030101010101" pitchFamily="2" charset="-122"/>
                </a:rPr>
                <a:t>=0</a:t>
              </a:r>
              <a:endParaRPr kumimoji="1" lang="en-US" altLang="zh-CN" sz="2800" b="1" dirty="0">
                <a:latin typeface="Times New Roman" panose="02020603050405020304" pitchFamily="18" charset="0"/>
                <a:ea typeface="宋体" panose="02010600030101010101" pitchFamily="2" charset="-122"/>
              </a:endParaRPr>
            </a:p>
          </p:txBody>
        </p:sp>
        <p:sp>
          <p:nvSpPr>
            <p:cNvPr id="1049648" name="Text Box 4"/>
            <p:cNvSpPr txBox="1">
              <a:spLocks noChangeArrowheads="1"/>
            </p:cNvSpPr>
            <p:nvPr/>
          </p:nvSpPr>
          <p:spPr bwMode="auto">
            <a:xfrm>
              <a:off x="9585" y="3647"/>
              <a:ext cx="6122" cy="522"/>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dirty="0">
                  <a:latin typeface="Times New Roman" panose="02020603050405020304" pitchFamily="18" charset="0"/>
                  <a:ea typeface="宋体" panose="02010600030101010101" pitchFamily="2" charset="-122"/>
                </a:rPr>
                <a:t>(1)   </a:t>
              </a:r>
              <a:r>
                <a:rPr kumimoji="1" lang="en-US" altLang="zh-CN" sz="2400" b="1" i="1" dirty="0">
                  <a:latin typeface="Times New Roman" panose="02020603050405020304" pitchFamily="18" charset="0"/>
                  <a:ea typeface="宋体" panose="02010600030101010101" pitchFamily="2" charset="-122"/>
                </a:rPr>
                <a:t>n</a:t>
              </a:r>
              <a:r>
                <a:rPr kumimoji="1" lang="en-US" altLang="zh-CN" sz="2400" b="1" dirty="0">
                  <a:latin typeface="Times New Roman" panose="02020603050405020304" pitchFamily="18" charset="0"/>
                  <a:ea typeface="宋体" panose="02010600030101010101" pitchFamily="2" charset="-122"/>
                </a:rPr>
                <a:t>–1=1</a:t>
              </a:r>
              <a:r>
                <a:rPr kumimoji="1" lang="zh-CN" altLang="en-US" sz="2400" b="1" dirty="0">
                  <a:latin typeface="Times New Roman" panose="02020603050405020304" pitchFamily="18" charset="0"/>
                  <a:ea typeface="宋体" panose="02010600030101010101" pitchFamily="2" charset="-122"/>
                </a:rPr>
                <a:t>个</a:t>
              </a:r>
              <a:r>
                <a:rPr kumimoji="1" lang="en-US" altLang="zh-CN" sz="2400" b="1" dirty="0">
                  <a:latin typeface="Times New Roman" panose="02020603050405020304" pitchFamily="18" charset="0"/>
                  <a:ea typeface="宋体" panose="02010600030101010101" pitchFamily="2" charset="-122"/>
                </a:rPr>
                <a:t>KCL</a:t>
              </a:r>
              <a:r>
                <a:rPr kumimoji="1" lang="zh-CN" altLang="en-US" sz="2400" b="1" dirty="0">
                  <a:latin typeface="Times New Roman" panose="02020603050405020304" pitchFamily="18" charset="0"/>
                  <a:ea typeface="宋体" panose="02010600030101010101" pitchFamily="2" charset="-122"/>
                </a:rPr>
                <a:t>方程：</a:t>
              </a:r>
              <a:endParaRPr kumimoji="1" lang="zh-CN" altLang="en-US" sz="2400" b="1" dirty="0">
                <a:latin typeface="Times New Roman" panose="02020603050405020304" pitchFamily="18" charset="0"/>
                <a:ea typeface="宋体" panose="02010600030101010101" pitchFamily="2" charset="-122"/>
              </a:endParaRPr>
            </a:p>
          </p:txBody>
        </p:sp>
        <p:sp>
          <p:nvSpPr>
            <p:cNvPr id="1049649" name="Text Box 6"/>
            <p:cNvSpPr txBox="1">
              <a:spLocks noChangeArrowheads="1"/>
            </p:cNvSpPr>
            <p:nvPr/>
          </p:nvSpPr>
          <p:spPr bwMode="auto">
            <a:xfrm>
              <a:off x="8677" y="3647"/>
              <a:ext cx="795" cy="522"/>
            </a:xfrm>
            <a:prstGeom prst="rect">
              <a:avLst/>
            </a:prstGeom>
            <a:solidFill>
              <a:srgbClr val="993366"/>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chemeClr val="bg1"/>
                  </a:solidFill>
                  <a:latin typeface="Times New Roman" panose="02020603050405020304" pitchFamily="18" charset="0"/>
                  <a:ea typeface="宋体" panose="02010600030101010101" pitchFamily="2" charset="-122"/>
                </a:rPr>
                <a:t>解</a:t>
              </a:r>
              <a:endParaRPr kumimoji="1" lang="zh-CN" altLang="en-US" sz="2400" b="1">
                <a:solidFill>
                  <a:schemeClr val="bg1"/>
                </a:solidFill>
                <a:latin typeface="Times New Roman" panose="02020603050405020304" pitchFamily="18" charset="0"/>
                <a:ea typeface="宋体" panose="02010600030101010101" pitchFamily="2" charset="-122"/>
              </a:endParaRPr>
            </a:p>
          </p:txBody>
        </p:sp>
        <p:sp>
          <p:nvSpPr>
            <p:cNvPr id="1049650" name="Text Box 7"/>
            <p:cNvSpPr txBox="1">
              <a:spLocks noChangeArrowheads="1"/>
            </p:cNvSpPr>
            <p:nvPr/>
          </p:nvSpPr>
          <p:spPr bwMode="auto">
            <a:xfrm>
              <a:off x="9585" y="5010"/>
              <a:ext cx="6330" cy="522"/>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Times New Roman" panose="02020603050405020304" pitchFamily="18" charset="0"/>
                  <a:ea typeface="宋体" panose="02010600030101010101" pitchFamily="2" charset="-122"/>
                </a:rPr>
                <a:t>(2)  </a:t>
              </a:r>
              <a:r>
                <a:rPr kumimoji="1" lang="en-US" altLang="zh-CN" sz="2400" b="1" i="1">
                  <a:latin typeface="Times New Roman" panose="02020603050405020304" pitchFamily="18" charset="0"/>
                  <a:ea typeface="宋体" panose="02010600030101010101" pitchFamily="2" charset="-122"/>
                </a:rPr>
                <a:t>b</a:t>
              </a:r>
              <a:r>
                <a:rPr kumimoji="1" lang="en-US" altLang="zh-CN" sz="2400" b="1">
                  <a:latin typeface="Times New Roman" panose="02020603050405020304" pitchFamily="18" charset="0"/>
                  <a:ea typeface="宋体" panose="02010600030101010101" pitchFamily="2" charset="-122"/>
                </a:rPr>
                <a:t>–( </a:t>
              </a:r>
              <a:r>
                <a:rPr kumimoji="1" lang="en-US" altLang="zh-CN" sz="2400" b="1" i="1">
                  <a:latin typeface="Times New Roman" panose="02020603050405020304" pitchFamily="18" charset="0"/>
                  <a:ea typeface="宋体" panose="02010600030101010101" pitchFamily="2" charset="-122"/>
                </a:rPr>
                <a:t>n</a:t>
              </a:r>
              <a:r>
                <a:rPr kumimoji="1" lang="en-US" altLang="zh-CN" sz="2400" b="1">
                  <a:latin typeface="Times New Roman" panose="02020603050405020304" pitchFamily="18" charset="0"/>
                  <a:ea typeface="宋体" panose="02010600030101010101" pitchFamily="2" charset="-122"/>
                </a:rPr>
                <a:t>–1)=2</a:t>
              </a:r>
              <a:r>
                <a:rPr kumimoji="1" lang="zh-CN" altLang="en-US" sz="2400" b="1">
                  <a:latin typeface="Times New Roman" panose="02020603050405020304" pitchFamily="18" charset="0"/>
                  <a:ea typeface="宋体" panose="02010600030101010101" pitchFamily="2" charset="-122"/>
                </a:rPr>
                <a:t>个</a:t>
              </a:r>
              <a:r>
                <a:rPr kumimoji="1" lang="en-US" altLang="zh-CN" sz="2400" b="1">
                  <a:latin typeface="Times New Roman" panose="02020603050405020304" pitchFamily="18" charset="0"/>
                  <a:ea typeface="宋体" panose="02010600030101010101" pitchFamily="2" charset="-122"/>
                </a:rPr>
                <a:t>KVL</a:t>
              </a:r>
              <a:r>
                <a:rPr kumimoji="1" lang="zh-CN" altLang="en-US" sz="2400" b="1">
                  <a:latin typeface="Times New Roman" panose="02020603050405020304" pitchFamily="18" charset="0"/>
                  <a:ea typeface="宋体" panose="02010600030101010101" pitchFamily="2" charset="-122"/>
                </a:rPr>
                <a:t>方程：</a:t>
              </a:r>
              <a:endParaRPr kumimoji="1" lang="zh-CN" altLang="en-US" sz="2400" b="1">
                <a:latin typeface="Times New Roman" panose="02020603050405020304" pitchFamily="18" charset="0"/>
                <a:ea typeface="宋体" panose="02010600030101010101" pitchFamily="2" charset="-122"/>
              </a:endParaRPr>
            </a:p>
          </p:txBody>
        </p:sp>
        <p:sp>
          <p:nvSpPr>
            <p:cNvPr id="1049651" name="Text Box 8"/>
            <p:cNvSpPr txBox="1">
              <a:spLocks noChangeArrowheads="1"/>
            </p:cNvSpPr>
            <p:nvPr/>
          </p:nvSpPr>
          <p:spPr bwMode="auto">
            <a:xfrm>
              <a:off x="9965" y="6399"/>
              <a:ext cx="4875" cy="592"/>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dirty="0">
                  <a:latin typeface="Times New Roman" panose="02020603050405020304" pitchFamily="18" charset="0"/>
                  <a:ea typeface="宋体" panose="02010600030101010101" pitchFamily="2" charset="-122"/>
                </a:rPr>
                <a:t>11</a:t>
              </a:r>
              <a:r>
                <a:rPr kumimoji="1" lang="en-US" altLang="zh-CN" sz="2800" b="1" i="1" dirty="0">
                  <a:latin typeface="Times New Roman" panose="02020603050405020304" pitchFamily="18" charset="0"/>
                  <a:ea typeface="宋体" panose="02010600030101010101" pitchFamily="2" charset="-122"/>
                </a:rPr>
                <a:t>I</a:t>
              </a:r>
              <a:r>
                <a:rPr kumimoji="1" lang="en-US" altLang="zh-CN" sz="2800" b="1" baseline="-25000" dirty="0">
                  <a:latin typeface="Times New Roman" panose="02020603050405020304" pitchFamily="18" charset="0"/>
                  <a:ea typeface="宋体" panose="02010600030101010101" pitchFamily="2" charset="-122"/>
                </a:rPr>
                <a:t>2</a:t>
              </a:r>
              <a:r>
                <a:rPr kumimoji="1" lang="en-US" altLang="zh-CN" sz="2800" b="1" i="1" dirty="0">
                  <a:latin typeface="Times New Roman" panose="02020603050405020304" pitchFamily="18" charset="0"/>
                  <a:ea typeface="宋体" panose="02010600030101010101" pitchFamily="2" charset="-122"/>
                </a:rPr>
                <a:t>+</a:t>
              </a:r>
              <a:r>
                <a:rPr kumimoji="1" lang="en-US" altLang="zh-CN" sz="2800" b="1" dirty="0">
                  <a:latin typeface="Times New Roman" panose="02020603050405020304" pitchFamily="18" charset="0"/>
                  <a:ea typeface="宋体" panose="02010600030101010101" pitchFamily="2" charset="-122"/>
                </a:rPr>
                <a:t>7</a:t>
              </a:r>
              <a:r>
                <a:rPr kumimoji="1" lang="en-US" altLang="zh-CN" sz="2800" b="1" i="1" dirty="0">
                  <a:latin typeface="Times New Roman" panose="02020603050405020304" pitchFamily="18" charset="0"/>
                  <a:ea typeface="宋体" panose="02010600030101010101" pitchFamily="2" charset="-122"/>
                </a:rPr>
                <a:t>I</a:t>
              </a:r>
              <a:r>
                <a:rPr kumimoji="1" lang="en-US" altLang="zh-CN" sz="2800" b="1" baseline="-25000" dirty="0">
                  <a:latin typeface="Times New Roman" panose="02020603050405020304" pitchFamily="18" charset="0"/>
                  <a:ea typeface="宋体" panose="02010600030101010101" pitchFamily="2" charset="-122"/>
                </a:rPr>
                <a:t>3</a:t>
              </a:r>
              <a:r>
                <a:rPr kumimoji="1" lang="en-US" altLang="zh-CN" sz="2800" b="1" dirty="0">
                  <a:latin typeface="Times New Roman" panose="02020603050405020304" pitchFamily="18" charset="0"/>
                  <a:ea typeface="宋体" panose="02010600030101010101" pitchFamily="2" charset="-122"/>
                </a:rPr>
                <a:t>=</a:t>
              </a:r>
              <a:r>
                <a:rPr kumimoji="1" lang="en-US" altLang="zh-CN" sz="2800" b="1" i="1" dirty="0">
                  <a:latin typeface="Times New Roman" panose="02020603050405020304" pitchFamily="18" charset="0"/>
                  <a:ea typeface="宋体" panose="02010600030101010101" pitchFamily="2" charset="-122"/>
                </a:rPr>
                <a:t> </a:t>
              </a:r>
              <a:r>
                <a:rPr kumimoji="1" lang="en-US" altLang="zh-CN" sz="2800" b="1" dirty="0">
                  <a:latin typeface="Times New Roman" panose="02020603050405020304" pitchFamily="18" charset="0"/>
                  <a:ea typeface="宋体" panose="02010600030101010101" pitchFamily="2" charset="-122"/>
                </a:rPr>
                <a:t>6</a:t>
              </a:r>
              <a:endParaRPr kumimoji="1" lang="en-US" altLang="zh-CN" sz="2800" b="1" baseline="-25000" dirty="0">
                <a:latin typeface="Times New Roman" panose="02020603050405020304" pitchFamily="18" charset="0"/>
                <a:ea typeface="宋体" panose="02010600030101010101" pitchFamily="2" charset="-122"/>
              </a:endParaRPr>
            </a:p>
          </p:txBody>
        </p:sp>
        <p:sp>
          <p:nvSpPr>
            <p:cNvPr id="1049652" name="Text Box 9"/>
            <p:cNvSpPr txBox="1">
              <a:spLocks noChangeArrowheads="1"/>
            </p:cNvSpPr>
            <p:nvPr/>
          </p:nvSpPr>
          <p:spPr bwMode="auto">
            <a:xfrm>
              <a:off x="14882" y="6583"/>
              <a:ext cx="2892" cy="662"/>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3200" b="1"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i="1" dirty="0">
                  <a:solidFill>
                    <a:srgbClr val="FFFF00"/>
                  </a:solidFill>
                  <a:latin typeface="Times New Roman" panose="02020603050405020304" pitchFamily="18" charset="0"/>
                  <a:ea typeface="宋体" panose="02010600030101010101" pitchFamily="2" charset="-122"/>
                  <a:sym typeface="Symbol" panose="05050102010706020507" pitchFamily="18" charset="2"/>
                </a:rPr>
                <a:t>U</a:t>
              </a:r>
              <a:r>
                <a:rPr kumimoji="1" lang="en-US" altLang="zh-CN" sz="3200" b="1"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1" i="1" dirty="0">
                  <a:solidFill>
                    <a:srgbClr val="FFFF00"/>
                  </a:solidFill>
                  <a:latin typeface="Times New Roman" panose="02020603050405020304" pitchFamily="18" charset="0"/>
                  <a:ea typeface="宋体" panose="02010600030101010101" pitchFamily="2" charset="-122"/>
                  <a:sym typeface="Symbol" panose="05050102010706020507" pitchFamily="18" charset="2"/>
                </a:rPr>
                <a:t>U</a:t>
              </a:r>
              <a:r>
                <a:rPr kumimoji="1" lang="en-US" altLang="zh-CN" sz="3200" b="1" baseline="-25000" dirty="0">
                  <a:solidFill>
                    <a:srgbClr val="FFFF00"/>
                  </a:solidFill>
                  <a:latin typeface="Times New Roman" panose="02020603050405020304" pitchFamily="18" charset="0"/>
                  <a:ea typeface="宋体" panose="02010600030101010101" pitchFamily="2" charset="-122"/>
                  <a:sym typeface="Symbol" panose="05050102010706020507" pitchFamily="18" charset="2"/>
                </a:rPr>
                <a:t>S</a:t>
              </a:r>
              <a:endParaRPr kumimoji="1" lang="en-US" altLang="zh-CN" sz="3200" b="1" dirty="0">
                <a:solidFill>
                  <a:srgbClr val="FFFF00"/>
                </a:solidFill>
                <a:latin typeface="Times New Roman" panose="02020603050405020304" pitchFamily="18" charset="0"/>
                <a:ea typeface="宋体" panose="02010600030101010101" pitchFamily="2" charset="-122"/>
              </a:endParaRPr>
            </a:p>
          </p:txBody>
        </p:sp>
        <p:sp>
          <p:nvSpPr>
            <p:cNvPr id="1049653" name="Text Box 10"/>
            <p:cNvSpPr txBox="1">
              <a:spLocks noChangeArrowheads="1"/>
            </p:cNvSpPr>
            <p:nvPr/>
          </p:nvSpPr>
          <p:spPr bwMode="auto">
            <a:xfrm>
              <a:off x="9909" y="5655"/>
              <a:ext cx="7602" cy="994"/>
            </a:xfrm>
            <a:prstGeom prst="rect">
              <a:avLst/>
            </a:prstGeom>
            <a:noFill/>
            <a:ln>
              <a:noFill/>
            </a:ln>
            <a:effectLst/>
          </p:spPr>
          <p:txBody>
            <a:bodyPr wrap="square">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latin typeface="Times New Roman" panose="02020603050405020304" pitchFamily="18" charset="0"/>
                  <a:ea typeface="宋体" panose="02010600030101010101" pitchFamily="2" charset="-122"/>
                  <a:sym typeface="+mn-ea"/>
                </a:rPr>
                <a:t>7</a:t>
              </a:r>
              <a:r>
                <a:rPr kumimoji="1" lang="en-US" altLang="zh-CN" sz="2800" b="1" i="1">
                  <a:latin typeface="Times New Roman" panose="02020603050405020304" pitchFamily="18" charset="0"/>
                  <a:ea typeface="宋体" panose="02010600030101010101" pitchFamily="2" charset="-122"/>
                  <a:sym typeface="+mn-ea"/>
                </a:rPr>
                <a:t>I</a:t>
              </a:r>
              <a:r>
                <a:rPr kumimoji="1" lang="en-US" altLang="zh-CN" sz="2800" b="1" baseline="-25000">
                  <a:latin typeface="Times New Roman" panose="02020603050405020304" pitchFamily="18" charset="0"/>
                  <a:ea typeface="宋体" panose="02010600030101010101" pitchFamily="2" charset="-122"/>
                  <a:sym typeface="+mn-ea"/>
                </a:rPr>
                <a:t>1</a:t>
              </a:r>
              <a:r>
                <a:rPr kumimoji="1" lang="en-US" altLang="zh-CN" sz="2800" b="1" i="1">
                  <a:latin typeface="Times New Roman" panose="02020603050405020304" pitchFamily="18" charset="0"/>
                  <a:ea typeface="宋体" panose="02010600030101010101" pitchFamily="2" charset="-122"/>
                  <a:sym typeface="+mn-ea"/>
                </a:rPr>
                <a:t>-70</a:t>
              </a:r>
              <a:r>
                <a:rPr kumimoji="1" lang="en-US" altLang="zh-CN" sz="2800" b="1">
                  <a:latin typeface="Times New Roman" panose="02020603050405020304" pitchFamily="18" charset="0"/>
                  <a:ea typeface="宋体" panose="02010600030101010101" pitchFamily="2" charset="-122"/>
                  <a:sym typeface="+mn-ea"/>
                </a:rPr>
                <a:t>=</a:t>
              </a:r>
              <a:r>
                <a:rPr kumimoji="1" lang="en-US" altLang="zh-CN" sz="2800" b="1">
                  <a:latin typeface="Times New Roman" panose="02020603050405020304" pitchFamily="18" charset="0"/>
                  <a:ea typeface="宋体" panose="02010600030101010101" pitchFamily="2" charset="-122"/>
                  <a:sym typeface="+mn-ea"/>
                </a:rPr>
                <a:t>11</a:t>
              </a:r>
              <a:r>
                <a:rPr kumimoji="1" lang="en-US" altLang="zh-CN" sz="2800" b="1" i="1">
                  <a:latin typeface="Times New Roman" panose="02020603050405020304" pitchFamily="18" charset="0"/>
                  <a:ea typeface="宋体" panose="02010600030101010101" pitchFamily="2" charset="-122"/>
                  <a:sym typeface="+mn-ea"/>
                </a:rPr>
                <a:t>I</a:t>
              </a:r>
              <a:r>
                <a:rPr kumimoji="1" lang="en-US" altLang="zh-CN" sz="2800" b="1" baseline="-25000">
                  <a:latin typeface="Times New Roman" panose="02020603050405020304" pitchFamily="18" charset="0"/>
                  <a:ea typeface="宋体" panose="02010600030101010101" pitchFamily="2" charset="-122"/>
                  <a:sym typeface="+mn-ea"/>
                </a:rPr>
                <a:t>2</a:t>
              </a:r>
              <a:r>
                <a:rPr kumimoji="1" lang="en-US" altLang="zh-CN" sz="2800" b="1">
                  <a:latin typeface="Times New Roman" panose="02020603050405020304" pitchFamily="18" charset="0"/>
                  <a:ea typeface="宋体" panose="02010600030101010101" pitchFamily="2" charset="-122"/>
                  <a:sym typeface="+mn-ea"/>
                </a:rPr>
                <a:t>-6</a:t>
              </a:r>
              <a:r>
                <a:rPr kumimoji="1" lang="zh-CN" altLang="en-US" sz="2800" b="1">
                  <a:latin typeface="Times New Roman" panose="02020603050405020304" pitchFamily="18" charset="0"/>
                  <a:ea typeface="宋体" panose="02010600030101010101" pitchFamily="2" charset="-122"/>
                  <a:sym typeface="+mn-ea"/>
                </a:rPr>
                <a:t>移项</a:t>
              </a:r>
              <a:r>
                <a:rPr kumimoji="1" lang="en-US" altLang="zh-CN" sz="2800" b="1">
                  <a:latin typeface="Times New Roman" panose="02020603050405020304" pitchFamily="18" charset="0"/>
                  <a:ea typeface="宋体" panose="02010600030101010101" pitchFamily="2" charset="-122"/>
                </a:rPr>
                <a:t>7</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r>
                <a:rPr kumimoji="1" lang="en-US" altLang="zh-CN" sz="2800" b="1" i="1">
                  <a:latin typeface="Times New Roman" panose="02020603050405020304" pitchFamily="18" charset="0"/>
                  <a:ea typeface="宋体" panose="02010600030101010101" pitchFamily="2" charset="-122"/>
                </a:rPr>
                <a:t>–</a:t>
              </a:r>
              <a:r>
                <a:rPr kumimoji="1" lang="en-US" altLang="zh-CN" sz="2800" b="1">
                  <a:latin typeface="Times New Roman" panose="02020603050405020304" pitchFamily="18" charset="0"/>
                  <a:ea typeface="宋体" panose="02010600030101010101" pitchFamily="2" charset="-122"/>
                </a:rPr>
                <a:t>11</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2</a:t>
              </a:r>
              <a:r>
                <a:rPr kumimoji="1" lang="en-US" altLang="zh-CN" sz="2800" b="1">
                  <a:latin typeface="Times New Roman" panose="02020603050405020304" pitchFamily="18" charset="0"/>
                  <a:ea typeface="宋体" panose="02010600030101010101" pitchFamily="2" charset="-122"/>
                </a:rPr>
                <a:t>=70-6=64</a:t>
              </a:r>
              <a:endParaRPr kumimoji="1" lang="en-US" altLang="zh-CN" sz="2800" b="1" baseline="-25000">
                <a:latin typeface="Times New Roman" panose="02020603050405020304" pitchFamily="18" charset="0"/>
                <a:ea typeface="宋体" panose="02010600030101010101" pitchFamily="2" charset="-122"/>
              </a:endParaRPr>
            </a:p>
          </p:txBody>
        </p:sp>
        <p:sp>
          <p:nvSpPr>
            <p:cNvPr id="1049654" name="AutoShape 11"/>
            <p:cNvSpPr/>
            <p:nvPr/>
          </p:nvSpPr>
          <p:spPr bwMode="auto">
            <a:xfrm>
              <a:off x="14347" y="5917"/>
              <a:ext cx="493" cy="1955"/>
            </a:xfrm>
            <a:prstGeom prst="rightBrace">
              <a:avLst>
                <a:gd name="adj1" fmla="val 33079"/>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bg1"/>
                </a:solidFill>
                <a:ea typeface="楷体_GB2312" pitchFamily="49" charset="-122"/>
              </a:endParaRPr>
            </a:p>
          </p:txBody>
        </p:sp>
      </p:grpSp>
      <p:grpSp>
        <p:nvGrpSpPr>
          <p:cNvPr id="572" name="Group 12"/>
          <p:cNvGrpSpPr/>
          <p:nvPr/>
        </p:nvGrpSpPr>
        <p:grpSpPr bwMode="auto">
          <a:xfrm>
            <a:off x="2244726" y="2055496"/>
            <a:ext cx="360363" cy="1117179"/>
            <a:chOff x="2952" y="2232"/>
            <a:chExt cx="384" cy="1188"/>
          </a:xfrm>
        </p:grpSpPr>
        <p:sp>
          <p:nvSpPr>
            <p:cNvPr id="1049655" name="Oval 13"/>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56" name="Text Box 14"/>
            <p:cNvSpPr txBox="1">
              <a:spLocks noChangeArrowheads="1"/>
            </p:cNvSpPr>
            <p:nvPr/>
          </p:nvSpPr>
          <p:spPr bwMode="auto">
            <a:xfrm>
              <a:off x="3025" y="2566"/>
              <a:ext cx="264" cy="85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rgbClr val="FF0000"/>
                  </a:solidFill>
                  <a:latin typeface="Times New Roman" panose="02020603050405020304" pitchFamily="18" charset="0"/>
                  <a:ea typeface="宋体" panose="02010600030101010101" pitchFamily="2" charset="-122"/>
                </a:rPr>
                <a:t>1</a:t>
              </a:r>
              <a:endParaRPr kumimoji="1" lang="en-US" altLang="zh-CN" sz="2400" b="1">
                <a:solidFill>
                  <a:srgbClr val="FF0000"/>
                </a:solidFill>
                <a:latin typeface="Times New Roman" panose="02020603050405020304" pitchFamily="18" charset="0"/>
                <a:ea typeface="宋体" panose="02010600030101010101" pitchFamily="2" charset="-122"/>
              </a:endParaRPr>
            </a:p>
          </p:txBody>
        </p:sp>
        <p:sp>
          <p:nvSpPr>
            <p:cNvPr id="1049657" name="Line 15"/>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grpSp>
        <p:nvGrpSpPr>
          <p:cNvPr id="573" name="Group 16"/>
          <p:cNvGrpSpPr/>
          <p:nvPr/>
        </p:nvGrpSpPr>
        <p:grpSpPr bwMode="auto">
          <a:xfrm>
            <a:off x="3468688" y="2776221"/>
            <a:ext cx="431800" cy="1069738"/>
            <a:chOff x="2952" y="2232"/>
            <a:chExt cx="384" cy="1345"/>
          </a:xfrm>
        </p:grpSpPr>
        <p:sp>
          <p:nvSpPr>
            <p:cNvPr id="1049658" name="Oval 17"/>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59" name="Text Box 18"/>
            <p:cNvSpPr txBox="1">
              <a:spLocks noChangeArrowheads="1"/>
            </p:cNvSpPr>
            <p:nvPr/>
          </p:nvSpPr>
          <p:spPr bwMode="auto">
            <a:xfrm>
              <a:off x="3025" y="2567"/>
              <a:ext cx="264" cy="101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rgbClr val="FF0000"/>
                  </a:solidFill>
                  <a:latin typeface="Times New Roman" panose="02020603050405020304" pitchFamily="18" charset="0"/>
                  <a:ea typeface="宋体" panose="02010600030101010101" pitchFamily="2" charset="-122"/>
                </a:rPr>
                <a:t>2</a:t>
              </a:r>
              <a:endParaRPr kumimoji="1" lang="en-US" altLang="zh-CN" sz="2400" b="1">
                <a:solidFill>
                  <a:srgbClr val="FF0000"/>
                </a:solidFill>
                <a:latin typeface="Times New Roman" panose="02020603050405020304" pitchFamily="18" charset="0"/>
                <a:ea typeface="宋体" panose="02010600030101010101" pitchFamily="2" charset="-122"/>
              </a:endParaRPr>
            </a:p>
          </p:txBody>
        </p:sp>
        <p:sp>
          <p:nvSpPr>
            <p:cNvPr id="1049660" name="Line 19"/>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grpSp>
        <p:nvGrpSpPr>
          <p:cNvPr id="574" name="Group 20"/>
          <p:cNvGrpSpPr/>
          <p:nvPr/>
        </p:nvGrpSpPr>
        <p:grpSpPr bwMode="auto">
          <a:xfrm>
            <a:off x="1092201" y="1479234"/>
            <a:ext cx="3749675" cy="2676525"/>
            <a:chOff x="158" y="527"/>
            <a:chExt cx="2362" cy="1686"/>
          </a:xfrm>
        </p:grpSpPr>
        <p:sp>
          <p:nvSpPr>
            <p:cNvPr id="1049661" name="Oval 21"/>
            <p:cNvSpPr>
              <a:spLocks noChangeArrowheads="1"/>
            </p:cNvSpPr>
            <p:nvPr/>
          </p:nvSpPr>
          <p:spPr bwMode="auto">
            <a:xfrm>
              <a:off x="582" y="1527"/>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62" name="Oval 22"/>
            <p:cNvSpPr>
              <a:spLocks noChangeArrowheads="1"/>
            </p:cNvSpPr>
            <p:nvPr/>
          </p:nvSpPr>
          <p:spPr bwMode="auto">
            <a:xfrm>
              <a:off x="1266" y="1527"/>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63" name="Text Box 23"/>
            <p:cNvSpPr txBox="1">
              <a:spLocks noChangeArrowheads="1"/>
            </p:cNvSpPr>
            <p:nvPr/>
          </p:nvSpPr>
          <p:spPr bwMode="auto">
            <a:xfrm>
              <a:off x="158" y="1480"/>
              <a:ext cx="54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70V</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64" name="Text Box 24"/>
            <p:cNvSpPr txBox="1">
              <a:spLocks noChangeArrowheads="1"/>
            </p:cNvSpPr>
            <p:nvPr/>
          </p:nvSpPr>
          <p:spPr bwMode="auto">
            <a:xfrm>
              <a:off x="930" y="1434"/>
              <a:ext cx="36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6V</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65" name="Line 25"/>
            <p:cNvSpPr>
              <a:spLocks noChangeShapeType="1"/>
            </p:cNvSpPr>
            <p:nvPr/>
          </p:nvSpPr>
          <p:spPr bwMode="auto">
            <a:xfrm flipV="1">
              <a:off x="701" y="771"/>
              <a:ext cx="0" cy="1158"/>
            </a:xfrm>
            <a:prstGeom prst="line">
              <a:avLst/>
            </a:prstGeom>
            <a:noFill/>
            <a:ln w="28575">
              <a:solidFill>
                <a:srgbClr val="FFCC00"/>
              </a:solidFill>
              <a:round/>
            </a:ln>
            <a:effectLst/>
          </p:spPr>
          <p:txBody>
            <a:bodyPr wrap="none" anchor="ctr"/>
            <a:p>
              <a:endParaRPr lang="zh-CN" altLang="en-US"/>
            </a:p>
          </p:txBody>
        </p:sp>
        <p:sp>
          <p:nvSpPr>
            <p:cNvPr id="1049666" name="Freeform 26"/>
            <p:cNvSpPr/>
            <p:nvPr/>
          </p:nvSpPr>
          <p:spPr bwMode="auto">
            <a:xfrm>
              <a:off x="1380" y="783"/>
              <a:ext cx="1" cy="1152"/>
            </a:xfrm>
            <a:custGeom>
              <a:avLst/>
              <a:gdLst>
                <a:gd name="T0" fmla="*/ 0 w 1"/>
                <a:gd name="T1" fmla="*/ 1152 h 1152"/>
                <a:gd name="T2" fmla="*/ 0 w 1"/>
                <a:gd name="T3" fmla="*/ 0 h 1152"/>
                <a:gd name="T4" fmla="*/ 0 60000 65536"/>
                <a:gd name="T5" fmla="*/ 0 60000 65536"/>
              </a:gdLst>
              <a:ahLst/>
              <a:cxnLst>
                <a:cxn ang="T4">
                  <a:pos x="T0" y="T1"/>
                </a:cxn>
                <a:cxn ang="T5">
                  <a:pos x="T2" y="T3"/>
                </a:cxn>
              </a:cxnLst>
              <a:rect l="0" t="0" r="r" b="b"/>
              <a:pathLst>
                <a:path w="1" h="1152">
                  <a:moveTo>
                    <a:pt x="0" y="1152"/>
                  </a:moveTo>
                  <a:lnTo>
                    <a:pt x="0" y="0"/>
                  </a:lnTo>
                </a:path>
              </a:pathLst>
            </a:custGeom>
            <a:noFill/>
            <a:ln w="28575" cmpd="sng">
              <a:solidFill>
                <a:srgbClr val="FFCC00"/>
              </a:solidFill>
              <a:round/>
              <a:tailEnd type="none" w="med" len="med"/>
            </a:ln>
            <a:effectLst/>
          </p:spPr>
          <p:txBody>
            <a:bodyPr wrap="none" anchor="ctr"/>
            <a:p>
              <a:endParaRPr lang="zh-CN" altLang="en-US"/>
            </a:p>
          </p:txBody>
        </p:sp>
        <p:sp>
          <p:nvSpPr>
            <p:cNvPr id="1049667" name="Freeform 27"/>
            <p:cNvSpPr/>
            <p:nvPr/>
          </p:nvSpPr>
          <p:spPr bwMode="auto">
            <a:xfrm>
              <a:off x="695" y="1929"/>
              <a:ext cx="1357" cy="6"/>
            </a:xfrm>
            <a:custGeom>
              <a:avLst/>
              <a:gdLst>
                <a:gd name="T0" fmla="*/ 0 w 1357"/>
                <a:gd name="T1" fmla="*/ 6 h 6"/>
                <a:gd name="T2" fmla="*/ 1357 w 1357"/>
                <a:gd name="T3" fmla="*/ 0 h 6"/>
                <a:gd name="T4" fmla="*/ 0 60000 65536"/>
                <a:gd name="T5" fmla="*/ 0 60000 65536"/>
              </a:gdLst>
              <a:ahLst/>
              <a:cxnLst>
                <a:cxn ang="T4">
                  <a:pos x="T0" y="T1"/>
                </a:cxn>
                <a:cxn ang="T5">
                  <a:pos x="T2" y="T3"/>
                </a:cxn>
              </a:cxnLst>
              <a:rect l="0" t="0" r="r" b="b"/>
              <a:pathLst>
                <a:path w="1357" h="6">
                  <a:moveTo>
                    <a:pt x="0" y="6"/>
                  </a:moveTo>
                  <a:lnTo>
                    <a:pt x="1357" y="0"/>
                  </a:lnTo>
                </a:path>
              </a:pathLst>
            </a:custGeom>
            <a:noFill/>
            <a:ln w="28575" cmpd="sng">
              <a:solidFill>
                <a:srgbClr val="FFCC00"/>
              </a:solidFill>
              <a:round/>
            </a:ln>
            <a:effectLst/>
          </p:spPr>
          <p:txBody>
            <a:bodyPr wrap="none" anchor="ctr"/>
            <a:p>
              <a:endParaRPr lang="zh-CN" altLang="en-US"/>
            </a:p>
          </p:txBody>
        </p:sp>
        <p:sp>
          <p:nvSpPr>
            <p:cNvPr id="1049668" name="Freeform 28"/>
            <p:cNvSpPr/>
            <p:nvPr/>
          </p:nvSpPr>
          <p:spPr bwMode="auto">
            <a:xfrm>
              <a:off x="708" y="777"/>
              <a:ext cx="1357" cy="1"/>
            </a:xfrm>
            <a:custGeom>
              <a:avLst/>
              <a:gdLst>
                <a:gd name="T0" fmla="*/ 0 w 1357"/>
                <a:gd name="T1" fmla="*/ 0 h 1"/>
                <a:gd name="T2" fmla="*/ 1357 w 1357"/>
                <a:gd name="T3" fmla="*/ 1 h 1"/>
                <a:gd name="T4" fmla="*/ 0 60000 65536"/>
                <a:gd name="T5" fmla="*/ 0 60000 65536"/>
              </a:gdLst>
              <a:ahLst/>
              <a:cxnLst>
                <a:cxn ang="T4">
                  <a:pos x="T0" y="T1"/>
                </a:cxn>
                <a:cxn ang="T5">
                  <a:pos x="T2" y="T3"/>
                </a:cxn>
              </a:cxnLst>
              <a:rect l="0" t="0" r="r" b="b"/>
              <a:pathLst>
                <a:path w="1357" h="1">
                  <a:moveTo>
                    <a:pt x="0" y="0"/>
                  </a:moveTo>
                  <a:lnTo>
                    <a:pt x="1357" y="1"/>
                  </a:lnTo>
                </a:path>
              </a:pathLst>
            </a:custGeom>
            <a:noFill/>
            <a:ln w="28575" cmpd="sng">
              <a:solidFill>
                <a:srgbClr val="FFCC00"/>
              </a:solidFill>
              <a:round/>
            </a:ln>
            <a:effectLst/>
          </p:spPr>
          <p:txBody>
            <a:bodyPr wrap="none" anchor="ctr"/>
            <a:p>
              <a:endParaRPr lang="zh-CN" altLang="en-US"/>
            </a:p>
          </p:txBody>
        </p:sp>
        <p:sp>
          <p:nvSpPr>
            <p:cNvPr id="1049669" name="Line 29"/>
            <p:cNvSpPr>
              <a:spLocks noChangeShapeType="1"/>
            </p:cNvSpPr>
            <p:nvPr/>
          </p:nvSpPr>
          <p:spPr bwMode="auto">
            <a:xfrm>
              <a:off x="2059" y="783"/>
              <a:ext cx="0" cy="1152"/>
            </a:xfrm>
            <a:prstGeom prst="line">
              <a:avLst/>
            </a:prstGeom>
            <a:noFill/>
            <a:ln w="28575">
              <a:solidFill>
                <a:srgbClr val="FFCC00"/>
              </a:solidFill>
              <a:round/>
            </a:ln>
            <a:effectLst/>
          </p:spPr>
          <p:txBody>
            <a:bodyPr wrap="none" anchor="ctr"/>
            <a:p>
              <a:endParaRPr lang="zh-CN" altLang="en-US"/>
            </a:p>
          </p:txBody>
        </p:sp>
        <p:sp>
          <p:nvSpPr>
            <p:cNvPr id="1049670" name="Rectangle 30"/>
            <p:cNvSpPr>
              <a:spLocks noChangeArrowheads="1"/>
            </p:cNvSpPr>
            <p:nvPr/>
          </p:nvSpPr>
          <p:spPr bwMode="auto">
            <a:xfrm>
              <a:off x="643" y="1039"/>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71" name="Rectangle 31"/>
            <p:cNvSpPr>
              <a:spLocks noChangeArrowheads="1"/>
            </p:cNvSpPr>
            <p:nvPr/>
          </p:nvSpPr>
          <p:spPr bwMode="auto">
            <a:xfrm>
              <a:off x="1328" y="1057"/>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72" name="Text Box 32"/>
            <p:cNvSpPr txBox="1">
              <a:spLocks noChangeArrowheads="1"/>
            </p:cNvSpPr>
            <p:nvPr/>
          </p:nvSpPr>
          <p:spPr bwMode="auto">
            <a:xfrm>
              <a:off x="2111" y="1209"/>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673" name="Rectangle 33"/>
            <p:cNvSpPr>
              <a:spLocks noChangeArrowheads="1"/>
            </p:cNvSpPr>
            <p:nvPr/>
          </p:nvSpPr>
          <p:spPr bwMode="auto">
            <a:xfrm>
              <a:off x="2001" y="1255"/>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674" name="Text Box 34"/>
            <p:cNvSpPr txBox="1">
              <a:spLocks noChangeArrowheads="1"/>
            </p:cNvSpPr>
            <p:nvPr/>
          </p:nvSpPr>
          <p:spPr bwMode="auto">
            <a:xfrm>
              <a:off x="1305" y="1925"/>
              <a:ext cx="22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b</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75" name="Text Box 35"/>
            <p:cNvSpPr txBox="1">
              <a:spLocks noChangeArrowheads="1"/>
            </p:cNvSpPr>
            <p:nvPr/>
          </p:nvSpPr>
          <p:spPr bwMode="auto">
            <a:xfrm>
              <a:off x="1281" y="527"/>
              <a:ext cx="212"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a</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76" name="Text Box 36"/>
            <p:cNvSpPr txBox="1">
              <a:spLocks noChangeArrowheads="1"/>
            </p:cNvSpPr>
            <p:nvPr/>
          </p:nvSpPr>
          <p:spPr bwMode="auto">
            <a:xfrm>
              <a:off x="510" y="1299"/>
              <a:ext cx="21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77" name="Text Box 37"/>
            <p:cNvSpPr txBox="1">
              <a:spLocks noChangeArrowheads="1"/>
            </p:cNvSpPr>
            <p:nvPr/>
          </p:nvSpPr>
          <p:spPr bwMode="auto">
            <a:xfrm>
              <a:off x="510" y="1677"/>
              <a:ext cx="222"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78" name="Text Box 38"/>
            <p:cNvSpPr txBox="1">
              <a:spLocks noChangeArrowheads="1"/>
            </p:cNvSpPr>
            <p:nvPr/>
          </p:nvSpPr>
          <p:spPr bwMode="auto">
            <a:xfrm>
              <a:off x="1194" y="1293"/>
              <a:ext cx="21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679" name="Text Box 39"/>
            <p:cNvSpPr txBox="1">
              <a:spLocks noChangeArrowheads="1"/>
            </p:cNvSpPr>
            <p:nvPr/>
          </p:nvSpPr>
          <p:spPr bwMode="auto">
            <a:xfrm>
              <a:off x="1194" y="1671"/>
              <a:ext cx="222"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grpSp>
          <p:nvGrpSpPr>
            <p:cNvPr id="575" name="Group 40"/>
            <p:cNvGrpSpPr/>
            <p:nvPr/>
          </p:nvGrpSpPr>
          <p:grpSpPr bwMode="auto">
            <a:xfrm>
              <a:off x="390" y="741"/>
              <a:ext cx="280" cy="288"/>
              <a:chOff x="612" y="588"/>
              <a:chExt cx="280" cy="288"/>
            </a:xfrm>
          </p:grpSpPr>
          <p:sp>
            <p:nvSpPr>
              <p:cNvPr id="1049680" name="Line 41"/>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681" name="Text Box 42"/>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576" name="Group 43"/>
            <p:cNvGrpSpPr/>
            <p:nvPr/>
          </p:nvGrpSpPr>
          <p:grpSpPr bwMode="auto">
            <a:xfrm>
              <a:off x="2143" y="795"/>
              <a:ext cx="377" cy="300"/>
              <a:chOff x="2839" y="174"/>
              <a:chExt cx="377" cy="300"/>
            </a:xfrm>
          </p:grpSpPr>
          <p:sp>
            <p:nvSpPr>
              <p:cNvPr id="1049682" name="Line 44"/>
              <p:cNvSpPr>
                <a:spLocks noChangeShapeType="1"/>
              </p:cNvSpPr>
              <p:nvPr/>
            </p:nvSpPr>
            <p:spPr bwMode="auto">
              <a:xfrm>
                <a:off x="2839" y="23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683" name="Text Box 45"/>
              <p:cNvSpPr txBox="1">
                <a:spLocks noChangeArrowheads="1"/>
              </p:cNvSpPr>
              <p:nvPr/>
            </p:nvSpPr>
            <p:spPr bwMode="auto">
              <a:xfrm>
                <a:off x="2843" y="174"/>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577" name="Group 46"/>
            <p:cNvGrpSpPr/>
            <p:nvPr/>
          </p:nvGrpSpPr>
          <p:grpSpPr bwMode="auto">
            <a:xfrm>
              <a:off x="1062" y="771"/>
              <a:ext cx="280" cy="288"/>
              <a:chOff x="612" y="588"/>
              <a:chExt cx="280" cy="288"/>
            </a:xfrm>
          </p:grpSpPr>
          <p:sp>
            <p:nvSpPr>
              <p:cNvPr id="1049684" name="Line 47"/>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685" name="Text Box 48"/>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sp>
          <p:nvSpPr>
            <p:cNvPr id="1049686" name="Text Box 49"/>
            <p:cNvSpPr txBox="1">
              <a:spLocks noChangeArrowheads="1"/>
            </p:cNvSpPr>
            <p:nvPr/>
          </p:nvSpPr>
          <p:spPr bwMode="auto">
            <a:xfrm>
              <a:off x="295" y="981"/>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687" name="Text Box 50"/>
            <p:cNvSpPr txBox="1">
              <a:spLocks noChangeArrowheads="1"/>
            </p:cNvSpPr>
            <p:nvPr/>
          </p:nvSpPr>
          <p:spPr bwMode="auto">
            <a:xfrm>
              <a:off x="1429" y="1026"/>
              <a:ext cx="542"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11</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grpSp>
      <p:graphicFrame>
        <p:nvGraphicFramePr>
          <p:cNvPr id="4194333" name="Object 51"/>
          <p:cNvGraphicFramePr>
            <a:graphicFrameLocks noChangeAspect="1"/>
          </p:cNvGraphicFramePr>
          <p:nvPr>
            <p:custDataLst>
              <p:tags r:id="rId1"/>
            </p:custDataLst>
          </p:nvPr>
        </p:nvGraphicFramePr>
        <p:xfrm>
          <a:off x="5602605" y="4901248"/>
          <a:ext cx="2855913" cy="1374775"/>
        </p:xfrm>
        <a:graphic>
          <a:graphicData uri="http://schemas.openxmlformats.org/presentationml/2006/ole">
            <mc:AlternateContent xmlns:mc="http://schemas.openxmlformats.org/markup-compatibility/2006">
              <mc:Choice xmlns:v="urn:schemas-microsoft-com:vml" Requires="v">
                <p:oleObj spid="_x0000_s4" name="Equation" showAsIcon="1" r:id="rId2" imgW="35052000" imgH="16459200" progId="Equation.DSMT4">
                  <p:embed/>
                </p:oleObj>
              </mc:Choice>
              <mc:Fallback>
                <p:oleObj name="Equation" showAsIcon="1" r:id="rId2" imgW="35052000" imgH="16459200" progId="Equation.DSMT4">
                  <p:embed/>
                  <p:pic>
                    <p:nvPicPr>
                      <p:cNvPr id="0" name="图片 18801"/>
                      <p:cNvPicPr>
                        <a:picLocks noChangeAspect="1" noChangeArrowheads="1"/>
                      </p:cNvPicPr>
                      <p:nvPr/>
                    </p:nvPicPr>
                    <p:blipFill>
                      <a:blip r:embed="rId3"/>
                      <a:srcRect/>
                      <a:stretch>
                        <a:fillRect/>
                      </a:stretch>
                    </p:blipFill>
                    <p:spPr bwMode="auto">
                      <a:xfrm>
                        <a:off x="5602605" y="4901248"/>
                        <a:ext cx="2855913" cy="1374775"/>
                      </a:xfrm>
                      <a:prstGeom prst="rect">
                        <a:avLst/>
                      </a:prstGeom>
                      <a:noFill/>
                      <a:ln>
                        <a:noFill/>
                      </a:ln>
                      <a:effectLst/>
                    </p:spPr>
                  </p:pic>
                </p:oleObj>
              </mc:Fallback>
            </mc:AlternateContent>
          </a:graphicData>
        </a:graphic>
      </p:graphicFrame>
      <p:graphicFrame>
        <p:nvGraphicFramePr>
          <p:cNvPr id="4194334" name="对象 8"/>
          <p:cNvGraphicFramePr/>
          <p:nvPr>
            <p:custDataLst>
              <p:tags r:id="rId4"/>
            </p:custDataLst>
          </p:nvPr>
        </p:nvGraphicFramePr>
        <p:xfrm>
          <a:off x="1092200" y="4184015"/>
          <a:ext cx="4141470" cy="2092325"/>
        </p:xfrm>
        <a:graphic>
          <a:graphicData uri="http://schemas.openxmlformats.org/presentationml/2006/ole">
            <mc:AlternateContent xmlns:mc="http://schemas.openxmlformats.org/markup-compatibility/2006">
              <mc:Choice xmlns:v="urn:schemas-microsoft-com:vml" Requires="v">
                <p:oleObj spid="_x0000_s10" name="" r:id="rId5" imgW="3940810" imgH="1790065" progId="Equation.KSEE3">
                  <p:embed/>
                </p:oleObj>
              </mc:Choice>
              <mc:Fallback>
                <p:oleObj name="" r:id="rId5" imgW="3940810" imgH="1790065" progId="Equation.KSEE3">
                  <p:embed/>
                  <p:pic>
                    <p:nvPicPr>
                      <p:cNvPr id="0" name="图片 9"/>
                      <p:cNvPicPr/>
                      <p:nvPr/>
                    </p:nvPicPr>
                    <p:blipFill>
                      <a:blip r:embed="rId6"/>
                      <a:stretch>
                        <a:fillRect/>
                      </a:stretch>
                    </p:blipFill>
                    <p:spPr>
                      <a:xfrm>
                        <a:off x="1092200" y="4184015"/>
                        <a:ext cx="4141470" cy="209232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597" name=""/>
        <p:cNvGrpSpPr/>
        <p:nvPr/>
      </p:nvGrpSpPr>
      <p:grpSpPr>
        <a:xfrm>
          <a:off x="0" y="0"/>
          <a:ext cx="0" cy="0"/>
          <a:chOff x="0" y="0"/>
          <a:chExt cx="0" cy="0"/>
        </a:xfrm>
      </p:grpSpPr>
      <p:pic>
        <p:nvPicPr>
          <p:cNvPr id="2097262" name="图片 10"/>
          <p:cNvPicPr>
            <a:picLocks noChangeAspect="1"/>
          </p:cNvPicPr>
          <p:nvPr>
            <p:custDataLst>
              <p:tags r:id="rId1"/>
            </p:custDataLst>
          </p:nvPr>
        </p:nvPicPr>
        <p:blipFill>
          <a:blip r:embed="rId2"/>
          <a:stretch>
            <a:fillRect/>
          </a:stretch>
        </p:blipFill>
        <p:spPr>
          <a:xfrm>
            <a:off x="724535" y="0"/>
            <a:ext cx="8245475" cy="68275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617" name=""/>
        <p:cNvGrpSpPr/>
        <p:nvPr/>
      </p:nvGrpSpPr>
      <p:grpSpPr>
        <a:xfrm>
          <a:off x="0" y="0"/>
          <a:ext cx="0" cy="0"/>
          <a:chOff x="0" y="0"/>
          <a:chExt cx="0" cy="0"/>
        </a:xfrm>
      </p:grpSpPr>
      <p:sp>
        <p:nvSpPr>
          <p:cNvPr id="1049712" name="AutoShape 11"/>
          <p:cNvSpPr/>
          <p:nvPr/>
        </p:nvSpPr>
        <p:spPr bwMode="auto">
          <a:xfrm>
            <a:off x="8975725" y="2349501"/>
            <a:ext cx="312738" cy="1241425"/>
          </a:xfrm>
          <a:prstGeom prst="rightBrace">
            <a:avLst>
              <a:gd name="adj1" fmla="val 33079"/>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bg1"/>
              </a:solidFill>
              <a:ea typeface="楷体_GB2312" pitchFamily="49" charset="-122"/>
            </a:endParaRPr>
          </a:p>
        </p:txBody>
      </p:sp>
      <p:graphicFrame>
        <p:nvGraphicFramePr>
          <p:cNvPr id="4194335" name="Object 51"/>
          <p:cNvGraphicFramePr>
            <a:graphicFrameLocks noChangeAspect="1"/>
          </p:cNvGraphicFramePr>
          <p:nvPr/>
        </p:nvGraphicFramePr>
        <p:xfrm>
          <a:off x="705485" y="1328738"/>
          <a:ext cx="2855913" cy="1374775"/>
        </p:xfrm>
        <a:graphic>
          <a:graphicData uri="http://schemas.openxmlformats.org/presentationml/2006/ole">
            <mc:AlternateContent xmlns:mc="http://schemas.openxmlformats.org/markup-compatibility/2006">
              <mc:Choice xmlns:v="urn:schemas-microsoft-com:vml" Requires="v">
                <p:oleObj spid="_x0000_s18802" name="Equation" showAsIcon="1" r:id="rId1" imgW="35052000" imgH="16459200" progId="Equation.DSMT4">
                  <p:embed/>
                </p:oleObj>
              </mc:Choice>
              <mc:Fallback>
                <p:oleObj name="Equation" showAsIcon="1" r:id="rId1" imgW="35052000" imgH="16459200" progId="Equation.DSMT4">
                  <p:embed/>
                  <p:pic>
                    <p:nvPicPr>
                      <p:cNvPr id="0" name="图片 18801"/>
                      <p:cNvPicPr>
                        <a:picLocks noChangeAspect="1" noChangeArrowheads="1"/>
                      </p:cNvPicPr>
                      <p:nvPr/>
                    </p:nvPicPr>
                    <p:blipFill>
                      <a:blip r:embed="rId2"/>
                      <a:srcRect/>
                      <a:stretch>
                        <a:fillRect/>
                      </a:stretch>
                    </p:blipFill>
                    <p:spPr bwMode="auto">
                      <a:xfrm>
                        <a:off x="705485" y="1328738"/>
                        <a:ext cx="2855913" cy="1374775"/>
                      </a:xfrm>
                      <a:prstGeom prst="rect">
                        <a:avLst/>
                      </a:prstGeom>
                      <a:noFill/>
                      <a:ln>
                        <a:noFill/>
                      </a:ln>
                      <a:effectLst/>
                    </p:spPr>
                  </p:pic>
                </p:oleObj>
              </mc:Fallback>
            </mc:AlternateContent>
          </a:graphicData>
        </a:graphic>
      </p:graphicFrame>
      <p:graphicFrame>
        <p:nvGraphicFramePr>
          <p:cNvPr id="4194336" name="Object 52"/>
          <p:cNvGraphicFramePr>
            <a:graphicFrameLocks noChangeAspect="1"/>
          </p:cNvGraphicFramePr>
          <p:nvPr/>
        </p:nvGraphicFramePr>
        <p:xfrm>
          <a:off x="3881915" y="1221741"/>
          <a:ext cx="3097213" cy="1374775"/>
        </p:xfrm>
        <a:graphic>
          <a:graphicData uri="http://schemas.openxmlformats.org/presentationml/2006/ole">
            <mc:AlternateContent xmlns:mc="http://schemas.openxmlformats.org/markup-compatibility/2006">
              <mc:Choice xmlns:v="urn:schemas-microsoft-com:vml" Requires="v">
                <p:oleObj spid="_x0000_s18803" name="Equation" showAsIcon="1" r:id="rId3" imgW="38100000" imgH="16459200" progId="Equation.DSMT4">
                  <p:embed/>
                </p:oleObj>
              </mc:Choice>
              <mc:Fallback>
                <p:oleObj name="Equation" showAsIcon="1" r:id="rId3" imgW="38100000" imgH="16459200" progId="Equation.DSMT4">
                  <p:embed/>
                  <p:pic>
                    <p:nvPicPr>
                      <p:cNvPr id="0" name="图片 18802"/>
                      <p:cNvPicPr>
                        <a:picLocks noChangeAspect="1" noChangeArrowheads="1"/>
                      </p:cNvPicPr>
                      <p:nvPr/>
                    </p:nvPicPr>
                    <p:blipFill>
                      <a:blip r:embed="rId4"/>
                      <a:srcRect/>
                      <a:stretch>
                        <a:fillRect/>
                      </a:stretch>
                    </p:blipFill>
                    <p:spPr bwMode="auto">
                      <a:xfrm>
                        <a:off x="3881915" y="1221741"/>
                        <a:ext cx="3097213" cy="1374775"/>
                      </a:xfrm>
                      <a:prstGeom prst="rect">
                        <a:avLst/>
                      </a:prstGeom>
                      <a:noFill/>
                      <a:ln>
                        <a:noFill/>
                      </a:ln>
                      <a:effectLst/>
                    </p:spPr>
                  </p:pic>
                </p:oleObj>
              </mc:Fallback>
            </mc:AlternateContent>
          </a:graphicData>
        </a:graphic>
      </p:graphicFrame>
      <p:graphicFrame>
        <p:nvGraphicFramePr>
          <p:cNvPr id="4194337" name="Object 53"/>
          <p:cNvGraphicFramePr>
            <a:graphicFrameLocks noChangeAspect="1"/>
          </p:cNvGraphicFramePr>
          <p:nvPr/>
        </p:nvGraphicFramePr>
        <p:xfrm>
          <a:off x="7495028" y="1221740"/>
          <a:ext cx="3024188" cy="1374775"/>
        </p:xfrm>
        <a:graphic>
          <a:graphicData uri="http://schemas.openxmlformats.org/presentationml/2006/ole">
            <mc:AlternateContent xmlns:mc="http://schemas.openxmlformats.org/markup-compatibility/2006">
              <mc:Choice xmlns:v="urn:schemas-microsoft-com:vml" Requires="v">
                <p:oleObj spid="_x0000_s18804" name="Equation" showAsIcon="1" r:id="rId5" imgW="37185600" imgH="16459200" progId="Equation.DSMT4">
                  <p:embed/>
                </p:oleObj>
              </mc:Choice>
              <mc:Fallback>
                <p:oleObj name="Equation" showAsIcon="1" r:id="rId5" imgW="37185600" imgH="16459200" progId="Equation.DSMT4">
                  <p:embed/>
                  <p:pic>
                    <p:nvPicPr>
                      <p:cNvPr id="0" name="图片 18803"/>
                      <p:cNvPicPr>
                        <a:picLocks noChangeAspect="1" noChangeArrowheads="1"/>
                      </p:cNvPicPr>
                      <p:nvPr/>
                    </p:nvPicPr>
                    <p:blipFill>
                      <a:blip r:embed="rId6"/>
                      <a:srcRect/>
                      <a:stretch>
                        <a:fillRect/>
                      </a:stretch>
                    </p:blipFill>
                    <p:spPr bwMode="auto">
                      <a:xfrm>
                        <a:off x="7495028" y="1221740"/>
                        <a:ext cx="3024188" cy="1374775"/>
                      </a:xfrm>
                      <a:prstGeom prst="rect">
                        <a:avLst/>
                      </a:prstGeom>
                      <a:noFill/>
                      <a:ln>
                        <a:noFill/>
                      </a:ln>
                      <a:effectLst/>
                    </p:spPr>
                  </p:pic>
                </p:oleObj>
              </mc:Fallback>
            </mc:AlternateContent>
          </a:graphicData>
        </a:graphic>
      </p:graphicFrame>
      <p:graphicFrame>
        <p:nvGraphicFramePr>
          <p:cNvPr id="4194338" name="Object 54"/>
          <p:cNvGraphicFramePr>
            <a:graphicFrameLocks noChangeAspect="1"/>
          </p:cNvGraphicFramePr>
          <p:nvPr/>
        </p:nvGraphicFramePr>
        <p:xfrm>
          <a:off x="5400040" y="3934460"/>
          <a:ext cx="2787650" cy="574675"/>
        </p:xfrm>
        <a:graphic>
          <a:graphicData uri="http://schemas.openxmlformats.org/presentationml/2006/ole">
            <mc:AlternateContent xmlns:mc="http://schemas.openxmlformats.org/markup-compatibility/2006">
              <mc:Choice xmlns:v="urn:schemas-microsoft-com:vml" Requires="v">
                <p:oleObj spid="_x0000_s18805" name="Equation" showAsIcon="1" r:id="rId7" imgW="28956000" imgH="5486400" progId="Equation.DSMT4">
                  <p:embed/>
                </p:oleObj>
              </mc:Choice>
              <mc:Fallback>
                <p:oleObj name="Equation" showAsIcon="1" r:id="rId7" imgW="28956000" imgH="5486400" progId="Equation.DSMT4">
                  <p:embed/>
                  <p:pic>
                    <p:nvPicPr>
                      <p:cNvPr id="0" name="图片 18804"/>
                      <p:cNvPicPr>
                        <a:picLocks noChangeAspect="1" noChangeArrowheads="1"/>
                      </p:cNvPicPr>
                      <p:nvPr/>
                    </p:nvPicPr>
                    <p:blipFill>
                      <a:blip r:embed="rId8"/>
                      <a:srcRect/>
                      <a:stretch>
                        <a:fillRect/>
                      </a:stretch>
                    </p:blipFill>
                    <p:spPr bwMode="auto">
                      <a:xfrm>
                        <a:off x="5400040" y="3934460"/>
                        <a:ext cx="2787650" cy="574675"/>
                      </a:xfrm>
                      <a:prstGeom prst="rect">
                        <a:avLst/>
                      </a:prstGeom>
                      <a:noFill/>
                      <a:ln>
                        <a:noFill/>
                      </a:ln>
                      <a:effectLst/>
                    </p:spPr>
                  </p:pic>
                </p:oleObj>
              </mc:Fallback>
            </mc:AlternateContent>
          </a:graphicData>
        </a:graphic>
      </p:graphicFrame>
      <p:graphicFrame>
        <p:nvGraphicFramePr>
          <p:cNvPr id="4194339" name="Object 55"/>
          <p:cNvGraphicFramePr>
            <a:graphicFrameLocks noChangeAspect="1"/>
          </p:cNvGraphicFramePr>
          <p:nvPr/>
        </p:nvGraphicFramePr>
        <p:xfrm>
          <a:off x="5400040" y="4582160"/>
          <a:ext cx="3117850" cy="574675"/>
        </p:xfrm>
        <a:graphic>
          <a:graphicData uri="http://schemas.openxmlformats.org/presentationml/2006/ole">
            <mc:AlternateContent xmlns:mc="http://schemas.openxmlformats.org/markup-compatibility/2006">
              <mc:Choice xmlns:v="urn:schemas-microsoft-com:vml" Requires="v">
                <p:oleObj spid="_x0000_s18806" name="Equation" showAsIcon="1" r:id="rId9" imgW="32613600" imgH="5486400" progId="Equation.DSMT4">
                  <p:embed/>
                </p:oleObj>
              </mc:Choice>
              <mc:Fallback>
                <p:oleObj name="Equation" showAsIcon="1" r:id="rId9" imgW="32613600" imgH="5486400" progId="Equation.DSMT4">
                  <p:embed/>
                  <p:pic>
                    <p:nvPicPr>
                      <p:cNvPr id="0" name="图片 18805"/>
                      <p:cNvPicPr>
                        <a:picLocks noChangeAspect="1" noChangeArrowheads="1"/>
                      </p:cNvPicPr>
                      <p:nvPr/>
                    </p:nvPicPr>
                    <p:blipFill>
                      <a:blip r:embed="rId10"/>
                      <a:srcRect/>
                      <a:stretch>
                        <a:fillRect/>
                      </a:stretch>
                    </p:blipFill>
                    <p:spPr bwMode="auto">
                      <a:xfrm>
                        <a:off x="5400040" y="4582160"/>
                        <a:ext cx="3117850" cy="574675"/>
                      </a:xfrm>
                      <a:prstGeom prst="rect">
                        <a:avLst/>
                      </a:prstGeom>
                      <a:noFill/>
                      <a:ln>
                        <a:noFill/>
                      </a:ln>
                      <a:effectLst/>
                    </p:spPr>
                  </p:pic>
                </p:oleObj>
              </mc:Fallback>
            </mc:AlternateContent>
          </a:graphicData>
        </a:graphic>
      </p:graphicFrame>
      <p:graphicFrame>
        <p:nvGraphicFramePr>
          <p:cNvPr id="4194340" name="Object 56"/>
          <p:cNvGraphicFramePr>
            <a:graphicFrameLocks noChangeAspect="1"/>
          </p:cNvGraphicFramePr>
          <p:nvPr/>
        </p:nvGraphicFramePr>
        <p:xfrm>
          <a:off x="5401752" y="5229860"/>
          <a:ext cx="3394075" cy="574675"/>
        </p:xfrm>
        <a:graphic>
          <a:graphicData uri="http://schemas.openxmlformats.org/presentationml/2006/ole">
            <mc:AlternateContent xmlns:mc="http://schemas.openxmlformats.org/markup-compatibility/2006">
              <mc:Choice xmlns:v="urn:schemas-microsoft-com:vml" Requires="v">
                <p:oleObj spid="_x0000_s18807" name="Equation" showAsIcon="1" r:id="rId11" imgW="35356800" imgH="5486400" progId="Equation.DSMT4">
                  <p:embed/>
                </p:oleObj>
              </mc:Choice>
              <mc:Fallback>
                <p:oleObj name="Equation" showAsIcon="1" r:id="rId11" imgW="35356800" imgH="5486400" progId="Equation.DSMT4">
                  <p:embed/>
                  <p:pic>
                    <p:nvPicPr>
                      <p:cNvPr id="0" name="图片 18806"/>
                      <p:cNvPicPr>
                        <a:picLocks noChangeAspect="1" noChangeArrowheads="1"/>
                      </p:cNvPicPr>
                      <p:nvPr/>
                    </p:nvPicPr>
                    <p:blipFill>
                      <a:blip r:embed="rId12"/>
                      <a:srcRect/>
                      <a:stretch>
                        <a:fillRect/>
                      </a:stretch>
                    </p:blipFill>
                    <p:spPr bwMode="auto">
                      <a:xfrm>
                        <a:off x="5401752" y="5229860"/>
                        <a:ext cx="3394075" cy="574675"/>
                      </a:xfrm>
                      <a:prstGeom prst="rect">
                        <a:avLst/>
                      </a:prstGeom>
                      <a:noFill/>
                      <a:ln>
                        <a:noFill/>
                      </a:ln>
                      <a:effectLst/>
                    </p:spPr>
                  </p:pic>
                </p:oleObj>
              </mc:Fallback>
            </mc:AlternateContent>
          </a:graphicData>
        </a:graphic>
      </p:graphicFrame>
      <p:graphicFrame>
        <p:nvGraphicFramePr>
          <p:cNvPr id="4194341" name="Object 57"/>
          <p:cNvGraphicFramePr>
            <a:graphicFrameLocks noChangeAspect="1"/>
          </p:cNvGraphicFramePr>
          <p:nvPr/>
        </p:nvGraphicFramePr>
        <p:xfrm>
          <a:off x="8993188" y="4153535"/>
          <a:ext cx="2860675" cy="577850"/>
        </p:xfrm>
        <a:graphic>
          <a:graphicData uri="http://schemas.openxmlformats.org/presentationml/2006/ole">
            <mc:AlternateContent xmlns:mc="http://schemas.openxmlformats.org/markup-compatibility/2006">
              <mc:Choice xmlns:v="urn:schemas-microsoft-com:vml" Requires="v">
                <p:oleObj spid="_x0000_s18808" name="Equation" showAsIcon="1" r:id="rId13" imgW="29870400" imgH="5486400" progId="Equation.DSMT4">
                  <p:embed/>
                </p:oleObj>
              </mc:Choice>
              <mc:Fallback>
                <p:oleObj name="Equation" showAsIcon="1" r:id="rId13" imgW="29870400" imgH="5486400" progId="Equation.DSMT4">
                  <p:embed/>
                  <p:pic>
                    <p:nvPicPr>
                      <p:cNvPr id="0" name="图片 18807"/>
                      <p:cNvPicPr>
                        <a:picLocks noChangeAspect="1" noChangeArrowheads="1"/>
                      </p:cNvPicPr>
                      <p:nvPr/>
                    </p:nvPicPr>
                    <p:blipFill>
                      <a:blip r:embed="rId14"/>
                      <a:srcRect/>
                      <a:stretch>
                        <a:fillRect/>
                      </a:stretch>
                    </p:blipFill>
                    <p:spPr bwMode="auto">
                      <a:xfrm>
                        <a:off x="8993188" y="4153535"/>
                        <a:ext cx="2860675" cy="577850"/>
                      </a:xfrm>
                      <a:prstGeom prst="rect">
                        <a:avLst/>
                      </a:prstGeom>
                      <a:noFill/>
                      <a:ln>
                        <a:noFill/>
                      </a:ln>
                      <a:effectLst/>
                    </p:spPr>
                  </p:pic>
                </p:oleObj>
              </mc:Fallback>
            </mc:AlternateContent>
          </a:graphicData>
        </a:graphic>
      </p:graphicFrame>
      <p:graphicFrame>
        <p:nvGraphicFramePr>
          <p:cNvPr id="4194342" name="Object 58"/>
          <p:cNvGraphicFramePr>
            <a:graphicFrameLocks noChangeAspect="1"/>
          </p:cNvGraphicFramePr>
          <p:nvPr/>
        </p:nvGraphicFramePr>
        <p:xfrm>
          <a:off x="9007475" y="4729798"/>
          <a:ext cx="2801938" cy="577850"/>
        </p:xfrm>
        <a:graphic>
          <a:graphicData uri="http://schemas.openxmlformats.org/presentationml/2006/ole">
            <mc:AlternateContent xmlns:mc="http://schemas.openxmlformats.org/markup-compatibility/2006">
              <mc:Choice xmlns:v="urn:schemas-microsoft-com:vml" Requires="v">
                <p:oleObj spid="_x0000_s18809" name="Equation" showAsIcon="1" r:id="rId15" imgW="29260800" imgH="5486400" progId="Equation.DSMT4">
                  <p:embed/>
                </p:oleObj>
              </mc:Choice>
              <mc:Fallback>
                <p:oleObj name="Equation" showAsIcon="1" r:id="rId15" imgW="29260800" imgH="5486400" progId="Equation.DSMT4">
                  <p:embed/>
                  <p:pic>
                    <p:nvPicPr>
                      <p:cNvPr id="0" name="图片 18808"/>
                      <p:cNvPicPr>
                        <a:picLocks noChangeAspect="1" noChangeArrowheads="1"/>
                      </p:cNvPicPr>
                      <p:nvPr/>
                    </p:nvPicPr>
                    <p:blipFill>
                      <a:blip r:embed="rId16"/>
                      <a:srcRect/>
                      <a:stretch>
                        <a:fillRect/>
                      </a:stretch>
                    </p:blipFill>
                    <p:spPr bwMode="auto">
                      <a:xfrm>
                        <a:off x="9007475" y="4729798"/>
                        <a:ext cx="2801938" cy="577850"/>
                      </a:xfrm>
                      <a:prstGeom prst="rect">
                        <a:avLst/>
                      </a:prstGeom>
                      <a:noFill/>
                      <a:ln>
                        <a:noFill/>
                      </a:ln>
                      <a:effectLst/>
                    </p:spPr>
                  </p:pic>
                </p:oleObj>
              </mc:Fallback>
            </mc:AlternateContent>
          </a:graphicData>
        </a:graphic>
      </p:graphicFrame>
      <p:pic>
        <p:nvPicPr>
          <p:cNvPr id="2097272" name="图片 1"/>
          <p:cNvPicPr>
            <a:picLocks noChangeAspect="1"/>
          </p:cNvPicPr>
          <p:nvPr/>
        </p:nvPicPr>
        <p:blipFill>
          <a:blip r:embed="rId17"/>
          <a:stretch>
            <a:fillRect/>
          </a:stretch>
        </p:blipFill>
        <p:spPr>
          <a:xfrm>
            <a:off x="501650" y="3255010"/>
            <a:ext cx="4225290" cy="2837180"/>
          </a:xfrm>
          <a:prstGeom prst="rect">
            <a:avLst/>
          </a:prstGeom>
        </p:spPr>
      </p:pic>
    </p:spTree>
  </p:cSld>
  <p:clrMapOvr>
    <a:masterClrMapping/>
  </p:clrMapOvr>
  <p:timing>
    <p:tnLst>
      <p:par>
        <p:cTn id="1" dur="indefinite" restart="never" nodeType="tmRoot"/>
      </p:par>
    </p:tnLst>
    <p:bldLst>
      <p:bldP spid="104971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618" name=""/>
        <p:cNvGrpSpPr/>
        <p:nvPr/>
      </p:nvGrpSpPr>
      <p:grpSpPr>
        <a:xfrm>
          <a:off x="0" y="0"/>
          <a:ext cx="0" cy="0"/>
          <a:chOff x="0" y="0"/>
          <a:chExt cx="0" cy="0"/>
        </a:xfrm>
      </p:grpSpPr>
      <p:sp>
        <p:nvSpPr>
          <p:cNvPr id="1049713" name="Text Box 2"/>
          <p:cNvSpPr txBox="1">
            <a:spLocks noChangeArrowheads="1"/>
          </p:cNvSpPr>
          <p:nvPr/>
        </p:nvSpPr>
        <p:spPr bwMode="auto">
          <a:xfrm>
            <a:off x="806450" y="1409065"/>
            <a:ext cx="1696720" cy="52197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dirty="0">
                <a:latin typeface="Times New Roman" panose="02020603050405020304" pitchFamily="18" charset="0"/>
                <a:ea typeface="宋体" panose="02010600030101010101" pitchFamily="2" charset="-122"/>
              </a:rPr>
              <a:t>增补例</a:t>
            </a:r>
            <a:r>
              <a:rPr kumimoji="1" lang="en-US" altLang="zh-CN" sz="2800" b="1" dirty="0" smtClean="0">
                <a:latin typeface="Times New Roman" panose="02020603050405020304" pitchFamily="18" charset="0"/>
                <a:ea typeface="宋体" panose="02010600030101010101" pitchFamily="2" charset="-122"/>
              </a:rPr>
              <a:t>2</a:t>
            </a:r>
            <a:endParaRPr kumimoji="1" lang="en-US" altLang="zh-CN" sz="2800" b="1" dirty="0">
              <a:latin typeface="Times New Roman" panose="02020603050405020304" pitchFamily="18" charset="0"/>
              <a:ea typeface="宋体" panose="02010600030101010101" pitchFamily="2" charset="-122"/>
            </a:endParaRPr>
          </a:p>
        </p:txBody>
      </p:sp>
      <p:sp>
        <p:nvSpPr>
          <p:cNvPr id="1049714" name="Text Box 3"/>
          <p:cNvSpPr txBox="1">
            <a:spLocks noChangeArrowheads="1"/>
          </p:cNvSpPr>
          <p:nvPr/>
        </p:nvSpPr>
        <p:spPr bwMode="auto">
          <a:xfrm>
            <a:off x="6546533" y="2508568"/>
            <a:ext cx="3581400"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a:latin typeface="Times New Roman" panose="02020603050405020304" pitchFamily="18" charset="0"/>
                <a:ea typeface="宋体" panose="02010600030101010101" pitchFamily="2" charset="-122"/>
              </a:rPr>
              <a:t>节点</a:t>
            </a:r>
            <a:r>
              <a:rPr kumimoji="1" lang="en-US" altLang="zh-CN" sz="2800" b="1">
                <a:latin typeface="Times New Roman" panose="02020603050405020304" pitchFamily="18" charset="0"/>
                <a:ea typeface="宋体" panose="02010600030101010101" pitchFamily="2" charset="-122"/>
              </a:rPr>
              <a:t>a</a:t>
            </a:r>
            <a:r>
              <a:rPr kumimoji="1" lang="zh-CN" altLang="en-US" sz="2800" b="1">
                <a:latin typeface="Times New Roman" panose="02020603050405020304" pitchFamily="18" charset="0"/>
                <a:ea typeface="宋体" panose="02010600030101010101" pitchFamily="2" charset="-122"/>
              </a:rPr>
              <a:t>：</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r>
              <a:rPr kumimoji="1" lang="en-US" altLang="zh-CN" sz="2800" b="1">
                <a:latin typeface="Times New Roman" panose="02020603050405020304" pitchFamily="18" charset="0"/>
                <a:ea typeface="宋体" panose="02010600030101010101" pitchFamily="2" charset="-122"/>
              </a:rPr>
              <a:t>–</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2</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3</a:t>
            </a:r>
            <a:r>
              <a:rPr kumimoji="1" lang="en-US" altLang="zh-CN" sz="2800" b="1">
                <a:latin typeface="Times New Roman" panose="02020603050405020304" pitchFamily="18" charset="0"/>
                <a:ea typeface="宋体" panose="02010600030101010101" pitchFamily="2" charset="-122"/>
              </a:rPr>
              <a:t>=0</a:t>
            </a:r>
            <a:endParaRPr kumimoji="1" lang="en-US" altLang="zh-CN" sz="2800" b="1">
              <a:latin typeface="Times New Roman" panose="02020603050405020304" pitchFamily="18" charset="0"/>
              <a:ea typeface="宋体" panose="02010600030101010101" pitchFamily="2" charset="-122"/>
            </a:endParaRPr>
          </a:p>
        </p:txBody>
      </p:sp>
      <p:sp>
        <p:nvSpPr>
          <p:cNvPr id="1049715" name="Text Box 4"/>
          <p:cNvSpPr txBox="1">
            <a:spLocks noChangeArrowheads="1"/>
          </p:cNvSpPr>
          <p:nvPr/>
        </p:nvSpPr>
        <p:spPr bwMode="auto">
          <a:xfrm>
            <a:off x="6022659" y="2067243"/>
            <a:ext cx="388778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Times New Roman" panose="02020603050405020304" pitchFamily="18" charset="0"/>
                <a:ea typeface="宋体" panose="02010600030101010101" pitchFamily="2" charset="-122"/>
              </a:rPr>
              <a:t>(1)   </a:t>
            </a:r>
            <a:r>
              <a:rPr kumimoji="1" lang="en-US" altLang="zh-CN" sz="2400" b="1" i="1">
                <a:latin typeface="Times New Roman" panose="02020603050405020304" pitchFamily="18" charset="0"/>
                <a:ea typeface="宋体" panose="02010600030101010101" pitchFamily="2" charset="-122"/>
              </a:rPr>
              <a:t>n</a:t>
            </a:r>
            <a:r>
              <a:rPr kumimoji="1" lang="en-US" altLang="zh-CN" sz="2400" b="1">
                <a:latin typeface="Times New Roman" panose="02020603050405020304" pitchFamily="18" charset="0"/>
                <a:ea typeface="宋体" panose="02010600030101010101" pitchFamily="2" charset="-122"/>
              </a:rPr>
              <a:t>–1=1</a:t>
            </a:r>
            <a:r>
              <a:rPr kumimoji="1" lang="zh-CN" altLang="en-US" sz="2400" b="1">
                <a:latin typeface="Times New Roman" panose="02020603050405020304" pitchFamily="18" charset="0"/>
                <a:ea typeface="宋体" panose="02010600030101010101" pitchFamily="2" charset="-122"/>
              </a:rPr>
              <a:t>个</a:t>
            </a:r>
            <a:r>
              <a:rPr kumimoji="1" lang="en-US" altLang="zh-CN" sz="2400" b="1">
                <a:latin typeface="Times New Roman" panose="02020603050405020304" pitchFamily="18" charset="0"/>
                <a:ea typeface="宋体" panose="02010600030101010101" pitchFamily="2" charset="-122"/>
              </a:rPr>
              <a:t>KCL</a:t>
            </a:r>
            <a:r>
              <a:rPr kumimoji="1" lang="zh-CN" altLang="en-US" sz="2400" b="1">
                <a:latin typeface="Times New Roman" panose="02020603050405020304" pitchFamily="18" charset="0"/>
                <a:ea typeface="宋体" panose="02010600030101010101" pitchFamily="2" charset="-122"/>
              </a:rPr>
              <a:t>方程：</a:t>
            </a:r>
            <a:endParaRPr kumimoji="1" lang="zh-CN" altLang="en-US" sz="2400" b="1">
              <a:latin typeface="Times New Roman" panose="02020603050405020304" pitchFamily="18" charset="0"/>
              <a:ea typeface="宋体" panose="02010600030101010101" pitchFamily="2" charset="-122"/>
            </a:endParaRPr>
          </a:p>
        </p:txBody>
      </p:sp>
      <p:sp>
        <p:nvSpPr>
          <p:cNvPr id="1049716" name="Text Box 5"/>
          <p:cNvSpPr txBox="1">
            <a:spLocks noChangeArrowheads="1"/>
          </p:cNvSpPr>
          <p:nvPr/>
        </p:nvSpPr>
        <p:spPr bwMode="auto">
          <a:xfrm>
            <a:off x="2927034" y="1443355"/>
            <a:ext cx="662463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latin typeface="Times New Roman" panose="02020603050405020304" pitchFamily="18" charset="0"/>
                <a:ea typeface="仿宋_GB2312" pitchFamily="49" charset="-122"/>
              </a:rPr>
              <a:t>列写支路电流</a:t>
            </a:r>
            <a:r>
              <a:rPr kumimoji="1" lang="zh-CN" altLang="en-US" sz="2400" b="1" dirty="0" smtClean="0">
                <a:latin typeface="Times New Roman" panose="02020603050405020304" pitchFamily="18" charset="0"/>
                <a:ea typeface="仿宋_GB2312" pitchFamily="49" charset="-122"/>
              </a:rPr>
              <a:t>方程</a:t>
            </a:r>
            <a:r>
              <a:rPr kumimoji="1" lang="en-US" altLang="zh-CN" sz="2400" b="1" dirty="0" smtClean="0">
                <a:latin typeface="Times New Roman" panose="02020603050405020304" pitchFamily="18" charset="0"/>
                <a:ea typeface="仿宋_GB2312" pitchFamily="49" charset="-122"/>
              </a:rPr>
              <a:t>(</a:t>
            </a:r>
            <a:r>
              <a:rPr kumimoji="1" lang="zh-CN" altLang="en-US" sz="2400" b="1" dirty="0">
                <a:latin typeface="Times New Roman" panose="02020603050405020304" pitchFamily="18" charset="0"/>
                <a:ea typeface="仿宋_GB2312" pitchFamily="49" charset="-122"/>
              </a:rPr>
              <a:t>电路中含有理想电流源）</a:t>
            </a:r>
            <a:endParaRPr kumimoji="1" lang="zh-CN" altLang="en-US" sz="2400" b="1" dirty="0">
              <a:latin typeface="Times New Roman" panose="02020603050405020304" pitchFamily="18" charset="0"/>
              <a:ea typeface="仿宋_GB2312" pitchFamily="49" charset="-122"/>
            </a:endParaRPr>
          </a:p>
        </p:txBody>
      </p:sp>
      <p:sp>
        <p:nvSpPr>
          <p:cNvPr id="1049717" name="Text Box 6"/>
          <p:cNvSpPr txBox="1">
            <a:spLocks noChangeArrowheads="1"/>
          </p:cNvSpPr>
          <p:nvPr/>
        </p:nvSpPr>
        <p:spPr bwMode="auto">
          <a:xfrm>
            <a:off x="5159059" y="2019618"/>
            <a:ext cx="720725"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tx2"/>
                </a:solidFill>
                <a:latin typeface="Times New Roman" panose="02020603050405020304" pitchFamily="18" charset="0"/>
                <a:ea typeface="宋体" panose="02010600030101010101" pitchFamily="2" charset="-122"/>
              </a:rPr>
              <a:t>解</a:t>
            </a:r>
            <a:r>
              <a:rPr kumimoji="1" lang="en-US" altLang="zh-CN" sz="2400" b="1" dirty="0">
                <a:solidFill>
                  <a:schemeClr val="tx2"/>
                </a:solidFill>
                <a:latin typeface="Times New Roman" panose="02020603050405020304" pitchFamily="18" charset="0"/>
                <a:ea typeface="宋体" panose="02010600030101010101" pitchFamily="2" charset="-122"/>
              </a:rPr>
              <a:t>1.</a:t>
            </a:r>
            <a:endParaRPr kumimoji="1" lang="en-US" altLang="zh-CN" sz="2400" b="1" dirty="0">
              <a:solidFill>
                <a:schemeClr val="tx2"/>
              </a:solidFill>
              <a:latin typeface="Times New Roman" panose="02020603050405020304" pitchFamily="18" charset="0"/>
              <a:ea typeface="宋体" panose="02010600030101010101" pitchFamily="2" charset="-122"/>
            </a:endParaRPr>
          </a:p>
        </p:txBody>
      </p:sp>
      <p:sp>
        <p:nvSpPr>
          <p:cNvPr id="1049718" name="Text Box 7"/>
          <p:cNvSpPr txBox="1">
            <a:spLocks noChangeArrowheads="1"/>
          </p:cNvSpPr>
          <p:nvPr/>
        </p:nvSpPr>
        <p:spPr bwMode="auto">
          <a:xfrm>
            <a:off x="6022658" y="3099118"/>
            <a:ext cx="4176712"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Times New Roman" panose="02020603050405020304" pitchFamily="18" charset="0"/>
                <a:ea typeface="宋体" panose="02010600030101010101" pitchFamily="2" charset="-122"/>
              </a:rPr>
              <a:t>(2)   </a:t>
            </a:r>
            <a:r>
              <a:rPr kumimoji="1" lang="en-US" altLang="zh-CN" sz="2400" b="1" i="1">
                <a:latin typeface="Times New Roman" panose="02020603050405020304" pitchFamily="18" charset="0"/>
                <a:ea typeface="宋体" panose="02010600030101010101" pitchFamily="2" charset="-122"/>
              </a:rPr>
              <a:t>b</a:t>
            </a:r>
            <a:r>
              <a:rPr kumimoji="1" lang="en-US" altLang="zh-CN" sz="2400" b="1">
                <a:latin typeface="Times New Roman" panose="02020603050405020304" pitchFamily="18" charset="0"/>
                <a:ea typeface="宋体" panose="02010600030101010101" pitchFamily="2" charset="-122"/>
              </a:rPr>
              <a:t>–( </a:t>
            </a:r>
            <a:r>
              <a:rPr kumimoji="1" lang="en-US" altLang="zh-CN" sz="2400" b="1" i="1">
                <a:latin typeface="Times New Roman" panose="02020603050405020304" pitchFamily="18" charset="0"/>
                <a:ea typeface="宋体" panose="02010600030101010101" pitchFamily="2" charset="-122"/>
              </a:rPr>
              <a:t>n</a:t>
            </a:r>
            <a:r>
              <a:rPr kumimoji="1" lang="en-US" altLang="zh-CN" sz="2400" b="1">
                <a:latin typeface="Times New Roman" panose="02020603050405020304" pitchFamily="18" charset="0"/>
                <a:ea typeface="宋体" panose="02010600030101010101" pitchFamily="2" charset="-122"/>
              </a:rPr>
              <a:t>–1)=2</a:t>
            </a:r>
            <a:r>
              <a:rPr kumimoji="1" lang="zh-CN" altLang="en-US" sz="2400" b="1">
                <a:latin typeface="Times New Roman" panose="02020603050405020304" pitchFamily="18" charset="0"/>
                <a:ea typeface="宋体" panose="02010600030101010101" pitchFamily="2" charset="-122"/>
              </a:rPr>
              <a:t>个</a:t>
            </a:r>
            <a:r>
              <a:rPr kumimoji="1" lang="en-US" altLang="zh-CN" sz="2400" b="1">
                <a:latin typeface="Times New Roman" panose="02020603050405020304" pitchFamily="18" charset="0"/>
                <a:ea typeface="宋体" panose="02010600030101010101" pitchFamily="2" charset="-122"/>
              </a:rPr>
              <a:t>KVL</a:t>
            </a:r>
            <a:r>
              <a:rPr kumimoji="1" lang="zh-CN" altLang="en-US" sz="2400" b="1">
                <a:latin typeface="Times New Roman" panose="02020603050405020304" pitchFamily="18" charset="0"/>
                <a:ea typeface="宋体" panose="02010600030101010101" pitchFamily="2" charset="-122"/>
              </a:rPr>
              <a:t>方程：</a:t>
            </a:r>
            <a:endParaRPr kumimoji="1" lang="zh-CN" altLang="en-US" sz="2400" b="1">
              <a:latin typeface="Times New Roman" panose="02020603050405020304" pitchFamily="18" charset="0"/>
              <a:ea typeface="宋体" panose="02010600030101010101" pitchFamily="2" charset="-122"/>
            </a:endParaRPr>
          </a:p>
        </p:txBody>
      </p:sp>
      <p:sp>
        <p:nvSpPr>
          <p:cNvPr id="1049719" name="Text Box 8"/>
          <p:cNvSpPr txBox="1">
            <a:spLocks noChangeArrowheads="1"/>
          </p:cNvSpPr>
          <p:nvPr/>
        </p:nvSpPr>
        <p:spPr bwMode="auto">
          <a:xfrm>
            <a:off x="6600509" y="4107181"/>
            <a:ext cx="30956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latin typeface="Times New Roman" panose="02020603050405020304" pitchFamily="18" charset="0"/>
                <a:ea typeface="宋体" panose="02010600030101010101" pitchFamily="2" charset="-122"/>
              </a:rPr>
              <a:t>11</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2</a:t>
            </a:r>
            <a:r>
              <a:rPr kumimoji="1" lang="en-US" altLang="zh-CN" sz="2800" b="1" i="1">
                <a:latin typeface="Times New Roman" panose="02020603050405020304" pitchFamily="18" charset="0"/>
                <a:ea typeface="宋体" panose="02010600030101010101" pitchFamily="2" charset="-122"/>
              </a:rPr>
              <a:t>+</a:t>
            </a:r>
            <a:r>
              <a:rPr kumimoji="1" lang="en-US" altLang="zh-CN" sz="2800" b="1">
                <a:latin typeface="Times New Roman" panose="02020603050405020304" pitchFamily="18" charset="0"/>
                <a:ea typeface="宋体" panose="02010600030101010101" pitchFamily="2" charset="-122"/>
              </a:rPr>
              <a:t>7</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3</a:t>
            </a:r>
            <a:r>
              <a:rPr kumimoji="1" lang="en-US" altLang="zh-CN" sz="2800" b="1">
                <a:latin typeface="Times New Roman" panose="02020603050405020304" pitchFamily="18" charset="0"/>
                <a:ea typeface="宋体" panose="02010600030101010101" pitchFamily="2" charset="-122"/>
              </a:rPr>
              <a:t>=</a:t>
            </a:r>
            <a:r>
              <a:rPr kumimoji="1" lang="en-US" altLang="zh-CN" sz="2800" b="1" i="1">
                <a:latin typeface="Times New Roman" panose="02020603050405020304" pitchFamily="18" charset="0"/>
                <a:ea typeface="宋体" panose="02010600030101010101" pitchFamily="2" charset="-122"/>
              </a:rPr>
              <a:t> </a:t>
            </a:r>
            <a:r>
              <a:rPr kumimoji="1" lang="en-US" altLang="zh-CN" sz="2800" b="1">
                <a:latin typeface="Times New Roman" panose="02020603050405020304" pitchFamily="18" charset="0"/>
                <a:ea typeface="宋体" panose="02010600030101010101" pitchFamily="2" charset="-122"/>
              </a:rPr>
              <a:t>U</a:t>
            </a:r>
            <a:endParaRPr kumimoji="1" lang="en-US" altLang="zh-CN" sz="2800" b="1" baseline="-25000">
              <a:latin typeface="Times New Roman" panose="02020603050405020304" pitchFamily="18" charset="0"/>
              <a:ea typeface="宋体" panose="02010600030101010101" pitchFamily="2" charset="-122"/>
            </a:endParaRPr>
          </a:p>
        </p:txBody>
      </p:sp>
      <p:sp>
        <p:nvSpPr>
          <p:cNvPr id="1049720" name="Text Box 9"/>
          <p:cNvSpPr txBox="1">
            <a:spLocks noChangeArrowheads="1"/>
          </p:cNvSpPr>
          <p:nvPr/>
        </p:nvSpPr>
        <p:spPr bwMode="auto">
          <a:xfrm>
            <a:off x="6600509" y="3532506"/>
            <a:ext cx="26638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latin typeface="Times New Roman" panose="02020603050405020304" pitchFamily="18" charset="0"/>
                <a:ea typeface="宋体" panose="02010600030101010101" pitchFamily="2" charset="-122"/>
              </a:rPr>
              <a:t>7</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r>
              <a:rPr kumimoji="1" lang="en-US" altLang="zh-CN" sz="2800" b="1" i="1">
                <a:latin typeface="Times New Roman" panose="02020603050405020304" pitchFamily="18" charset="0"/>
                <a:ea typeface="宋体" panose="02010600030101010101" pitchFamily="2" charset="-122"/>
              </a:rPr>
              <a:t>–</a:t>
            </a:r>
            <a:r>
              <a:rPr kumimoji="1" lang="en-US" altLang="zh-CN" sz="2800" b="1">
                <a:latin typeface="Times New Roman" panose="02020603050405020304" pitchFamily="18" charset="0"/>
                <a:ea typeface="宋体" panose="02010600030101010101" pitchFamily="2" charset="-122"/>
              </a:rPr>
              <a:t>11</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2</a:t>
            </a:r>
            <a:r>
              <a:rPr kumimoji="1" lang="en-US" altLang="zh-CN" sz="2800" b="1">
                <a:latin typeface="Times New Roman" panose="02020603050405020304" pitchFamily="18" charset="0"/>
                <a:ea typeface="宋体" panose="02010600030101010101" pitchFamily="2" charset="-122"/>
              </a:rPr>
              <a:t>=70-U</a:t>
            </a:r>
            <a:endParaRPr kumimoji="1" lang="en-US" altLang="zh-CN" sz="2800" b="1" baseline="-25000">
              <a:latin typeface="Times New Roman" panose="02020603050405020304" pitchFamily="18" charset="0"/>
              <a:ea typeface="宋体" panose="02010600030101010101" pitchFamily="2" charset="-122"/>
            </a:endParaRPr>
          </a:p>
        </p:txBody>
      </p:sp>
      <p:sp>
        <p:nvSpPr>
          <p:cNvPr id="1049721" name="AutoShape 10"/>
          <p:cNvSpPr/>
          <p:nvPr/>
        </p:nvSpPr>
        <p:spPr bwMode="auto">
          <a:xfrm>
            <a:off x="9191309" y="3603944"/>
            <a:ext cx="312737" cy="1241425"/>
          </a:xfrm>
          <a:prstGeom prst="rightBrace">
            <a:avLst>
              <a:gd name="adj1" fmla="val 33080"/>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bg1"/>
              </a:solidFill>
              <a:ea typeface="楷体_GB2312" pitchFamily="49" charset="-122"/>
            </a:endParaRPr>
          </a:p>
        </p:txBody>
      </p:sp>
      <p:grpSp>
        <p:nvGrpSpPr>
          <p:cNvPr id="619" name="Group 11"/>
          <p:cNvGrpSpPr/>
          <p:nvPr/>
        </p:nvGrpSpPr>
        <p:grpSpPr bwMode="auto">
          <a:xfrm>
            <a:off x="1630046" y="2019619"/>
            <a:ext cx="3749675" cy="2676525"/>
            <a:chOff x="158" y="527"/>
            <a:chExt cx="2362" cy="1686"/>
          </a:xfrm>
        </p:grpSpPr>
        <p:sp>
          <p:nvSpPr>
            <p:cNvPr id="1049722" name="Text Box 12"/>
            <p:cNvSpPr txBox="1">
              <a:spLocks noChangeArrowheads="1"/>
            </p:cNvSpPr>
            <p:nvPr/>
          </p:nvSpPr>
          <p:spPr bwMode="auto">
            <a:xfrm>
              <a:off x="1281" y="527"/>
              <a:ext cx="212"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a</a:t>
              </a:r>
              <a:endParaRPr kumimoji="1" lang="en-US" altLang="zh-CN" sz="2400" b="1">
                <a:solidFill>
                  <a:schemeClr val="tx2"/>
                </a:solidFill>
                <a:latin typeface="Times New Roman" panose="02020603050405020304" pitchFamily="18" charset="0"/>
                <a:ea typeface="宋体" panose="02010600030101010101" pitchFamily="2" charset="-122"/>
              </a:endParaRPr>
            </a:p>
          </p:txBody>
        </p:sp>
        <p:grpSp>
          <p:nvGrpSpPr>
            <p:cNvPr id="620" name="Group 13"/>
            <p:cNvGrpSpPr/>
            <p:nvPr/>
          </p:nvGrpSpPr>
          <p:grpSpPr bwMode="auto">
            <a:xfrm>
              <a:off x="158" y="741"/>
              <a:ext cx="2362" cy="1472"/>
              <a:chOff x="158" y="741"/>
              <a:chExt cx="2362" cy="1472"/>
            </a:xfrm>
          </p:grpSpPr>
          <p:grpSp>
            <p:nvGrpSpPr>
              <p:cNvPr id="621" name="Group 14"/>
              <p:cNvGrpSpPr/>
              <p:nvPr/>
            </p:nvGrpSpPr>
            <p:grpSpPr bwMode="auto">
              <a:xfrm>
                <a:off x="884" y="890"/>
                <a:ext cx="227" cy="703"/>
                <a:chOff x="2952" y="2232"/>
                <a:chExt cx="384" cy="1188"/>
              </a:xfrm>
            </p:grpSpPr>
            <p:sp>
              <p:nvSpPr>
                <p:cNvPr id="1049723" name="Oval 15"/>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24" name="Text Box 16"/>
                <p:cNvSpPr txBox="1">
                  <a:spLocks noChangeArrowheads="1"/>
                </p:cNvSpPr>
                <p:nvPr/>
              </p:nvSpPr>
              <p:spPr bwMode="auto">
                <a:xfrm>
                  <a:off x="3025" y="2566"/>
                  <a:ext cx="264" cy="85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25" name="Line 17"/>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grpSp>
            <p:nvGrpSpPr>
              <p:cNvPr id="622" name="Group 18"/>
              <p:cNvGrpSpPr/>
              <p:nvPr/>
            </p:nvGrpSpPr>
            <p:grpSpPr bwMode="auto">
              <a:xfrm>
                <a:off x="1655" y="1344"/>
                <a:ext cx="272" cy="673"/>
                <a:chOff x="2952" y="2232"/>
                <a:chExt cx="384" cy="1345"/>
              </a:xfrm>
            </p:grpSpPr>
            <p:sp>
              <p:nvSpPr>
                <p:cNvPr id="1049726" name="Oval 19"/>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27" name="Text Box 20"/>
                <p:cNvSpPr txBox="1">
                  <a:spLocks noChangeArrowheads="1"/>
                </p:cNvSpPr>
                <p:nvPr/>
              </p:nvSpPr>
              <p:spPr bwMode="auto">
                <a:xfrm>
                  <a:off x="3025" y="2567"/>
                  <a:ext cx="264" cy="101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28" name="Line 21"/>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sp>
            <p:nvSpPr>
              <p:cNvPr id="1049729" name="Oval 22"/>
              <p:cNvSpPr>
                <a:spLocks noChangeArrowheads="1"/>
              </p:cNvSpPr>
              <p:nvPr/>
            </p:nvSpPr>
            <p:spPr bwMode="auto">
              <a:xfrm>
                <a:off x="582" y="1527"/>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30" name="Text Box 23"/>
              <p:cNvSpPr txBox="1">
                <a:spLocks noChangeArrowheads="1"/>
              </p:cNvSpPr>
              <p:nvPr/>
            </p:nvSpPr>
            <p:spPr bwMode="auto">
              <a:xfrm>
                <a:off x="158" y="1480"/>
                <a:ext cx="54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70V</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31" name="Text Box 24"/>
              <p:cNvSpPr txBox="1">
                <a:spLocks noChangeArrowheads="1"/>
              </p:cNvSpPr>
              <p:nvPr/>
            </p:nvSpPr>
            <p:spPr bwMode="auto">
              <a:xfrm>
                <a:off x="930" y="1434"/>
                <a:ext cx="36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6A</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32" name="Line 25"/>
              <p:cNvSpPr>
                <a:spLocks noChangeShapeType="1"/>
              </p:cNvSpPr>
              <p:nvPr/>
            </p:nvSpPr>
            <p:spPr bwMode="auto">
              <a:xfrm flipV="1">
                <a:off x="701" y="771"/>
                <a:ext cx="0" cy="1158"/>
              </a:xfrm>
              <a:prstGeom prst="line">
                <a:avLst/>
              </a:prstGeom>
              <a:noFill/>
              <a:ln w="28575">
                <a:solidFill>
                  <a:srgbClr val="FFCC00"/>
                </a:solidFill>
                <a:round/>
              </a:ln>
              <a:effectLst/>
            </p:spPr>
            <p:txBody>
              <a:bodyPr wrap="none" anchor="ctr"/>
              <a:p>
                <a:endParaRPr lang="zh-CN" altLang="en-US"/>
              </a:p>
            </p:txBody>
          </p:sp>
          <p:sp>
            <p:nvSpPr>
              <p:cNvPr id="1049733" name="Freeform 26"/>
              <p:cNvSpPr/>
              <p:nvPr/>
            </p:nvSpPr>
            <p:spPr bwMode="auto">
              <a:xfrm>
                <a:off x="1380" y="783"/>
                <a:ext cx="1" cy="1152"/>
              </a:xfrm>
              <a:custGeom>
                <a:avLst/>
                <a:gdLst>
                  <a:gd name="T0" fmla="*/ 0 w 1"/>
                  <a:gd name="T1" fmla="*/ 1152 h 1152"/>
                  <a:gd name="T2" fmla="*/ 0 w 1"/>
                  <a:gd name="T3" fmla="*/ 0 h 1152"/>
                  <a:gd name="T4" fmla="*/ 0 60000 65536"/>
                  <a:gd name="T5" fmla="*/ 0 60000 65536"/>
                </a:gdLst>
                <a:ahLst/>
                <a:cxnLst>
                  <a:cxn ang="T4">
                    <a:pos x="T0" y="T1"/>
                  </a:cxn>
                  <a:cxn ang="T5">
                    <a:pos x="T2" y="T3"/>
                  </a:cxn>
                </a:cxnLst>
                <a:rect l="0" t="0" r="r" b="b"/>
                <a:pathLst>
                  <a:path w="1" h="1152">
                    <a:moveTo>
                      <a:pt x="0" y="1152"/>
                    </a:moveTo>
                    <a:lnTo>
                      <a:pt x="0" y="0"/>
                    </a:lnTo>
                  </a:path>
                </a:pathLst>
              </a:custGeom>
              <a:noFill/>
              <a:ln w="28575" cmpd="sng">
                <a:solidFill>
                  <a:srgbClr val="FFCC00"/>
                </a:solidFill>
                <a:round/>
                <a:tailEnd type="none" w="med" len="med"/>
              </a:ln>
              <a:effectLst/>
            </p:spPr>
            <p:txBody>
              <a:bodyPr wrap="none" anchor="ctr"/>
              <a:p>
                <a:endParaRPr lang="zh-CN" altLang="en-US"/>
              </a:p>
            </p:txBody>
          </p:sp>
          <p:sp>
            <p:nvSpPr>
              <p:cNvPr id="1049734" name="Freeform 27"/>
              <p:cNvSpPr/>
              <p:nvPr/>
            </p:nvSpPr>
            <p:spPr bwMode="auto">
              <a:xfrm>
                <a:off x="695" y="1929"/>
                <a:ext cx="1357" cy="6"/>
              </a:xfrm>
              <a:custGeom>
                <a:avLst/>
                <a:gdLst>
                  <a:gd name="T0" fmla="*/ 0 w 1357"/>
                  <a:gd name="T1" fmla="*/ 6 h 6"/>
                  <a:gd name="T2" fmla="*/ 1357 w 1357"/>
                  <a:gd name="T3" fmla="*/ 0 h 6"/>
                  <a:gd name="T4" fmla="*/ 0 60000 65536"/>
                  <a:gd name="T5" fmla="*/ 0 60000 65536"/>
                </a:gdLst>
                <a:ahLst/>
                <a:cxnLst>
                  <a:cxn ang="T4">
                    <a:pos x="T0" y="T1"/>
                  </a:cxn>
                  <a:cxn ang="T5">
                    <a:pos x="T2" y="T3"/>
                  </a:cxn>
                </a:cxnLst>
                <a:rect l="0" t="0" r="r" b="b"/>
                <a:pathLst>
                  <a:path w="1357" h="6">
                    <a:moveTo>
                      <a:pt x="0" y="6"/>
                    </a:moveTo>
                    <a:lnTo>
                      <a:pt x="1357" y="0"/>
                    </a:lnTo>
                  </a:path>
                </a:pathLst>
              </a:custGeom>
              <a:noFill/>
              <a:ln w="28575" cmpd="sng">
                <a:solidFill>
                  <a:srgbClr val="FFCC00"/>
                </a:solidFill>
                <a:round/>
              </a:ln>
              <a:effectLst/>
            </p:spPr>
            <p:txBody>
              <a:bodyPr wrap="none" anchor="ctr"/>
              <a:p>
                <a:endParaRPr lang="zh-CN" altLang="en-US"/>
              </a:p>
            </p:txBody>
          </p:sp>
          <p:sp>
            <p:nvSpPr>
              <p:cNvPr id="1049735" name="Freeform 28"/>
              <p:cNvSpPr/>
              <p:nvPr/>
            </p:nvSpPr>
            <p:spPr bwMode="auto">
              <a:xfrm>
                <a:off x="708" y="777"/>
                <a:ext cx="1357" cy="1"/>
              </a:xfrm>
              <a:custGeom>
                <a:avLst/>
                <a:gdLst>
                  <a:gd name="T0" fmla="*/ 0 w 1357"/>
                  <a:gd name="T1" fmla="*/ 0 h 1"/>
                  <a:gd name="T2" fmla="*/ 1357 w 1357"/>
                  <a:gd name="T3" fmla="*/ 1 h 1"/>
                  <a:gd name="T4" fmla="*/ 0 60000 65536"/>
                  <a:gd name="T5" fmla="*/ 0 60000 65536"/>
                </a:gdLst>
                <a:ahLst/>
                <a:cxnLst>
                  <a:cxn ang="T4">
                    <a:pos x="T0" y="T1"/>
                  </a:cxn>
                  <a:cxn ang="T5">
                    <a:pos x="T2" y="T3"/>
                  </a:cxn>
                </a:cxnLst>
                <a:rect l="0" t="0" r="r" b="b"/>
                <a:pathLst>
                  <a:path w="1357" h="1">
                    <a:moveTo>
                      <a:pt x="0" y="0"/>
                    </a:moveTo>
                    <a:lnTo>
                      <a:pt x="1357" y="1"/>
                    </a:lnTo>
                  </a:path>
                </a:pathLst>
              </a:custGeom>
              <a:noFill/>
              <a:ln w="28575" cmpd="sng">
                <a:solidFill>
                  <a:srgbClr val="FFCC00"/>
                </a:solidFill>
                <a:round/>
              </a:ln>
              <a:effectLst/>
            </p:spPr>
            <p:txBody>
              <a:bodyPr wrap="none" anchor="ctr"/>
              <a:p>
                <a:endParaRPr lang="zh-CN" altLang="en-US"/>
              </a:p>
            </p:txBody>
          </p:sp>
          <p:sp>
            <p:nvSpPr>
              <p:cNvPr id="1049736" name="Line 29"/>
              <p:cNvSpPr>
                <a:spLocks noChangeShapeType="1"/>
              </p:cNvSpPr>
              <p:nvPr/>
            </p:nvSpPr>
            <p:spPr bwMode="auto">
              <a:xfrm>
                <a:off x="2059" y="783"/>
                <a:ext cx="0" cy="1152"/>
              </a:xfrm>
              <a:prstGeom prst="line">
                <a:avLst/>
              </a:prstGeom>
              <a:noFill/>
              <a:ln w="28575">
                <a:solidFill>
                  <a:srgbClr val="FFCC00"/>
                </a:solidFill>
                <a:round/>
              </a:ln>
              <a:effectLst/>
            </p:spPr>
            <p:txBody>
              <a:bodyPr wrap="none" anchor="ctr"/>
              <a:p>
                <a:endParaRPr lang="zh-CN" altLang="en-US"/>
              </a:p>
            </p:txBody>
          </p:sp>
          <p:sp>
            <p:nvSpPr>
              <p:cNvPr id="1049737" name="Rectangle 30"/>
              <p:cNvSpPr>
                <a:spLocks noChangeArrowheads="1"/>
              </p:cNvSpPr>
              <p:nvPr/>
            </p:nvSpPr>
            <p:spPr bwMode="auto">
              <a:xfrm>
                <a:off x="643" y="1039"/>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38" name="Rectangle 31"/>
              <p:cNvSpPr>
                <a:spLocks noChangeArrowheads="1"/>
              </p:cNvSpPr>
              <p:nvPr/>
            </p:nvSpPr>
            <p:spPr bwMode="auto">
              <a:xfrm>
                <a:off x="1328" y="1057"/>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39" name="Text Box 32"/>
              <p:cNvSpPr txBox="1">
                <a:spLocks noChangeArrowheads="1"/>
              </p:cNvSpPr>
              <p:nvPr/>
            </p:nvSpPr>
            <p:spPr bwMode="auto">
              <a:xfrm>
                <a:off x="2111" y="1209"/>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40" name="Rectangle 33"/>
              <p:cNvSpPr>
                <a:spLocks noChangeArrowheads="1"/>
              </p:cNvSpPr>
              <p:nvPr/>
            </p:nvSpPr>
            <p:spPr bwMode="auto">
              <a:xfrm>
                <a:off x="2001" y="1255"/>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41" name="Text Box 34"/>
              <p:cNvSpPr txBox="1">
                <a:spLocks noChangeArrowheads="1"/>
              </p:cNvSpPr>
              <p:nvPr/>
            </p:nvSpPr>
            <p:spPr bwMode="auto">
              <a:xfrm>
                <a:off x="1305" y="1925"/>
                <a:ext cx="22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b</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42" name="Text Box 35"/>
              <p:cNvSpPr txBox="1">
                <a:spLocks noChangeArrowheads="1"/>
              </p:cNvSpPr>
              <p:nvPr/>
            </p:nvSpPr>
            <p:spPr bwMode="auto">
              <a:xfrm>
                <a:off x="510" y="1299"/>
                <a:ext cx="21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43" name="Text Box 36"/>
              <p:cNvSpPr txBox="1">
                <a:spLocks noChangeArrowheads="1"/>
              </p:cNvSpPr>
              <p:nvPr/>
            </p:nvSpPr>
            <p:spPr bwMode="auto">
              <a:xfrm>
                <a:off x="510" y="1677"/>
                <a:ext cx="222"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grpSp>
            <p:nvGrpSpPr>
              <p:cNvPr id="623" name="Group 37"/>
              <p:cNvGrpSpPr/>
              <p:nvPr/>
            </p:nvGrpSpPr>
            <p:grpSpPr bwMode="auto">
              <a:xfrm>
                <a:off x="390" y="741"/>
                <a:ext cx="280" cy="288"/>
                <a:chOff x="612" y="588"/>
                <a:chExt cx="280" cy="288"/>
              </a:xfrm>
            </p:grpSpPr>
            <p:sp>
              <p:nvSpPr>
                <p:cNvPr id="1049744" name="Line 38"/>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45" name="Text Box 39"/>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624" name="Group 40"/>
              <p:cNvGrpSpPr/>
              <p:nvPr/>
            </p:nvGrpSpPr>
            <p:grpSpPr bwMode="auto">
              <a:xfrm>
                <a:off x="2143" y="795"/>
                <a:ext cx="377" cy="300"/>
                <a:chOff x="2839" y="174"/>
                <a:chExt cx="377" cy="300"/>
              </a:xfrm>
            </p:grpSpPr>
            <p:sp>
              <p:nvSpPr>
                <p:cNvPr id="1049746" name="Line 41"/>
                <p:cNvSpPr>
                  <a:spLocks noChangeShapeType="1"/>
                </p:cNvSpPr>
                <p:nvPr/>
              </p:nvSpPr>
              <p:spPr bwMode="auto">
                <a:xfrm>
                  <a:off x="2839" y="23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47" name="Text Box 42"/>
                <p:cNvSpPr txBox="1">
                  <a:spLocks noChangeArrowheads="1"/>
                </p:cNvSpPr>
                <p:nvPr/>
              </p:nvSpPr>
              <p:spPr bwMode="auto">
                <a:xfrm>
                  <a:off x="2843" y="174"/>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625" name="Group 43"/>
              <p:cNvGrpSpPr/>
              <p:nvPr/>
            </p:nvGrpSpPr>
            <p:grpSpPr bwMode="auto">
              <a:xfrm>
                <a:off x="1062" y="771"/>
                <a:ext cx="280" cy="288"/>
                <a:chOff x="612" y="588"/>
                <a:chExt cx="280" cy="288"/>
              </a:xfrm>
            </p:grpSpPr>
            <p:sp>
              <p:nvSpPr>
                <p:cNvPr id="1049748" name="Line 44"/>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49" name="Text Box 45"/>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sp>
            <p:nvSpPr>
              <p:cNvPr id="1049750" name="Text Box 46"/>
              <p:cNvSpPr txBox="1">
                <a:spLocks noChangeArrowheads="1"/>
              </p:cNvSpPr>
              <p:nvPr/>
            </p:nvSpPr>
            <p:spPr bwMode="auto">
              <a:xfrm>
                <a:off x="295" y="981"/>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51" name="Text Box 47"/>
              <p:cNvSpPr txBox="1">
                <a:spLocks noChangeArrowheads="1"/>
              </p:cNvSpPr>
              <p:nvPr/>
            </p:nvSpPr>
            <p:spPr bwMode="auto">
              <a:xfrm>
                <a:off x="1429" y="1026"/>
                <a:ext cx="542"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11</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52" name="Oval 48"/>
              <p:cNvSpPr>
                <a:spLocks noChangeArrowheads="1"/>
              </p:cNvSpPr>
              <p:nvPr/>
            </p:nvSpPr>
            <p:spPr bwMode="auto">
              <a:xfrm>
                <a:off x="1266" y="1527"/>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53" name="Line 49"/>
              <p:cNvSpPr>
                <a:spLocks noChangeShapeType="1"/>
              </p:cNvSpPr>
              <p:nvPr/>
            </p:nvSpPr>
            <p:spPr bwMode="auto">
              <a:xfrm>
                <a:off x="1247" y="1661"/>
                <a:ext cx="227" cy="0"/>
              </a:xfrm>
              <a:prstGeom prst="line">
                <a:avLst/>
              </a:prstGeom>
              <a:noFill/>
              <a:ln w="38100">
                <a:solidFill>
                  <a:srgbClr val="FF9900"/>
                </a:solidFill>
                <a:round/>
              </a:ln>
              <a:effectLst/>
            </p:spPr>
            <p:txBody>
              <a:bodyPr/>
              <a:p>
                <a:endParaRPr lang="zh-CN" altLang="en-US"/>
              </a:p>
            </p:txBody>
          </p:sp>
          <p:sp>
            <p:nvSpPr>
              <p:cNvPr id="1049754" name="Line 50"/>
              <p:cNvSpPr>
                <a:spLocks noChangeShapeType="1"/>
              </p:cNvSpPr>
              <p:nvPr/>
            </p:nvSpPr>
            <p:spPr bwMode="auto">
              <a:xfrm flipV="1">
                <a:off x="1202" y="1661"/>
                <a:ext cx="0" cy="272"/>
              </a:xfrm>
              <a:prstGeom prst="line">
                <a:avLst/>
              </a:prstGeom>
              <a:noFill/>
              <a:ln w="38100">
                <a:solidFill>
                  <a:srgbClr val="66FFFF"/>
                </a:solidFill>
                <a:round/>
                <a:tailEnd type="triangle" w="med" len="med"/>
              </a:ln>
              <a:effectLst/>
            </p:spPr>
            <p:txBody>
              <a:bodyPr/>
              <a:p>
                <a:endParaRPr lang="zh-CN" altLang="en-US"/>
              </a:p>
            </p:txBody>
          </p:sp>
        </p:grpSp>
      </p:grpSp>
      <p:sp>
        <p:nvSpPr>
          <p:cNvPr id="1049755" name="Text Box 51"/>
          <p:cNvSpPr txBox="1">
            <a:spLocks noChangeArrowheads="1"/>
          </p:cNvSpPr>
          <p:nvPr/>
        </p:nvSpPr>
        <p:spPr bwMode="auto">
          <a:xfrm>
            <a:off x="6598921" y="4612006"/>
            <a:ext cx="3097213" cy="52197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a:solidFill>
                  <a:srgbClr val="FFFF00"/>
                </a:solidFill>
                <a:latin typeface="Times New Roman" panose="02020603050405020304" pitchFamily="18" charset="0"/>
                <a:ea typeface="宋体" panose="02010600030101010101" pitchFamily="2" charset="-122"/>
              </a:rPr>
              <a:t>增补方程：</a:t>
            </a:r>
            <a:r>
              <a:rPr kumimoji="1" lang="en-US" altLang="zh-CN" sz="2800" b="1" i="1">
                <a:solidFill>
                  <a:srgbClr val="FFFF00"/>
                </a:solidFill>
                <a:latin typeface="Times New Roman" panose="02020603050405020304" pitchFamily="18" charset="0"/>
                <a:ea typeface="宋体" panose="02010600030101010101" pitchFamily="2" charset="-122"/>
              </a:rPr>
              <a:t>I</a:t>
            </a:r>
            <a:r>
              <a:rPr kumimoji="1" lang="en-US" altLang="zh-CN" sz="2800" b="1" baseline="-25000">
                <a:solidFill>
                  <a:srgbClr val="FFFF00"/>
                </a:solidFill>
                <a:latin typeface="Times New Roman" panose="02020603050405020304" pitchFamily="18" charset="0"/>
                <a:ea typeface="宋体" panose="02010600030101010101" pitchFamily="2" charset="-122"/>
              </a:rPr>
              <a:t>2</a:t>
            </a:r>
            <a:r>
              <a:rPr kumimoji="1" lang="en-US" altLang="zh-CN" sz="2800" b="1">
                <a:solidFill>
                  <a:srgbClr val="FFFF00"/>
                </a:solidFill>
                <a:latin typeface="Times New Roman" panose="02020603050405020304" pitchFamily="18" charset="0"/>
                <a:ea typeface="宋体" panose="02010600030101010101" pitchFamily="2" charset="-122"/>
              </a:rPr>
              <a:t>=6A</a:t>
            </a:r>
            <a:endParaRPr kumimoji="1" lang="en-US" altLang="zh-CN" sz="2800" b="1">
              <a:solidFill>
                <a:srgbClr val="FFFF00"/>
              </a:solidFill>
              <a:latin typeface="Times New Roman" panose="02020603050405020304" pitchFamily="18" charset="0"/>
              <a:ea typeface="宋体" panose="02010600030101010101" pitchFamily="2" charset="-122"/>
            </a:endParaRPr>
          </a:p>
        </p:txBody>
      </p:sp>
      <p:sp>
        <p:nvSpPr>
          <p:cNvPr id="1049756" name="Text Box 52"/>
          <p:cNvSpPr txBox="1">
            <a:spLocks noChangeArrowheads="1"/>
          </p:cNvSpPr>
          <p:nvPr/>
        </p:nvSpPr>
        <p:spPr bwMode="auto">
          <a:xfrm>
            <a:off x="3719195" y="3099119"/>
            <a:ext cx="433388" cy="110744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rgbClr val="FF0000"/>
                </a:solidFill>
                <a:latin typeface="仿宋_GB2312" pitchFamily="49" charset="-122"/>
                <a:ea typeface="仿宋_GB2312" pitchFamily="49" charset="-122"/>
              </a:rPr>
              <a:t>+</a:t>
            </a:r>
            <a:endParaRPr lang="en-US" altLang="zh-CN" sz="2400" b="1">
              <a:solidFill>
                <a:srgbClr val="FF0000"/>
              </a:solidFill>
              <a:latin typeface="仿宋_GB2312" pitchFamily="49" charset="-122"/>
              <a:ea typeface="仿宋_GB2312" pitchFamily="49" charset="-122"/>
            </a:endParaRPr>
          </a:p>
          <a:p>
            <a:pPr eaLnBrk="1" hangingPunct="1"/>
            <a:r>
              <a:rPr lang="en-US" altLang="zh-CN" sz="2000" b="1">
                <a:solidFill>
                  <a:srgbClr val="FF0000"/>
                </a:solidFill>
                <a:latin typeface="Times New Roman" panose="02020603050405020304" pitchFamily="18" charset="0"/>
                <a:ea typeface="仿宋_GB2312" pitchFamily="49" charset="-122"/>
              </a:rPr>
              <a:t>U</a:t>
            </a:r>
            <a:endParaRPr lang="en-US" altLang="zh-CN" sz="2000" b="1">
              <a:solidFill>
                <a:srgbClr val="FF0000"/>
              </a:solidFill>
              <a:latin typeface="Times New Roman" panose="02020603050405020304" pitchFamily="18" charset="0"/>
              <a:ea typeface="仿宋_GB2312" pitchFamily="49" charset="-122"/>
            </a:endParaRPr>
          </a:p>
          <a:p>
            <a:pPr eaLnBrk="1" hangingPunct="1"/>
            <a:r>
              <a:rPr lang="en-US" altLang="zh-CN" sz="2400" b="1">
                <a:solidFill>
                  <a:srgbClr val="FF0000"/>
                </a:solidFill>
                <a:latin typeface="仿宋_GB2312" pitchFamily="49" charset="-122"/>
                <a:ea typeface="仿宋_GB2312" pitchFamily="49" charset="-122"/>
              </a:rPr>
              <a:t>_</a:t>
            </a:r>
            <a:endParaRPr lang="en-US" altLang="zh-CN" sz="2400" b="1">
              <a:solidFill>
                <a:srgbClr val="FF0000"/>
              </a:solidFill>
              <a:latin typeface="仿宋_GB2312" pitchFamily="49" charset="-122"/>
              <a:ea typeface="仿宋_GB2312" pitchFamily="49" charset="-122"/>
            </a:endParaRPr>
          </a:p>
        </p:txBody>
      </p:sp>
    </p:spTree>
  </p:cSld>
  <p:clrMapOvr>
    <a:masterClrMapping/>
  </p:clrMapOvr>
  <p:timing>
    <p:tnLst>
      <p:par>
        <p:cTn id="1" dur="indefinite" restart="never" nodeType="tmRoot"/>
      </p:par>
    </p:tnLst>
    <p:bldLst>
      <p:bldP spid="1049714" grpId="0" bldLvl="0" animBg="1" autoUpdateAnimBg="0"/>
      <p:bldP spid="1049715" grpId="0" bldLvl="0" animBg="1" autoUpdateAnimBg="0"/>
      <p:bldP spid="1049717" grpId="0" bldLvl="0" animBg="1"/>
      <p:bldP spid="1049718" grpId="0" bldLvl="0" animBg="1" autoUpdateAnimBg="0"/>
      <p:bldP spid="1049719" grpId="0" bldLvl="0" animBg="1" autoUpdateAnimBg="0"/>
      <p:bldP spid="1049720" grpId="0" bldLvl="0" animBg="1" autoUpdateAnimBg="0"/>
      <p:bldP spid="1049721" grpId="0" bldLvl="0" animBg="1"/>
      <p:bldP spid="1049755" grpId="0" bldLvl="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645" name=""/>
        <p:cNvGrpSpPr/>
        <p:nvPr/>
      </p:nvGrpSpPr>
      <p:grpSpPr>
        <a:xfrm>
          <a:off x="0" y="0"/>
          <a:ext cx="0" cy="0"/>
          <a:chOff x="0" y="0"/>
          <a:chExt cx="0" cy="0"/>
        </a:xfrm>
      </p:grpSpPr>
      <p:grpSp>
        <p:nvGrpSpPr>
          <p:cNvPr id="646" name="Group 53"/>
          <p:cNvGrpSpPr/>
          <p:nvPr/>
        </p:nvGrpSpPr>
        <p:grpSpPr bwMode="auto">
          <a:xfrm>
            <a:off x="2119630" y="2243455"/>
            <a:ext cx="2089150" cy="1728788"/>
            <a:chOff x="2952" y="2232"/>
            <a:chExt cx="384" cy="996"/>
          </a:xfrm>
        </p:grpSpPr>
        <p:sp>
          <p:nvSpPr>
            <p:cNvPr id="1049769" name="Oval 54"/>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70" name="Text Box 55"/>
            <p:cNvSpPr txBox="1">
              <a:spLocks noChangeArrowheads="1"/>
            </p:cNvSpPr>
            <p:nvPr/>
          </p:nvSpPr>
          <p:spPr bwMode="auto">
            <a:xfrm>
              <a:off x="3025" y="2566"/>
              <a:ext cx="264" cy="26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rgbClr val="FFFF00"/>
                  </a:solidFill>
                  <a:latin typeface="Times New Roman" panose="02020603050405020304" pitchFamily="18" charset="0"/>
                  <a:ea typeface="宋体" panose="02010600030101010101" pitchFamily="2" charset="-122"/>
                </a:rPr>
                <a:t>1</a:t>
              </a:r>
              <a:endParaRPr kumimoji="1" lang="en-US" altLang="zh-CN" sz="2400" b="1">
                <a:solidFill>
                  <a:srgbClr val="FFFF00"/>
                </a:solidFill>
                <a:latin typeface="Times New Roman" panose="02020603050405020304" pitchFamily="18" charset="0"/>
                <a:ea typeface="宋体" panose="02010600030101010101" pitchFamily="2" charset="-122"/>
              </a:endParaRPr>
            </a:p>
          </p:txBody>
        </p:sp>
        <p:sp>
          <p:nvSpPr>
            <p:cNvPr id="1049771" name="Line 56"/>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grpSp>
        <p:nvGrpSpPr>
          <p:cNvPr id="647" name="Group 57"/>
          <p:cNvGrpSpPr/>
          <p:nvPr/>
        </p:nvGrpSpPr>
        <p:grpSpPr bwMode="auto">
          <a:xfrm>
            <a:off x="1183006" y="1594168"/>
            <a:ext cx="3749675" cy="2913062"/>
            <a:chOff x="158" y="2205"/>
            <a:chExt cx="2362" cy="1835"/>
          </a:xfrm>
        </p:grpSpPr>
        <p:sp>
          <p:nvSpPr>
            <p:cNvPr id="1049772" name="Text Box 58"/>
            <p:cNvSpPr txBox="1">
              <a:spLocks noChangeArrowheads="1"/>
            </p:cNvSpPr>
            <p:nvPr/>
          </p:nvSpPr>
          <p:spPr bwMode="auto">
            <a:xfrm>
              <a:off x="249" y="2205"/>
              <a:ext cx="545"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tx2"/>
                  </a:solidFill>
                  <a:latin typeface="Times New Roman" panose="02020603050405020304" pitchFamily="18" charset="0"/>
                  <a:ea typeface="宋体" panose="02010600030101010101" pitchFamily="2" charset="-122"/>
                </a:rPr>
                <a:t>解</a:t>
              </a:r>
              <a:r>
                <a:rPr kumimoji="1" lang="en-US" altLang="zh-CN" sz="2400" b="1" dirty="0">
                  <a:solidFill>
                    <a:schemeClr val="tx2"/>
                  </a:solidFill>
                  <a:latin typeface="Times New Roman" panose="02020603050405020304" pitchFamily="18" charset="0"/>
                  <a:ea typeface="宋体" panose="02010600030101010101" pitchFamily="2" charset="-122"/>
                </a:rPr>
                <a:t>2.</a:t>
              </a:r>
              <a:endParaRPr kumimoji="1" lang="en-US" altLang="zh-CN" sz="2400" b="1" dirty="0">
                <a:solidFill>
                  <a:schemeClr val="tx2"/>
                </a:solidFill>
                <a:latin typeface="Times New Roman" panose="02020603050405020304" pitchFamily="18" charset="0"/>
                <a:ea typeface="宋体" panose="02010600030101010101" pitchFamily="2" charset="-122"/>
              </a:endParaRPr>
            </a:p>
          </p:txBody>
        </p:sp>
        <p:grpSp>
          <p:nvGrpSpPr>
            <p:cNvPr id="648" name="Group 59"/>
            <p:cNvGrpSpPr/>
            <p:nvPr/>
          </p:nvGrpSpPr>
          <p:grpSpPr bwMode="auto">
            <a:xfrm>
              <a:off x="158" y="2568"/>
              <a:ext cx="2362" cy="1472"/>
              <a:chOff x="158" y="2568"/>
              <a:chExt cx="2362" cy="1472"/>
            </a:xfrm>
          </p:grpSpPr>
          <p:sp>
            <p:nvSpPr>
              <p:cNvPr id="1049773" name="Oval 60"/>
              <p:cNvSpPr>
                <a:spLocks noChangeArrowheads="1"/>
              </p:cNvSpPr>
              <p:nvPr/>
            </p:nvSpPr>
            <p:spPr bwMode="auto">
              <a:xfrm>
                <a:off x="582" y="3354"/>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74" name="Text Box 61"/>
              <p:cNvSpPr txBox="1">
                <a:spLocks noChangeArrowheads="1"/>
              </p:cNvSpPr>
              <p:nvPr/>
            </p:nvSpPr>
            <p:spPr bwMode="auto">
              <a:xfrm>
                <a:off x="158" y="3307"/>
                <a:ext cx="54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70V</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75" name="Text Box 62"/>
              <p:cNvSpPr txBox="1">
                <a:spLocks noChangeArrowheads="1"/>
              </p:cNvSpPr>
              <p:nvPr/>
            </p:nvSpPr>
            <p:spPr bwMode="auto">
              <a:xfrm>
                <a:off x="930" y="3261"/>
                <a:ext cx="36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6A</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76" name="Line 63"/>
              <p:cNvSpPr>
                <a:spLocks noChangeShapeType="1"/>
              </p:cNvSpPr>
              <p:nvPr/>
            </p:nvSpPr>
            <p:spPr bwMode="auto">
              <a:xfrm flipV="1">
                <a:off x="701" y="2598"/>
                <a:ext cx="0" cy="1158"/>
              </a:xfrm>
              <a:prstGeom prst="line">
                <a:avLst/>
              </a:prstGeom>
              <a:noFill/>
              <a:ln w="28575">
                <a:solidFill>
                  <a:srgbClr val="FFCC00"/>
                </a:solidFill>
                <a:round/>
              </a:ln>
              <a:effectLst/>
            </p:spPr>
            <p:txBody>
              <a:bodyPr wrap="none" anchor="ctr"/>
              <a:p>
                <a:endParaRPr lang="zh-CN" altLang="en-US"/>
              </a:p>
            </p:txBody>
          </p:sp>
          <p:sp>
            <p:nvSpPr>
              <p:cNvPr id="1049777" name="Freeform 64"/>
              <p:cNvSpPr/>
              <p:nvPr/>
            </p:nvSpPr>
            <p:spPr bwMode="auto">
              <a:xfrm>
                <a:off x="1380" y="2610"/>
                <a:ext cx="1" cy="1152"/>
              </a:xfrm>
              <a:custGeom>
                <a:avLst/>
                <a:gdLst>
                  <a:gd name="T0" fmla="*/ 0 w 1"/>
                  <a:gd name="T1" fmla="*/ 1152 h 1152"/>
                  <a:gd name="T2" fmla="*/ 0 w 1"/>
                  <a:gd name="T3" fmla="*/ 0 h 1152"/>
                  <a:gd name="T4" fmla="*/ 0 60000 65536"/>
                  <a:gd name="T5" fmla="*/ 0 60000 65536"/>
                </a:gdLst>
                <a:ahLst/>
                <a:cxnLst>
                  <a:cxn ang="T4">
                    <a:pos x="T0" y="T1"/>
                  </a:cxn>
                  <a:cxn ang="T5">
                    <a:pos x="T2" y="T3"/>
                  </a:cxn>
                </a:cxnLst>
                <a:rect l="0" t="0" r="r" b="b"/>
                <a:pathLst>
                  <a:path w="1" h="1152">
                    <a:moveTo>
                      <a:pt x="0" y="1152"/>
                    </a:moveTo>
                    <a:lnTo>
                      <a:pt x="0" y="0"/>
                    </a:lnTo>
                  </a:path>
                </a:pathLst>
              </a:custGeom>
              <a:noFill/>
              <a:ln w="28575" cmpd="sng">
                <a:solidFill>
                  <a:srgbClr val="FFCC00"/>
                </a:solidFill>
                <a:round/>
                <a:tailEnd type="none" w="med" len="med"/>
              </a:ln>
              <a:effectLst/>
            </p:spPr>
            <p:txBody>
              <a:bodyPr wrap="none" anchor="ctr"/>
              <a:p>
                <a:endParaRPr lang="zh-CN" altLang="en-US"/>
              </a:p>
            </p:txBody>
          </p:sp>
          <p:sp>
            <p:nvSpPr>
              <p:cNvPr id="1049778" name="Freeform 65"/>
              <p:cNvSpPr/>
              <p:nvPr/>
            </p:nvSpPr>
            <p:spPr bwMode="auto">
              <a:xfrm>
                <a:off x="695" y="3756"/>
                <a:ext cx="1357" cy="6"/>
              </a:xfrm>
              <a:custGeom>
                <a:avLst/>
                <a:gdLst>
                  <a:gd name="T0" fmla="*/ 0 w 1357"/>
                  <a:gd name="T1" fmla="*/ 6 h 6"/>
                  <a:gd name="T2" fmla="*/ 1357 w 1357"/>
                  <a:gd name="T3" fmla="*/ 0 h 6"/>
                  <a:gd name="T4" fmla="*/ 0 60000 65536"/>
                  <a:gd name="T5" fmla="*/ 0 60000 65536"/>
                </a:gdLst>
                <a:ahLst/>
                <a:cxnLst>
                  <a:cxn ang="T4">
                    <a:pos x="T0" y="T1"/>
                  </a:cxn>
                  <a:cxn ang="T5">
                    <a:pos x="T2" y="T3"/>
                  </a:cxn>
                </a:cxnLst>
                <a:rect l="0" t="0" r="r" b="b"/>
                <a:pathLst>
                  <a:path w="1357" h="6">
                    <a:moveTo>
                      <a:pt x="0" y="6"/>
                    </a:moveTo>
                    <a:lnTo>
                      <a:pt x="1357" y="0"/>
                    </a:lnTo>
                  </a:path>
                </a:pathLst>
              </a:custGeom>
              <a:noFill/>
              <a:ln w="28575" cmpd="sng">
                <a:solidFill>
                  <a:srgbClr val="FFCC00"/>
                </a:solidFill>
                <a:round/>
              </a:ln>
              <a:effectLst/>
            </p:spPr>
            <p:txBody>
              <a:bodyPr wrap="none" anchor="ctr"/>
              <a:p>
                <a:endParaRPr lang="zh-CN" altLang="en-US"/>
              </a:p>
            </p:txBody>
          </p:sp>
          <p:sp>
            <p:nvSpPr>
              <p:cNvPr id="1049779" name="Freeform 66"/>
              <p:cNvSpPr/>
              <p:nvPr/>
            </p:nvSpPr>
            <p:spPr bwMode="auto">
              <a:xfrm>
                <a:off x="708" y="2604"/>
                <a:ext cx="1357" cy="1"/>
              </a:xfrm>
              <a:custGeom>
                <a:avLst/>
                <a:gdLst>
                  <a:gd name="T0" fmla="*/ 0 w 1357"/>
                  <a:gd name="T1" fmla="*/ 0 h 1"/>
                  <a:gd name="T2" fmla="*/ 1357 w 1357"/>
                  <a:gd name="T3" fmla="*/ 1 h 1"/>
                  <a:gd name="T4" fmla="*/ 0 60000 65536"/>
                  <a:gd name="T5" fmla="*/ 0 60000 65536"/>
                </a:gdLst>
                <a:ahLst/>
                <a:cxnLst>
                  <a:cxn ang="T4">
                    <a:pos x="T0" y="T1"/>
                  </a:cxn>
                  <a:cxn ang="T5">
                    <a:pos x="T2" y="T3"/>
                  </a:cxn>
                </a:cxnLst>
                <a:rect l="0" t="0" r="r" b="b"/>
                <a:pathLst>
                  <a:path w="1357" h="1">
                    <a:moveTo>
                      <a:pt x="0" y="0"/>
                    </a:moveTo>
                    <a:lnTo>
                      <a:pt x="1357" y="1"/>
                    </a:lnTo>
                  </a:path>
                </a:pathLst>
              </a:custGeom>
              <a:noFill/>
              <a:ln w="28575" cmpd="sng">
                <a:solidFill>
                  <a:srgbClr val="FFCC00"/>
                </a:solidFill>
                <a:round/>
              </a:ln>
              <a:effectLst/>
            </p:spPr>
            <p:txBody>
              <a:bodyPr wrap="none" anchor="ctr"/>
              <a:p>
                <a:endParaRPr lang="zh-CN" altLang="en-US"/>
              </a:p>
            </p:txBody>
          </p:sp>
          <p:sp>
            <p:nvSpPr>
              <p:cNvPr id="1049780" name="Line 67"/>
              <p:cNvSpPr>
                <a:spLocks noChangeShapeType="1"/>
              </p:cNvSpPr>
              <p:nvPr/>
            </p:nvSpPr>
            <p:spPr bwMode="auto">
              <a:xfrm>
                <a:off x="2059" y="2610"/>
                <a:ext cx="0" cy="1152"/>
              </a:xfrm>
              <a:prstGeom prst="line">
                <a:avLst/>
              </a:prstGeom>
              <a:noFill/>
              <a:ln w="28575">
                <a:solidFill>
                  <a:srgbClr val="FFCC00"/>
                </a:solidFill>
                <a:round/>
              </a:ln>
              <a:effectLst/>
            </p:spPr>
            <p:txBody>
              <a:bodyPr wrap="none" anchor="ctr"/>
              <a:p>
                <a:endParaRPr lang="zh-CN" altLang="en-US"/>
              </a:p>
            </p:txBody>
          </p:sp>
          <p:sp>
            <p:nvSpPr>
              <p:cNvPr id="1049781" name="Rectangle 68"/>
              <p:cNvSpPr>
                <a:spLocks noChangeArrowheads="1"/>
              </p:cNvSpPr>
              <p:nvPr/>
            </p:nvSpPr>
            <p:spPr bwMode="auto">
              <a:xfrm>
                <a:off x="643" y="2866"/>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82" name="Rectangle 69"/>
              <p:cNvSpPr>
                <a:spLocks noChangeArrowheads="1"/>
              </p:cNvSpPr>
              <p:nvPr/>
            </p:nvSpPr>
            <p:spPr bwMode="auto">
              <a:xfrm>
                <a:off x="1328" y="2884"/>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83" name="Text Box 70"/>
              <p:cNvSpPr txBox="1">
                <a:spLocks noChangeArrowheads="1"/>
              </p:cNvSpPr>
              <p:nvPr/>
            </p:nvSpPr>
            <p:spPr bwMode="auto">
              <a:xfrm>
                <a:off x="2111" y="3036"/>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84" name="Rectangle 71"/>
              <p:cNvSpPr>
                <a:spLocks noChangeArrowheads="1"/>
              </p:cNvSpPr>
              <p:nvPr/>
            </p:nvSpPr>
            <p:spPr bwMode="auto">
              <a:xfrm>
                <a:off x="2001" y="3082"/>
                <a:ext cx="116" cy="233"/>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85" name="Text Box 72"/>
              <p:cNvSpPr txBox="1">
                <a:spLocks noChangeArrowheads="1"/>
              </p:cNvSpPr>
              <p:nvPr/>
            </p:nvSpPr>
            <p:spPr bwMode="auto">
              <a:xfrm>
                <a:off x="1305" y="3752"/>
                <a:ext cx="22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b</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86" name="Text Box 73"/>
              <p:cNvSpPr txBox="1">
                <a:spLocks noChangeArrowheads="1"/>
              </p:cNvSpPr>
              <p:nvPr/>
            </p:nvSpPr>
            <p:spPr bwMode="auto">
              <a:xfrm>
                <a:off x="510" y="3126"/>
                <a:ext cx="21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49787" name="Text Box 74"/>
              <p:cNvSpPr txBox="1">
                <a:spLocks noChangeArrowheads="1"/>
              </p:cNvSpPr>
              <p:nvPr/>
            </p:nvSpPr>
            <p:spPr bwMode="auto">
              <a:xfrm>
                <a:off x="510" y="3504"/>
                <a:ext cx="222"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b="1">
                  <a:solidFill>
                    <a:schemeClr val="tx2"/>
                  </a:solidFill>
                  <a:latin typeface="Times New Roman" panose="02020603050405020304" pitchFamily="18" charset="0"/>
                  <a:ea typeface="宋体" panose="02010600030101010101" pitchFamily="2" charset="-122"/>
                </a:endParaRPr>
              </a:p>
            </p:txBody>
          </p:sp>
          <p:grpSp>
            <p:nvGrpSpPr>
              <p:cNvPr id="649" name="Group 75"/>
              <p:cNvGrpSpPr/>
              <p:nvPr/>
            </p:nvGrpSpPr>
            <p:grpSpPr bwMode="auto">
              <a:xfrm>
                <a:off x="390" y="2568"/>
                <a:ext cx="280" cy="288"/>
                <a:chOff x="612" y="588"/>
                <a:chExt cx="280" cy="288"/>
              </a:xfrm>
            </p:grpSpPr>
            <p:sp>
              <p:nvSpPr>
                <p:cNvPr id="1049788" name="Line 76"/>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89" name="Text Box 77"/>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650" name="Group 78"/>
              <p:cNvGrpSpPr/>
              <p:nvPr/>
            </p:nvGrpSpPr>
            <p:grpSpPr bwMode="auto">
              <a:xfrm>
                <a:off x="2143" y="2622"/>
                <a:ext cx="377" cy="300"/>
                <a:chOff x="2839" y="174"/>
                <a:chExt cx="377" cy="300"/>
              </a:xfrm>
            </p:grpSpPr>
            <p:sp>
              <p:nvSpPr>
                <p:cNvPr id="1049790" name="Line 79"/>
                <p:cNvSpPr>
                  <a:spLocks noChangeShapeType="1"/>
                </p:cNvSpPr>
                <p:nvPr/>
              </p:nvSpPr>
              <p:spPr bwMode="auto">
                <a:xfrm>
                  <a:off x="2839" y="23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91" name="Text Box 80"/>
                <p:cNvSpPr txBox="1">
                  <a:spLocks noChangeArrowheads="1"/>
                </p:cNvSpPr>
                <p:nvPr/>
              </p:nvSpPr>
              <p:spPr bwMode="auto">
                <a:xfrm>
                  <a:off x="2843" y="174"/>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grpSp>
            <p:nvGrpSpPr>
              <p:cNvPr id="651" name="Group 81"/>
              <p:cNvGrpSpPr/>
              <p:nvPr/>
            </p:nvGrpSpPr>
            <p:grpSpPr bwMode="auto">
              <a:xfrm>
                <a:off x="1062" y="2598"/>
                <a:ext cx="280" cy="288"/>
                <a:chOff x="612" y="588"/>
                <a:chExt cx="280" cy="288"/>
              </a:xfrm>
            </p:grpSpPr>
            <p:sp>
              <p:nvSpPr>
                <p:cNvPr id="1049792" name="Line 82"/>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793" name="Text Box 83"/>
                <p:cNvSpPr txBox="1">
                  <a:spLocks noChangeArrowheads="1"/>
                </p:cNvSpPr>
                <p:nvPr/>
              </p:nvSpPr>
              <p:spPr bwMode="auto">
                <a:xfrm>
                  <a:off x="612" y="588"/>
                  <a:ext cx="28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i="1">
                    <a:solidFill>
                      <a:schemeClr val="tx2"/>
                    </a:solidFill>
                    <a:latin typeface="Times New Roman" panose="02020603050405020304" pitchFamily="18" charset="0"/>
                    <a:ea typeface="宋体" panose="02010600030101010101" pitchFamily="2" charset="-122"/>
                  </a:endParaRPr>
                </a:p>
              </p:txBody>
            </p:sp>
          </p:grpSp>
          <p:sp>
            <p:nvSpPr>
              <p:cNvPr id="1049794" name="Text Box 84"/>
              <p:cNvSpPr txBox="1">
                <a:spLocks noChangeArrowheads="1"/>
              </p:cNvSpPr>
              <p:nvPr/>
            </p:nvSpPr>
            <p:spPr bwMode="auto">
              <a:xfrm>
                <a:off x="295" y="2808"/>
                <a:ext cx="3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7</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95" name="Text Box 85"/>
              <p:cNvSpPr txBox="1">
                <a:spLocks noChangeArrowheads="1"/>
              </p:cNvSpPr>
              <p:nvPr/>
            </p:nvSpPr>
            <p:spPr bwMode="auto">
              <a:xfrm>
                <a:off x="1429" y="2853"/>
                <a:ext cx="542"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solidFill>
                      <a:schemeClr val="tx2"/>
                    </a:solidFill>
                    <a:latin typeface="Times New Roman" panose="02020603050405020304" pitchFamily="18" charset="0"/>
                    <a:ea typeface="宋体" panose="02010600030101010101" pitchFamily="2" charset="-122"/>
                  </a:rPr>
                  <a:t>11</a:t>
                </a:r>
                <a:r>
                  <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49796" name="Oval 86"/>
              <p:cNvSpPr>
                <a:spLocks noChangeArrowheads="1"/>
              </p:cNvSpPr>
              <p:nvPr/>
            </p:nvSpPr>
            <p:spPr bwMode="auto">
              <a:xfrm>
                <a:off x="1266" y="3354"/>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797" name="Line 87"/>
              <p:cNvSpPr>
                <a:spLocks noChangeShapeType="1"/>
              </p:cNvSpPr>
              <p:nvPr/>
            </p:nvSpPr>
            <p:spPr bwMode="auto">
              <a:xfrm>
                <a:off x="1247" y="3488"/>
                <a:ext cx="227" cy="0"/>
              </a:xfrm>
              <a:prstGeom prst="line">
                <a:avLst/>
              </a:prstGeom>
              <a:noFill/>
              <a:ln w="38100">
                <a:solidFill>
                  <a:srgbClr val="FF9900"/>
                </a:solidFill>
                <a:round/>
              </a:ln>
              <a:effectLst/>
            </p:spPr>
            <p:txBody>
              <a:bodyPr/>
              <a:p>
                <a:endParaRPr lang="zh-CN" altLang="en-US"/>
              </a:p>
            </p:txBody>
          </p:sp>
          <p:sp>
            <p:nvSpPr>
              <p:cNvPr id="1049798" name="Line 88"/>
              <p:cNvSpPr>
                <a:spLocks noChangeShapeType="1"/>
              </p:cNvSpPr>
              <p:nvPr/>
            </p:nvSpPr>
            <p:spPr bwMode="auto">
              <a:xfrm flipV="1">
                <a:off x="1202" y="3488"/>
                <a:ext cx="0" cy="272"/>
              </a:xfrm>
              <a:prstGeom prst="line">
                <a:avLst/>
              </a:prstGeom>
              <a:noFill/>
              <a:ln w="38100">
                <a:solidFill>
                  <a:srgbClr val="66FFFF"/>
                </a:solidFill>
                <a:round/>
                <a:tailEnd type="triangle" w="med" len="med"/>
              </a:ln>
              <a:effectLst/>
            </p:spPr>
            <p:txBody>
              <a:bodyPr/>
              <a:p>
                <a:endParaRPr lang="zh-CN" altLang="en-US"/>
              </a:p>
            </p:txBody>
          </p:sp>
        </p:grpSp>
        <p:sp>
          <p:nvSpPr>
            <p:cNvPr id="1049799" name="Text Box 89"/>
            <p:cNvSpPr txBox="1">
              <a:spLocks noChangeArrowheads="1"/>
            </p:cNvSpPr>
            <p:nvPr/>
          </p:nvSpPr>
          <p:spPr bwMode="auto">
            <a:xfrm>
              <a:off x="1247" y="2341"/>
              <a:ext cx="273"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latin typeface="Times New Roman" panose="02020603050405020304" pitchFamily="18" charset="0"/>
                  <a:ea typeface="楷体_GB2312" pitchFamily="49" charset="-122"/>
                </a:rPr>
                <a:t>a</a:t>
              </a:r>
              <a:endParaRPr lang="en-US" altLang="zh-CN" sz="2400" b="1">
                <a:solidFill>
                  <a:schemeClr val="tx2"/>
                </a:solidFill>
                <a:latin typeface="Times New Roman" panose="02020603050405020304" pitchFamily="18" charset="0"/>
                <a:ea typeface="楷体_GB2312" pitchFamily="49" charset="-122"/>
              </a:endParaRPr>
            </a:p>
          </p:txBody>
        </p:sp>
      </p:grpSp>
      <p:sp>
        <p:nvSpPr>
          <p:cNvPr id="1049800" name="Text Box 90"/>
          <p:cNvSpPr txBox="1">
            <a:spLocks noChangeArrowheads="1"/>
          </p:cNvSpPr>
          <p:nvPr/>
        </p:nvSpPr>
        <p:spPr bwMode="auto">
          <a:xfrm>
            <a:off x="4999356" y="2314893"/>
            <a:ext cx="471646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ea typeface="楷体_GB2312" pitchFamily="49" charset="-122"/>
              </a:rPr>
              <a:t>由于</a:t>
            </a:r>
            <a:r>
              <a:rPr lang="en-US" altLang="zh-CN" sz="2400" b="1" i="1">
                <a:latin typeface="Times New Roman" panose="02020603050405020304" pitchFamily="18" charset="0"/>
                <a:ea typeface="楷体_GB2312" pitchFamily="49" charset="-122"/>
              </a:rPr>
              <a:t>I</a:t>
            </a:r>
            <a:r>
              <a:rPr lang="en-US" altLang="zh-CN" sz="2400" b="1" i="1" baseline="-25000">
                <a:ea typeface="楷体_GB2312" pitchFamily="49" charset="-122"/>
              </a:rPr>
              <a:t>2</a:t>
            </a:r>
            <a:r>
              <a:rPr lang="zh-CN" altLang="en-US" sz="2400" b="1">
                <a:ea typeface="楷体_GB2312" pitchFamily="49" charset="-122"/>
              </a:rPr>
              <a:t>已知，故只列写两个方程</a:t>
            </a:r>
            <a:endParaRPr kumimoji="1" lang="zh-CN" altLang="en-US" sz="2400" b="1">
              <a:ea typeface="楷体_GB2312" pitchFamily="49" charset="-122"/>
            </a:endParaRPr>
          </a:p>
        </p:txBody>
      </p:sp>
      <p:sp>
        <p:nvSpPr>
          <p:cNvPr id="1049801" name="Text Box 91"/>
          <p:cNvSpPr txBox="1">
            <a:spLocks noChangeArrowheads="1"/>
          </p:cNvSpPr>
          <p:nvPr/>
        </p:nvSpPr>
        <p:spPr bwMode="auto">
          <a:xfrm>
            <a:off x="5432743" y="2818131"/>
            <a:ext cx="3581400"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800" b="1">
                <a:latin typeface="Times New Roman" panose="02020603050405020304" pitchFamily="18" charset="0"/>
                <a:ea typeface="宋体" panose="02010600030101010101" pitchFamily="2" charset="-122"/>
              </a:rPr>
              <a:t>节点</a:t>
            </a:r>
            <a:r>
              <a:rPr kumimoji="1" lang="en-US" altLang="zh-CN" sz="2800" b="1">
                <a:latin typeface="Times New Roman" panose="02020603050405020304" pitchFamily="18" charset="0"/>
                <a:ea typeface="宋体" panose="02010600030101010101" pitchFamily="2" charset="-122"/>
              </a:rPr>
              <a:t>a</a:t>
            </a:r>
            <a:r>
              <a:rPr kumimoji="1" lang="zh-CN" altLang="en-US" sz="2800" b="1">
                <a:latin typeface="Times New Roman" panose="02020603050405020304" pitchFamily="18" charset="0"/>
                <a:ea typeface="宋体" panose="02010600030101010101" pitchFamily="2" charset="-122"/>
              </a:rPr>
              <a:t>：</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3</a:t>
            </a:r>
            <a:r>
              <a:rPr kumimoji="1" lang="en-US" altLang="zh-CN" sz="2800" b="1">
                <a:latin typeface="Times New Roman" panose="02020603050405020304" pitchFamily="18" charset="0"/>
                <a:ea typeface="宋体" panose="02010600030101010101" pitchFamily="2" charset="-122"/>
              </a:rPr>
              <a:t>=6</a:t>
            </a:r>
            <a:endParaRPr kumimoji="1" lang="en-US" altLang="zh-CN" sz="2800" b="1">
              <a:latin typeface="Times New Roman" panose="02020603050405020304" pitchFamily="18" charset="0"/>
              <a:ea typeface="宋体" panose="02010600030101010101" pitchFamily="2" charset="-122"/>
            </a:endParaRPr>
          </a:p>
        </p:txBody>
      </p:sp>
      <p:sp>
        <p:nvSpPr>
          <p:cNvPr id="1049802" name="Text Box 92"/>
          <p:cNvSpPr txBox="1">
            <a:spLocks noChangeArrowheads="1"/>
          </p:cNvSpPr>
          <p:nvPr/>
        </p:nvSpPr>
        <p:spPr bwMode="auto">
          <a:xfrm>
            <a:off x="5143818" y="3394393"/>
            <a:ext cx="3606800"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FF00"/>
                </a:solidFill>
                <a:latin typeface="Times New Roman" panose="02020603050405020304" pitchFamily="18" charset="0"/>
                <a:ea typeface="宋体" panose="02010600030101010101" pitchFamily="2" charset="-122"/>
              </a:rPr>
              <a:t>避开电流源支路取回路：</a:t>
            </a:r>
            <a:endParaRPr kumimoji="1" lang="zh-CN" altLang="en-US" sz="2800" b="1" baseline="-25000">
              <a:solidFill>
                <a:srgbClr val="FFFF00"/>
              </a:solidFill>
              <a:latin typeface="Times New Roman" panose="02020603050405020304" pitchFamily="18" charset="0"/>
              <a:ea typeface="宋体" panose="02010600030101010101" pitchFamily="2" charset="-122"/>
            </a:endParaRPr>
          </a:p>
        </p:txBody>
      </p:sp>
      <p:sp>
        <p:nvSpPr>
          <p:cNvPr id="1049803" name="Text Box 93"/>
          <p:cNvSpPr txBox="1">
            <a:spLocks noChangeArrowheads="1"/>
          </p:cNvSpPr>
          <p:nvPr/>
        </p:nvSpPr>
        <p:spPr bwMode="auto">
          <a:xfrm>
            <a:off x="5793106" y="3899218"/>
            <a:ext cx="2087563"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a:latin typeface="Times New Roman" panose="02020603050405020304" pitchFamily="18" charset="0"/>
                <a:ea typeface="宋体" panose="02010600030101010101" pitchFamily="2" charset="-122"/>
              </a:rPr>
              <a:t>7</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1</a:t>
            </a:r>
            <a:r>
              <a:rPr kumimoji="1" lang="zh-CN" altLang="en-US" sz="2400" b="1">
                <a:latin typeface="Times New Roman" panose="02020603050405020304" pitchFamily="18" charset="0"/>
                <a:ea typeface="宋体" panose="02010600030101010101" pitchFamily="2" charset="-122"/>
              </a:rPr>
              <a:t>＋</a:t>
            </a:r>
            <a:r>
              <a:rPr kumimoji="1" lang="en-US" altLang="zh-CN" sz="2800" b="1">
                <a:latin typeface="Times New Roman" panose="02020603050405020304" pitchFamily="18" charset="0"/>
                <a:ea typeface="宋体" panose="02010600030101010101" pitchFamily="2" charset="-122"/>
              </a:rPr>
              <a:t>7</a:t>
            </a:r>
            <a:r>
              <a:rPr kumimoji="1" lang="en-US" altLang="zh-CN" sz="2800" b="1" i="1">
                <a:latin typeface="Times New Roman" panose="02020603050405020304" pitchFamily="18" charset="0"/>
                <a:ea typeface="宋体" panose="02010600030101010101" pitchFamily="2" charset="-122"/>
              </a:rPr>
              <a:t>I</a:t>
            </a:r>
            <a:r>
              <a:rPr kumimoji="1" lang="en-US" altLang="zh-CN" sz="2800" b="1" baseline="-25000">
                <a:latin typeface="Times New Roman" panose="02020603050405020304" pitchFamily="18" charset="0"/>
                <a:ea typeface="宋体" panose="02010600030101010101" pitchFamily="2" charset="-122"/>
              </a:rPr>
              <a:t>3</a:t>
            </a:r>
            <a:r>
              <a:rPr kumimoji="1" lang="en-US" altLang="zh-CN" sz="2800" b="1">
                <a:latin typeface="Times New Roman" panose="02020603050405020304" pitchFamily="18" charset="0"/>
                <a:ea typeface="宋体" panose="02010600030101010101" pitchFamily="2" charset="-122"/>
              </a:rPr>
              <a:t>=70</a:t>
            </a:r>
            <a:endParaRPr kumimoji="1" lang="en-US" altLang="zh-CN" sz="2800" b="1" baseline="-250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bldLst>
      <p:bldP spid="1049800" grpId="0" bldLvl="0" animBg="1"/>
      <p:bldP spid="1049801" grpId="0" bldLvl="0" animBg="1" autoUpdateAnimBg="0"/>
      <p:bldP spid="1049802" grpId="0" bldLvl="0" animBg="1" autoUpdateAnimBg="0"/>
      <p:bldP spid="1049803"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652" name=""/>
        <p:cNvGrpSpPr/>
        <p:nvPr/>
      </p:nvGrpSpPr>
      <p:grpSpPr>
        <a:xfrm>
          <a:off x="0" y="0"/>
          <a:ext cx="0" cy="0"/>
          <a:chOff x="0" y="0"/>
          <a:chExt cx="0" cy="0"/>
        </a:xfrm>
      </p:grpSpPr>
      <p:sp>
        <p:nvSpPr>
          <p:cNvPr id="1049804" name="Text Box 2"/>
          <p:cNvSpPr txBox="1">
            <a:spLocks noChangeArrowheads="1"/>
          </p:cNvSpPr>
          <p:nvPr/>
        </p:nvSpPr>
        <p:spPr bwMode="auto">
          <a:xfrm>
            <a:off x="480060" y="1137920"/>
            <a:ext cx="613410" cy="1952625"/>
          </a:xfrm>
          <a:prstGeom prst="rect">
            <a:avLst/>
          </a:prstGeom>
          <a:noFill/>
          <a:ln>
            <a:noFill/>
          </a:ln>
          <a:effectLst/>
        </p:spPr>
        <p:txBody>
          <a:bodyPr vert="eaVert"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dirty="0">
                <a:solidFill>
                  <a:srgbClr val="FF0000"/>
                </a:solidFill>
                <a:latin typeface="Times New Roman" panose="02020603050405020304" pitchFamily="18" charset="0"/>
                <a:ea typeface="宋体" panose="02010600030101010101" pitchFamily="2" charset="-122"/>
              </a:rPr>
              <a:t>增补例</a:t>
            </a:r>
            <a:r>
              <a:rPr lang="en-US" altLang="zh-CN" sz="2800" b="1" dirty="0">
                <a:solidFill>
                  <a:srgbClr val="FF0000"/>
                </a:solidFill>
                <a:latin typeface="Times New Roman" panose="02020603050405020304" pitchFamily="18" charset="0"/>
                <a:ea typeface="宋体" panose="02010600030101010101" pitchFamily="2" charset="-122"/>
              </a:rPr>
              <a:t>3</a:t>
            </a:r>
            <a:r>
              <a:rPr lang="en-US" altLang="zh-CN" sz="2800" b="1" dirty="0">
                <a:latin typeface="Times New Roman" panose="02020603050405020304" pitchFamily="18" charset="0"/>
                <a:ea typeface="宋体" panose="02010600030101010101" pitchFamily="2" charset="-122"/>
              </a:rPr>
              <a:t>.</a:t>
            </a:r>
            <a:endParaRPr lang="en-US" altLang="zh-CN" sz="2400" b="1" dirty="0">
              <a:ea typeface="楷体_GB2312" pitchFamily="49" charset="-122"/>
            </a:endParaRPr>
          </a:p>
        </p:txBody>
      </p:sp>
      <p:sp>
        <p:nvSpPr>
          <p:cNvPr id="1049805" name="Text Box 3"/>
          <p:cNvSpPr txBox="1">
            <a:spLocks noChangeArrowheads="1"/>
          </p:cNvSpPr>
          <p:nvPr/>
        </p:nvSpPr>
        <p:spPr bwMode="auto">
          <a:xfrm>
            <a:off x="6459220" y="1805623"/>
            <a:ext cx="3581400"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a:latin typeface="Times New Roman" panose="02020603050405020304" pitchFamily="18" charset="0"/>
                <a:ea typeface="宋体" panose="02010600030101010101" pitchFamily="2" charset="-122"/>
              </a:rPr>
              <a:t>节点</a:t>
            </a:r>
            <a:r>
              <a:rPr lang="en-US" altLang="zh-CN" sz="2800" b="1">
                <a:latin typeface="Times New Roman" panose="02020603050405020304" pitchFamily="18" charset="0"/>
                <a:ea typeface="宋体" panose="02010600030101010101" pitchFamily="2" charset="-122"/>
              </a:rPr>
              <a:t>a</a:t>
            </a:r>
            <a:r>
              <a:rPr lang="zh-CN" altLang="en-US" sz="2800" b="1">
                <a:latin typeface="Times New Roman" panose="02020603050405020304" pitchFamily="18" charset="0"/>
                <a:ea typeface="宋体" panose="02010600030101010101" pitchFamily="2" charset="-122"/>
              </a:rPr>
              <a:t>：</a:t>
            </a:r>
            <a:r>
              <a:rPr lang="en-US" altLang="zh-CN" sz="2800" b="1" i="1">
                <a:latin typeface="Times New Roman" panose="02020603050405020304" pitchFamily="18" charset="0"/>
                <a:ea typeface="宋体" panose="02010600030101010101" pitchFamily="2" charset="-122"/>
              </a:rPr>
              <a:t>–I</a:t>
            </a:r>
            <a:r>
              <a:rPr lang="en-US" altLang="zh-CN" sz="2800" b="1" baseline="-25000">
                <a:latin typeface="Times New Roman" panose="02020603050405020304" pitchFamily="18" charset="0"/>
                <a:ea typeface="宋体" panose="02010600030101010101" pitchFamily="2" charset="-122"/>
              </a:rPr>
              <a:t>1</a:t>
            </a:r>
            <a:r>
              <a:rPr lang="en-US" altLang="zh-CN" sz="2800" b="1">
                <a:latin typeface="Times New Roman" panose="02020603050405020304" pitchFamily="18" charset="0"/>
                <a:ea typeface="宋体" panose="02010600030101010101" pitchFamily="2" charset="-122"/>
              </a:rPr>
              <a:t>–</a:t>
            </a:r>
            <a:r>
              <a:rPr lang="en-US" altLang="zh-CN" sz="2800" b="1" i="1">
                <a:latin typeface="Times New Roman" panose="02020603050405020304" pitchFamily="18" charset="0"/>
                <a:ea typeface="宋体" panose="02010600030101010101" pitchFamily="2" charset="-122"/>
              </a:rPr>
              <a:t>I</a:t>
            </a:r>
            <a:r>
              <a:rPr lang="en-US" altLang="zh-CN" sz="2800" b="1" baseline="-25000">
                <a:latin typeface="Times New Roman" panose="02020603050405020304" pitchFamily="18" charset="0"/>
                <a:ea typeface="宋体" panose="02010600030101010101" pitchFamily="2" charset="-122"/>
              </a:rPr>
              <a:t>2</a:t>
            </a:r>
            <a:r>
              <a:rPr lang="en-US" altLang="zh-CN" sz="2800" b="1" i="1">
                <a:latin typeface="Times New Roman" panose="02020603050405020304" pitchFamily="18" charset="0"/>
                <a:ea typeface="宋体" panose="02010600030101010101" pitchFamily="2" charset="-122"/>
              </a:rPr>
              <a:t>+I</a:t>
            </a:r>
            <a:r>
              <a:rPr lang="en-US" altLang="zh-CN" sz="2800" b="1" baseline="-25000">
                <a:latin typeface="Times New Roman" panose="02020603050405020304" pitchFamily="18" charset="0"/>
                <a:ea typeface="宋体" panose="02010600030101010101" pitchFamily="2" charset="-122"/>
              </a:rPr>
              <a:t>3</a:t>
            </a:r>
            <a:r>
              <a:rPr lang="en-US" altLang="zh-CN" sz="2800" b="1">
                <a:latin typeface="Times New Roman" panose="02020603050405020304" pitchFamily="18" charset="0"/>
                <a:ea typeface="宋体" panose="02010600030101010101" pitchFamily="2" charset="-122"/>
              </a:rPr>
              <a:t>=0</a:t>
            </a:r>
            <a:endParaRPr lang="en-US" altLang="zh-CN" sz="2400" b="1">
              <a:ea typeface="楷体_GB2312" pitchFamily="49" charset="-122"/>
            </a:endParaRPr>
          </a:p>
        </p:txBody>
      </p:sp>
      <p:sp>
        <p:nvSpPr>
          <p:cNvPr id="1049806" name="Text Box 4"/>
          <p:cNvSpPr txBox="1">
            <a:spLocks noChangeArrowheads="1"/>
          </p:cNvSpPr>
          <p:nvPr/>
        </p:nvSpPr>
        <p:spPr bwMode="auto">
          <a:xfrm>
            <a:off x="1942465" y="1137920"/>
            <a:ext cx="7458710" cy="460375"/>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400" b="1" dirty="0">
                <a:latin typeface="Times New Roman" panose="02020603050405020304" pitchFamily="18" charset="0"/>
                <a:ea typeface="仿宋_GB2312" pitchFamily="49" charset="-122"/>
              </a:rPr>
              <a:t>列写支路电流</a:t>
            </a:r>
            <a:r>
              <a:rPr lang="zh-CN" altLang="en-US" sz="2400" b="1" dirty="0" smtClean="0">
                <a:latin typeface="Times New Roman" panose="02020603050405020304" pitchFamily="18" charset="0"/>
                <a:ea typeface="仿宋_GB2312" pitchFamily="49" charset="-122"/>
              </a:rPr>
              <a:t>方程</a:t>
            </a:r>
            <a:r>
              <a:rPr lang="en-US" altLang="zh-CN" sz="2400" b="1" dirty="0" smtClean="0">
                <a:latin typeface="Times New Roman" panose="02020603050405020304" pitchFamily="18" charset="0"/>
                <a:ea typeface="仿宋_GB2312" pitchFamily="49" charset="-122"/>
              </a:rPr>
              <a:t>(</a:t>
            </a:r>
            <a:r>
              <a:rPr lang="zh-CN" altLang="en-US" sz="2400" b="1" dirty="0">
                <a:latin typeface="Times New Roman" panose="02020603050405020304" pitchFamily="18" charset="0"/>
                <a:ea typeface="仿宋_GB2312" pitchFamily="49" charset="-122"/>
              </a:rPr>
              <a:t>电路中含有受控源）</a:t>
            </a:r>
            <a:r>
              <a:rPr lang="en-US" altLang="zh-CN" sz="2400" b="1" dirty="0">
                <a:solidFill>
                  <a:srgbClr val="FF0000"/>
                </a:solidFill>
                <a:latin typeface="Times New Roman" panose="02020603050405020304" pitchFamily="18" charset="0"/>
                <a:ea typeface="仿宋_GB2312" pitchFamily="49" charset="-122"/>
              </a:rPr>
              <a:t>5</a:t>
            </a:r>
            <a:r>
              <a:rPr lang="en-US" altLang="zh-CN" sz="2400" b="1" i="1" dirty="0">
                <a:solidFill>
                  <a:srgbClr val="FF0000"/>
                </a:solidFill>
                <a:latin typeface="Times New Roman" panose="02020603050405020304" pitchFamily="18" charset="0"/>
                <a:ea typeface="宋体" panose="02010600030101010101" pitchFamily="2" charset="-122"/>
                <a:sym typeface="+mn-ea"/>
              </a:rPr>
              <a:t>U</a:t>
            </a:r>
            <a:endParaRPr lang="zh-CN" altLang="en-US" sz="2400" b="1" dirty="0">
              <a:ea typeface="楷体_GB2312" pitchFamily="49" charset="-122"/>
            </a:endParaRPr>
          </a:p>
        </p:txBody>
      </p:sp>
      <p:sp>
        <p:nvSpPr>
          <p:cNvPr id="1049807" name="Text Box 5"/>
          <p:cNvSpPr txBox="1">
            <a:spLocks noChangeArrowheads="1"/>
          </p:cNvSpPr>
          <p:nvPr/>
        </p:nvSpPr>
        <p:spPr bwMode="auto">
          <a:xfrm>
            <a:off x="5594033" y="1805623"/>
            <a:ext cx="6477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400" b="1" dirty="0">
                <a:latin typeface="Times New Roman" panose="02020603050405020304" pitchFamily="18" charset="0"/>
                <a:ea typeface="宋体" panose="02010600030101010101" pitchFamily="2" charset="-122"/>
              </a:rPr>
              <a:t>解</a:t>
            </a:r>
            <a:endParaRPr lang="zh-CN" altLang="en-US" sz="2400" b="1" dirty="0">
              <a:ea typeface="楷体_GB2312" pitchFamily="49" charset="-122"/>
            </a:endParaRPr>
          </a:p>
        </p:txBody>
      </p:sp>
      <p:sp>
        <p:nvSpPr>
          <p:cNvPr id="1049808" name="Text Box 6"/>
          <p:cNvSpPr txBox="1">
            <a:spLocks noChangeArrowheads="1"/>
          </p:cNvSpPr>
          <p:nvPr/>
        </p:nvSpPr>
        <p:spPr bwMode="auto">
          <a:xfrm>
            <a:off x="7718107" y="2995855"/>
            <a:ext cx="30956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800" b="1" dirty="0">
                <a:latin typeface="Times New Roman" panose="02020603050405020304" pitchFamily="18" charset="0"/>
                <a:ea typeface="宋体" panose="02010600030101010101" pitchFamily="2" charset="-122"/>
              </a:rPr>
              <a:t>11</a:t>
            </a:r>
            <a:r>
              <a:rPr lang="en-US" altLang="zh-CN" sz="2800" b="1" i="1" dirty="0">
                <a:latin typeface="Times New Roman" panose="02020603050405020304" pitchFamily="18" charset="0"/>
                <a:ea typeface="宋体" panose="02010600030101010101" pitchFamily="2" charset="-122"/>
              </a:rPr>
              <a:t>I</a:t>
            </a:r>
            <a:r>
              <a:rPr lang="en-US" altLang="zh-CN" sz="2800" b="1" baseline="-25000" dirty="0">
                <a:latin typeface="Times New Roman" panose="02020603050405020304" pitchFamily="18" charset="0"/>
                <a:ea typeface="宋体" panose="02010600030101010101" pitchFamily="2" charset="-122"/>
              </a:rPr>
              <a:t>2</a:t>
            </a:r>
            <a:r>
              <a:rPr lang="en-US" altLang="zh-CN" sz="2800" b="1" i="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7</a:t>
            </a:r>
            <a:r>
              <a:rPr lang="en-US" altLang="zh-CN" sz="2800" b="1" i="1" dirty="0">
                <a:latin typeface="Times New Roman" panose="02020603050405020304" pitchFamily="18" charset="0"/>
                <a:ea typeface="宋体" panose="02010600030101010101" pitchFamily="2" charset="-122"/>
              </a:rPr>
              <a:t>I</a:t>
            </a:r>
            <a:r>
              <a:rPr lang="en-US" altLang="zh-CN" sz="2800" b="1" baseline="-25000" dirty="0">
                <a:latin typeface="Times New Roman" panose="02020603050405020304" pitchFamily="18" charset="0"/>
                <a:ea typeface="宋体" panose="02010600030101010101" pitchFamily="2" charset="-122"/>
              </a:rPr>
              <a:t>3</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 5U</a:t>
            </a:r>
            <a:endParaRPr lang="en-US" altLang="zh-CN" sz="2400" b="1" i="1" dirty="0">
              <a:ea typeface="楷体_GB2312" pitchFamily="49" charset="-122"/>
            </a:endParaRPr>
          </a:p>
        </p:txBody>
      </p:sp>
      <p:sp>
        <p:nvSpPr>
          <p:cNvPr id="1049809" name="Text Box 7"/>
          <p:cNvSpPr txBox="1">
            <a:spLocks noChangeArrowheads="1"/>
          </p:cNvSpPr>
          <p:nvPr/>
        </p:nvSpPr>
        <p:spPr bwMode="auto">
          <a:xfrm>
            <a:off x="7363498" y="2392438"/>
            <a:ext cx="3850407" cy="51054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800" b="1" dirty="0">
                <a:latin typeface="Times New Roman" panose="02020603050405020304" pitchFamily="18" charset="0"/>
                <a:ea typeface="宋体" panose="02010600030101010101" pitchFamily="2" charset="-122"/>
              </a:rPr>
              <a:t>7</a:t>
            </a:r>
            <a:r>
              <a:rPr lang="en-US" altLang="zh-CN" sz="2800" b="1" i="1" dirty="0">
                <a:latin typeface="Times New Roman" panose="02020603050405020304" pitchFamily="18" charset="0"/>
                <a:ea typeface="宋体" panose="02010600030101010101" pitchFamily="2" charset="-122"/>
              </a:rPr>
              <a:t>I</a:t>
            </a:r>
            <a:r>
              <a:rPr lang="en-US" altLang="zh-CN" sz="2800" b="1" baseline="-25000" dirty="0">
                <a:latin typeface="Times New Roman" panose="02020603050405020304" pitchFamily="18" charset="0"/>
                <a:ea typeface="宋体" panose="02010600030101010101" pitchFamily="2" charset="-122"/>
              </a:rPr>
              <a:t>1</a:t>
            </a:r>
            <a:r>
              <a:rPr lang="en-US" altLang="zh-CN" sz="2800" b="1" i="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11</a:t>
            </a:r>
            <a:r>
              <a:rPr lang="en-US" altLang="zh-CN" sz="2800" b="1" i="1" dirty="0">
                <a:latin typeface="Times New Roman" panose="02020603050405020304" pitchFamily="18" charset="0"/>
                <a:ea typeface="宋体" panose="02010600030101010101" pitchFamily="2" charset="-122"/>
              </a:rPr>
              <a:t>I</a:t>
            </a:r>
            <a:r>
              <a:rPr lang="en-US" altLang="zh-CN" sz="2800" b="1" baseline="-25000" dirty="0">
                <a:latin typeface="Times New Roman" panose="02020603050405020304" pitchFamily="18" charset="0"/>
                <a:ea typeface="宋体" panose="02010600030101010101" pitchFamily="2" charset="-122"/>
              </a:rPr>
              <a:t>2</a:t>
            </a:r>
            <a:r>
              <a:rPr lang="en-US" altLang="zh-CN" sz="2800" b="1" dirty="0">
                <a:latin typeface="Times New Roman" panose="02020603050405020304" pitchFamily="18" charset="0"/>
                <a:ea typeface="宋体" panose="02010600030101010101" pitchFamily="2" charset="-122"/>
              </a:rPr>
              <a:t>=70-5</a:t>
            </a:r>
            <a:r>
              <a:rPr lang="en-US" altLang="zh-CN" sz="2800" b="1" i="1" dirty="0">
                <a:latin typeface="Times New Roman" panose="02020603050405020304" pitchFamily="18" charset="0"/>
                <a:ea typeface="宋体" panose="02010600030101010101" pitchFamily="2" charset="-122"/>
              </a:rPr>
              <a:t>U</a:t>
            </a:r>
            <a:endParaRPr lang="en-US" altLang="zh-CN" sz="2400" b="1" i="1" dirty="0">
              <a:ea typeface="楷体_GB2312" pitchFamily="49" charset="-122"/>
            </a:endParaRPr>
          </a:p>
        </p:txBody>
      </p:sp>
      <p:sp>
        <p:nvSpPr>
          <p:cNvPr id="1049810" name="Text Box 9"/>
          <p:cNvSpPr txBox="1">
            <a:spLocks noChangeArrowheads="1"/>
          </p:cNvSpPr>
          <p:nvPr/>
        </p:nvSpPr>
        <p:spPr bwMode="auto">
          <a:xfrm>
            <a:off x="7718107" y="3713798"/>
            <a:ext cx="3097213" cy="52197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dirty="0">
                <a:solidFill>
                  <a:srgbClr val="FFFF00"/>
                </a:solidFill>
                <a:latin typeface="Times New Roman" panose="02020603050405020304" pitchFamily="18" charset="0"/>
                <a:ea typeface="宋体" panose="02010600030101010101" pitchFamily="2" charset="-122"/>
              </a:rPr>
              <a:t>增补方程：</a:t>
            </a:r>
            <a:r>
              <a:rPr lang="en-US" altLang="zh-CN" sz="2800" b="1" i="1" dirty="0">
                <a:solidFill>
                  <a:srgbClr val="FFFF00"/>
                </a:solidFill>
                <a:latin typeface="Times New Roman" panose="02020603050405020304" pitchFamily="18" charset="0"/>
                <a:ea typeface="宋体" panose="02010600030101010101" pitchFamily="2" charset="-122"/>
              </a:rPr>
              <a:t>U</a:t>
            </a:r>
            <a:r>
              <a:rPr lang="en-US" altLang="zh-CN" sz="2800" b="1" dirty="0">
                <a:solidFill>
                  <a:srgbClr val="FFFF00"/>
                </a:solidFill>
                <a:latin typeface="Times New Roman" panose="02020603050405020304" pitchFamily="18" charset="0"/>
                <a:ea typeface="宋体" panose="02010600030101010101" pitchFamily="2" charset="-122"/>
              </a:rPr>
              <a:t>=7</a:t>
            </a:r>
            <a:r>
              <a:rPr lang="en-US" altLang="zh-CN" sz="2800" b="1" i="1" dirty="0">
                <a:solidFill>
                  <a:srgbClr val="FFFF00"/>
                </a:solidFill>
                <a:latin typeface="Times New Roman" panose="02020603050405020304" pitchFamily="18" charset="0"/>
                <a:ea typeface="宋体" panose="02010600030101010101" pitchFamily="2" charset="-122"/>
              </a:rPr>
              <a:t>I</a:t>
            </a:r>
            <a:r>
              <a:rPr lang="en-US" altLang="zh-CN" sz="2800" b="1" baseline="-25000" dirty="0">
                <a:solidFill>
                  <a:srgbClr val="FFFF00"/>
                </a:solidFill>
                <a:latin typeface="Times New Roman" panose="02020603050405020304" pitchFamily="18" charset="0"/>
                <a:ea typeface="宋体" panose="02010600030101010101" pitchFamily="2" charset="-122"/>
              </a:rPr>
              <a:t>3</a:t>
            </a:r>
            <a:endParaRPr lang="en-US" altLang="zh-CN" sz="2800" b="1" dirty="0">
              <a:solidFill>
                <a:srgbClr val="FFFF00"/>
              </a:solidFill>
              <a:ea typeface="楷体_GB2312" pitchFamily="49" charset="-122"/>
            </a:endParaRPr>
          </a:p>
        </p:txBody>
      </p:sp>
      <p:grpSp>
        <p:nvGrpSpPr>
          <p:cNvPr id="653" name="Group 10"/>
          <p:cNvGrpSpPr/>
          <p:nvPr/>
        </p:nvGrpSpPr>
        <p:grpSpPr bwMode="auto">
          <a:xfrm>
            <a:off x="1633220" y="1805624"/>
            <a:ext cx="4464050" cy="3090151"/>
            <a:chOff x="204" y="1888"/>
            <a:chExt cx="2630" cy="1644"/>
          </a:xfrm>
        </p:grpSpPr>
        <p:grpSp>
          <p:nvGrpSpPr>
            <p:cNvPr id="654" name="Group 11"/>
            <p:cNvGrpSpPr/>
            <p:nvPr/>
          </p:nvGrpSpPr>
          <p:grpSpPr bwMode="auto">
            <a:xfrm>
              <a:off x="204" y="1888"/>
              <a:ext cx="2362" cy="1644"/>
              <a:chOff x="158" y="527"/>
              <a:chExt cx="2362" cy="1644"/>
            </a:xfrm>
          </p:grpSpPr>
          <p:sp>
            <p:nvSpPr>
              <p:cNvPr id="1049811" name="AutoShape 12"/>
              <p:cNvSpPr>
                <a:spLocks noChangeArrowheads="1"/>
              </p:cNvSpPr>
              <p:nvPr/>
            </p:nvSpPr>
            <p:spPr bwMode="auto">
              <a:xfrm>
                <a:off x="1261" y="1525"/>
                <a:ext cx="227" cy="317"/>
              </a:xfrm>
              <a:prstGeom prst="diamond">
                <a:avLst/>
              </a:prstGeom>
              <a:solidFill>
                <a:srgbClr val="00CCFF"/>
              </a:solidFill>
              <a:ln w="38100">
                <a:solidFill>
                  <a:srgbClr val="FF9900"/>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12" name="Text Box 13"/>
              <p:cNvSpPr txBox="1">
                <a:spLocks noChangeArrowheads="1"/>
              </p:cNvSpPr>
              <p:nvPr/>
            </p:nvSpPr>
            <p:spPr bwMode="auto">
              <a:xfrm>
                <a:off x="1281" y="527"/>
                <a:ext cx="199" cy="246"/>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a</a:t>
                </a:r>
                <a:endParaRPr lang="en-US" altLang="zh-CN" sz="2400" b="1">
                  <a:solidFill>
                    <a:schemeClr val="tx2"/>
                  </a:solidFill>
                  <a:ea typeface="楷体_GB2312" pitchFamily="49" charset="-122"/>
                </a:endParaRPr>
              </a:p>
            </p:txBody>
          </p:sp>
          <p:grpSp>
            <p:nvGrpSpPr>
              <p:cNvPr id="655" name="Group 14"/>
              <p:cNvGrpSpPr/>
              <p:nvPr/>
            </p:nvGrpSpPr>
            <p:grpSpPr bwMode="auto">
              <a:xfrm>
                <a:off x="839" y="799"/>
                <a:ext cx="227" cy="624"/>
                <a:chOff x="2952" y="2232"/>
                <a:chExt cx="384" cy="1054"/>
              </a:xfrm>
            </p:grpSpPr>
            <p:sp>
              <p:nvSpPr>
                <p:cNvPr id="1049813" name="Oval 15"/>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14" name="Text Box 16"/>
                <p:cNvSpPr txBox="1">
                  <a:spLocks noChangeArrowheads="1"/>
                </p:cNvSpPr>
                <p:nvPr/>
              </p:nvSpPr>
              <p:spPr bwMode="auto">
                <a:xfrm>
                  <a:off x="3025" y="2565"/>
                  <a:ext cx="264" cy="721"/>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1</a:t>
                  </a:r>
                  <a:endParaRPr lang="en-US" altLang="zh-CN" sz="2400" b="1">
                    <a:solidFill>
                      <a:schemeClr val="tx2"/>
                    </a:solidFill>
                    <a:ea typeface="楷体_GB2312" pitchFamily="49" charset="-122"/>
                  </a:endParaRPr>
                </a:p>
              </p:txBody>
            </p:sp>
            <p:sp>
              <p:nvSpPr>
                <p:cNvPr id="1049815" name="Line 17"/>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grpSp>
            <p:nvGrpSpPr>
              <p:cNvPr id="656" name="Group 18"/>
              <p:cNvGrpSpPr/>
              <p:nvPr/>
            </p:nvGrpSpPr>
            <p:grpSpPr bwMode="auto">
              <a:xfrm>
                <a:off x="1655" y="1344"/>
                <a:ext cx="272" cy="595"/>
                <a:chOff x="2952" y="2232"/>
                <a:chExt cx="384" cy="1188"/>
              </a:xfrm>
            </p:grpSpPr>
            <p:sp>
              <p:nvSpPr>
                <p:cNvPr id="1049816" name="Oval 19"/>
                <p:cNvSpPr>
                  <a:spLocks noChangeArrowheads="1"/>
                </p:cNvSpPr>
                <p:nvPr/>
              </p:nvSpPr>
              <p:spPr bwMode="auto">
                <a:xfrm>
                  <a:off x="2952" y="2232"/>
                  <a:ext cx="384" cy="996"/>
                </a:xfrm>
                <a:prstGeom prst="ellipse">
                  <a:avLst/>
                </a:prstGeom>
                <a:noFill/>
                <a:ln w="38100">
                  <a:solidFill>
                    <a:srgbClr val="FF00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17" name="Text Box 20"/>
                <p:cNvSpPr txBox="1">
                  <a:spLocks noChangeArrowheads="1"/>
                </p:cNvSpPr>
                <p:nvPr/>
              </p:nvSpPr>
              <p:spPr bwMode="auto">
                <a:xfrm>
                  <a:off x="3025" y="2567"/>
                  <a:ext cx="263" cy="853"/>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2</a:t>
                  </a:r>
                  <a:endParaRPr lang="en-US" altLang="zh-CN" sz="2400" b="1">
                    <a:solidFill>
                      <a:schemeClr val="tx2"/>
                    </a:solidFill>
                    <a:ea typeface="楷体_GB2312" pitchFamily="49" charset="-122"/>
                  </a:endParaRPr>
                </a:p>
              </p:txBody>
            </p:sp>
            <p:sp>
              <p:nvSpPr>
                <p:cNvPr id="1049818" name="Line 21"/>
                <p:cNvSpPr>
                  <a:spLocks noChangeShapeType="1"/>
                </p:cNvSpPr>
                <p:nvPr/>
              </p:nvSpPr>
              <p:spPr bwMode="auto">
                <a:xfrm flipH="1" flipV="1">
                  <a:off x="2952" y="2700"/>
                  <a:ext cx="0" cy="54"/>
                </a:xfrm>
                <a:prstGeom prst="line">
                  <a:avLst/>
                </a:prstGeom>
                <a:noFill/>
                <a:ln w="38100">
                  <a:solidFill>
                    <a:srgbClr val="FF0000"/>
                  </a:solidFill>
                  <a:round/>
                  <a:tailEnd type="triangle" w="med" len="med"/>
                </a:ln>
                <a:effectLst/>
              </p:spPr>
              <p:txBody>
                <a:bodyPr wrap="none" anchor="ctr"/>
                <a:p>
                  <a:endParaRPr lang="zh-CN" altLang="en-US"/>
                </a:p>
              </p:txBody>
            </p:sp>
          </p:grpSp>
          <p:sp>
            <p:nvSpPr>
              <p:cNvPr id="1049819" name="Oval 22"/>
              <p:cNvSpPr>
                <a:spLocks noChangeArrowheads="1"/>
              </p:cNvSpPr>
              <p:nvPr/>
            </p:nvSpPr>
            <p:spPr bwMode="auto">
              <a:xfrm>
                <a:off x="582" y="1527"/>
                <a:ext cx="227" cy="227"/>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20" name="Text Box 23"/>
              <p:cNvSpPr txBox="1">
                <a:spLocks noChangeArrowheads="1"/>
              </p:cNvSpPr>
              <p:nvPr/>
            </p:nvSpPr>
            <p:spPr bwMode="auto">
              <a:xfrm>
                <a:off x="158" y="1480"/>
                <a:ext cx="544"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70V</a:t>
                </a:r>
                <a:endParaRPr lang="en-US" altLang="zh-CN" sz="2400" b="1">
                  <a:solidFill>
                    <a:schemeClr val="tx2"/>
                  </a:solidFill>
                  <a:ea typeface="楷体_GB2312" pitchFamily="49" charset="-122"/>
                </a:endParaRPr>
              </a:p>
            </p:txBody>
          </p:sp>
          <p:sp>
            <p:nvSpPr>
              <p:cNvPr id="1049821" name="Line 24"/>
              <p:cNvSpPr>
                <a:spLocks noChangeShapeType="1"/>
              </p:cNvSpPr>
              <p:nvPr/>
            </p:nvSpPr>
            <p:spPr bwMode="auto">
              <a:xfrm flipV="1">
                <a:off x="701" y="771"/>
                <a:ext cx="0" cy="1158"/>
              </a:xfrm>
              <a:prstGeom prst="line">
                <a:avLst/>
              </a:prstGeom>
              <a:noFill/>
              <a:ln w="28575">
                <a:solidFill>
                  <a:srgbClr val="FFCC00"/>
                </a:solidFill>
                <a:round/>
              </a:ln>
              <a:effectLst/>
            </p:spPr>
            <p:txBody>
              <a:bodyPr wrap="none" anchor="ctr"/>
              <a:p>
                <a:endParaRPr lang="zh-CN" altLang="en-US"/>
              </a:p>
            </p:txBody>
          </p:sp>
          <p:sp>
            <p:nvSpPr>
              <p:cNvPr id="1049822" name="Freeform 25"/>
              <p:cNvSpPr/>
              <p:nvPr/>
            </p:nvSpPr>
            <p:spPr bwMode="auto">
              <a:xfrm>
                <a:off x="1380" y="783"/>
                <a:ext cx="1" cy="1152"/>
              </a:xfrm>
              <a:custGeom>
                <a:avLst/>
                <a:gdLst>
                  <a:gd name="T0" fmla="*/ 0 w 1"/>
                  <a:gd name="T1" fmla="*/ 1152 h 1152"/>
                  <a:gd name="T2" fmla="*/ 0 w 1"/>
                  <a:gd name="T3" fmla="*/ 0 h 1152"/>
                  <a:gd name="T4" fmla="*/ 0 60000 65536"/>
                  <a:gd name="T5" fmla="*/ 0 60000 65536"/>
                </a:gdLst>
                <a:ahLst/>
                <a:cxnLst>
                  <a:cxn ang="T4">
                    <a:pos x="T0" y="T1"/>
                  </a:cxn>
                  <a:cxn ang="T5">
                    <a:pos x="T2" y="T3"/>
                  </a:cxn>
                </a:cxnLst>
                <a:rect l="0" t="0" r="r" b="b"/>
                <a:pathLst>
                  <a:path w="1" h="1152">
                    <a:moveTo>
                      <a:pt x="0" y="1152"/>
                    </a:moveTo>
                    <a:lnTo>
                      <a:pt x="0" y="0"/>
                    </a:lnTo>
                  </a:path>
                </a:pathLst>
              </a:custGeom>
              <a:noFill/>
              <a:ln w="28575" cmpd="sng">
                <a:solidFill>
                  <a:srgbClr val="FFCC00"/>
                </a:solidFill>
                <a:round/>
                <a:tailEnd type="none" w="med" len="med"/>
              </a:ln>
              <a:effectLst/>
            </p:spPr>
            <p:txBody>
              <a:bodyPr wrap="none" anchor="ctr"/>
              <a:p>
                <a:endParaRPr lang="zh-CN" altLang="en-US"/>
              </a:p>
            </p:txBody>
          </p:sp>
          <p:sp>
            <p:nvSpPr>
              <p:cNvPr id="1049823" name="Freeform 26"/>
              <p:cNvSpPr/>
              <p:nvPr/>
            </p:nvSpPr>
            <p:spPr bwMode="auto">
              <a:xfrm>
                <a:off x="695" y="1929"/>
                <a:ext cx="1357" cy="6"/>
              </a:xfrm>
              <a:custGeom>
                <a:avLst/>
                <a:gdLst>
                  <a:gd name="T0" fmla="*/ 0 w 1357"/>
                  <a:gd name="T1" fmla="*/ 6 h 6"/>
                  <a:gd name="T2" fmla="*/ 1357 w 1357"/>
                  <a:gd name="T3" fmla="*/ 0 h 6"/>
                  <a:gd name="T4" fmla="*/ 0 60000 65536"/>
                  <a:gd name="T5" fmla="*/ 0 60000 65536"/>
                </a:gdLst>
                <a:ahLst/>
                <a:cxnLst>
                  <a:cxn ang="T4">
                    <a:pos x="T0" y="T1"/>
                  </a:cxn>
                  <a:cxn ang="T5">
                    <a:pos x="T2" y="T3"/>
                  </a:cxn>
                </a:cxnLst>
                <a:rect l="0" t="0" r="r" b="b"/>
                <a:pathLst>
                  <a:path w="1357" h="6">
                    <a:moveTo>
                      <a:pt x="0" y="6"/>
                    </a:moveTo>
                    <a:lnTo>
                      <a:pt x="1357" y="0"/>
                    </a:lnTo>
                  </a:path>
                </a:pathLst>
              </a:custGeom>
              <a:noFill/>
              <a:ln w="28575" cmpd="sng">
                <a:solidFill>
                  <a:srgbClr val="FFCC00"/>
                </a:solidFill>
                <a:round/>
              </a:ln>
              <a:effectLst/>
            </p:spPr>
            <p:txBody>
              <a:bodyPr wrap="none" anchor="ctr"/>
              <a:p>
                <a:endParaRPr lang="zh-CN" altLang="en-US"/>
              </a:p>
            </p:txBody>
          </p:sp>
          <p:sp>
            <p:nvSpPr>
              <p:cNvPr id="1049824" name="Freeform 27"/>
              <p:cNvSpPr/>
              <p:nvPr/>
            </p:nvSpPr>
            <p:spPr bwMode="auto">
              <a:xfrm>
                <a:off x="708" y="777"/>
                <a:ext cx="1357" cy="1"/>
              </a:xfrm>
              <a:custGeom>
                <a:avLst/>
                <a:gdLst>
                  <a:gd name="T0" fmla="*/ 0 w 1357"/>
                  <a:gd name="T1" fmla="*/ 0 h 1"/>
                  <a:gd name="T2" fmla="*/ 1357 w 1357"/>
                  <a:gd name="T3" fmla="*/ 1 h 1"/>
                  <a:gd name="T4" fmla="*/ 0 60000 65536"/>
                  <a:gd name="T5" fmla="*/ 0 60000 65536"/>
                </a:gdLst>
                <a:ahLst/>
                <a:cxnLst>
                  <a:cxn ang="T4">
                    <a:pos x="T0" y="T1"/>
                  </a:cxn>
                  <a:cxn ang="T5">
                    <a:pos x="T2" y="T3"/>
                  </a:cxn>
                </a:cxnLst>
                <a:rect l="0" t="0" r="r" b="b"/>
                <a:pathLst>
                  <a:path w="1357" h="1">
                    <a:moveTo>
                      <a:pt x="0" y="0"/>
                    </a:moveTo>
                    <a:lnTo>
                      <a:pt x="1357" y="1"/>
                    </a:lnTo>
                  </a:path>
                </a:pathLst>
              </a:custGeom>
              <a:noFill/>
              <a:ln w="28575" cmpd="sng">
                <a:solidFill>
                  <a:srgbClr val="FFCC00"/>
                </a:solidFill>
                <a:round/>
              </a:ln>
              <a:effectLst/>
            </p:spPr>
            <p:txBody>
              <a:bodyPr wrap="none" anchor="ctr"/>
              <a:p>
                <a:endParaRPr lang="zh-CN" altLang="en-US"/>
              </a:p>
            </p:txBody>
          </p:sp>
          <p:sp>
            <p:nvSpPr>
              <p:cNvPr id="1049825" name="Line 28"/>
              <p:cNvSpPr>
                <a:spLocks noChangeShapeType="1"/>
              </p:cNvSpPr>
              <p:nvPr/>
            </p:nvSpPr>
            <p:spPr bwMode="auto">
              <a:xfrm>
                <a:off x="2059" y="783"/>
                <a:ext cx="0" cy="1152"/>
              </a:xfrm>
              <a:prstGeom prst="line">
                <a:avLst/>
              </a:prstGeom>
              <a:noFill/>
              <a:ln w="28575">
                <a:solidFill>
                  <a:srgbClr val="FFCC00"/>
                </a:solidFill>
                <a:round/>
              </a:ln>
              <a:effectLst/>
            </p:spPr>
            <p:txBody>
              <a:bodyPr wrap="none" anchor="ctr"/>
              <a:p>
                <a:endParaRPr lang="zh-CN" altLang="en-US"/>
              </a:p>
            </p:txBody>
          </p:sp>
          <p:sp>
            <p:nvSpPr>
              <p:cNvPr id="1049826" name="Rectangle 29"/>
              <p:cNvSpPr>
                <a:spLocks noChangeArrowheads="1"/>
              </p:cNvSpPr>
              <p:nvPr/>
            </p:nvSpPr>
            <p:spPr bwMode="auto">
              <a:xfrm>
                <a:off x="643" y="1057"/>
                <a:ext cx="109" cy="196"/>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27" name="Rectangle 30"/>
              <p:cNvSpPr>
                <a:spLocks noChangeArrowheads="1"/>
              </p:cNvSpPr>
              <p:nvPr/>
            </p:nvSpPr>
            <p:spPr bwMode="auto">
              <a:xfrm>
                <a:off x="1328" y="1075"/>
                <a:ext cx="109" cy="196"/>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28" name="Text Box 31"/>
              <p:cNvSpPr txBox="1">
                <a:spLocks noChangeArrowheads="1"/>
              </p:cNvSpPr>
              <p:nvPr/>
            </p:nvSpPr>
            <p:spPr bwMode="auto">
              <a:xfrm>
                <a:off x="2111" y="1209"/>
                <a:ext cx="373" cy="24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7</a:t>
                </a:r>
                <a:r>
                  <a:rPr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a:solidFill>
                    <a:schemeClr val="tx2"/>
                  </a:solidFill>
                  <a:ea typeface="楷体_GB2312" pitchFamily="49" charset="-122"/>
                </a:endParaRPr>
              </a:p>
            </p:txBody>
          </p:sp>
          <p:sp>
            <p:nvSpPr>
              <p:cNvPr id="1049829" name="Rectangle 32"/>
              <p:cNvSpPr>
                <a:spLocks noChangeArrowheads="1"/>
              </p:cNvSpPr>
              <p:nvPr/>
            </p:nvSpPr>
            <p:spPr bwMode="auto">
              <a:xfrm>
                <a:off x="2001" y="1273"/>
                <a:ext cx="109" cy="196"/>
              </a:xfrm>
              <a:prstGeom prst="rect">
                <a:avLst/>
              </a:prstGeom>
              <a:solidFill>
                <a:srgbClr val="FF9900"/>
              </a:solidFill>
              <a:ln w="28575">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49830" name="Text Box 33"/>
              <p:cNvSpPr txBox="1">
                <a:spLocks noChangeArrowheads="1"/>
              </p:cNvSpPr>
              <p:nvPr/>
            </p:nvSpPr>
            <p:spPr bwMode="auto">
              <a:xfrm>
                <a:off x="1305" y="1925"/>
                <a:ext cx="210" cy="246"/>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b</a:t>
                </a:r>
                <a:endParaRPr lang="en-US" altLang="zh-CN" sz="2400" b="1">
                  <a:solidFill>
                    <a:schemeClr val="tx2"/>
                  </a:solidFill>
                  <a:ea typeface="楷体_GB2312" pitchFamily="49" charset="-122"/>
                </a:endParaRPr>
              </a:p>
            </p:txBody>
          </p:sp>
          <p:sp>
            <p:nvSpPr>
              <p:cNvPr id="1049831" name="Text Box 34"/>
              <p:cNvSpPr txBox="1">
                <a:spLocks noChangeArrowheads="1"/>
              </p:cNvSpPr>
              <p:nvPr/>
            </p:nvSpPr>
            <p:spPr bwMode="auto">
              <a:xfrm>
                <a:off x="510" y="1299"/>
                <a:ext cx="216"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a:t>
                </a:r>
                <a:endParaRPr lang="en-US" altLang="zh-CN" sz="2400" b="1">
                  <a:solidFill>
                    <a:schemeClr val="tx2"/>
                  </a:solidFill>
                  <a:ea typeface="楷体_GB2312" pitchFamily="49" charset="-122"/>
                </a:endParaRPr>
              </a:p>
            </p:txBody>
          </p:sp>
          <p:sp>
            <p:nvSpPr>
              <p:cNvPr id="1049832" name="Text Box 35"/>
              <p:cNvSpPr txBox="1">
                <a:spLocks noChangeArrowheads="1"/>
              </p:cNvSpPr>
              <p:nvPr/>
            </p:nvSpPr>
            <p:spPr bwMode="auto">
              <a:xfrm>
                <a:off x="510" y="1677"/>
                <a:ext cx="222"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a:t>
                </a:r>
                <a:endParaRPr lang="en-US" altLang="zh-CN" sz="2400" b="1">
                  <a:solidFill>
                    <a:schemeClr val="tx2"/>
                  </a:solidFill>
                  <a:ea typeface="楷体_GB2312" pitchFamily="49" charset="-122"/>
                </a:endParaRPr>
              </a:p>
            </p:txBody>
          </p:sp>
          <p:grpSp>
            <p:nvGrpSpPr>
              <p:cNvPr id="657" name="Group 36"/>
              <p:cNvGrpSpPr/>
              <p:nvPr/>
            </p:nvGrpSpPr>
            <p:grpSpPr bwMode="auto">
              <a:xfrm>
                <a:off x="390" y="741"/>
                <a:ext cx="280" cy="264"/>
                <a:chOff x="612" y="588"/>
                <a:chExt cx="280" cy="264"/>
              </a:xfrm>
            </p:grpSpPr>
            <p:sp>
              <p:nvSpPr>
                <p:cNvPr id="1049833" name="Line 37"/>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834" name="Text Box 38"/>
                <p:cNvSpPr txBox="1">
                  <a:spLocks noChangeArrowheads="1"/>
                </p:cNvSpPr>
                <p:nvPr/>
              </p:nvSpPr>
              <p:spPr bwMode="auto">
                <a:xfrm>
                  <a:off x="612" y="588"/>
                  <a:ext cx="280"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I</a:t>
                  </a:r>
                  <a:r>
                    <a:rPr lang="en-US" altLang="zh-CN" sz="2400" b="1" baseline="-25000">
                      <a:solidFill>
                        <a:schemeClr val="tx2"/>
                      </a:solidFill>
                      <a:latin typeface="Times New Roman" panose="02020603050405020304" pitchFamily="18" charset="0"/>
                      <a:ea typeface="宋体" panose="02010600030101010101" pitchFamily="2" charset="-122"/>
                    </a:rPr>
                    <a:t>1</a:t>
                  </a:r>
                  <a:endParaRPr lang="en-US" altLang="zh-CN" sz="2400" b="1">
                    <a:solidFill>
                      <a:schemeClr val="tx2"/>
                    </a:solidFill>
                    <a:ea typeface="楷体_GB2312" pitchFamily="49" charset="-122"/>
                  </a:endParaRPr>
                </a:p>
              </p:txBody>
            </p:sp>
          </p:grpSp>
          <p:grpSp>
            <p:nvGrpSpPr>
              <p:cNvPr id="658" name="Group 39"/>
              <p:cNvGrpSpPr/>
              <p:nvPr/>
            </p:nvGrpSpPr>
            <p:grpSpPr bwMode="auto">
              <a:xfrm>
                <a:off x="2143" y="795"/>
                <a:ext cx="377" cy="300"/>
                <a:chOff x="2839" y="174"/>
                <a:chExt cx="377" cy="300"/>
              </a:xfrm>
            </p:grpSpPr>
            <p:sp>
              <p:nvSpPr>
                <p:cNvPr id="1049835" name="Line 40"/>
                <p:cNvSpPr>
                  <a:spLocks noChangeShapeType="1"/>
                </p:cNvSpPr>
                <p:nvPr/>
              </p:nvSpPr>
              <p:spPr bwMode="auto">
                <a:xfrm>
                  <a:off x="2839" y="23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836" name="Text Box 41"/>
                <p:cNvSpPr txBox="1">
                  <a:spLocks noChangeArrowheads="1"/>
                </p:cNvSpPr>
                <p:nvPr/>
              </p:nvSpPr>
              <p:spPr bwMode="auto">
                <a:xfrm>
                  <a:off x="2843" y="174"/>
                  <a:ext cx="373"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I</a:t>
                  </a:r>
                  <a:r>
                    <a:rPr lang="en-US" altLang="zh-CN" sz="2400" b="1" baseline="-25000">
                      <a:solidFill>
                        <a:schemeClr val="tx2"/>
                      </a:solidFill>
                      <a:latin typeface="Times New Roman" panose="02020603050405020304" pitchFamily="18" charset="0"/>
                      <a:ea typeface="宋体" panose="02010600030101010101" pitchFamily="2" charset="-122"/>
                    </a:rPr>
                    <a:t>3</a:t>
                  </a:r>
                  <a:endParaRPr lang="en-US" altLang="zh-CN" sz="2400" b="1">
                    <a:solidFill>
                      <a:schemeClr val="tx2"/>
                    </a:solidFill>
                    <a:ea typeface="楷体_GB2312" pitchFamily="49" charset="-122"/>
                  </a:endParaRPr>
                </a:p>
              </p:txBody>
            </p:sp>
          </p:grpSp>
          <p:grpSp>
            <p:nvGrpSpPr>
              <p:cNvPr id="659" name="Group 42"/>
              <p:cNvGrpSpPr/>
              <p:nvPr/>
            </p:nvGrpSpPr>
            <p:grpSpPr bwMode="auto">
              <a:xfrm>
                <a:off x="1062" y="771"/>
                <a:ext cx="280" cy="264"/>
                <a:chOff x="612" y="588"/>
                <a:chExt cx="280" cy="264"/>
              </a:xfrm>
            </p:grpSpPr>
            <p:sp>
              <p:nvSpPr>
                <p:cNvPr id="1049837" name="Line 43"/>
                <p:cNvSpPr>
                  <a:spLocks noChangeShapeType="1"/>
                </p:cNvSpPr>
                <p:nvPr/>
              </p:nvSpPr>
              <p:spPr bwMode="auto">
                <a:xfrm flipV="1">
                  <a:off x="833" y="612"/>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49838" name="Text Box 44"/>
                <p:cNvSpPr txBox="1">
                  <a:spLocks noChangeArrowheads="1"/>
                </p:cNvSpPr>
                <p:nvPr/>
              </p:nvSpPr>
              <p:spPr bwMode="auto">
                <a:xfrm>
                  <a:off x="612" y="588"/>
                  <a:ext cx="280"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I</a:t>
                  </a:r>
                  <a:r>
                    <a:rPr lang="en-US" altLang="zh-CN" sz="2400" b="1" baseline="-25000">
                      <a:solidFill>
                        <a:schemeClr val="tx2"/>
                      </a:solidFill>
                      <a:latin typeface="Times New Roman" panose="02020603050405020304" pitchFamily="18" charset="0"/>
                      <a:ea typeface="宋体" panose="02010600030101010101" pitchFamily="2" charset="-122"/>
                    </a:rPr>
                    <a:t>2</a:t>
                  </a:r>
                  <a:endParaRPr lang="en-US" altLang="zh-CN" sz="2400" b="1">
                    <a:solidFill>
                      <a:schemeClr val="tx2"/>
                    </a:solidFill>
                    <a:ea typeface="楷体_GB2312" pitchFamily="49" charset="-122"/>
                  </a:endParaRPr>
                </a:p>
              </p:txBody>
            </p:sp>
          </p:grpSp>
          <p:sp>
            <p:nvSpPr>
              <p:cNvPr id="1049839" name="Text Box 45"/>
              <p:cNvSpPr txBox="1">
                <a:spLocks noChangeArrowheads="1"/>
              </p:cNvSpPr>
              <p:nvPr/>
            </p:nvSpPr>
            <p:spPr bwMode="auto">
              <a:xfrm>
                <a:off x="295" y="981"/>
                <a:ext cx="373"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7</a:t>
                </a:r>
                <a:r>
                  <a:rPr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a:solidFill>
                    <a:schemeClr val="tx2"/>
                  </a:solidFill>
                  <a:ea typeface="楷体_GB2312" pitchFamily="49" charset="-122"/>
                </a:endParaRPr>
              </a:p>
            </p:txBody>
          </p:sp>
          <p:sp>
            <p:nvSpPr>
              <p:cNvPr id="1049840" name="Text Box 46"/>
              <p:cNvSpPr txBox="1">
                <a:spLocks noChangeArrowheads="1"/>
              </p:cNvSpPr>
              <p:nvPr/>
            </p:nvSpPr>
            <p:spPr bwMode="auto">
              <a:xfrm>
                <a:off x="1429" y="1026"/>
                <a:ext cx="542"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Times New Roman" panose="02020603050405020304" pitchFamily="18" charset="0"/>
                    <a:ea typeface="宋体" panose="02010600030101010101" pitchFamily="2" charset="-122"/>
                  </a:rPr>
                  <a:t>11</a:t>
                </a:r>
                <a:r>
                  <a:rPr lang="en-US" altLang="zh-CN" sz="2400" b="1">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a:solidFill>
                    <a:schemeClr val="tx2"/>
                  </a:solidFill>
                  <a:ea typeface="楷体_GB2312" pitchFamily="49" charset="-122"/>
                </a:endParaRPr>
              </a:p>
            </p:txBody>
          </p:sp>
          <p:sp>
            <p:nvSpPr>
              <p:cNvPr id="1049841" name="Text Box 47"/>
              <p:cNvSpPr txBox="1">
                <a:spLocks noChangeArrowheads="1"/>
              </p:cNvSpPr>
              <p:nvPr/>
            </p:nvSpPr>
            <p:spPr bwMode="auto">
              <a:xfrm>
                <a:off x="975" y="1253"/>
                <a:ext cx="363" cy="59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a:solidFill>
                      <a:schemeClr val="tx2"/>
                    </a:solidFill>
                    <a:latin typeface="仿宋_GB2312" pitchFamily="49" charset="-122"/>
                    <a:ea typeface="仿宋_GB2312" pitchFamily="49" charset="-122"/>
                  </a:rPr>
                  <a:t>+</a:t>
                </a:r>
                <a:endParaRPr lang="en-US" altLang="zh-CN" sz="2400" b="1">
                  <a:solidFill>
                    <a:schemeClr val="tx2"/>
                  </a:solidFill>
                  <a:latin typeface="仿宋_GB2312" pitchFamily="49" charset="-122"/>
                  <a:ea typeface="仿宋_GB2312" pitchFamily="49" charset="-122"/>
                </a:endParaRPr>
              </a:p>
              <a:p>
                <a:pPr eaLnBrk="1" hangingPunct="1"/>
                <a:r>
                  <a:rPr lang="en-US" altLang="zh-CN" sz="2000" b="1">
                    <a:solidFill>
                      <a:schemeClr val="tx2"/>
                    </a:solidFill>
                    <a:latin typeface="Times New Roman" panose="02020603050405020304" pitchFamily="18" charset="0"/>
                    <a:ea typeface="仿宋_GB2312" pitchFamily="49" charset="-122"/>
                  </a:rPr>
                  <a:t>5</a:t>
                </a:r>
                <a:r>
                  <a:rPr lang="en-US" altLang="zh-CN" sz="2000" b="1" i="1">
                    <a:solidFill>
                      <a:schemeClr val="tx2"/>
                    </a:solidFill>
                    <a:latin typeface="Times New Roman" panose="02020603050405020304" pitchFamily="18" charset="0"/>
                    <a:ea typeface="仿宋_GB2312" pitchFamily="49" charset="-122"/>
                  </a:rPr>
                  <a:t>U</a:t>
                </a:r>
                <a:endParaRPr lang="en-US" altLang="zh-CN" sz="2000" b="1" i="1">
                  <a:solidFill>
                    <a:schemeClr val="tx2"/>
                  </a:solidFill>
                  <a:latin typeface="Times New Roman" panose="02020603050405020304" pitchFamily="18" charset="0"/>
                  <a:ea typeface="仿宋_GB2312" pitchFamily="49" charset="-122"/>
                </a:endParaRPr>
              </a:p>
              <a:p>
                <a:pPr eaLnBrk="1" hangingPunct="1"/>
                <a:r>
                  <a:rPr lang="en-US" altLang="zh-CN" sz="2400" b="1">
                    <a:solidFill>
                      <a:schemeClr val="tx2"/>
                    </a:solidFill>
                    <a:latin typeface="仿宋_GB2312" pitchFamily="49" charset="-122"/>
                    <a:ea typeface="仿宋_GB2312" pitchFamily="49" charset="-122"/>
                  </a:rPr>
                  <a:t>_</a:t>
                </a:r>
                <a:endParaRPr lang="en-US" altLang="zh-CN" sz="2400" b="1">
                  <a:solidFill>
                    <a:schemeClr val="tx2"/>
                  </a:solidFill>
                  <a:ea typeface="楷体_GB2312" pitchFamily="49" charset="-122"/>
                </a:endParaRPr>
              </a:p>
            </p:txBody>
          </p:sp>
        </p:grpSp>
        <p:sp>
          <p:nvSpPr>
            <p:cNvPr id="1049842" name="Text Box 48"/>
            <p:cNvSpPr txBox="1">
              <a:spLocks noChangeArrowheads="1"/>
            </p:cNvSpPr>
            <p:nvPr/>
          </p:nvSpPr>
          <p:spPr bwMode="auto">
            <a:xfrm>
              <a:off x="2336" y="2387"/>
              <a:ext cx="317"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a:t>
              </a:r>
              <a:endParaRPr lang="en-US" altLang="zh-CN" sz="2400" b="1">
                <a:solidFill>
                  <a:schemeClr val="tx2"/>
                </a:solidFill>
                <a:ea typeface="楷体_GB2312" pitchFamily="49" charset="-122"/>
              </a:endParaRPr>
            </a:p>
          </p:txBody>
        </p:sp>
        <p:sp>
          <p:nvSpPr>
            <p:cNvPr id="1049843" name="Text Box 49"/>
            <p:cNvSpPr txBox="1">
              <a:spLocks noChangeArrowheads="1"/>
            </p:cNvSpPr>
            <p:nvPr/>
          </p:nvSpPr>
          <p:spPr bwMode="auto">
            <a:xfrm>
              <a:off x="2517" y="2704"/>
              <a:ext cx="317"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i="1">
                  <a:solidFill>
                    <a:schemeClr val="tx2"/>
                  </a:solidFill>
                  <a:latin typeface="Times New Roman" panose="02020603050405020304" pitchFamily="18" charset="0"/>
                  <a:ea typeface="楷体_GB2312" pitchFamily="49" charset="-122"/>
                </a:rPr>
                <a:t>U</a:t>
              </a:r>
              <a:endParaRPr lang="en-US" altLang="zh-CN" sz="2400" b="1" i="1">
                <a:solidFill>
                  <a:schemeClr val="tx2"/>
                </a:solidFill>
                <a:latin typeface="Times New Roman" panose="02020603050405020304" pitchFamily="18" charset="0"/>
                <a:ea typeface="楷体_GB2312" pitchFamily="49" charset="-122"/>
              </a:endParaRPr>
            </a:p>
          </p:txBody>
        </p:sp>
        <p:sp>
          <p:nvSpPr>
            <p:cNvPr id="1049844" name="Text Box 50"/>
            <p:cNvSpPr txBox="1">
              <a:spLocks noChangeArrowheads="1"/>
            </p:cNvSpPr>
            <p:nvPr/>
          </p:nvSpPr>
          <p:spPr bwMode="auto">
            <a:xfrm>
              <a:off x="2290" y="2840"/>
              <a:ext cx="317" cy="24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_</a:t>
              </a:r>
              <a:endParaRPr lang="en-US" altLang="zh-CN" sz="2400" b="1">
                <a:solidFill>
                  <a:schemeClr val="tx2"/>
                </a:solidFill>
                <a:ea typeface="楷体_GB2312" pitchFamily="49" charset="-122"/>
              </a:endParaRPr>
            </a:p>
          </p:txBody>
        </p:sp>
      </p:grpSp>
      <p:sp>
        <p:nvSpPr>
          <p:cNvPr id="1049845" name="Text Box 51"/>
          <p:cNvSpPr txBox="1">
            <a:spLocks noChangeArrowheads="1"/>
          </p:cNvSpPr>
          <p:nvPr/>
        </p:nvSpPr>
        <p:spPr bwMode="auto">
          <a:xfrm>
            <a:off x="2027007" y="4997454"/>
            <a:ext cx="5257800" cy="460375"/>
          </a:xfrm>
          <a:prstGeom prst="rect">
            <a:avLst/>
          </a:prstGeom>
          <a:solidFill>
            <a:srgbClr val="A50021"/>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Times New Roman" panose="02020603050405020304" pitchFamily="18" charset="0"/>
                <a:ea typeface="宋体" panose="02010600030101010101" pitchFamily="2" charset="-122"/>
              </a:rPr>
              <a:t>有受控源的电路，方程列写分两步：</a:t>
            </a:r>
            <a:endParaRPr kumimoji="1" lang="zh-CN" altLang="en-US" sz="24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bldLst>
      <p:bldP spid="1049805" grpId="0" bldLvl="0" animBg="1"/>
      <p:bldP spid="1049807" grpId="0" bldLvl="0" animBg="1"/>
      <p:bldP spid="1049809" grpId="0" bldLvl="0" animBg="1"/>
      <p:bldP spid="1049810" grpId="0" bldLvl="0" animBg="1"/>
      <p:bldP spid="1049845" grpId="0" bldLvl="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79" name=""/>
        <p:cNvGrpSpPr/>
        <p:nvPr/>
      </p:nvGrpSpPr>
      <p:grpSpPr>
        <a:xfrm>
          <a:off x="0" y="0"/>
          <a:ext cx="0" cy="0"/>
          <a:chOff x="0" y="0"/>
          <a:chExt cx="0" cy="0"/>
        </a:xfrm>
      </p:grpSpPr>
      <p:sp>
        <p:nvSpPr>
          <p:cNvPr id="1049858" name="Text Box 51"/>
          <p:cNvSpPr txBox="1">
            <a:spLocks noChangeArrowheads="1"/>
          </p:cNvSpPr>
          <p:nvPr/>
        </p:nvSpPr>
        <p:spPr bwMode="auto">
          <a:xfrm>
            <a:off x="2135592" y="1744984"/>
            <a:ext cx="5257800" cy="460375"/>
          </a:xfrm>
          <a:prstGeom prst="rect">
            <a:avLst/>
          </a:prstGeom>
          <a:solidFill>
            <a:srgbClr val="A50021"/>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Times New Roman" panose="02020603050405020304" pitchFamily="18" charset="0"/>
                <a:ea typeface="宋体" panose="02010600030101010101" pitchFamily="2" charset="-122"/>
              </a:rPr>
              <a:t>有受控源的电路，方程列写分两步：</a:t>
            </a:r>
            <a:endParaRPr kumimoji="1"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49859" name="Text Box 52"/>
          <p:cNvSpPr txBox="1">
            <a:spLocks noChangeArrowheads="1"/>
          </p:cNvSpPr>
          <p:nvPr/>
        </p:nvSpPr>
        <p:spPr bwMode="auto">
          <a:xfrm>
            <a:off x="2135189" y="3043874"/>
            <a:ext cx="6948487" cy="1595120"/>
          </a:xfrm>
          <a:prstGeom prst="rect">
            <a:avLst/>
          </a:prstGeom>
          <a:noFill/>
          <a:ln>
            <a:noFill/>
          </a:ln>
          <a:effectLst/>
        </p:spPr>
        <p:txBody>
          <a:bodyPr>
            <a:spAutoFit/>
          </a:bodyPr>
          <a:lstStyle>
            <a:lvl1pPr marL="381000" indent="-381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en-US" altLang="zh-CN" sz="2400" b="1">
                <a:latin typeface="仿宋_GB2312" pitchFamily="49" charset="-122"/>
                <a:ea typeface="仿宋_GB2312" pitchFamily="49" charset="-122"/>
              </a:rPr>
              <a:t>(1) </a:t>
            </a:r>
            <a:r>
              <a:rPr kumimoji="1" lang="zh-CN" altLang="en-US" sz="2400" b="1">
                <a:latin typeface="仿宋_GB2312" pitchFamily="49" charset="-122"/>
                <a:ea typeface="仿宋_GB2312" pitchFamily="49" charset="-122"/>
              </a:rPr>
              <a:t>先将受控源看作独立源列方程；</a:t>
            </a:r>
            <a:endParaRPr kumimoji="1" lang="zh-CN" altLang="en-US" sz="2400" b="1">
              <a:latin typeface="仿宋_GB2312" pitchFamily="49" charset="-122"/>
              <a:ea typeface="仿宋_GB2312" pitchFamily="49" charset="-122"/>
            </a:endParaRPr>
          </a:p>
          <a:p>
            <a:pPr algn="just" eaLnBrk="1" hangingPunct="1">
              <a:spcBef>
                <a:spcPct val="50000"/>
              </a:spcBef>
            </a:pPr>
            <a:r>
              <a:rPr kumimoji="1" lang="en-US" altLang="zh-CN" sz="2400" b="1">
                <a:latin typeface="仿宋_GB2312" pitchFamily="49" charset="-122"/>
                <a:ea typeface="仿宋_GB2312" pitchFamily="49" charset="-122"/>
              </a:rPr>
              <a:t>(2) </a:t>
            </a:r>
            <a:r>
              <a:rPr kumimoji="1" lang="zh-CN" altLang="en-US" sz="2400" b="1">
                <a:latin typeface="仿宋_GB2312" pitchFamily="49" charset="-122"/>
                <a:ea typeface="仿宋_GB2312" pitchFamily="49" charset="-122"/>
              </a:rPr>
              <a:t>将控制量用未知量表示，并代入</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中所列的</a:t>
            </a:r>
            <a:endParaRPr kumimoji="1" lang="zh-CN" altLang="en-US" sz="2400" b="1">
              <a:latin typeface="仿宋_GB2312" pitchFamily="49" charset="-122"/>
              <a:ea typeface="仿宋_GB2312" pitchFamily="49" charset="-122"/>
            </a:endParaRPr>
          </a:p>
          <a:p>
            <a:pPr algn="just" eaLnBrk="1" hangingPunct="1">
              <a:spcBef>
                <a:spcPct val="50000"/>
              </a:spcBef>
            </a:pPr>
            <a:r>
              <a:rPr kumimoji="1" lang="zh-CN" altLang="en-US" sz="2400" b="1">
                <a:latin typeface="仿宋_GB2312" pitchFamily="49" charset="-122"/>
                <a:ea typeface="仿宋_GB2312" pitchFamily="49" charset="-122"/>
              </a:rPr>
              <a:t>    方程，消去中间变量。</a:t>
            </a:r>
            <a:endParaRPr kumimoji="1" lang="zh-CN" altLang="en-US" sz="2400" b="1">
              <a:latin typeface="仿宋_GB2312" pitchFamily="49" charset="-122"/>
              <a:ea typeface="仿宋_GB2312" pitchFamily="49" charset="-122"/>
            </a:endParaRPr>
          </a:p>
        </p:txBody>
      </p:sp>
    </p:spTree>
  </p:cSld>
  <p:clrMapOvr>
    <a:masterClrMapping/>
  </p:clrMapOvr>
  <p:timing>
    <p:tnLst>
      <p:par>
        <p:cTn id="1" dur="indefinite" restart="never" nodeType="tmRoot"/>
      </p:par>
    </p:tnLst>
    <p:bldLst>
      <p:bldP spid="1049858"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99" name=""/>
        <p:cNvGrpSpPr/>
        <p:nvPr/>
      </p:nvGrpSpPr>
      <p:grpSpPr>
        <a:xfrm>
          <a:off x="0" y="0"/>
          <a:ext cx="0" cy="0"/>
          <a:chOff x="0" y="0"/>
          <a:chExt cx="0" cy="0"/>
        </a:xfrm>
      </p:grpSpPr>
      <p:sp>
        <p:nvSpPr>
          <p:cNvPr id="1049872" name="Text Box 3"/>
          <p:cNvSpPr txBox="1">
            <a:spLocks noChangeArrowheads="1"/>
          </p:cNvSpPr>
          <p:nvPr/>
        </p:nvSpPr>
        <p:spPr bwMode="auto">
          <a:xfrm>
            <a:off x="2379758" y="2112010"/>
            <a:ext cx="7794121" cy="1539241"/>
          </a:xfrm>
          <a:prstGeom prst="rect">
            <a:avLst/>
          </a:prstGeom>
          <a:noFill/>
          <a:ln>
            <a:noFill/>
          </a:ln>
          <a:effectLst/>
        </p:spPr>
        <p:txBody>
          <a:bodyPr wrap="square">
            <a:spAutoFit/>
          </a:bodyPr>
          <a:lstStyle>
            <a:defPPr>
              <a:defRPr lang="zh-CN"/>
            </a:defPPr>
            <a:lvl1pPr algn="ctr">
              <a:defRPr kumimoji="1" sz="3200" b="1">
                <a:latin typeface="楷体_GB2312" pitchFamily="49" charset="-122"/>
                <a:ea typeface="楷体_GB2312"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zh-CN" dirty="0"/>
              <a:t>3.4     </a:t>
            </a:r>
            <a:endParaRPr lang="en-US" altLang="zh-CN" dirty="0"/>
          </a:p>
          <a:p>
            <a:r>
              <a:rPr lang="zh-CN" altLang="en-US" dirty="0"/>
              <a:t>网 孔 电 流 法   </a:t>
            </a:r>
            <a:endParaRPr lang="zh-CN" altLang="en-US" dirty="0"/>
          </a:p>
          <a:p>
            <a:r>
              <a:rPr lang="en-US" altLang="zh-CN" dirty="0"/>
              <a:t>p60</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01" name=""/>
        <p:cNvGrpSpPr/>
        <p:nvPr/>
      </p:nvGrpSpPr>
      <p:grpSpPr/>
      <p:sp>
        <p:nvSpPr>
          <p:cNvPr id="1049880" name="Text Box 3"/>
          <p:cNvSpPr txBox="1"/>
          <p:nvPr/>
        </p:nvSpPr>
        <p:spPr>
          <a:xfrm>
            <a:off x="2208213" y="3959225"/>
            <a:ext cx="2663825" cy="521970"/>
          </a:xfrm>
          <a:prstGeom prst="rect">
            <a:avLst/>
          </a:prstGeom>
          <a:noFill/>
          <a:ln w="28575" cap="flat" cmpd="sng">
            <a:solidFill>
              <a:srgbClr val="66FFFF"/>
            </a:solidFill>
            <a:prstDash val="solid"/>
            <a:miter/>
            <a:headEnd type="none" w="med" len="med"/>
            <a:tailEnd type="none" w="med" len="med"/>
          </a:ln>
        </p:spPr>
        <p:txBody>
          <a:bodyPr>
            <a:spAutoFit/>
          </a:bodyPr>
          <a:p>
            <a:pPr eaLnBrk="1" hangingPunct="1">
              <a:spcBef>
                <a:spcPct val="50000"/>
              </a:spcBef>
              <a:buFont typeface="Wingdings" panose="05000000000000000000" pitchFamily="2" charset="2"/>
              <a:buChar char="l"/>
            </a:pPr>
            <a:r>
              <a:rPr lang="zh-CN" altLang="en-US" sz="2800" dirty="0">
                <a:solidFill>
                  <a:schemeClr val="tx1"/>
                </a:solidFill>
                <a:latin typeface="Times New Roman" panose="02020603050405020304" pitchFamily="18" charset="0"/>
              </a:rPr>
              <a:t>基本思想</a:t>
            </a:r>
            <a:endParaRPr lang="zh-CN" altLang="en-US" sz="2800" dirty="0">
              <a:solidFill>
                <a:schemeClr val="tx1"/>
              </a:solidFill>
              <a:latin typeface="Times New Roman" panose="02020603050405020304" pitchFamily="18" charset="0"/>
            </a:endParaRPr>
          </a:p>
        </p:txBody>
      </p:sp>
      <p:sp>
        <p:nvSpPr>
          <p:cNvPr id="1049881" name="Text Box 4"/>
          <p:cNvSpPr txBox="1"/>
          <p:nvPr/>
        </p:nvSpPr>
        <p:spPr>
          <a:xfrm>
            <a:off x="2135188" y="4535488"/>
            <a:ext cx="7488237" cy="1600200"/>
          </a:xfrm>
          <a:prstGeom prst="rect">
            <a:avLst/>
          </a:prstGeom>
          <a:noFill/>
          <a:ln w="9525">
            <a:noFill/>
          </a:ln>
        </p:spPr>
        <p:txBody>
          <a:bodyPr>
            <a:spAutoFit/>
          </a:bodyPr>
          <a:p>
            <a:pPr algn="just" eaLnBrk="1" hangingPunct="1">
              <a:lnSpc>
                <a:spcPct val="120000"/>
              </a:lnSpc>
              <a:spcBef>
                <a:spcPct val="50000"/>
              </a:spcBef>
            </a:pPr>
            <a:r>
              <a:rPr lang="en-US" altLang="zh-CN" sz="2800" dirty="0">
                <a:solidFill>
                  <a:schemeClr val="tx1"/>
                </a:solidFill>
                <a:latin typeface="楷体_GB2312" pitchFamily="49" charset="-122"/>
              </a:rPr>
              <a:t>    </a:t>
            </a:r>
            <a:r>
              <a:rPr lang="zh-CN" altLang="en-US" sz="2800" dirty="0">
                <a:solidFill>
                  <a:schemeClr val="tx1"/>
                </a:solidFill>
                <a:latin typeface="楷体_GB2312" pitchFamily="49" charset="-122"/>
              </a:rPr>
              <a:t>为减少未知量</a:t>
            </a:r>
            <a:r>
              <a:rPr lang="en-US" altLang="zh-CN" sz="2800" dirty="0">
                <a:solidFill>
                  <a:schemeClr val="tx1"/>
                </a:solidFill>
                <a:latin typeface="楷体_GB2312" pitchFamily="49" charset="-122"/>
              </a:rPr>
              <a:t>(</a:t>
            </a:r>
            <a:r>
              <a:rPr lang="zh-CN" altLang="en-US" sz="2800" dirty="0">
                <a:solidFill>
                  <a:schemeClr val="tx1"/>
                </a:solidFill>
                <a:latin typeface="楷体_GB2312" pitchFamily="49" charset="-122"/>
              </a:rPr>
              <a:t>方程</a:t>
            </a:r>
            <a:r>
              <a:rPr lang="en-US" altLang="zh-CN" sz="2800" dirty="0">
                <a:solidFill>
                  <a:schemeClr val="tx1"/>
                </a:solidFill>
                <a:latin typeface="楷体_GB2312" pitchFamily="49" charset="-122"/>
              </a:rPr>
              <a:t>)</a:t>
            </a:r>
            <a:r>
              <a:rPr lang="zh-CN" altLang="en-US" sz="2800" dirty="0">
                <a:solidFill>
                  <a:schemeClr val="tx1"/>
                </a:solidFill>
                <a:latin typeface="楷体_GB2312" pitchFamily="49" charset="-122"/>
              </a:rPr>
              <a:t>的个数，假想每个回路中有一个回路电流。各支路电流可用回路电流的线性组合表示，来求得电路的解。</a:t>
            </a:r>
            <a:endParaRPr lang="zh-CN" altLang="en-US" sz="2800" dirty="0">
              <a:solidFill>
                <a:schemeClr val="tx1"/>
              </a:solidFill>
              <a:latin typeface="楷体_GB2312" pitchFamily="49" charset="-122"/>
            </a:endParaRPr>
          </a:p>
        </p:txBody>
      </p:sp>
      <p:sp>
        <p:nvSpPr>
          <p:cNvPr id="1049882" name="Text Box 5"/>
          <p:cNvSpPr txBox="1"/>
          <p:nvPr/>
        </p:nvSpPr>
        <p:spPr>
          <a:xfrm>
            <a:off x="2208213" y="1655763"/>
            <a:ext cx="3167062" cy="583565"/>
          </a:xfrm>
          <a:prstGeom prst="rect">
            <a:avLst/>
          </a:prstGeom>
          <a:noFill/>
          <a:ln w="9525">
            <a:noFill/>
          </a:ln>
        </p:spPr>
        <p:txBody>
          <a:bodyPr>
            <a:spAutoFit/>
          </a:bodyPr>
          <a:p>
            <a:pPr eaLnBrk="1" hangingPunct="1"/>
            <a:r>
              <a:rPr lang="en-US" altLang="zh-CN" sz="3200" dirty="0">
                <a:solidFill>
                  <a:schemeClr val="tx1"/>
                </a:solidFill>
                <a:latin typeface="楷体_GB2312" pitchFamily="49" charset="-122"/>
              </a:rPr>
              <a:t>1.</a:t>
            </a:r>
            <a:r>
              <a:rPr lang="zh-CN" altLang="en-US" sz="3200" dirty="0">
                <a:solidFill>
                  <a:schemeClr val="tx1"/>
                </a:solidFill>
                <a:latin typeface="楷体_GB2312" pitchFamily="49" charset="-122"/>
              </a:rPr>
              <a:t>网孔电流法</a:t>
            </a:r>
            <a:endParaRPr lang="zh-CN" altLang="en-US" sz="3200" dirty="0">
              <a:solidFill>
                <a:schemeClr val="tx1"/>
              </a:solidFill>
              <a:latin typeface="楷体_GB2312" pitchFamily="49" charset="-122"/>
            </a:endParaRPr>
          </a:p>
        </p:txBody>
      </p:sp>
      <p:sp>
        <p:nvSpPr>
          <p:cNvPr id="1049885" name="Rectangle 55"/>
          <p:cNvSpPr/>
          <p:nvPr/>
        </p:nvSpPr>
        <p:spPr>
          <a:xfrm>
            <a:off x="2135188" y="2232025"/>
            <a:ext cx="7704137" cy="1600200"/>
          </a:xfrm>
          <a:prstGeom prst="rect">
            <a:avLst/>
          </a:prstGeom>
          <a:noFill/>
          <a:ln w="9525">
            <a:noFill/>
          </a:ln>
        </p:spPr>
        <p:txBody>
          <a:bodyPr>
            <a:spAutoFit/>
          </a:bodyPr>
          <a:p>
            <a:pPr eaLnBrk="1" hangingPunct="1">
              <a:lnSpc>
                <a:spcPct val="120000"/>
              </a:lnSpc>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以沿网孔连续流动的假想电流为未知量列写电路方程分析电路的方法称网孔电流法。它仅适用于平面电路。</a:t>
            </a:r>
            <a:endParaRPr lang="zh-CN" altLang="en-US" sz="2800" dirty="0">
              <a:solidFill>
                <a:schemeClr val="tx1"/>
              </a:solidFill>
              <a:latin typeface="Arial" panose="020B0604020202020204" pitchFamily="34" charset="0"/>
            </a:endParaRPr>
          </a:p>
        </p:txBody>
      </p:sp>
    </p:spTree>
  </p:cSld>
  <p:clrMapOvr>
    <a:masterClrMapping/>
  </p:clrMapOvr>
  <p:timing>
    <p:tnLst>
      <p:par>
        <p:cTn id="1" dur="indefinite" restart="never" nodeType="tmRoot"/>
      </p:par>
    </p:tnLst>
    <p:bldLst>
      <p:bldP spid="1049880" grpId="0" bldLvl="0" animBg="1"/>
      <p:bldP spid="1049881" grpId="0"/>
      <p:bldP spid="1049882" grpId="0"/>
      <p:bldP spid="1049885"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705" name=""/>
        <p:cNvGrpSpPr/>
        <p:nvPr/>
      </p:nvGrpSpPr>
      <p:grpSpPr/>
      <p:sp>
        <p:nvSpPr>
          <p:cNvPr id="1049887" name="Text Box 3"/>
          <p:cNvSpPr txBox="1"/>
          <p:nvPr/>
        </p:nvSpPr>
        <p:spPr>
          <a:xfrm>
            <a:off x="2208213" y="2020570"/>
            <a:ext cx="2663825" cy="521970"/>
          </a:xfrm>
          <a:prstGeom prst="rect">
            <a:avLst/>
          </a:prstGeom>
          <a:noFill/>
          <a:ln w="28575" cap="flat" cmpd="sng">
            <a:solidFill>
              <a:srgbClr val="66FFFF"/>
            </a:solidFill>
            <a:prstDash val="solid"/>
            <a:miter/>
            <a:headEnd type="none" w="med" len="med"/>
            <a:tailEnd type="none" w="med" len="med"/>
          </a:ln>
        </p:spPr>
        <p:txBody>
          <a:bodyPr>
            <a:spAutoFit/>
          </a:bodyPr>
          <a:p>
            <a:pPr eaLnBrk="1" hangingPunct="1">
              <a:spcBef>
                <a:spcPct val="50000"/>
              </a:spcBef>
              <a:buFont typeface="Wingdings" panose="05000000000000000000" pitchFamily="2" charset="2"/>
              <a:buChar char="l"/>
            </a:pPr>
            <a:r>
              <a:rPr lang="zh-CN" altLang="en-US" sz="2800" dirty="0">
                <a:solidFill>
                  <a:srgbClr val="FF9900"/>
                </a:solidFill>
                <a:latin typeface="Times New Roman" panose="02020603050405020304" pitchFamily="18" charset="0"/>
              </a:rPr>
              <a:t>基本思想</a:t>
            </a:r>
            <a:endParaRPr lang="zh-CN" altLang="en-US" sz="2800" dirty="0">
              <a:solidFill>
                <a:srgbClr val="FF9900"/>
              </a:solidFill>
              <a:latin typeface="Times New Roman" panose="02020603050405020304" pitchFamily="18" charset="0"/>
            </a:endParaRPr>
          </a:p>
        </p:txBody>
      </p:sp>
      <p:sp>
        <p:nvSpPr>
          <p:cNvPr id="1049888" name="Text Box 4"/>
          <p:cNvSpPr txBox="1"/>
          <p:nvPr/>
        </p:nvSpPr>
        <p:spPr>
          <a:xfrm>
            <a:off x="2208213" y="3114993"/>
            <a:ext cx="7488237" cy="2529840"/>
          </a:xfrm>
          <a:prstGeom prst="rect">
            <a:avLst/>
          </a:prstGeom>
          <a:noFill/>
          <a:ln w="9525">
            <a:noFill/>
          </a:ln>
        </p:spPr>
        <p:txBody>
          <a:bodyPr>
            <a:spAutoFit/>
          </a:bodyPr>
          <a:p>
            <a:pPr marL="457200" indent="-457200" algn="just" eaLnBrk="1" hangingPunct="1">
              <a:lnSpc>
                <a:spcPct val="120000"/>
              </a:lnSpc>
              <a:spcBef>
                <a:spcPct val="50000"/>
              </a:spcBef>
              <a:buFont typeface="Arial" panose="020B0604020202020204" pitchFamily="34" charset="0"/>
              <a:buChar char="•"/>
            </a:pPr>
            <a:r>
              <a:rPr lang="zh-CN" altLang="en-US" sz="2800" dirty="0">
                <a:latin typeface="楷体_GB2312" pitchFamily="49" charset="-122"/>
              </a:rPr>
              <a:t>为减少未知量</a:t>
            </a:r>
            <a:r>
              <a:rPr lang="en-US" altLang="zh-CN" sz="2800" dirty="0">
                <a:latin typeface="楷体_GB2312" pitchFamily="49" charset="-122"/>
              </a:rPr>
              <a:t>(</a:t>
            </a:r>
            <a:r>
              <a:rPr lang="zh-CN" altLang="en-US" sz="2800" dirty="0">
                <a:latin typeface="楷体_GB2312" pitchFamily="49" charset="-122"/>
              </a:rPr>
              <a:t>方程</a:t>
            </a:r>
            <a:r>
              <a:rPr lang="en-US" altLang="zh-CN" sz="2800" dirty="0">
                <a:latin typeface="楷体_GB2312" pitchFamily="49" charset="-122"/>
              </a:rPr>
              <a:t>)</a:t>
            </a:r>
            <a:r>
              <a:rPr lang="zh-CN" altLang="en-US" sz="2800" dirty="0">
                <a:latin typeface="楷体_GB2312" pitchFamily="49" charset="-122"/>
              </a:rPr>
              <a:t>的个数</a:t>
            </a:r>
            <a:endParaRPr lang="zh-CN" altLang="en-US" sz="2800" dirty="0">
              <a:latin typeface="楷体_GB2312" pitchFamily="49" charset="-122"/>
            </a:endParaRPr>
          </a:p>
          <a:p>
            <a:pPr marL="457200" indent="-457200" algn="just" eaLnBrk="1" hangingPunct="1">
              <a:lnSpc>
                <a:spcPct val="120000"/>
              </a:lnSpc>
              <a:spcBef>
                <a:spcPct val="50000"/>
              </a:spcBef>
              <a:buFont typeface="Arial" panose="020B0604020202020204" pitchFamily="34" charset="0"/>
              <a:buChar char="•"/>
            </a:pPr>
            <a:r>
              <a:rPr lang="zh-CN" altLang="en-US" sz="2800" dirty="0">
                <a:latin typeface="楷体_GB2312" pitchFamily="49" charset="-122"/>
              </a:rPr>
              <a:t>假想每个回路中有一个回路电流</a:t>
            </a:r>
            <a:endParaRPr lang="zh-CN" altLang="en-US" sz="2800" dirty="0">
              <a:latin typeface="楷体_GB2312" pitchFamily="49" charset="-122"/>
            </a:endParaRPr>
          </a:p>
          <a:p>
            <a:pPr marL="457200" indent="-457200" algn="just" eaLnBrk="1" hangingPunct="1">
              <a:lnSpc>
                <a:spcPct val="120000"/>
              </a:lnSpc>
              <a:spcBef>
                <a:spcPct val="50000"/>
              </a:spcBef>
              <a:buFont typeface="Arial" panose="020B0604020202020204" pitchFamily="34" charset="0"/>
              <a:buChar char="•"/>
            </a:pPr>
            <a:r>
              <a:rPr lang="zh-CN" altLang="en-US" sz="2800" dirty="0">
                <a:latin typeface="楷体_GB2312" pitchFamily="49" charset="-122"/>
              </a:rPr>
              <a:t>各支路电流可用回路电流的线性组合表示，来求得电路的解。</a:t>
            </a:r>
            <a:endParaRPr lang="zh-CN" altLang="en-US" sz="2800" dirty="0">
              <a:latin typeface="楷体_GB2312" pitchFamily="49" charset="-122"/>
            </a:endParaRPr>
          </a:p>
        </p:txBody>
      </p:sp>
      <p:sp>
        <p:nvSpPr>
          <p:cNvPr id="1049889" name="Text Box 5"/>
          <p:cNvSpPr txBox="1"/>
          <p:nvPr/>
        </p:nvSpPr>
        <p:spPr>
          <a:xfrm>
            <a:off x="2208213" y="1655763"/>
            <a:ext cx="3167062" cy="583565"/>
          </a:xfrm>
          <a:prstGeom prst="rect">
            <a:avLst/>
          </a:prstGeom>
          <a:noFill/>
          <a:ln w="9525">
            <a:noFill/>
          </a:ln>
        </p:spPr>
        <p:txBody>
          <a:bodyPr>
            <a:spAutoFit/>
          </a:bodyPr>
          <a:p>
            <a:pPr eaLnBrk="1" hangingPunct="1"/>
            <a:r>
              <a:rPr lang="en-US" altLang="zh-CN" sz="3200" dirty="0">
                <a:solidFill>
                  <a:schemeClr val="bg1"/>
                </a:solidFill>
                <a:latin typeface="楷体_GB2312" pitchFamily="49" charset="-122"/>
              </a:rPr>
              <a:t>1.</a:t>
            </a:r>
            <a:r>
              <a:rPr lang="zh-CN" altLang="en-US" sz="3200" dirty="0">
                <a:solidFill>
                  <a:schemeClr val="bg1"/>
                </a:solidFill>
                <a:latin typeface="楷体_GB2312" pitchFamily="49" charset="-122"/>
              </a:rPr>
              <a:t>网孔电流法</a:t>
            </a:r>
            <a:endParaRPr lang="zh-CN" altLang="en-US" sz="3200" dirty="0">
              <a:solidFill>
                <a:schemeClr val="bg1"/>
              </a:solidFill>
              <a:latin typeface="楷体_GB2312" pitchFamily="49" charset="-122"/>
            </a:endParaRPr>
          </a:p>
        </p:txBody>
      </p:sp>
      <p:sp>
        <p:nvSpPr>
          <p:cNvPr id="1049890" name="Rectangle 55"/>
          <p:cNvSpPr/>
          <p:nvPr/>
        </p:nvSpPr>
        <p:spPr>
          <a:xfrm>
            <a:off x="2208213" y="1048385"/>
            <a:ext cx="7704137" cy="607695"/>
          </a:xfrm>
          <a:prstGeom prst="rect">
            <a:avLst/>
          </a:prstGeom>
          <a:noFill/>
          <a:ln w="9525">
            <a:noFill/>
          </a:ln>
        </p:spPr>
        <p:txBody>
          <a:bodyPr>
            <a:spAutoFit/>
          </a:bodyPr>
          <a:p>
            <a:pPr algn="ctr" eaLnBrk="1" hangingPunct="1">
              <a:lnSpc>
                <a:spcPct val="120000"/>
              </a:lnSpc>
            </a:pPr>
            <a:r>
              <a:rPr lang="zh-CN" altLang="en-US" sz="2800" b="1" dirty="0">
                <a:solidFill>
                  <a:srgbClr val="FF0000"/>
                </a:solidFill>
                <a:latin typeface="Arial" panose="020B0604020202020204" pitchFamily="34" charset="0"/>
              </a:rPr>
              <a:t>仅适用于平面电路</a:t>
            </a:r>
            <a:endParaRPr lang="zh-CN" altLang="en-US" sz="2800" b="1" dirty="0">
              <a:solidFill>
                <a:srgbClr val="FF0000"/>
              </a:solidFill>
              <a:latin typeface="Arial" panose="020B0604020202020204" pitchFamily="34" charset="0"/>
            </a:endParaRPr>
          </a:p>
        </p:txBody>
      </p:sp>
    </p:spTree>
  </p:cSld>
  <p:clrMapOvr>
    <a:masterClrMapping/>
  </p:clrMapOvr>
  <p:timing>
    <p:tnLst>
      <p:par>
        <p:cTn id="1" dur="indefinite" restart="never" nodeType="tmRoot"/>
      </p:par>
    </p:tnLst>
    <p:bldLst>
      <p:bldP spid="1049887" grpId="0" bldLvl="0" animBg="1"/>
      <p:bldP spid="1049888" grpId="0"/>
      <p:bldP spid="1049889" grpId="0"/>
      <p:bldP spid="104989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706" name=""/>
        <p:cNvGrpSpPr/>
        <p:nvPr/>
      </p:nvGrpSpPr>
      <p:grpSpPr>
        <a:xfrm>
          <a:off x="0" y="0"/>
          <a:ext cx="0" cy="0"/>
          <a:chOff x="0" y="0"/>
          <a:chExt cx="0" cy="0"/>
        </a:xfrm>
      </p:grpSpPr>
      <p:sp>
        <p:nvSpPr>
          <p:cNvPr id="1049891" name="Text Box 26"/>
          <p:cNvSpPr txBox="1">
            <a:spLocks noChangeArrowheads="1"/>
          </p:cNvSpPr>
          <p:nvPr/>
        </p:nvSpPr>
        <p:spPr bwMode="auto">
          <a:xfrm>
            <a:off x="1752600" y="149861"/>
            <a:ext cx="23164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latin typeface="Times New Roman" panose="02020603050405020304" pitchFamily="18" charset="0"/>
                <a:ea typeface="楷体_GB2312"/>
              </a:rPr>
              <a:t>一、网孔电流</a:t>
            </a:r>
            <a:endParaRPr kumimoji="1" lang="zh-CN" altLang="en-US" sz="2800" dirty="0">
              <a:latin typeface="Times New Roman" panose="02020603050405020304" pitchFamily="18" charset="0"/>
              <a:ea typeface="楷体_GB2312"/>
            </a:endParaRPr>
          </a:p>
        </p:txBody>
      </p:sp>
      <p:sp>
        <p:nvSpPr>
          <p:cNvPr id="1049892" name="Text Box 31"/>
          <p:cNvSpPr txBox="1">
            <a:spLocks noChangeArrowheads="1"/>
          </p:cNvSpPr>
          <p:nvPr/>
        </p:nvSpPr>
        <p:spPr bwMode="auto">
          <a:xfrm>
            <a:off x="4496435" y="149861"/>
            <a:ext cx="62280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solidFill>
                  <a:srgbClr val="FF0000"/>
                </a:solidFill>
                <a:latin typeface="Times New Roman" panose="02020603050405020304" pitchFamily="18" charset="0"/>
                <a:ea typeface="楷体_GB2312"/>
              </a:rPr>
              <a:t>假想的</a:t>
            </a:r>
            <a:r>
              <a:rPr kumimoji="1" lang="zh-CN" altLang="en-US" sz="2800" dirty="0">
                <a:solidFill>
                  <a:schemeClr val="tx2"/>
                </a:solidFill>
                <a:latin typeface="Times New Roman" panose="02020603050405020304" pitchFamily="18" charset="0"/>
                <a:ea typeface="楷体_GB2312"/>
              </a:rPr>
              <a:t>在平面电路的</a:t>
            </a:r>
            <a:r>
              <a:rPr kumimoji="1" lang="zh-CN" altLang="en-US" sz="2800" dirty="0">
                <a:solidFill>
                  <a:srgbClr val="FF0000"/>
                </a:solidFill>
                <a:latin typeface="Times New Roman" panose="02020603050405020304" pitchFamily="18" charset="0"/>
                <a:ea typeface="楷体_GB2312"/>
              </a:rPr>
              <a:t>网孔</a:t>
            </a:r>
            <a:r>
              <a:rPr kumimoji="1" lang="zh-CN" altLang="en-US" sz="2800" dirty="0">
                <a:solidFill>
                  <a:schemeClr val="tx2"/>
                </a:solidFill>
                <a:latin typeface="Times New Roman" panose="02020603050405020304" pitchFamily="18" charset="0"/>
                <a:ea typeface="楷体_GB2312"/>
              </a:rPr>
              <a:t>中流动的电流</a:t>
            </a:r>
            <a:endParaRPr kumimoji="1" lang="zh-CN" altLang="en-US" sz="2800" dirty="0">
              <a:solidFill>
                <a:schemeClr val="tx2"/>
              </a:solidFill>
              <a:latin typeface="Times New Roman" panose="02020603050405020304" pitchFamily="18" charset="0"/>
              <a:ea typeface="楷体_GB2312"/>
            </a:endParaRPr>
          </a:p>
        </p:txBody>
      </p:sp>
      <p:sp>
        <p:nvSpPr>
          <p:cNvPr id="1049893" name="文本框 36"/>
          <p:cNvSpPr txBox="1"/>
          <p:nvPr/>
        </p:nvSpPr>
        <p:spPr>
          <a:xfrm>
            <a:off x="5968365" y="1529080"/>
            <a:ext cx="5856605" cy="4169410"/>
          </a:xfrm>
          <a:prstGeom prst="rect">
            <a:avLst/>
          </a:prstGeom>
          <a:noFill/>
        </p:spPr>
        <p:txBody>
          <a:bodyPr wrap="square" rtlCol="0" anchor="t">
            <a:noAutofit/>
          </a:bodyPr>
          <a:p>
            <a:pPr marL="457200" indent="-457200">
              <a:lnSpc>
                <a:spcPct val="150000"/>
              </a:lnSpc>
              <a:buFont typeface="Arial" panose="020B0604020202020204" pitchFamily="34" charset="0"/>
              <a:buChar char="•"/>
            </a:pPr>
            <a:r>
              <a:rPr lang="zh-CN" altLang="en-US" sz="2800" dirty="0">
                <a:latin typeface="楷体_GB2312" pitchFamily="49" charset="-122"/>
                <a:sym typeface="+mn-ea"/>
              </a:rPr>
              <a:t>独</a:t>
            </a:r>
            <a:r>
              <a:rPr lang="zh-CN" altLang="en-US" sz="2800" dirty="0">
                <a:latin typeface="楷体_GB2312" pitchFamily="49" charset="-122"/>
                <a:sym typeface="+mn-ea"/>
              </a:rPr>
              <a:t>立回路</a:t>
            </a:r>
            <a:r>
              <a:rPr lang="zh-CN" altLang="en-US" sz="2800" dirty="0">
                <a:latin typeface="楷体_GB2312" pitchFamily="49" charset="-122"/>
                <a:sym typeface="+mn-ea"/>
              </a:rPr>
              <a:t>数为网孔</a:t>
            </a:r>
            <a:r>
              <a:rPr lang="zh-CN" altLang="en-US" sz="2800" dirty="0">
                <a:latin typeface="楷体_GB2312" pitchFamily="49" charset="-122"/>
                <a:sym typeface="+mn-ea"/>
              </a:rPr>
              <a:t>数（平面电路）</a:t>
            </a:r>
            <a:endParaRPr lang="zh-CN" altLang="en-US" sz="2800" dirty="0">
              <a:latin typeface="楷体_GB2312" pitchFamily="49" charset="-122"/>
              <a:sym typeface="+mn-ea"/>
            </a:endParaRPr>
          </a:p>
          <a:p>
            <a:pPr marL="457200" indent="-457200">
              <a:lnSpc>
                <a:spcPct val="150000"/>
              </a:lnSpc>
              <a:buFont typeface="Arial" panose="020B0604020202020204" pitchFamily="34" charset="0"/>
              <a:buChar char="•"/>
            </a:pPr>
            <a:r>
              <a:rPr lang="zh-CN" altLang="en-US" sz="2800" dirty="0">
                <a:latin typeface="楷体_GB2312" pitchFamily="49" charset="-122"/>
                <a:sym typeface="+mn-ea"/>
              </a:rPr>
              <a:t>网孔电流在网孔中是闭合的，对每个相关结点均流进一次，流出一次，所以</a:t>
            </a:r>
            <a:r>
              <a:rPr lang="en-US" altLang="zh-CN" sz="2800" dirty="0">
                <a:latin typeface="Times New Roman" panose="02020603050405020304" pitchFamily="18" charset="0"/>
                <a:sym typeface="+mn-ea"/>
              </a:rPr>
              <a:t>KCL</a:t>
            </a:r>
            <a:r>
              <a:rPr lang="zh-CN" altLang="en-US" sz="2800" dirty="0">
                <a:latin typeface="楷体_GB2312" pitchFamily="49" charset="-122"/>
                <a:sym typeface="+mn-ea"/>
              </a:rPr>
              <a:t>自动满足。</a:t>
            </a:r>
            <a:endParaRPr lang="zh-CN" altLang="en-US" sz="2800" dirty="0">
              <a:latin typeface="楷体_GB2312" pitchFamily="49" charset="-122"/>
              <a:sym typeface="+mn-ea"/>
            </a:endParaRPr>
          </a:p>
          <a:p>
            <a:pPr marL="457200" indent="-457200">
              <a:lnSpc>
                <a:spcPct val="150000"/>
              </a:lnSpc>
              <a:buFont typeface="Arial" panose="020B0604020202020204" pitchFamily="34" charset="0"/>
              <a:buChar char="•"/>
            </a:pPr>
            <a:r>
              <a:rPr lang="zh-CN" altLang="en-US" sz="2800" dirty="0">
                <a:latin typeface="楷体_GB2312" pitchFamily="49" charset="-122"/>
                <a:sym typeface="+mn-ea"/>
              </a:rPr>
              <a:t>网孔电流法是对网孔回路列写</a:t>
            </a:r>
            <a:r>
              <a:rPr lang="en-US" altLang="zh-CN" sz="2800" dirty="0">
                <a:latin typeface="Times New Roman" panose="02020603050405020304" pitchFamily="18" charset="0"/>
                <a:sym typeface="+mn-ea"/>
              </a:rPr>
              <a:t>KVL</a:t>
            </a:r>
            <a:r>
              <a:rPr lang="zh-CN" altLang="en-US" sz="2800" dirty="0">
                <a:latin typeface="楷体_GB2312" pitchFamily="49" charset="-122"/>
                <a:sym typeface="+mn-ea"/>
              </a:rPr>
              <a:t>方程，方程数为网孔数。</a:t>
            </a:r>
            <a:endParaRPr lang="zh-CN" altLang="en-US" sz="2800" dirty="0">
              <a:latin typeface="楷体_GB2312" pitchFamily="49" charset="-122"/>
              <a:sym typeface="+mn-ea"/>
            </a:endParaRPr>
          </a:p>
        </p:txBody>
      </p:sp>
      <p:pic>
        <p:nvPicPr>
          <p:cNvPr id="2097287" name="图片 37"/>
          <p:cNvPicPr>
            <a:picLocks noChangeAspect="1"/>
          </p:cNvPicPr>
          <p:nvPr/>
        </p:nvPicPr>
        <p:blipFill>
          <a:blip r:embed="rId1"/>
          <a:stretch>
            <a:fillRect/>
          </a:stretch>
        </p:blipFill>
        <p:spPr>
          <a:xfrm>
            <a:off x="173355" y="1343025"/>
            <a:ext cx="5728970" cy="3709035"/>
          </a:xfrm>
          <a:prstGeom prst="rect">
            <a:avLst/>
          </a:prstGeom>
        </p:spPr>
      </p:pic>
      <p:sp>
        <p:nvSpPr>
          <p:cNvPr id="1049894" name="文本框 38"/>
          <p:cNvSpPr txBox="1"/>
          <p:nvPr/>
        </p:nvSpPr>
        <p:spPr>
          <a:xfrm>
            <a:off x="1331595" y="5322570"/>
            <a:ext cx="2737485" cy="521970"/>
          </a:xfrm>
          <a:prstGeom prst="rect">
            <a:avLst/>
          </a:prstGeom>
          <a:noFill/>
        </p:spPr>
        <p:txBody>
          <a:bodyPr wrap="square" rtlCol="0" anchor="t">
            <a:spAutoFit/>
          </a:bodyPr>
          <a:p>
            <a:r>
              <a:rPr lang="zh-CN" altLang="en-US" sz="2800" dirty="0">
                <a:latin typeface="楷体_GB2312" pitchFamily="49" charset="-122"/>
                <a:sym typeface="+mn-ea"/>
              </a:rPr>
              <a:t>图</a:t>
            </a:r>
            <a:r>
              <a:rPr lang="en-US" altLang="zh-CN" sz="2800" dirty="0">
                <a:latin typeface="楷体_GB2312" pitchFamily="49" charset="-122"/>
                <a:sym typeface="+mn-ea"/>
              </a:rPr>
              <a:t>3-9 </a:t>
            </a:r>
            <a:r>
              <a:rPr lang="zh-CN" altLang="en-US" sz="2800" dirty="0">
                <a:latin typeface="楷体_GB2312" pitchFamily="49" charset="-122"/>
                <a:sym typeface="+mn-ea"/>
              </a:rPr>
              <a:t>网孔</a:t>
            </a:r>
            <a:r>
              <a:rPr lang="zh-CN" altLang="en-US" sz="2800" dirty="0">
                <a:latin typeface="楷体_GB2312" pitchFamily="49" charset="-122"/>
                <a:sym typeface="+mn-ea"/>
              </a:rPr>
              <a:t>电流</a:t>
            </a:r>
            <a:endParaRPr lang="zh-CN" altLang="en-US" sz="2800" dirty="0">
              <a:latin typeface="楷体_GB2312" pitchFamily="49"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726" name=""/>
        <p:cNvGrpSpPr/>
        <p:nvPr/>
      </p:nvGrpSpPr>
      <p:grpSpPr>
        <a:xfrm>
          <a:off x="0" y="0"/>
          <a:ext cx="0" cy="0"/>
          <a:chOff x="0" y="0"/>
          <a:chExt cx="0" cy="0"/>
        </a:xfrm>
      </p:grpSpPr>
      <p:sp>
        <p:nvSpPr>
          <p:cNvPr id="1049907" name="Text Box 28"/>
          <p:cNvSpPr txBox="1">
            <a:spLocks noChangeArrowheads="1"/>
          </p:cNvSpPr>
          <p:nvPr/>
        </p:nvSpPr>
        <p:spPr bwMode="auto">
          <a:xfrm>
            <a:off x="7535545" y="3662363"/>
            <a:ext cx="1935479" cy="211836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pPr>
            <a:r>
              <a:rPr kumimoji="1" lang="en-US" altLang="zh-CN" sz="2800">
                <a:solidFill>
                  <a:schemeClr val="tx2"/>
                </a:solidFill>
                <a:latin typeface="Times New Roman" panose="02020603050405020304" pitchFamily="18" charset="0"/>
                <a:ea typeface="黑体" panose="02010609060101010101" pitchFamily="49" charset="-122"/>
              </a:rPr>
              <a:t>I</a:t>
            </a:r>
            <a:r>
              <a:rPr kumimoji="1" lang="en-US" altLang="zh-CN" sz="2800" baseline="-25000">
                <a:solidFill>
                  <a:schemeClr val="tx2"/>
                </a:solidFill>
                <a:latin typeface="Times New Roman" panose="02020603050405020304" pitchFamily="18" charset="0"/>
                <a:ea typeface="黑体" panose="02010609060101010101" pitchFamily="49" charset="-122"/>
              </a:rPr>
              <a:t>1 </a:t>
            </a:r>
            <a:r>
              <a:rPr kumimoji="1" lang="en-US" altLang="zh-CN" sz="2800">
                <a:solidFill>
                  <a:schemeClr val="tx2"/>
                </a:solidFill>
                <a:latin typeface="Times New Roman" panose="02020603050405020304" pitchFamily="18" charset="0"/>
                <a:ea typeface="黑体" panose="02010609060101010101" pitchFamily="49" charset="-122"/>
              </a:rPr>
              <a:t>= I</a:t>
            </a:r>
            <a:r>
              <a:rPr kumimoji="1" lang="en-US" altLang="zh-CN" sz="2800" baseline="-25000">
                <a:solidFill>
                  <a:schemeClr val="tx2"/>
                </a:solidFill>
                <a:latin typeface="Times New Roman" panose="02020603050405020304" pitchFamily="18" charset="0"/>
                <a:ea typeface="黑体" panose="02010609060101010101" pitchFamily="49" charset="-122"/>
              </a:rPr>
              <a:t>m1</a:t>
            </a:r>
            <a:endParaRPr kumimoji="1" lang="en-US" altLang="zh-CN" sz="2800" baseline="-25000">
              <a:solidFill>
                <a:schemeClr val="tx2"/>
              </a:solidFill>
              <a:latin typeface="Times New Roman" panose="02020603050405020304" pitchFamily="18" charset="0"/>
              <a:ea typeface="黑体" panose="02010609060101010101" pitchFamily="49" charset="-122"/>
            </a:endParaRPr>
          </a:p>
          <a:p>
            <a:pPr eaLnBrk="1" hangingPunct="1">
              <a:lnSpc>
                <a:spcPct val="120000"/>
              </a:lnSpc>
            </a:pPr>
            <a:r>
              <a:rPr kumimoji="1" lang="en-US" altLang="zh-CN" sz="2800">
                <a:solidFill>
                  <a:schemeClr val="tx2"/>
                </a:solidFill>
                <a:latin typeface="Times New Roman" panose="02020603050405020304" pitchFamily="18" charset="0"/>
                <a:ea typeface="黑体" panose="02010609060101010101" pitchFamily="49" charset="-122"/>
              </a:rPr>
              <a:t>I</a:t>
            </a:r>
            <a:r>
              <a:rPr kumimoji="1" lang="en-US" altLang="zh-CN" sz="2800" baseline="-25000">
                <a:solidFill>
                  <a:schemeClr val="tx2"/>
                </a:solidFill>
                <a:latin typeface="Times New Roman" panose="02020603050405020304" pitchFamily="18" charset="0"/>
                <a:ea typeface="黑体" panose="02010609060101010101" pitchFamily="49" charset="-122"/>
              </a:rPr>
              <a:t>2 </a:t>
            </a:r>
            <a:r>
              <a:rPr kumimoji="1" lang="en-US" altLang="zh-CN" sz="2800">
                <a:solidFill>
                  <a:schemeClr val="tx2"/>
                </a:solidFill>
                <a:latin typeface="Times New Roman" panose="02020603050405020304" pitchFamily="18" charset="0"/>
                <a:ea typeface="黑体" panose="02010609060101010101" pitchFamily="49" charset="-122"/>
              </a:rPr>
              <a:t>= I</a:t>
            </a:r>
            <a:r>
              <a:rPr kumimoji="1" lang="en-US" altLang="zh-CN" sz="2800" baseline="-25000">
                <a:solidFill>
                  <a:schemeClr val="tx2"/>
                </a:solidFill>
                <a:latin typeface="Times New Roman" panose="02020603050405020304" pitchFamily="18" charset="0"/>
                <a:ea typeface="黑体" panose="02010609060101010101" pitchFamily="49" charset="-122"/>
              </a:rPr>
              <a:t>m1 </a:t>
            </a:r>
            <a:r>
              <a:rPr kumimoji="1" lang="en-US" altLang="zh-CN" sz="2800">
                <a:solidFill>
                  <a:schemeClr val="tx2"/>
                </a:solidFill>
                <a:latin typeface="Times New Roman" panose="02020603050405020304" pitchFamily="18" charset="0"/>
                <a:ea typeface="黑体" panose="02010609060101010101" pitchFamily="49" charset="-122"/>
                <a:sym typeface="Symbol" panose="05050102010706020507" pitchFamily="18" charset="2"/>
              </a:rPr>
              <a:t> I</a:t>
            </a:r>
            <a:r>
              <a:rPr kumimoji="1" lang="en-US" altLang="zh-CN" sz="2800" baseline="-25000">
                <a:solidFill>
                  <a:schemeClr val="tx2"/>
                </a:solidFill>
                <a:latin typeface="Times New Roman" panose="02020603050405020304" pitchFamily="18" charset="0"/>
                <a:ea typeface="黑体" panose="02010609060101010101" pitchFamily="49" charset="-122"/>
                <a:sym typeface="Symbol" panose="05050102010706020507" pitchFamily="18" charset="2"/>
              </a:rPr>
              <a:t>m2</a:t>
            </a:r>
            <a:endParaRPr kumimoji="1" lang="en-US" altLang="zh-CN" sz="2800" baseline="-25000">
              <a:solidFill>
                <a:schemeClr val="tx2"/>
              </a:solidFill>
              <a:latin typeface="Times New Roman" panose="02020603050405020304" pitchFamily="18" charset="0"/>
              <a:ea typeface="黑体" panose="02010609060101010101" pitchFamily="49" charset="-122"/>
              <a:sym typeface="Symbol" panose="05050102010706020507" pitchFamily="18" charset="2"/>
            </a:endParaRPr>
          </a:p>
          <a:p>
            <a:pPr eaLnBrk="1" hangingPunct="1">
              <a:lnSpc>
                <a:spcPct val="120000"/>
              </a:lnSpc>
            </a:pPr>
            <a:r>
              <a:rPr kumimoji="1" lang="en-US" altLang="zh-CN" sz="2800">
                <a:solidFill>
                  <a:schemeClr val="tx2"/>
                </a:solidFill>
                <a:latin typeface="Times New Roman" panose="02020603050405020304" pitchFamily="18" charset="0"/>
                <a:ea typeface="黑体" panose="02010609060101010101" pitchFamily="49" charset="-122"/>
                <a:sym typeface="Symbol" panose="05050102010706020507" pitchFamily="18" charset="2"/>
              </a:rPr>
              <a:t>I</a:t>
            </a:r>
            <a:r>
              <a:rPr kumimoji="1" lang="en-US" altLang="zh-CN" sz="2800" baseline="-25000">
                <a:solidFill>
                  <a:schemeClr val="tx2"/>
                </a:solidFill>
                <a:latin typeface="Times New Roman" panose="02020603050405020304" pitchFamily="18" charset="0"/>
                <a:ea typeface="黑体" panose="02010609060101010101" pitchFamily="49" charset="-122"/>
                <a:sym typeface="Symbol" panose="05050102010706020507" pitchFamily="18" charset="2"/>
              </a:rPr>
              <a:t>3 </a:t>
            </a:r>
            <a:r>
              <a:rPr kumimoji="1" lang="en-US" altLang="zh-CN" sz="2800">
                <a:solidFill>
                  <a:schemeClr val="tx2"/>
                </a:solidFill>
                <a:latin typeface="Times New Roman" panose="02020603050405020304" pitchFamily="18" charset="0"/>
                <a:ea typeface="黑体" panose="02010609060101010101" pitchFamily="49" charset="-122"/>
                <a:sym typeface="Symbol" panose="05050102010706020507" pitchFamily="18" charset="2"/>
              </a:rPr>
              <a:t>=  I</a:t>
            </a:r>
            <a:r>
              <a:rPr kumimoji="1" lang="en-US" altLang="zh-CN" sz="2800" baseline="-25000">
                <a:solidFill>
                  <a:schemeClr val="tx2"/>
                </a:solidFill>
                <a:latin typeface="Times New Roman" panose="02020603050405020304" pitchFamily="18" charset="0"/>
                <a:ea typeface="黑体" panose="02010609060101010101" pitchFamily="49" charset="-122"/>
                <a:sym typeface="Symbol" panose="05050102010706020507" pitchFamily="18" charset="2"/>
              </a:rPr>
              <a:t>m2</a:t>
            </a:r>
            <a:endParaRPr kumimoji="1" lang="en-US" altLang="zh-CN" sz="2800" baseline="-25000">
              <a:solidFill>
                <a:schemeClr val="tx2"/>
              </a:solidFill>
              <a:latin typeface="Times New Roman" panose="02020603050405020304" pitchFamily="18" charset="0"/>
              <a:ea typeface="黑体" panose="02010609060101010101" pitchFamily="49" charset="-122"/>
              <a:sym typeface="Symbol" panose="05050102010706020507" pitchFamily="18" charset="2"/>
            </a:endParaRPr>
          </a:p>
          <a:p>
            <a:pPr eaLnBrk="1" hangingPunct="1">
              <a:lnSpc>
                <a:spcPct val="120000"/>
              </a:lnSpc>
            </a:pPr>
            <a:endParaRPr kumimoji="1" lang="en-US" altLang="zh-CN" sz="2800">
              <a:solidFill>
                <a:schemeClr val="tx2"/>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049908" name="Text Box 29"/>
          <p:cNvSpPr txBox="1">
            <a:spLocks noChangeArrowheads="1"/>
          </p:cNvSpPr>
          <p:nvPr/>
        </p:nvSpPr>
        <p:spPr bwMode="auto">
          <a:xfrm>
            <a:off x="7192645" y="1263651"/>
            <a:ext cx="3459479" cy="17678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a:solidFill>
                  <a:schemeClr val="tx2"/>
                </a:solidFill>
                <a:latin typeface="Times New Roman" panose="02020603050405020304" pitchFamily="18" charset="0"/>
                <a:ea typeface="黑体" panose="02010609060101010101" pitchFamily="49" charset="-122"/>
              </a:rPr>
              <a:t>1. 3</a:t>
            </a:r>
            <a:r>
              <a:rPr kumimoji="1" lang="zh-CN" altLang="en-US" sz="2800">
                <a:solidFill>
                  <a:schemeClr val="tx2"/>
                </a:solidFill>
                <a:latin typeface="Times New Roman" panose="02020603050405020304" pitchFamily="18" charset="0"/>
                <a:ea typeface="黑体" panose="02010609060101010101" pitchFamily="49" charset="-122"/>
              </a:rPr>
              <a:t>个支路，</a:t>
            </a:r>
            <a:r>
              <a:rPr kumimoji="1" lang="en-US" altLang="zh-CN" sz="2800">
                <a:solidFill>
                  <a:schemeClr val="tx2"/>
                </a:solidFill>
                <a:latin typeface="Times New Roman" panose="02020603050405020304" pitchFamily="18" charset="0"/>
                <a:ea typeface="黑体" panose="02010609060101010101" pitchFamily="49" charset="-122"/>
              </a:rPr>
              <a:t>2</a:t>
            </a:r>
            <a:r>
              <a:rPr kumimoji="1" lang="zh-CN" altLang="en-US" sz="2800">
                <a:solidFill>
                  <a:schemeClr val="tx2"/>
                </a:solidFill>
                <a:latin typeface="Times New Roman" panose="02020603050405020304" pitchFamily="18" charset="0"/>
                <a:ea typeface="黑体" panose="02010609060101010101" pitchFamily="49" charset="-122"/>
              </a:rPr>
              <a:t>个</a:t>
            </a:r>
            <a:r>
              <a:rPr kumimoji="1" lang="zh-CN" altLang="en-US" sz="2800">
                <a:solidFill>
                  <a:schemeClr val="tx2"/>
                </a:solidFill>
                <a:latin typeface="Times New Roman" panose="02020603050405020304" pitchFamily="18" charset="0"/>
                <a:ea typeface="黑体" panose="02010609060101010101" pitchFamily="49" charset="-122"/>
              </a:rPr>
              <a:t>网孔</a:t>
            </a:r>
            <a:endParaRPr kumimoji="1" lang="zh-CN" altLang="en-US" sz="2800">
              <a:solidFill>
                <a:schemeClr val="tx2"/>
              </a:solidFill>
              <a:latin typeface="Times New Roman" panose="02020603050405020304" pitchFamily="18" charset="0"/>
              <a:ea typeface="黑体" panose="02010609060101010101" pitchFamily="49" charset="-122"/>
            </a:endParaRPr>
          </a:p>
          <a:p>
            <a:pPr eaLnBrk="1" hangingPunct="1"/>
            <a:r>
              <a:rPr kumimoji="1" lang="en-US" altLang="zh-CN" sz="2800">
                <a:solidFill>
                  <a:schemeClr val="tx2"/>
                </a:solidFill>
                <a:latin typeface="Times New Roman" panose="02020603050405020304" pitchFamily="18" charset="0"/>
                <a:ea typeface="黑体" panose="02010609060101010101" pitchFamily="49" charset="-122"/>
              </a:rPr>
              <a:t>2.</a:t>
            </a:r>
            <a:r>
              <a:rPr kumimoji="1" lang="zh-CN" altLang="en-US" sz="2800">
                <a:solidFill>
                  <a:schemeClr val="tx2"/>
                </a:solidFill>
                <a:latin typeface="Times New Roman" panose="02020603050405020304" pitchFamily="18" charset="0"/>
                <a:ea typeface="黑体" panose="02010609060101010101" pitchFamily="49" charset="-122"/>
              </a:rPr>
              <a:t>每个支路电流名，</a:t>
            </a:r>
            <a:endParaRPr kumimoji="1" lang="zh-CN" altLang="en-US" sz="2800">
              <a:solidFill>
                <a:schemeClr val="tx2"/>
              </a:solidFill>
              <a:latin typeface="Times New Roman" panose="02020603050405020304" pitchFamily="18" charset="0"/>
              <a:ea typeface="黑体" panose="02010609060101010101" pitchFamily="49" charset="-122"/>
            </a:endParaRPr>
          </a:p>
          <a:p>
            <a:pPr eaLnBrk="1" hangingPunct="1"/>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参考</a:t>
            </a:r>
            <a:r>
              <a:rPr kumimoji="1" lang="zh-CN" altLang="en-US" sz="2800">
                <a:solidFill>
                  <a:schemeClr val="tx2"/>
                </a:solidFill>
                <a:latin typeface="Times New Roman" panose="02020603050405020304" pitchFamily="18" charset="0"/>
                <a:ea typeface="黑体" panose="02010609060101010101" pitchFamily="49" charset="-122"/>
              </a:rPr>
              <a:t>方向</a:t>
            </a:r>
            <a:endParaRPr kumimoji="1" lang="zh-CN" altLang="en-US" sz="2800">
              <a:solidFill>
                <a:schemeClr val="tx2"/>
              </a:solidFill>
              <a:latin typeface="Times New Roman" panose="02020603050405020304" pitchFamily="18" charset="0"/>
              <a:ea typeface="黑体" panose="02010609060101010101" pitchFamily="49" charset="-122"/>
            </a:endParaRPr>
          </a:p>
          <a:p>
            <a:pPr eaLnBrk="1" hangingPunct="1"/>
            <a:r>
              <a:rPr kumimoji="1" lang="en-US" altLang="zh-CN" sz="2800">
                <a:solidFill>
                  <a:schemeClr val="tx2"/>
                </a:solidFill>
                <a:latin typeface="Times New Roman" panose="02020603050405020304" pitchFamily="18" charset="0"/>
                <a:ea typeface="黑体" panose="02010609060101010101" pitchFamily="49" charset="-122"/>
              </a:rPr>
              <a:t>3.</a:t>
            </a:r>
            <a:r>
              <a:rPr kumimoji="1" lang="zh-CN" altLang="en-US" sz="2800">
                <a:solidFill>
                  <a:schemeClr val="tx2"/>
                </a:solidFill>
                <a:latin typeface="Times New Roman" panose="02020603050405020304" pitchFamily="18" charset="0"/>
                <a:ea typeface="黑体" panose="02010609060101010101" pitchFamily="49" charset="-122"/>
              </a:rPr>
              <a:t>每个网孔</a:t>
            </a:r>
            <a:r>
              <a:rPr kumimoji="1" lang="zh-CN" altLang="en-US" sz="2800">
                <a:solidFill>
                  <a:schemeClr val="tx2"/>
                </a:solidFill>
                <a:latin typeface="Times New Roman" panose="02020603050405020304" pitchFamily="18" charset="0"/>
                <a:ea typeface="黑体" panose="02010609060101010101" pitchFamily="49" charset="-122"/>
              </a:rPr>
              <a:t>电流名</a:t>
            </a:r>
            <a:endParaRPr kumimoji="1" lang="zh-CN" altLang="en-US" sz="2800">
              <a:solidFill>
                <a:schemeClr val="tx2"/>
              </a:solidFill>
              <a:latin typeface="Times New Roman" panose="02020603050405020304" pitchFamily="18" charset="0"/>
              <a:ea typeface="黑体" panose="02010609060101010101" pitchFamily="49" charset="-122"/>
            </a:endParaRPr>
          </a:p>
        </p:txBody>
      </p:sp>
      <p:pic>
        <p:nvPicPr>
          <p:cNvPr id="2097289" name="图片 1"/>
          <p:cNvPicPr>
            <a:picLocks noChangeAspect="1"/>
          </p:cNvPicPr>
          <p:nvPr/>
        </p:nvPicPr>
        <p:blipFill>
          <a:blip r:embed="rId1"/>
          <a:stretch>
            <a:fillRect/>
          </a:stretch>
        </p:blipFill>
        <p:spPr>
          <a:xfrm>
            <a:off x="427355" y="1041400"/>
            <a:ext cx="5201285" cy="5080000"/>
          </a:xfrm>
          <a:prstGeom prst="rect">
            <a:avLst/>
          </a:prstGeom>
        </p:spPr>
      </p:pic>
    </p:spTree>
  </p:cSld>
  <p:clrMapOvr>
    <a:masterClrMapping/>
  </p:clrMapOvr>
  <p:timing>
    <p:tnLst>
      <p:par>
        <p:cTn id="1" dur="indefinite" restart="never" nodeType="tmRoot"/>
      </p:par>
    </p:tnLst>
    <p:bldLst>
      <p:bldP spid="1049907" grpId="0" autoUpdateAnimBg="0" build="p"/>
      <p:bldP spid="1049908" grpId="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746" name=""/>
        <p:cNvGrpSpPr/>
        <p:nvPr/>
      </p:nvGrpSpPr>
      <p:grpSpPr>
        <a:xfrm>
          <a:off x="0" y="0"/>
          <a:ext cx="0" cy="0"/>
          <a:chOff x="0" y="0"/>
          <a:chExt cx="0" cy="0"/>
        </a:xfrm>
      </p:grpSpPr>
      <p:sp>
        <p:nvSpPr>
          <p:cNvPr id="1049921" name="Text Box 26"/>
          <p:cNvSpPr txBox="1">
            <a:spLocks noChangeArrowheads="1"/>
          </p:cNvSpPr>
          <p:nvPr/>
        </p:nvSpPr>
        <p:spPr bwMode="auto">
          <a:xfrm>
            <a:off x="1752600" y="149861"/>
            <a:ext cx="23164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latin typeface="Times New Roman" panose="02020603050405020304" pitchFamily="18" charset="0"/>
                <a:ea typeface="楷体_GB2312"/>
              </a:rPr>
              <a:t>一、网孔电流</a:t>
            </a:r>
            <a:endParaRPr kumimoji="1" lang="zh-CN" altLang="en-US" sz="2800" dirty="0">
              <a:latin typeface="Times New Roman" panose="02020603050405020304" pitchFamily="18" charset="0"/>
              <a:ea typeface="楷体_GB2312"/>
            </a:endParaRPr>
          </a:p>
        </p:txBody>
      </p:sp>
      <p:sp>
        <p:nvSpPr>
          <p:cNvPr id="1049922" name="Text Box 31"/>
          <p:cNvSpPr txBox="1">
            <a:spLocks noChangeArrowheads="1"/>
          </p:cNvSpPr>
          <p:nvPr/>
        </p:nvSpPr>
        <p:spPr bwMode="auto">
          <a:xfrm>
            <a:off x="4496435" y="149861"/>
            <a:ext cx="62280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solidFill>
                  <a:srgbClr val="FF0000"/>
                </a:solidFill>
                <a:latin typeface="Times New Roman" panose="02020603050405020304" pitchFamily="18" charset="0"/>
                <a:ea typeface="楷体_GB2312"/>
              </a:rPr>
              <a:t>假想的</a:t>
            </a:r>
            <a:r>
              <a:rPr kumimoji="1" lang="zh-CN" altLang="en-US" sz="2800" dirty="0">
                <a:solidFill>
                  <a:schemeClr val="tx2"/>
                </a:solidFill>
                <a:latin typeface="Times New Roman" panose="02020603050405020304" pitchFamily="18" charset="0"/>
                <a:ea typeface="楷体_GB2312"/>
              </a:rPr>
              <a:t>在平面电路的</a:t>
            </a:r>
            <a:r>
              <a:rPr kumimoji="1" lang="zh-CN" altLang="en-US" sz="2800" dirty="0">
                <a:solidFill>
                  <a:srgbClr val="FF0000"/>
                </a:solidFill>
                <a:latin typeface="Times New Roman" panose="02020603050405020304" pitchFamily="18" charset="0"/>
                <a:ea typeface="楷体_GB2312"/>
              </a:rPr>
              <a:t>网孔</a:t>
            </a:r>
            <a:r>
              <a:rPr kumimoji="1" lang="zh-CN" altLang="en-US" sz="2800" dirty="0">
                <a:solidFill>
                  <a:schemeClr val="tx2"/>
                </a:solidFill>
                <a:latin typeface="Times New Roman" panose="02020603050405020304" pitchFamily="18" charset="0"/>
                <a:ea typeface="楷体_GB2312"/>
              </a:rPr>
              <a:t>中流动的电流</a:t>
            </a:r>
            <a:endParaRPr kumimoji="1" lang="zh-CN" altLang="en-US" sz="2800" dirty="0">
              <a:solidFill>
                <a:schemeClr val="tx2"/>
              </a:solidFill>
              <a:latin typeface="Times New Roman" panose="02020603050405020304" pitchFamily="18" charset="0"/>
              <a:ea typeface="楷体_GB2312"/>
            </a:endParaRPr>
          </a:p>
        </p:txBody>
      </p:sp>
      <p:pic>
        <p:nvPicPr>
          <p:cNvPr id="2097291" name="图片 37"/>
          <p:cNvPicPr>
            <a:picLocks noChangeAspect="1"/>
          </p:cNvPicPr>
          <p:nvPr/>
        </p:nvPicPr>
        <p:blipFill>
          <a:blip r:embed="rId1"/>
          <a:stretch>
            <a:fillRect/>
          </a:stretch>
        </p:blipFill>
        <p:spPr>
          <a:xfrm>
            <a:off x="173355" y="1343025"/>
            <a:ext cx="5728970" cy="3709035"/>
          </a:xfrm>
          <a:prstGeom prst="rect">
            <a:avLst/>
          </a:prstGeom>
        </p:spPr>
      </p:pic>
      <p:sp>
        <p:nvSpPr>
          <p:cNvPr id="1049923" name="文本框 38"/>
          <p:cNvSpPr txBox="1"/>
          <p:nvPr/>
        </p:nvSpPr>
        <p:spPr>
          <a:xfrm>
            <a:off x="1331595" y="5322570"/>
            <a:ext cx="2737485" cy="521970"/>
          </a:xfrm>
          <a:prstGeom prst="rect">
            <a:avLst/>
          </a:prstGeom>
          <a:noFill/>
        </p:spPr>
        <p:txBody>
          <a:bodyPr wrap="square" rtlCol="0" anchor="t">
            <a:spAutoFit/>
          </a:bodyPr>
          <a:p>
            <a:r>
              <a:rPr lang="zh-CN" altLang="en-US" sz="2800" dirty="0">
                <a:latin typeface="楷体_GB2312" pitchFamily="49" charset="-122"/>
                <a:sym typeface="+mn-ea"/>
              </a:rPr>
              <a:t>图</a:t>
            </a:r>
            <a:r>
              <a:rPr lang="en-US" altLang="zh-CN" sz="2800" dirty="0">
                <a:latin typeface="楷体_GB2312" pitchFamily="49" charset="-122"/>
                <a:sym typeface="+mn-ea"/>
              </a:rPr>
              <a:t>3-9 </a:t>
            </a:r>
            <a:r>
              <a:rPr lang="zh-CN" altLang="en-US" sz="2800" dirty="0">
                <a:latin typeface="楷体_GB2312" pitchFamily="49" charset="-122"/>
                <a:sym typeface="+mn-ea"/>
              </a:rPr>
              <a:t>网孔</a:t>
            </a:r>
            <a:r>
              <a:rPr lang="zh-CN" altLang="en-US" sz="2800" dirty="0">
                <a:latin typeface="楷体_GB2312" pitchFamily="49" charset="-122"/>
                <a:sym typeface="+mn-ea"/>
              </a:rPr>
              <a:t>电流</a:t>
            </a:r>
            <a:endParaRPr lang="zh-CN" altLang="en-US" sz="2800" dirty="0">
              <a:latin typeface="楷体_GB2312" pitchFamily="49" charset="-122"/>
              <a:sym typeface="+mn-ea"/>
            </a:endParaRPr>
          </a:p>
        </p:txBody>
      </p:sp>
      <p:sp>
        <p:nvSpPr>
          <p:cNvPr id="1049924" name="Text Box 49"/>
          <p:cNvSpPr txBox="1"/>
          <p:nvPr/>
        </p:nvSpPr>
        <p:spPr>
          <a:xfrm>
            <a:off x="5631180" y="1343025"/>
            <a:ext cx="6377940" cy="3459479"/>
          </a:xfrm>
          <a:prstGeom prst="rect">
            <a:avLst/>
          </a:prstGeom>
          <a:noFill/>
          <a:ln w="9525">
            <a:noFill/>
          </a:ln>
        </p:spPr>
        <p:txBody>
          <a:bodyPr wrap="square">
            <a:spAutoFit/>
          </a:bodyPr>
          <a:p>
            <a:pPr eaLnBrk="1" hangingPunct="1">
              <a:spcBef>
                <a:spcPct val="50000"/>
              </a:spcBef>
            </a:pPr>
            <a:r>
              <a:rPr lang="zh-CN" altLang="en-US" sz="2800" dirty="0">
                <a:solidFill>
                  <a:srgbClr val="FF0000"/>
                </a:solidFill>
                <a:latin typeface="楷体_GB2312" pitchFamily="49" charset="-122"/>
              </a:rPr>
              <a:t>网孔</a:t>
            </a:r>
            <a:r>
              <a:rPr lang="en-US" altLang="zh-CN" sz="2800" b="0" dirty="0">
                <a:solidFill>
                  <a:srgbClr val="FF0000"/>
                </a:solidFill>
                <a:latin typeface="Times New Roman" panose="02020603050405020304" pitchFamily="18" charset="0"/>
              </a:rPr>
              <a:t>1</a:t>
            </a:r>
            <a:r>
              <a:rPr lang="zh-CN" altLang="en-US" sz="2800" dirty="0">
                <a:solidFill>
                  <a:srgbClr val="FF0000"/>
                </a:solidFill>
                <a:latin typeface="Times New Roman" panose="02020603050405020304" pitchFamily="18" charset="0"/>
                <a:ea typeface="宋体" panose="02010600030101010101" pitchFamily="2" charset="-122"/>
              </a:rPr>
              <a:t>：  </a:t>
            </a:r>
            <a:r>
              <a:rPr lang="en-US" altLang="zh-CN" sz="2800" b="0" i="1" dirty="0">
                <a:solidFill>
                  <a:srgbClr val="FF0000"/>
                </a:solidFill>
                <a:latin typeface="Times New Roman" panose="02020603050405020304" pitchFamily="18" charset="0"/>
                <a:ea typeface="宋体" panose="02010600030101010101" pitchFamily="2" charset="-122"/>
              </a:rPr>
              <a:t>R</a:t>
            </a:r>
            <a:r>
              <a:rPr lang="en-US" altLang="zh-CN" sz="2800" b="0" baseline="-25000" dirty="0">
                <a:solidFill>
                  <a:srgbClr val="FF0000"/>
                </a:solidFill>
                <a:latin typeface="Times New Roman" panose="02020603050405020304" pitchFamily="18" charset="0"/>
                <a:ea typeface="宋体" panose="02010600030101010101" pitchFamily="2" charset="-122"/>
              </a:rPr>
              <a:t>1 </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1</a:t>
            </a:r>
            <a:r>
              <a:rPr lang="en-US" altLang="zh-CN" sz="2800" b="0" dirty="0">
                <a:solidFill>
                  <a:srgbClr val="FF0000"/>
                </a:solidFill>
                <a:latin typeface="宋体" panose="02010600030101010101" pitchFamily="2" charset="-122"/>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R</a:t>
            </a:r>
            <a:r>
              <a:rPr lang="en-US" altLang="zh-CN" sz="2800" b="0" baseline="-25000" dirty="0">
                <a:solidFill>
                  <a:srgbClr val="FF0000"/>
                </a:solidFill>
                <a:latin typeface="Times New Roman" panose="02020603050405020304" pitchFamily="18" charset="0"/>
                <a:ea typeface="宋体" panose="02010600030101010101" pitchFamily="2" charset="-122"/>
              </a:rPr>
              <a:t>2</a:t>
            </a:r>
            <a:r>
              <a:rPr lang="en-US" altLang="zh-CN" sz="2800" b="0" dirty="0">
                <a:solidFill>
                  <a:srgbClr val="FF0000"/>
                </a:solidFill>
                <a:latin typeface="Times New Roman" panose="02020603050405020304" pitchFamily="18" charset="0"/>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1</a:t>
            </a:r>
            <a:r>
              <a:rPr lang="en-US" altLang="zh-CN" sz="2800" b="0" dirty="0">
                <a:solidFill>
                  <a:srgbClr val="FF0000"/>
                </a:solidFill>
                <a:latin typeface="宋体" panose="02010600030101010101" pitchFamily="2" charset="-122"/>
                <a:ea typeface="宋体" panose="02010600030101010101" pitchFamily="2" charset="-122"/>
              </a:rPr>
              <a:t>- </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2</a:t>
            </a:r>
            <a:r>
              <a:rPr lang="en-US" altLang="zh-CN" sz="2800" b="0" dirty="0">
                <a:solidFill>
                  <a:srgbClr val="FF0000"/>
                </a:solidFill>
                <a:latin typeface="Times New Roman" panose="02020603050405020304" pitchFamily="18" charset="0"/>
                <a:ea typeface="宋体" panose="02010600030101010101" pitchFamily="2" charset="-122"/>
              </a:rPr>
              <a:t>)</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r>
              <a:rPr lang="en-US" altLang="zh-CN" sz="2800" b="0" dirty="0">
                <a:solidFill>
                  <a:srgbClr val="FF0000"/>
                </a:solidFill>
                <a:latin typeface="Times New Roman" panose="02020603050405020304" pitchFamily="18" charset="0"/>
                <a:ea typeface="宋体" panose="02010600030101010101" pitchFamily="2" charset="-122"/>
              </a:rPr>
              <a:t>             </a:t>
            </a:r>
            <a:r>
              <a:rPr lang="en-US" altLang="zh-CN" sz="2800" b="0" dirty="0">
                <a:solidFill>
                  <a:srgbClr val="FF0000"/>
                </a:solidFill>
                <a:latin typeface="宋体" panose="02010600030101010101" pitchFamily="2" charset="-122"/>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u</a:t>
            </a:r>
            <a:r>
              <a:rPr lang="en-US" altLang="zh-CN" sz="2800" b="0" baseline="-25000" dirty="0">
                <a:solidFill>
                  <a:srgbClr val="FF0000"/>
                </a:solidFill>
                <a:latin typeface="Times New Roman" panose="02020603050405020304" pitchFamily="18" charset="0"/>
                <a:ea typeface="宋体" panose="02010600030101010101" pitchFamily="2" charset="-122"/>
              </a:rPr>
              <a:t>S1</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zh-CN" altLang="en-US" sz="2800" dirty="0">
                <a:solidFill>
                  <a:srgbClr val="FF0000"/>
                </a:solidFill>
                <a:latin typeface="Times New Roman" panose="02020603050405020304" pitchFamily="18" charset="0"/>
                <a:ea typeface="宋体" panose="02010600030101010101" pitchFamily="2" charset="-122"/>
                <a:sym typeface="+mn-ea"/>
              </a:rPr>
              <a:t>与</a:t>
            </a:r>
            <a:r>
              <a:rPr lang="en-US" altLang="zh-CN" sz="2800" dirty="0">
                <a:solidFill>
                  <a:srgbClr val="FF0000"/>
                </a:solidFill>
                <a:latin typeface="Times New Roman" panose="02020603050405020304" pitchFamily="18" charset="0"/>
                <a:ea typeface="宋体" panose="02010600030101010101" pitchFamily="2" charset="-122"/>
                <a:sym typeface="+mn-ea"/>
              </a:rPr>
              <a:t>Im1</a:t>
            </a:r>
            <a:r>
              <a:rPr lang="zh-CN" altLang="en-US" sz="2800" dirty="0">
                <a:solidFill>
                  <a:srgbClr val="FF0000"/>
                </a:solidFill>
                <a:latin typeface="Times New Roman" panose="02020603050405020304" pitchFamily="18" charset="0"/>
                <a:ea typeface="宋体" panose="02010600030101010101" pitchFamily="2" charset="-122"/>
                <a:sym typeface="+mn-ea"/>
              </a:rPr>
              <a:t>电压降的方反</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en-US" altLang="zh-CN" sz="2800" b="0" dirty="0">
                <a:solidFill>
                  <a:srgbClr val="FF0000"/>
                </a:solidFill>
                <a:latin typeface="Times New Roman" panose="02020603050405020304" pitchFamily="18" charset="0"/>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u</a:t>
            </a:r>
            <a:r>
              <a:rPr lang="en-US" altLang="zh-CN" sz="2800" b="0" baseline="-25000" dirty="0">
                <a:solidFill>
                  <a:srgbClr val="FF0000"/>
                </a:solidFill>
                <a:latin typeface="Times New Roman" panose="02020603050405020304" pitchFamily="18" charset="0"/>
                <a:ea typeface="宋体" panose="02010600030101010101" pitchFamily="2" charset="-122"/>
              </a:rPr>
              <a:t>S2</a:t>
            </a:r>
            <a:r>
              <a:rPr lang="en-US" altLang="zh-CN" sz="2800" b="0" dirty="0">
                <a:solidFill>
                  <a:srgbClr val="FF0000"/>
                </a:solidFill>
                <a:latin typeface="Times New Roman" panose="02020603050405020304" pitchFamily="18" charset="0"/>
                <a:ea typeface="宋体" panose="02010600030101010101" pitchFamily="2" charset="-122"/>
              </a:rPr>
              <a:t>=0</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solidFill>
                  <a:srgbClr val="FF0000"/>
                </a:solidFill>
                <a:latin typeface="楷体_GB2312" pitchFamily="49" charset="-122"/>
                <a:sym typeface="+mn-ea"/>
              </a:rPr>
              <a:t>网孔</a:t>
            </a:r>
            <a:r>
              <a:rPr lang="en-US" altLang="zh-CN" sz="2800" dirty="0">
                <a:solidFill>
                  <a:srgbClr val="FF0000"/>
                </a:solidFill>
                <a:latin typeface="Times New Roman" panose="02020603050405020304" pitchFamily="18" charset="0"/>
                <a:sym typeface="+mn-ea"/>
              </a:rPr>
              <a:t>2</a:t>
            </a:r>
            <a:r>
              <a:rPr lang="zh-CN" altLang="en-US" sz="2800" dirty="0">
                <a:solidFill>
                  <a:srgbClr val="FF0000"/>
                </a:solidFill>
                <a:latin typeface="Times New Roman" panose="02020603050405020304" pitchFamily="18" charset="0"/>
                <a:ea typeface="宋体" panose="02010600030101010101" pitchFamily="2" charset="-122"/>
                <a:sym typeface="+mn-ea"/>
              </a:rPr>
              <a:t>：  </a:t>
            </a:r>
            <a:endParaRPr lang="zh-CN" altLang="en-US" sz="2800" dirty="0">
              <a:solidFill>
                <a:srgbClr val="FF0000"/>
              </a:solidFill>
              <a:latin typeface="Times New Roman" panose="02020603050405020304" pitchFamily="18" charset="0"/>
              <a:ea typeface="宋体" panose="02010600030101010101" pitchFamily="2" charset="-122"/>
              <a:sym typeface="+mn-ea"/>
            </a:endParaRPr>
          </a:p>
          <a:p>
            <a:pPr eaLnBrk="1" hangingPunct="1">
              <a:spcBef>
                <a:spcPct val="50000"/>
              </a:spcBef>
            </a:pPr>
            <a:r>
              <a:rPr lang="zh-CN" altLang="en-US" sz="2800" dirty="0">
                <a:solidFill>
                  <a:srgbClr val="FF0000"/>
                </a:solidFill>
                <a:latin typeface="Times New Roman" panose="02020603050405020304" pitchFamily="18" charset="0"/>
                <a:ea typeface="宋体" panose="02010600030101010101" pitchFamily="2" charset="-122"/>
                <a:sym typeface="+mn-ea"/>
              </a:rPr>
              <a:t> </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R</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宋体" panose="02010600030101010101" pitchFamily="2" charset="-122"/>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1</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R</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3 </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dirty="0">
                <a:solidFill>
                  <a:srgbClr val="FF0000"/>
                </a:solidFill>
                <a:latin typeface="宋体" panose="02010600030101010101" pitchFamily="2" charset="-122"/>
                <a:ea typeface="宋体" panose="02010600030101010101" pitchFamily="2" charset="-122"/>
                <a:sym typeface="+mn-ea"/>
              </a:rPr>
              <a:t>-</a:t>
            </a:r>
            <a:r>
              <a:rPr lang="en-US" altLang="zh-CN" sz="2800" i="1" dirty="0">
                <a:solidFill>
                  <a:srgbClr val="FF0000"/>
                </a:solidFill>
                <a:latin typeface="Times New Roman" panose="02020603050405020304" pitchFamily="18" charset="0"/>
                <a:ea typeface="宋体" panose="02010600030101010101" pitchFamily="2" charset="-122"/>
                <a:sym typeface="+mn-ea"/>
              </a:rPr>
              <a:t>u</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S2</a:t>
            </a:r>
            <a:r>
              <a:rPr lang="en-US" altLang="zh-CN" sz="2800" dirty="0">
                <a:solidFill>
                  <a:srgbClr val="FF0000"/>
                </a:solidFill>
                <a:latin typeface="Times New Roman" panose="02020603050405020304" pitchFamily="18" charset="0"/>
                <a:ea typeface="宋体" panose="02010600030101010101" pitchFamily="2" charset="-122"/>
                <a:sym typeface="+mn-ea"/>
              </a:rPr>
              <a:t>=0</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endParaRPr lang="en-US" altLang="zh-CN" sz="2800" b="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bldLst>
      <p:bldP spid="10499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766" name=""/>
        <p:cNvGrpSpPr/>
        <p:nvPr/>
      </p:nvGrpSpPr>
      <p:grpSpPr>
        <a:xfrm>
          <a:off x="0" y="0"/>
          <a:ext cx="0" cy="0"/>
          <a:chOff x="0" y="0"/>
          <a:chExt cx="0" cy="0"/>
        </a:xfrm>
      </p:grpSpPr>
      <p:sp>
        <p:nvSpPr>
          <p:cNvPr id="1049937" name="Text Box 26"/>
          <p:cNvSpPr txBox="1">
            <a:spLocks noChangeArrowheads="1"/>
          </p:cNvSpPr>
          <p:nvPr/>
        </p:nvSpPr>
        <p:spPr bwMode="auto">
          <a:xfrm>
            <a:off x="1752600" y="149861"/>
            <a:ext cx="23164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latin typeface="Times New Roman" panose="02020603050405020304" pitchFamily="18" charset="0"/>
                <a:ea typeface="楷体_GB2312"/>
              </a:rPr>
              <a:t>一、网孔电流</a:t>
            </a:r>
            <a:endParaRPr kumimoji="1" lang="zh-CN" altLang="en-US" sz="2800" dirty="0">
              <a:latin typeface="Times New Roman" panose="02020603050405020304" pitchFamily="18" charset="0"/>
              <a:ea typeface="楷体_GB2312"/>
            </a:endParaRPr>
          </a:p>
        </p:txBody>
      </p:sp>
      <p:sp>
        <p:nvSpPr>
          <p:cNvPr id="1049938" name="Text Box 31"/>
          <p:cNvSpPr txBox="1">
            <a:spLocks noChangeArrowheads="1"/>
          </p:cNvSpPr>
          <p:nvPr/>
        </p:nvSpPr>
        <p:spPr bwMode="auto">
          <a:xfrm>
            <a:off x="4496435" y="149861"/>
            <a:ext cx="6228080"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dirty="0">
                <a:solidFill>
                  <a:srgbClr val="FF0000"/>
                </a:solidFill>
                <a:latin typeface="Times New Roman" panose="02020603050405020304" pitchFamily="18" charset="0"/>
                <a:ea typeface="楷体_GB2312"/>
              </a:rPr>
              <a:t>假想的</a:t>
            </a:r>
            <a:r>
              <a:rPr kumimoji="1" lang="zh-CN" altLang="en-US" sz="2800" dirty="0">
                <a:solidFill>
                  <a:schemeClr val="tx2"/>
                </a:solidFill>
                <a:latin typeface="Times New Roman" panose="02020603050405020304" pitchFamily="18" charset="0"/>
                <a:ea typeface="楷体_GB2312"/>
              </a:rPr>
              <a:t>在平面电路的</a:t>
            </a:r>
            <a:r>
              <a:rPr kumimoji="1" lang="zh-CN" altLang="en-US" sz="2800" dirty="0">
                <a:solidFill>
                  <a:srgbClr val="FF0000"/>
                </a:solidFill>
                <a:latin typeface="Times New Roman" panose="02020603050405020304" pitchFamily="18" charset="0"/>
                <a:ea typeface="楷体_GB2312"/>
              </a:rPr>
              <a:t>网孔</a:t>
            </a:r>
            <a:r>
              <a:rPr kumimoji="1" lang="zh-CN" altLang="en-US" sz="2800" dirty="0">
                <a:solidFill>
                  <a:schemeClr val="tx2"/>
                </a:solidFill>
                <a:latin typeface="Times New Roman" panose="02020603050405020304" pitchFamily="18" charset="0"/>
                <a:ea typeface="楷体_GB2312"/>
              </a:rPr>
              <a:t>中流动的电流</a:t>
            </a:r>
            <a:endParaRPr kumimoji="1" lang="zh-CN" altLang="en-US" sz="2800" dirty="0">
              <a:solidFill>
                <a:schemeClr val="tx2"/>
              </a:solidFill>
              <a:latin typeface="Times New Roman" panose="02020603050405020304" pitchFamily="18" charset="0"/>
              <a:ea typeface="楷体_GB2312"/>
            </a:endParaRPr>
          </a:p>
        </p:txBody>
      </p:sp>
      <p:pic>
        <p:nvPicPr>
          <p:cNvPr id="2097293" name="图片 37"/>
          <p:cNvPicPr>
            <a:picLocks noChangeAspect="1"/>
          </p:cNvPicPr>
          <p:nvPr/>
        </p:nvPicPr>
        <p:blipFill>
          <a:blip r:embed="rId1"/>
          <a:stretch>
            <a:fillRect/>
          </a:stretch>
        </p:blipFill>
        <p:spPr>
          <a:xfrm>
            <a:off x="918210" y="1114425"/>
            <a:ext cx="4182110" cy="2707640"/>
          </a:xfrm>
          <a:prstGeom prst="rect">
            <a:avLst/>
          </a:prstGeom>
        </p:spPr>
      </p:pic>
      <p:sp>
        <p:nvSpPr>
          <p:cNvPr id="1049939" name="Text Box 49"/>
          <p:cNvSpPr txBox="1"/>
          <p:nvPr/>
        </p:nvSpPr>
        <p:spPr>
          <a:xfrm>
            <a:off x="5631180" y="1343025"/>
            <a:ext cx="6377940" cy="3459479"/>
          </a:xfrm>
          <a:prstGeom prst="rect">
            <a:avLst/>
          </a:prstGeom>
          <a:noFill/>
          <a:ln w="9525">
            <a:noFill/>
          </a:ln>
        </p:spPr>
        <p:txBody>
          <a:bodyPr wrap="square">
            <a:spAutoFit/>
          </a:bodyPr>
          <a:p>
            <a:pPr eaLnBrk="1" hangingPunct="1">
              <a:spcBef>
                <a:spcPct val="50000"/>
              </a:spcBef>
            </a:pPr>
            <a:r>
              <a:rPr lang="zh-CN" altLang="en-US" sz="2800" dirty="0">
                <a:solidFill>
                  <a:srgbClr val="FF0000"/>
                </a:solidFill>
                <a:latin typeface="楷体_GB2312" pitchFamily="49" charset="-122"/>
              </a:rPr>
              <a:t>网孔</a:t>
            </a:r>
            <a:r>
              <a:rPr lang="en-US" altLang="zh-CN" sz="2800" b="0" dirty="0">
                <a:solidFill>
                  <a:srgbClr val="FF0000"/>
                </a:solidFill>
                <a:latin typeface="Times New Roman" panose="02020603050405020304" pitchFamily="18" charset="0"/>
              </a:rPr>
              <a:t>1</a:t>
            </a:r>
            <a:r>
              <a:rPr lang="zh-CN" altLang="en-US" sz="2800" dirty="0">
                <a:solidFill>
                  <a:srgbClr val="FF0000"/>
                </a:solidFill>
                <a:latin typeface="Times New Roman" panose="02020603050405020304" pitchFamily="18" charset="0"/>
                <a:ea typeface="宋体" panose="02010600030101010101" pitchFamily="2" charset="-122"/>
              </a:rPr>
              <a:t>：  </a:t>
            </a:r>
            <a:r>
              <a:rPr lang="en-US" altLang="zh-CN" sz="2800" b="0" i="1" dirty="0">
                <a:solidFill>
                  <a:srgbClr val="FF0000"/>
                </a:solidFill>
                <a:latin typeface="Times New Roman" panose="02020603050405020304" pitchFamily="18" charset="0"/>
                <a:ea typeface="宋体" panose="02010600030101010101" pitchFamily="2" charset="-122"/>
              </a:rPr>
              <a:t>R</a:t>
            </a:r>
            <a:r>
              <a:rPr lang="en-US" altLang="zh-CN" sz="2800" b="0" baseline="-25000" dirty="0">
                <a:solidFill>
                  <a:srgbClr val="FF0000"/>
                </a:solidFill>
                <a:latin typeface="Times New Roman" panose="02020603050405020304" pitchFamily="18" charset="0"/>
                <a:ea typeface="宋体" panose="02010600030101010101" pitchFamily="2" charset="-122"/>
              </a:rPr>
              <a:t>1 </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1</a:t>
            </a:r>
            <a:r>
              <a:rPr lang="en-US" altLang="zh-CN" sz="2800" b="0" dirty="0">
                <a:solidFill>
                  <a:srgbClr val="FF0000"/>
                </a:solidFill>
                <a:latin typeface="宋体" panose="02010600030101010101" pitchFamily="2" charset="-122"/>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R</a:t>
            </a:r>
            <a:r>
              <a:rPr lang="en-US" altLang="zh-CN" sz="2800" b="0" baseline="-25000" dirty="0">
                <a:solidFill>
                  <a:srgbClr val="FF0000"/>
                </a:solidFill>
                <a:latin typeface="Times New Roman" panose="02020603050405020304" pitchFamily="18" charset="0"/>
                <a:ea typeface="宋体" panose="02010600030101010101" pitchFamily="2" charset="-122"/>
              </a:rPr>
              <a:t>2</a:t>
            </a:r>
            <a:r>
              <a:rPr lang="en-US" altLang="zh-CN" sz="2800" b="0" dirty="0">
                <a:solidFill>
                  <a:srgbClr val="FF0000"/>
                </a:solidFill>
                <a:latin typeface="Times New Roman" panose="02020603050405020304" pitchFamily="18" charset="0"/>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1</a:t>
            </a:r>
            <a:r>
              <a:rPr lang="en-US" altLang="zh-CN" sz="2800" b="0" dirty="0">
                <a:solidFill>
                  <a:srgbClr val="FF0000"/>
                </a:solidFill>
                <a:latin typeface="宋体" panose="02010600030101010101" pitchFamily="2" charset="-122"/>
                <a:ea typeface="宋体" panose="02010600030101010101" pitchFamily="2" charset="-122"/>
              </a:rPr>
              <a:t>- </a:t>
            </a:r>
            <a:r>
              <a:rPr lang="en-US" altLang="zh-CN" sz="2800" b="0" i="1" dirty="0">
                <a:solidFill>
                  <a:srgbClr val="FF0000"/>
                </a:solidFill>
                <a:latin typeface="Times New Roman" panose="02020603050405020304" pitchFamily="18" charset="0"/>
                <a:ea typeface="宋体" panose="02010600030101010101" pitchFamily="2" charset="-122"/>
              </a:rPr>
              <a:t>i</a:t>
            </a:r>
            <a:r>
              <a:rPr lang="en-US" altLang="zh-CN" sz="2800" b="0" i="1" baseline="-25000" dirty="0">
                <a:solidFill>
                  <a:srgbClr val="FF0000"/>
                </a:solidFill>
                <a:latin typeface="Times New Roman" panose="02020603050405020304" pitchFamily="18" charset="0"/>
                <a:ea typeface="宋体" panose="02010600030101010101" pitchFamily="2" charset="-122"/>
              </a:rPr>
              <a:t>m</a:t>
            </a:r>
            <a:r>
              <a:rPr lang="en-US" altLang="zh-CN" sz="2800" b="0" baseline="-25000" dirty="0">
                <a:solidFill>
                  <a:srgbClr val="FF0000"/>
                </a:solidFill>
                <a:latin typeface="Times New Roman" panose="02020603050405020304" pitchFamily="18" charset="0"/>
                <a:ea typeface="宋体" panose="02010600030101010101" pitchFamily="2" charset="-122"/>
              </a:rPr>
              <a:t>2</a:t>
            </a:r>
            <a:r>
              <a:rPr lang="en-US" altLang="zh-CN" sz="2800" b="0" dirty="0">
                <a:solidFill>
                  <a:srgbClr val="FF0000"/>
                </a:solidFill>
                <a:latin typeface="Times New Roman" panose="02020603050405020304" pitchFamily="18" charset="0"/>
                <a:ea typeface="宋体" panose="02010600030101010101" pitchFamily="2" charset="-122"/>
              </a:rPr>
              <a:t>)</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r>
              <a:rPr lang="en-US" altLang="zh-CN" sz="2800" b="0" dirty="0">
                <a:solidFill>
                  <a:srgbClr val="FF0000"/>
                </a:solidFill>
                <a:latin typeface="Times New Roman" panose="02020603050405020304" pitchFamily="18" charset="0"/>
                <a:ea typeface="宋体" panose="02010600030101010101" pitchFamily="2" charset="-122"/>
              </a:rPr>
              <a:t>             </a:t>
            </a:r>
            <a:r>
              <a:rPr lang="en-US" altLang="zh-CN" sz="2800" b="0" dirty="0">
                <a:solidFill>
                  <a:srgbClr val="FF0000"/>
                </a:solidFill>
                <a:latin typeface="宋体" panose="02010600030101010101" pitchFamily="2" charset="-122"/>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u</a:t>
            </a:r>
            <a:r>
              <a:rPr lang="en-US" altLang="zh-CN" sz="2800" b="0" baseline="-25000" dirty="0">
                <a:solidFill>
                  <a:srgbClr val="FF0000"/>
                </a:solidFill>
                <a:latin typeface="Times New Roman" panose="02020603050405020304" pitchFamily="18" charset="0"/>
                <a:ea typeface="宋体" panose="02010600030101010101" pitchFamily="2" charset="-122"/>
              </a:rPr>
              <a:t>S1</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zh-CN" altLang="en-US" sz="2800" dirty="0">
                <a:solidFill>
                  <a:srgbClr val="FF0000"/>
                </a:solidFill>
                <a:latin typeface="Times New Roman" panose="02020603050405020304" pitchFamily="18" charset="0"/>
                <a:ea typeface="宋体" panose="02010600030101010101" pitchFamily="2" charset="-122"/>
                <a:sym typeface="+mn-ea"/>
              </a:rPr>
              <a:t>与</a:t>
            </a:r>
            <a:r>
              <a:rPr lang="en-US" altLang="zh-CN" sz="2800" dirty="0">
                <a:solidFill>
                  <a:srgbClr val="FF0000"/>
                </a:solidFill>
                <a:latin typeface="Times New Roman" panose="02020603050405020304" pitchFamily="18" charset="0"/>
                <a:ea typeface="宋体" panose="02010600030101010101" pitchFamily="2" charset="-122"/>
                <a:sym typeface="+mn-ea"/>
              </a:rPr>
              <a:t>Im1</a:t>
            </a:r>
            <a:r>
              <a:rPr lang="zh-CN" altLang="en-US" sz="2800" dirty="0">
                <a:solidFill>
                  <a:srgbClr val="FF0000"/>
                </a:solidFill>
                <a:latin typeface="Times New Roman" panose="02020603050405020304" pitchFamily="18" charset="0"/>
                <a:ea typeface="宋体" panose="02010600030101010101" pitchFamily="2" charset="-122"/>
                <a:sym typeface="+mn-ea"/>
              </a:rPr>
              <a:t>电压降的方反</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en-US" altLang="zh-CN" sz="2800" b="0" dirty="0">
                <a:solidFill>
                  <a:srgbClr val="FF0000"/>
                </a:solidFill>
                <a:latin typeface="Times New Roman" panose="02020603050405020304" pitchFamily="18" charset="0"/>
                <a:ea typeface="宋体" panose="02010600030101010101" pitchFamily="2" charset="-122"/>
              </a:rPr>
              <a:t>+</a:t>
            </a:r>
            <a:r>
              <a:rPr lang="en-US" altLang="zh-CN" sz="2800" b="0" i="1" dirty="0">
                <a:solidFill>
                  <a:srgbClr val="FF0000"/>
                </a:solidFill>
                <a:latin typeface="Times New Roman" panose="02020603050405020304" pitchFamily="18" charset="0"/>
                <a:ea typeface="宋体" panose="02010600030101010101" pitchFamily="2" charset="-122"/>
              </a:rPr>
              <a:t>u</a:t>
            </a:r>
            <a:r>
              <a:rPr lang="en-US" altLang="zh-CN" sz="2800" b="0" baseline="-25000" dirty="0">
                <a:solidFill>
                  <a:srgbClr val="FF0000"/>
                </a:solidFill>
                <a:latin typeface="Times New Roman" panose="02020603050405020304" pitchFamily="18" charset="0"/>
                <a:ea typeface="宋体" panose="02010600030101010101" pitchFamily="2" charset="-122"/>
              </a:rPr>
              <a:t>S2</a:t>
            </a:r>
            <a:r>
              <a:rPr lang="en-US" altLang="zh-CN" sz="2800" b="0" dirty="0">
                <a:solidFill>
                  <a:srgbClr val="FF0000"/>
                </a:solidFill>
                <a:latin typeface="Times New Roman" panose="02020603050405020304" pitchFamily="18" charset="0"/>
                <a:ea typeface="宋体" panose="02010600030101010101" pitchFamily="2" charset="-122"/>
              </a:rPr>
              <a:t>=0</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solidFill>
                  <a:srgbClr val="FF0000"/>
                </a:solidFill>
                <a:latin typeface="楷体_GB2312" pitchFamily="49" charset="-122"/>
                <a:sym typeface="+mn-ea"/>
              </a:rPr>
              <a:t>网孔</a:t>
            </a:r>
            <a:r>
              <a:rPr lang="en-US" altLang="zh-CN" sz="2800" dirty="0">
                <a:solidFill>
                  <a:srgbClr val="FF0000"/>
                </a:solidFill>
                <a:latin typeface="Times New Roman" panose="02020603050405020304" pitchFamily="18" charset="0"/>
                <a:sym typeface="+mn-ea"/>
              </a:rPr>
              <a:t>2</a:t>
            </a:r>
            <a:r>
              <a:rPr lang="zh-CN" altLang="en-US" sz="2800" dirty="0">
                <a:solidFill>
                  <a:srgbClr val="FF0000"/>
                </a:solidFill>
                <a:latin typeface="Times New Roman" panose="02020603050405020304" pitchFamily="18" charset="0"/>
                <a:ea typeface="宋体" panose="02010600030101010101" pitchFamily="2" charset="-122"/>
                <a:sym typeface="+mn-ea"/>
              </a:rPr>
              <a:t>：  </a:t>
            </a:r>
            <a:endParaRPr lang="zh-CN" altLang="en-US" sz="2800" dirty="0">
              <a:solidFill>
                <a:srgbClr val="FF0000"/>
              </a:solidFill>
              <a:latin typeface="Times New Roman" panose="02020603050405020304" pitchFamily="18" charset="0"/>
              <a:ea typeface="宋体" panose="02010600030101010101" pitchFamily="2" charset="-122"/>
              <a:sym typeface="+mn-ea"/>
            </a:endParaRPr>
          </a:p>
          <a:p>
            <a:pPr eaLnBrk="1" hangingPunct="1">
              <a:spcBef>
                <a:spcPct val="50000"/>
              </a:spcBef>
            </a:pPr>
            <a:r>
              <a:rPr lang="zh-CN" altLang="en-US" sz="2800" dirty="0">
                <a:solidFill>
                  <a:srgbClr val="FF0000"/>
                </a:solidFill>
                <a:latin typeface="Times New Roman" panose="02020603050405020304" pitchFamily="18" charset="0"/>
                <a:ea typeface="宋体" panose="02010600030101010101" pitchFamily="2" charset="-122"/>
                <a:sym typeface="+mn-ea"/>
              </a:rPr>
              <a:t> </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R</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Times New Roman" panose="02020603050405020304" pitchFamily="18" charset="0"/>
                <a:ea typeface="宋体" panose="02010600030101010101" pitchFamily="2" charset="-122"/>
                <a:sym typeface="+mn-ea"/>
              </a:rPr>
              <a:t>(</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宋体" panose="02010600030101010101" pitchFamily="2" charset="-122"/>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1</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i="1" dirty="0">
                <a:solidFill>
                  <a:srgbClr val="FF0000"/>
                </a:solidFill>
                <a:latin typeface="Times New Roman" panose="02020603050405020304" pitchFamily="18" charset="0"/>
                <a:ea typeface="宋体" panose="02010600030101010101" pitchFamily="2" charset="-122"/>
                <a:sym typeface="+mn-ea"/>
              </a:rPr>
              <a:t>R</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3 </a:t>
            </a:r>
            <a:r>
              <a:rPr lang="en-US" altLang="zh-CN" sz="2800" i="1" dirty="0">
                <a:solidFill>
                  <a:srgbClr val="FF0000"/>
                </a:solidFill>
                <a:latin typeface="Times New Roman" panose="02020603050405020304" pitchFamily="18" charset="0"/>
                <a:ea typeface="宋体" panose="02010600030101010101" pitchFamily="2" charset="-122"/>
                <a:sym typeface="+mn-ea"/>
              </a:rPr>
              <a:t>i</a:t>
            </a:r>
            <a:r>
              <a:rPr lang="en-US" altLang="zh-CN" sz="2800" i="1" baseline="-25000" dirty="0">
                <a:solidFill>
                  <a:srgbClr val="FF0000"/>
                </a:solidFill>
                <a:latin typeface="Times New Roman" panose="02020603050405020304" pitchFamily="18" charset="0"/>
                <a:ea typeface="宋体" panose="02010600030101010101" pitchFamily="2" charset="-122"/>
                <a:sym typeface="+mn-ea"/>
              </a:rPr>
              <a:t>m</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2</a:t>
            </a:r>
            <a:r>
              <a:rPr lang="en-US" altLang="zh-CN" sz="2800" dirty="0">
                <a:solidFill>
                  <a:srgbClr val="FF0000"/>
                </a:solidFill>
                <a:latin typeface="Times New Roman" panose="02020603050405020304" pitchFamily="18" charset="0"/>
                <a:ea typeface="宋体" panose="02010600030101010101" pitchFamily="2" charset="-122"/>
                <a:sym typeface="+mn-ea"/>
              </a:rPr>
              <a:t> </a:t>
            </a:r>
            <a:r>
              <a:rPr lang="en-US" altLang="zh-CN" sz="2800" dirty="0">
                <a:solidFill>
                  <a:srgbClr val="FF0000"/>
                </a:solidFill>
                <a:latin typeface="宋体" panose="02010600030101010101" pitchFamily="2" charset="-122"/>
                <a:ea typeface="宋体" panose="02010600030101010101" pitchFamily="2" charset="-122"/>
                <a:sym typeface="+mn-ea"/>
              </a:rPr>
              <a:t>-</a:t>
            </a:r>
            <a:r>
              <a:rPr lang="en-US" altLang="zh-CN" sz="2800" i="1" dirty="0">
                <a:solidFill>
                  <a:srgbClr val="FF0000"/>
                </a:solidFill>
                <a:latin typeface="Times New Roman" panose="02020603050405020304" pitchFamily="18" charset="0"/>
                <a:ea typeface="宋体" panose="02010600030101010101" pitchFamily="2" charset="-122"/>
                <a:sym typeface="+mn-ea"/>
              </a:rPr>
              <a:t>u</a:t>
            </a:r>
            <a:r>
              <a:rPr lang="en-US" altLang="zh-CN" sz="2800" baseline="-25000" dirty="0">
                <a:solidFill>
                  <a:srgbClr val="FF0000"/>
                </a:solidFill>
                <a:latin typeface="Times New Roman" panose="02020603050405020304" pitchFamily="18" charset="0"/>
                <a:ea typeface="宋体" panose="02010600030101010101" pitchFamily="2" charset="-122"/>
                <a:sym typeface="+mn-ea"/>
              </a:rPr>
              <a:t>S2</a:t>
            </a:r>
            <a:r>
              <a:rPr lang="en-US" altLang="zh-CN" sz="2800" dirty="0">
                <a:solidFill>
                  <a:srgbClr val="FF0000"/>
                </a:solidFill>
                <a:latin typeface="Times New Roman" panose="02020603050405020304" pitchFamily="18" charset="0"/>
                <a:ea typeface="宋体" panose="02010600030101010101" pitchFamily="2" charset="-122"/>
                <a:sym typeface="+mn-ea"/>
              </a:rPr>
              <a:t>=0</a:t>
            </a:r>
            <a:endParaRPr lang="en-US" altLang="zh-CN" sz="2800" b="0" dirty="0">
              <a:solidFill>
                <a:srgbClr val="FF0000"/>
              </a:solidFill>
              <a:latin typeface="Times New Roman" panose="02020603050405020304" pitchFamily="18" charset="0"/>
              <a:ea typeface="宋体" panose="02010600030101010101" pitchFamily="2" charset="-122"/>
            </a:endParaRPr>
          </a:p>
          <a:p>
            <a:pPr eaLnBrk="1" hangingPunct="1">
              <a:spcBef>
                <a:spcPct val="50000"/>
              </a:spcBef>
            </a:pPr>
            <a:endParaRPr lang="en-US" altLang="zh-CN" sz="2800" b="0" dirty="0">
              <a:solidFill>
                <a:srgbClr val="FF0000"/>
              </a:solidFill>
              <a:latin typeface="Times New Roman" panose="02020603050405020304" pitchFamily="18" charset="0"/>
              <a:ea typeface="宋体" panose="02010600030101010101" pitchFamily="2" charset="-122"/>
            </a:endParaRPr>
          </a:p>
        </p:txBody>
      </p:sp>
      <p:pic>
        <p:nvPicPr>
          <p:cNvPr id="2097294" name="图片 1"/>
          <p:cNvPicPr>
            <a:picLocks noChangeAspect="1"/>
          </p:cNvPicPr>
          <p:nvPr/>
        </p:nvPicPr>
        <p:blipFill>
          <a:blip r:embed="rId2"/>
          <a:stretch>
            <a:fillRect/>
          </a:stretch>
        </p:blipFill>
        <p:spPr>
          <a:xfrm>
            <a:off x="1281430" y="4058285"/>
            <a:ext cx="9807575" cy="2118360"/>
          </a:xfrm>
          <a:prstGeom prst="rect">
            <a:avLst/>
          </a:prstGeom>
        </p:spPr>
      </p:pic>
    </p:spTree>
  </p:cSld>
  <p:clrMapOvr>
    <a:masterClrMapping/>
  </p:clrMapOvr>
  <p:timing>
    <p:tnLst>
      <p:par>
        <p:cTn id="1" dur="indefinite" restart="never" nodeType="tmRoot"/>
      </p:par>
    </p:tnLst>
    <p:bldLst>
      <p:bldP spid="104993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786" name=""/>
        <p:cNvGrpSpPr/>
        <p:nvPr/>
      </p:nvGrpSpPr>
      <p:grpSpPr>
        <a:xfrm>
          <a:off x="0" y="0"/>
          <a:ext cx="0" cy="0"/>
          <a:chOff x="0" y="0"/>
          <a:chExt cx="0" cy="0"/>
        </a:xfrm>
      </p:grpSpPr>
      <p:sp>
        <p:nvSpPr>
          <p:cNvPr id="1049952" name="Text Box 108"/>
          <p:cNvSpPr txBox="1"/>
          <p:nvPr/>
        </p:nvSpPr>
        <p:spPr>
          <a:xfrm>
            <a:off x="847408" y="1023303"/>
            <a:ext cx="4427537" cy="521970"/>
          </a:xfrm>
          <a:prstGeom prst="rect">
            <a:avLst/>
          </a:prstGeom>
          <a:noFill/>
          <a:ln w="9525">
            <a:noFill/>
          </a:ln>
        </p:spPr>
        <p:txBody>
          <a:bodyPr>
            <a:spAutoFit/>
          </a:bodyPr>
          <a:p>
            <a:pPr eaLnBrk="1" hangingPunct="1">
              <a:spcBef>
                <a:spcPct val="50000"/>
              </a:spcBef>
            </a:pPr>
            <a:r>
              <a:rPr lang="zh-CN" altLang="en-US" sz="2800" dirty="0">
                <a:solidFill>
                  <a:schemeClr val="tx1"/>
                </a:solidFill>
                <a:latin typeface="楷体_GB2312" pitchFamily="49" charset="-122"/>
              </a:rPr>
              <a:t>观察可以看出如下规律：</a:t>
            </a:r>
            <a:endParaRPr lang="zh-CN" altLang="en-US" sz="2800" dirty="0">
              <a:solidFill>
                <a:schemeClr val="tx1"/>
              </a:solidFill>
              <a:latin typeface="楷体_GB2312" pitchFamily="49" charset="-122"/>
            </a:endParaRPr>
          </a:p>
        </p:txBody>
      </p:sp>
      <p:sp>
        <p:nvSpPr>
          <p:cNvPr id="1049953" name="Text Box 109"/>
          <p:cNvSpPr txBox="1"/>
          <p:nvPr/>
        </p:nvSpPr>
        <p:spPr>
          <a:xfrm>
            <a:off x="847725" y="1545590"/>
            <a:ext cx="9090660" cy="3688081"/>
          </a:xfrm>
          <a:prstGeom prst="rect">
            <a:avLst/>
          </a:prstGeom>
          <a:noFill/>
          <a:ln w="9525">
            <a:noFill/>
          </a:ln>
        </p:spPr>
        <p:txBody>
          <a:bodyPr wrap="square">
            <a:spAutoFit/>
          </a:bodyPr>
          <a:p>
            <a:pPr eaLnBrk="1" hangingPunct="1">
              <a:lnSpc>
                <a:spcPct val="120000"/>
              </a:lnSpc>
            </a:pPr>
            <a:r>
              <a:rPr lang="en-US" altLang="zh-CN" sz="3200" b="0" i="1" dirty="0">
                <a:solidFill>
                  <a:schemeClr val="tx1"/>
                </a:solidFill>
                <a:latin typeface="Times New Roman" panose="02020603050405020304" pitchFamily="18" charset="0"/>
              </a:rPr>
              <a:t>R</a:t>
            </a:r>
            <a:r>
              <a:rPr lang="en-US" altLang="zh-CN" sz="3200" b="0" baseline="-25000" dirty="0">
                <a:solidFill>
                  <a:schemeClr val="tx1"/>
                </a:solidFill>
                <a:latin typeface="Times New Roman" panose="02020603050405020304" pitchFamily="18" charset="0"/>
              </a:rPr>
              <a:t>11</a:t>
            </a:r>
            <a:r>
              <a:rPr lang="en-US" altLang="zh-CN" sz="3200" b="0" i="1" dirty="0">
                <a:solidFill>
                  <a:schemeClr val="tx1"/>
                </a:solidFill>
                <a:latin typeface="Times New Roman" panose="02020603050405020304" pitchFamily="18" charset="0"/>
              </a:rPr>
              <a:t>=R</a:t>
            </a:r>
            <a:r>
              <a:rPr lang="en-US" altLang="zh-CN" sz="3200" b="0" baseline="-25000" dirty="0">
                <a:solidFill>
                  <a:schemeClr val="tx1"/>
                </a:solidFill>
                <a:latin typeface="Times New Roman" panose="02020603050405020304" pitchFamily="18" charset="0"/>
              </a:rPr>
              <a:t>1</a:t>
            </a:r>
            <a:r>
              <a:rPr lang="en-US" altLang="zh-CN" sz="3200" b="0" i="1" dirty="0">
                <a:solidFill>
                  <a:schemeClr val="tx1"/>
                </a:solidFill>
                <a:latin typeface="Times New Roman" panose="02020603050405020304" pitchFamily="18" charset="0"/>
              </a:rPr>
              <a:t>+R</a:t>
            </a:r>
            <a:r>
              <a:rPr lang="en-US" altLang="zh-CN" sz="3200" b="0" baseline="-25000" dirty="0">
                <a:solidFill>
                  <a:schemeClr val="tx1"/>
                </a:solidFill>
                <a:latin typeface="Times New Roman" panose="02020603050405020304" pitchFamily="18" charset="0"/>
              </a:rPr>
              <a:t>2 </a:t>
            </a:r>
            <a:r>
              <a:rPr lang="zh-CN" altLang="en-US" sz="3200" b="0" baseline="-25000" dirty="0">
                <a:solidFill>
                  <a:schemeClr val="tx1"/>
                </a:solidFill>
                <a:latin typeface="Times New Roman" panose="02020603050405020304" pitchFamily="18" charset="0"/>
              </a:rPr>
              <a:t>。</a:t>
            </a:r>
            <a:r>
              <a:rPr lang="zh-CN" altLang="en-US" sz="2800" dirty="0">
                <a:solidFill>
                  <a:schemeClr val="tx1"/>
                </a:solidFill>
                <a:latin typeface="楷体_GB2312" pitchFamily="49" charset="-122"/>
              </a:rPr>
              <a:t>网孔</a:t>
            </a:r>
            <a:r>
              <a:rPr lang="en-US" altLang="zh-CN" sz="2800" b="0" dirty="0">
                <a:solidFill>
                  <a:schemeClr val="tx1"/>
                </a:solidFill>
                <a:latin typeface="楷体_GB2312" pitchFamily="49" charset="-122"/>
              </a:rPr>
              <a:t>1</a:t>
            </a:r>
            <a:r>
              <a:rPr lang="zh-CN" altLang="en-US" sz="2800" dirty="0">
                <a:solidFill>
                  <a:schemeClr val="tx1"/>
                </a:solidFill>
                <a:latin typeface="楷体_GB2312" pitchFamily="49" charset="-122"/>
              </a:rPr>
              <a:t>中所有电阻之和，称网孔</a:t>
            </a:r>
            <a:r>
              <a:rPr lang="en-US" altLang="zh-CN" sz="2800" b="0" dirty="0">
                <a:solidFill>
                  <a:schemeClr val="tx1"/>
                </a:solidFill>
                <a:latin typeface="楷体_GB2312" pitchFamily="49" charset="-122"/>
              </a:rPr>
              <a:t>1</a:t>
            </a:r>
            <a:r>
              <a:rPr lang="zh-CN" altLang="en-US" sz="2800" dirty="0">
                <a:solidFill>
                  <a:schemeClr val="tx1"/>
                </a:solidFill>
                <a:latin typeface="楷体_GB2312" pitchFamily="49" charset="-122"/>
              </a:rPr>
              <a:t>的自电阻。</a:t>
            </a:r>
            <a:endParaRPr lang="zh-CN" altLang="en-US" sz="2800" dirty="0">
              <a:solidFill>
                <a:schemeClr val="tx1"/>
              </a:solidFill>
              <a:latin typeface="楷体_GB2312" pitchFamily="49" charset="-122"/>
            </a:endParaRPr>
          </a:p>
          <a:p>
            <a:pPr eaLnBrk="1" hangingPunct="1">
              <a:lnSpc>
                <a:spcPct val="120000"/>
              </a:lnSpc>
            </a:pPr>
            <a:r>
              <a:rPr lang="zh-CN" altLang="en-US" sz="2800" dirty="0">
                <a:latin typeface="楷体_GB2312" pitchFamily="49" charset="-122"/>
                <a:sym typeface="+mn-ea"/>
              </a:rPr>
              <a:t>网孔</a:t>
            </a:r>
            <a:r>
              <a:rPr lang="en-US" altLang="zh-CN" sz="2800" dirty="0">
                <a:latin typeface="Times New Roman" panose="02020603050405020304" pitchFamily="18" charset="0"/>
                <a:sym typeface="+mn-ea"/>
              </a:rPr>
              <a:t>2</a:t>
            </a:r>
            <a:r>
              <a:rPr lang="zh-CN" altLang="en-US" sz="2800" dirty="0">
                <a:latin typeface="楷体_GB2312" pitchFamily="49" charset="-122"/>
                <a:sym typeface="+mn-ea"/>
              </a:rPr>
              <a:t>中所有电阻之和，称网孔</a:t>
            </a:r>
            <a:r>
              <a:rPr lang="en-US" altLang="zh-CN" sz="2800" dirty="0">
                <a:latin typeface="Times New Roman" panose="02020603050405020304" pitchFamily="18" charset="0"/>
                <a:sym typeface="+mn-ea"/>
              </a:rPr>
              <a:t>2</a:t>
            </a:r>
            <a:r>
              <a:rPr lang="zh-CN" altLang="en-US" sz="2800" dirty="0">
                <a:latin typeface="楷体_GB2312" pitchFamily="49" charset="-122"/>
                <a:sym typeface="+mn-ea"/>
              </a:rPr>
              <a:t>的自电阻。</a:t>
            </a:r>
            <a:endParaRPr lang="zh-CN" altLang="en-US" sz="2800" dirty="0">
              <a:latin typeface="楷体_GB2312" pitchFamily="49" charset="-122"/>
              <a:sym typeface="+mn-ea"/>
            </a:endParaRPr>
          </a:p>
          <a:p>
            <a:pPr eaLnBrk="1" hangingPunct="1">
              <a:lnSpc>
                <a:spcPct val="120000"/>
              </a:lnSpc>
            </a:pPr>
            <a:r>
              <a:rPr lang="zh-CN" altLang="en-US" sz="2800" dirty="0">
                <a:latin typeface="楷体_GB2312" pitchFamily="49" charset="-122"/>
                <a:sym typeface="+mn-ea"/>
              </a:rPr>
              <a:t>网孔</a:t>
            </a:r>
            <a:r>
              <a:rPr lang="en-US" altLang="zh-CN" sz="2800" dirty="0">
                <a:latin typeface="楷体_GB2312" pitchFamily="49" charset="-122"/>
                <a:sym typeface="+mn-ea"/>
              </a:rPr>
              <a:t>1</a:t>
            </a:r>
            <a:r>
              <a:rPr lang="zh-CN" altLang="en-US" sz="2800" dirty="0">
                <a:latin typeface="楷体_GB2312" pitchFamily="49" charset="-122"/>
                <a:sym typeface="+mn-ea"/>
              </a:rPr>
              <a:t>、网孔</a:t>
            </a:r>
            <a:r>
              <a:rPr lang="en-US" altLang="zh-CN" sz="2800" dirty="0">
                <a:latin typeface="楷体_GB2312" pitchFamily="49" charset="-122"/>
                <a:sym typeface="+mn-ea"/>
              </a:rPr>
              <a:t>2</a:t>
            </a:r>
            <a:r>
              <a:rPr lang="zh-CN" altLang="en-US" sz="2800" dirty="0">
                <a:latin typeface="楷体_GB2312" pitchFamily="49" charset="-122"/>
                <a:sym typeface="+mn-ea"/>
              </a:rPr>
              <a:t>之间的互电阻。</a:t>
            </a:r>
            <a:endParaRPr lang="zh-CN" altLang="en-US" sz="2800" dirty="0">
              <a:latin typeface="楷体_GB2312" pitchFamily="49" charset="-122"/>
              <a:sym typeface="+mn-ea"/>
            </a:endParaRPr>
          </a:p>
          <a:p>
            <a:pPr eaLnBrk="1" hangingPunct="1">
              <a:lnSpc>
                <a:spcPct val="120000"/>
              </a:lnSpc>
            </a:pPr>
            <a:r>
              <a:rPr lang="en-US" altLang="zh-CN" sz="2800" baseline="-25000" dirty="0">
                <a:solidFill>
                  <a:schemeClr val="bg1"/>
                </a:solidFill>
                <a:latin typeface="Times New Roman" panose="02020603050405020304" pitchFamily="18" charset="0"/>
                <a:ea typeface="仿宋_GB2312" pitchFamily="49" charset="-122"/>
                <a:sym typeface="+mn-ea"/>
              </a:rPr>
              <a:t>1</a:t>
            </a:r>
            <a:r>
              <a:rPr lang="en-US" altLang="zh-CN" sz="2800" dirty="0">
                <a:solidFill>
                  <a:schemeClr val="bg1"/>
                </a:solidFill>
                <a:latin typeface="宋体" panose="02010600030101010101" pitchFamily="2" charset="-122"/>
                <a:ea typeface="宋体" panose="02010600030101010101" pitchFamily="2" charset="-122"/>
                <a:sym typeface="+mn-ea"/>
              </a:rPr>
              <a:t>-</a:t>
            </a:r>
            <a:r>
              <a:rPr lang="en-US" altLang="zh-CN" sz="2800" i="1" dirty="0">
                <a:solidFill>
                  <a:schemeClr val="bg1"/>
                </a:solidFill>
                <a:latin typeface="Times New Roman" panose="02020603050405020304" pitchFamily="18" charset="0"/>
                <a:ea typeface="仿宋_GB2312" pitchFamily="49" charset="-122"/>
                <a:sym typeface="+mn-ea"/>
              </a:rPr>
              <a:t>u</a:t>
            </a:r>
            <a:r>
              <a:rPr lang="en-US" altLang="zh-CN" sz="2800" baseline="-25000" dirty="0">
                <a:solidFill>
                  <a:schemeClr val="bg1"/>
                </a:solidFill>
                <a:latin typeface="Times New Roman" panose="02020603050405020304" pitchFamily="18" charset="0"/>
                <a:ea typeface="仿宋_GB2312" pitchFamily="49" charset="-122"/>
                <a:sym typeface="+mn-ea"/>
              </a:rPr>
              <a:t>S2</a:t>
            </a:r>
            <a:r>
              <a:rPr lang="en-US" altLang="zh-CN" sz="2800" baseline="-25000" dirty="0">
                <a:latin typeface="仿宋_GB2312" pitchFamily="49" charset="-122"/>
                <a:ea typeface="仿宋_GB2312" pitchFamily="49" charset="-122"/>
                <a:sym typeface="+mn-ea"/>
              </a:rPr>
              <a:t> </a:t>
            </a:r>
            <a:r>
              <a:rPr lang="en-US" altLang="zh-CN" sz="2800" dirty="0">
                <a:latin typeface="仿宋_GB2312" pitchFamily="49" charset="-122"/>
                <a:ea typeface="仿宋_GB2312" pitchFamily="49" charset="-122"/>
                <a:sym typeface="+mn-ea"/>
              </a:rPr>
              <a:t> </a:t>
            </a:r>
            <a:r>
              <a:rPr lang="zh-CN" altLang="en-US" sz="2800" dirty="0">
                <a:latin typeface="楷体_GB2312" pitchFamily="49" charset="-122"/>
                <a:sym typeface="+mn-ea"/>
              </a:rPr>
              <a:t>网孔</a:t>
            </a:r>
            <a:r>
              <a:rPr lang="en-US" altLang="zh-CN" sz="2800" dirty="0">
                <a:latin typeface="楷体_GB2312" pitchFamily="49" charset="-122"/>
                <a:sym typeface="+mn-ea"/>
              </a:rPr>
              <a:t>1</a:t>
            </a:r>
            <a:r>
              <a:rPr lang="zh-CN" altLang="en-US" sz="2800" dirty="0">
                <a:latin typeface="楷体_GB2312" pitchFamily="49" charset="-122"/>
                <a:sym typeface="+mn-ea"/>
              </a:rPr>
              <a:t>中所有电压源电压的代数和。</a:t>
            </a:r>
            <a:endParaRPr lang="zh-CN" altLang="en-US" sz="2800" dirty="0">
              <a:latin typeface="楷体_GB2312" pitchFamily="49" charset="-122"/>
            </a:endParaRPr>
          </a:p>
          <a:p>
            <a:pPr eaLnBrk="1" hangingPunct="1">
              <a:lnSpc>
                <a:spcPct val="120000"/>
              </a:lnSpc>
            </a:pPr>
            <a:endParaRPr lang="zh-CN" altLang="en-US" sz="2800" dirty="0">
              <a:latin typeface="楷体_GB2312" pitchFamily="49" charset="-122"/>
            </a:endParaRPr>
          </a:p>
          <a:p>
            <a:pPr eaLnBrk="1" hangingPunct="1">
              <a:lnSpc>
                <a:spcPct val="120000"/>
              </a:lnSpc>
            </a:pPr>
            <a:endParaRPr lang="zh-CN" altLang="en-US" sz="2800" dirty="0">
              <a:latin typeface="楷体_GB2312" pitchFamily="49" charset="-122"/>
            </a:endParaRPr>
          </a:p>
          <a:p>
            <a:pPr eaLnBrk="1" hangingPunct="1">
              <a:lnSpc>
                <a:spcPct val="120000"/>
              </a:lnSpc>
            </a:pPr>
            <a:endParaRPr lang="zh-CN" altLang="en-US" sz="2800" dirty="0">
              <a:solidFill>
                <a:schemeClr val="tx1"/>
              </a:solidFill>
              <a:latin typeface="楷体_GB2312" pitchFamily="49" charset="-122"/>
            </a:endParaRPr>
          </a:p>
        </p:txBody>
      </p:sp>
      <p:sp>
        <p:nvSpPr>
          <p:cNvPr id="1049954" name="Text Box 3"/>
          <p:cNvSpPr txBox="1"/>
          <p:nvPr/>
        </p:nvSpPr>
        <p:spPr>
          <a:xfrm>
            <a:off x="2624455" y="4697095"/>
            <a:ext cx="3671888" cy="521970"/>
          </a:xfrm>
          <a:prstGeom prst="rect">
            <a:avLst/>
          </a:prstGeom>
          <a:noFill/>
          <a:ln w="9525">
            <a:noFill/>
          </a:ln>
        </p:spPr>
        <p:txBody>
          <a:bodyPr>
            <a:spAutoFit/>
          </a:bodyPr>
          <a:p>
            <a:pPr marL="342900" indent="-342900" eaLnBrk="1" hangingPunct="1">
              <a:spcBef>
                <a:spcPct val="50000"/>
              </a:spcBef>
              <a:buAutoNum type="circleNumDbPlain"/>
            </a:pPr>
            <a:r>
              <a:rPr lang="zh-CN" altLang="en-US" sz="2800" dirty="0">
                <a:latin typeface="楷体_GB2312" pitchFamily="49" charset="-122"/>
              </a:rPr>
              <a:t>自电阻总为正。</a:t>
            </a:r>
            <a:endParaRPr lang="zh-CN" altLang="en-US" sz="2800" dirty="0">
              <a:latin typeface="楷体_GB2312" pitchFamily="49" charset="-122"/>
            </a:endParaRPr>
          </a:p>
        </p:txBody>
      </p:sp>
      <p:sp>
        <p:nvSpPr>
          <p:cNvPr id="1049955" name="Text Box 5"/>
          <p:cNvSpPr txBox="1"/>
          <p:nvPr/>
        </p:nvSpPr>
        <p:spPr>
          <a:xfrm>
            <a:off x="2624455" y="5201920"/>
            <a:ext cx="6769100" cy="1097281"/>
          </a:xfrm>
          <a:prstGeom prst="rect">
            <a:avLst/>
          </a:prstGeom>
          <a:noFill/>
          <a:ln w="9525">
            <a:noFill/>
          </a:ln>
        </p:spPr>
        <p:txBody>
          <a:bodyPr>
            <a:spAutoFit/>
          </a:bodyPr>
          <a:p>
            <a:pPr marL="342900" indent="-342900" eaLnBrk="1" hangingPunct="1">
              <a:lnSpc>
                <a:spcPct val="120000"/>
              </a:lnSpc>
              <a:spcBef>
                <a:spcPct val="50000"/>
              </a:spcBef>
              <a:buAutoNum type="circleNumDbPlain" startAt="2"/>
            </a:pPr>
            <a:r>
              <a:rPr lang="zh-CN" altLang="en-US" sz="2800" dirty="0">
                <a:latin typeface="楷体_GB2312" pitchFamily="49" charset="-122"/>
              </a:rPr>
              <a:t>当两个网孔电流流过相关支路方向相同时，互电阻取正号；否则为负号。</a:t>
            </a:r>
            <a:endParaRPr lang="zh-CN" altLang="en-US" sz="2800" dirty="0">
              <a:latin typeface="楷体_GB2312" pitchFamily="49" charset="-122"/>
            </a:endParaRPr>
          </a:p>
        </p:txBody>
      </p:sp>
      <p:sp>
        <p:nvSpPr>
          <p:cNvPr id="1049956" name="Text Box 6"/>
          <p:cNvSpPr txBox="1"/>
          <p:nvPr/>
        </p:nvSpPr>
        <p:spPr>
          <a:xfrm>
            <a:off x="847408" y="3261678"/>
            <a:ext cx="8280400" cy="510539"/>
          </a:xfrm>
          <a:prstGeom prst="rect">
            <a:avLst/>
          </a:prstGeom>
          <a:noFill/>
          <a:ln w="9525">
            <a:noFill/>
          </a:ln>
        </p:spPr>
        <p:txBody>
          <a:bodyPr>
            <a:spAutoFit/>
          </a:bodyPr>
          <a:p>
            <a:pPr eaLnBrk="1" hangingPunct="1">
              <a:spcBef>
                <a:spcPct val="50000"/>
              </a:spcBef>
            </a:pPr>
            <a:r>
              <a:rPr lang="en-US" altLang="zh-CN" sz="3200" b="0" baseline="-25000" dirty="0">
                <a:solidFill>
                  <a:schemeClr val="bg1"/>
                </a:solidFill>
                <a:latin typeface="Times New Roman" panose="02020603050405020304" pitchFamily="18" charset="0"/>
                <a:ea typeface="仿宋_GB2312" pitchFamily="49" charset="-122"/>
              </a:rPr>
              <a:t>S</a:t>
            </a:r>
            <a:endParaRPr lang="zh-CN" altLang="en-US" sz="2800" dirty="0">
              <a:latin typeface="楷体_GB2312" pitchFamily="49" charset="-122"/>
            </a:endParaRPr>
          </a:p>
        </p:txBody>
      </p:sp>
      <p:sp>
        <p:nvSpPr>
          <p:cNvPr id="1049957" name="Text Box 7"/>
          <p:cNvSpPr txBox="1"/>
          <p:nvPr/>
        </p:nvSpPr>
        <p:spPr>
          <a:xfrm>
            <a:off x="63183" y="3807143"/>
            <a:ext cx="8280400" cy="583565"/>
          </a:xfrm>
          <a:prstGeom prst="rect">
            <a:avLst/>
          </a:prstGeom>
          <a:noFill/>
          <a:ln w="9525">
            <a:noFill/>
          </a:ln>
        </p:spPr>
        <p:txBody>
          <a:bodyPr>
            <a:spAutoFit/>
          </a:bodyPr>
          <a:p>
            <a:pPr eaLnBrk="1" hangingPunct="1">
              <a:spcBef>
                <a:spcPct val="50000"/>
              </a:spcBef>
            </a:pPr>
            <a:r>
              <a:rPr lang="en-US" altLang="zh-CN" sz="3200" b="0" i="1" dirty="0">
                <a:solidFill>
                  <a:schemeClr val="bg1"/>
                </a:solidFill>
                <a:latin typeface="Times New Roman" panose="02020603050405020304" pitchFamily="18" charset="0"/>
                <a:ea typeface="仿宋_GB2312" pitchFamily="49" charset="-122"/>
              </a:rPr>
              <a:t>u</a:t>
            </a:r>
            <a:r>
              <a:rPr lang="en-US" altLang="zh-CN" sz="3200" b="0" baseline="-25000" dirty="0">
                <a:solidFill>
                  <a:schemeClr val="bg1"/>
                </a:solidFill>
                <a:latin typeface="Times New Roman" panose="02020603050405020304" pitchFamily="18" charset="0"/>
                <a:ea typeface="仿宋_GB2312" pitchFamily="49" charset="-122"/>
              </a:rPr>
              <a:t>S</a:t>
            </a:r>
            <a:r>
              <a:rPr lang="en-US" altLang="zh-CN" sz="3200" b="0" i="1" baseline="-25000" dirty="0">
                <a:solidFill>
                  <a:schemeClr val="bg1"/>
                </a:solidFill>
                <a:latin typeface="Times New Roman" panose="02020603050405020304" pitchFamily="18" charset="0"/>
                <a:ea typeface="仿宋_GB2312" pitchFamily="49" charset="-122"/>
              </a:rPr>
              <a:t>l</a:t>
            </a:r>
            <a:r>
              <a:rPr lang="en-US" altLang="zh-CN" sz="3200" b="0" baseline="-25000" dirty="0">
                <a:solidFill>
                  <a:schemeClr val="bg1"/>
                </a:solidFill>
                <a:latin typeface="Times New Roman" panose="02020603050405020304" pitchFamily="18" charset="0"/>
                <a:ea typeface="仿宋_GB2312" pitchFamily="49" charset="-122"/>
              </a:rPr>
              <a:t>2</a:t>
            </a:r>
            <a:r>
              <a:rPr lang="en-US" altLang="zh-CN" sz="3200" b="0" i="1" dirty="0">
                <a:solidFill>
                  <a:schemeClr val="bg1"/>
                </a:solidFill>
                <a:latin typeface="Times New Roman" panose="02020603050405020304" pitchFamily="18" charset="0"/>
                <a:ea typeface="仿宋_GB2312" pitchFamily="49" charset="-122"/>
              </a:rPr>
              <a:t>= u</a:t>
            </a:r>
            <a:r>
              <a:rPr lang="en-US" altLang="zh-CN" sz="3200" b="0" baseline="-25000" dirty="0">
                <a:solidFill>
                  <a:schemeClr val="bg1"/>
                </a:solidFill>
                <a:latin typeface="Times New Roman" panose="02020603050405020304" pitchFamily="18" charset="0"/>
                <a:ea typeface="仿宋_GB2312" pitchFamily="49" charset="-122"/>
              </a:rPr>
              <a:t>S2</a:t>
            </a:r>
            <a:r>
              <a:rPr lang="en-US" altLang="zh-CN" baseline="-25000" dirty="0">
                <a:latin typeface="仿宋_GB2312" pitchFamily="49" charset="-122"/>
                <a:ea typeface="仿宋_GB2312" pitchFamily="49" charset="-122"/>
              </a:rPr>
              <a:t>        </a:t>
            </a:r>
            <a:r>
              <a:rPr lang="zh-CN" altLang="en-US" sz="2800" dirty="0">
                <a:latin typeface="楷体_GB2312" pitchFamily="49" charset="-122"/>
              </a:rPr>
              <a:t>网孔</a:t>
            </a:r>
            <a:r>
              <a:rPr lang="en-US" altLang="zh-CN" sz="2800" b="0" dirty="0">
                <a:latin typeface="Times New Roman" panose="02020603050405020304" pitchFamily="18" charset="0"/>
              </a:rPr>
              <a:t>2</a:t>
            </a:r>
            <a:r>
              <a:rPr lang="zh-CN" altLang="en-US" sz="2800" dirty="0">
                <a:latin typeface="楷体_GB2312" pitchFamily="49" charset="-122"/>
              </a:rPr>
              <a:t>中所有电压源电压的代数和。</a:t>
            </a:r>
            <a:endParaRPr lang="zh-CN" altLang="en-US" sz="2800" dirty="0">
              <a:latin typeface="楷体_GB2312" pitchFamily="49" charset="-122"/>
            </a:endParaRPr>
          </a:p>
        </p:txBody>
      </p:sp>
      <p:grpSp>
        <p:nvGrpSpPr>
          <p:cNvPr id="787" name="Group 52"/>
          <p:cNvGrpSpPr/>
          <p:nvPr/>
        </p:nvGrpSpPr>
        <p:grpSpPr>
          <a:xfrm>
            <a:off x="968693" y="4481195"/>
            <a:ext cx="1644650" cy="850900"/>
            <a:chOff x="385" y="3022"/>
            <a:chExt cx="1036" cy="536"/>
          </a:xfrm>
        </p:grpSpPr>
        <p:pic>
          <p:nvPicPr>
            <p:cNvPr id="2097296" name="Picture 53"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1049958" name="Text Box 54"/>
            <p:cNvSpPr txBox="1"/>
            <p:nvPr/>
          </p:nvSpPr>
          <p:spPr>
            <a:xfrm>
              <a:off x="793" y="3125"/>
              <a:ext cx="628" cy="365"/>
            </a:xfrm>
            <a:prstGeom prst="rect">
              <a:avLst/>
            </a:prstGeom>
            <a:noFill/>
            <a:ln w="9525">
              <a:noFill/>
            </a:ln>
          </p:spPr>
          <p:txBody>
            <a:bodyPr wrap="none">
              <a:spAutoFit/>
            </a:bodyPr>
            <a:p>
              <a:pPr eaLnBrk="1" hangingPunct="1"/>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spTree>
  </p:cSld>
  <p:clrMapOvr>
    <a:masterClrMapping/>
  </p:clrMapOvr>
  <p:timing>
    <p:tnLst>
      <p:par>
        <p:cTn id="1" dur="indefinite" restart="never" nodeType="tmRoot"/>
      </p:par>
    </p:tnLst>
    <p:bldLst>
      <p:bldP spid="1049952" grpId="0"/>
      <p:bldP spid="1049953" grpId="0"/>
      <p:bldP spid="1049954" grpId="0"/>
      <p:bldP spid="1049955" grpId="0"/>
      <p:bldP spid="1049956" grpId="0"/>
      <p:bldP spid="104995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788" name=""/>
        <p:cNvGrpSpPr/>
        <p:nvPr/>
      </p:nvGrpSpPr>
      <p:grpSpPr>
        <a:xfrm>
          <a:off x="0" y="0"/>
          <a:ext cx="0" cy="0"/>
          <a:chOff x="0" y="0"/>
          <a:chExt cx="0" cy="0"/>
        </a:xfrm>
      </p:grpSpPr>
      <p:sp>
        <p:nvSpPr>
          <p:cNvPr id="1049959" name="Text Box 2"/>
          <p:cNvSpPr txBox="1">
            <a:spLocks noChangeArrowheads="1"/>
          </p:cNvSpPr>
          <p:nvPr/>
        </p:nvSpPr>
        <p:spPr bwMode="auto">
          <a:xfrm>
            <a:off x="1343026" y="1317308"/>
            <a:ext cx="8641080" cy="5105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2"/>
                </a:solidFill>
                <a:latin typeface="Times New Roman" panose="02020603050405020304" pitchFamily="18" charset="0"/>
                <a:ea typeface="黑体" panose="02010609060101010101" pitchFamily="49" charset="-122"/>
              </a:rPr>
              <a:t>推广：一般形式</a:t>
            </a:r>
            <a:r>
              <a:rPr kumimoji="1" lang="zh-CN" altLang="en-US" sz="2400" b="1">
                <a:solidFill>
                  <a:schemeClr val="tx2"/>
                </a:solidFill>
                <a:latin typeface="Times New Roman" panose="02020603050405020304" pitchFamily="18" charset="0"/>
                <a:ea typeface="黑体" panose="02010609060101010101" pitchFamily="49" charset="-122"/>
              </a:rPr>
              <a:t>（ </a:t>
            </a:r>
            <a:r>
              <a:rPr kumimoji="1" lang="en-US" altLang="zh-CN" sz="2400" b="1">
                <a:solidFill>
                  <a:schemeClr val="tx2"/>
                </a:solidFill>
                <a:latin typeface="Times New Roman" panose="02020603050405020304" pitchFamily="18" charset="0"/>
                <a:ea typeface="黑体" panose="02010609060101010101" pitchFamily="49" charset="-122"/>
              </a:rPr>
              <a:t>m</a:t>
            </a:r>
            <a:r>
              <a:rPr kumimoji="1" lang="zh-CN" altLang="en-US" sz="2400" b="1">
                <a:solidFill>
                  <a:schemeClr val="tx2"/>
                </a:solidFill>
                <a:latin typeface="Times New Roman" panose="02020603050405020304" pitchFamily="18" charset="0"/>
                <a:ea typeface="黑体" panose="02010609060101010101" pitchFamily="49" charset="-122"/>
              </a:rPr>
              <a:t>个网孔，</a:t>
            </a:r>
            <a:r>
              <a:rPr kumimoji="1" lang="en-US" altLang="zh-CN" sz="2400" b="1">
                <a:solidFill>
                  <a:schemeClr val="tx2"/>
                </a:solidFill>
                <a:latin typeface="Times New Roman" panose="02020603050405020304" pitchFamily="18" charset="0"/>
                <a:ea typeface="黑体" panose="02010609060101010101" pitchFamily="49" charset="-122"/>
              </a:rPr>
              <a:t>m</a:t>
            </a:r>
            <a:r>
              <a:rPr kumimoji="1" lang="zh-CN" altLang="en-US" sz="2400" b="1">
                <a:solidFill>
                  <a:schemeClr val="tx2"/>
                </a:solidFill>
                <a:latin typeface="Times New Roman" panose="02020603050405020304" pitchFamily="18" charset="0"/>
                <a:ea typeface="黑体" panose="02010609060101010101" pitchFamily="49" charset="-122"/>
              </a:rPr>
              <a:t>个网孔电流 </a:t>
            </a:r>
            <a:r>
              <a:rPr kumimoji="1" lang="en-US" altLang="zh-CN" sz="2400" b="1">
                <a:solidFill>
                  <a:schemeClr val="tx2"/>
                </a:solidFill>
                <a:latin typeface="Times New Roman" panose="02020603050405020304" pitchFamily="18" charset="0"/>
                <a:ea typeface="黑体" panose="02010609060101010101" pitchFamily="49" charset="-122"/>
              </a:rPr>
              <a:t>I</a:t>
            </a:r>
            <a:r>
              <a:rPr kumimoji="1" lang="en-US" altLang="zh-CN" sz="2400" b="1" baseline="-25000">
                <a:solidFill>
                  <a:schemeClr val="tx2"/>
                </a:solidFill>
                <a:latin typeface="Times New Roman" panose="02020603050405020304" pitchFamily="18" charset="0"/>
                <a:ea typeface="黑体" panose="02010609060101010101" pitchFamily="49" charset="-122"/>
              </a:rPr>
              <a:t>m1</a:t>
            </a:r>
            <a:r>
              <a:rPr kumimoji="1" lang="en-US" altLang="zh-CN" sz="2400" b="1">
                <a:solidFill>
                  <a:schemeClr val="tx2"/>
                </a:solidFill>
                <a:latin typeface="Times New Roman" panose="02020603050405020304" pitchFamily="18" charset="0"/>
                <a:ea typeface="黑体" panose="02010609060101010101" pitchFamily="49" charset="-122"/>
              </a:rPr>
              <a:t> , I</a:t>
            </a:r>
            <a:r>
              <a:rPr kumimoji="1" lang="en-US" altLang="zh-CN" sz="2400" b="1" baseline="-25000">
                <a:solidFill>
                  <a:schemeClr val="tx2"/>
                </a:solidFill>
                <a:latin typeface="Times New Roman" panose="02020603050405020304" pitchFamily="18" charset="0"/>
                <a:ea typeface="黑体" panose="02010609060101010101" pitchFamily="49" charset="-122"/>
              </a:rPr>
              <a:t>m2 </a:t>
            </a:r>
            <a:r>
              <a:rPr kumimoji="1" lang="en-US" altLang="zh-CN" sz="2400" b="1">
                <a:solidFill>
                  <a:schemeClr val="tx2"/>
                </a:solidFill>
                <a:latin typeface="Times New Roman" panose="02020603050405020304" pitchFamily="18" charset="0"/>
                <a:ea typeface="黑体" panose="02010609060101010101" pitchFamily="49" charset="-122"/>
              </a:rPr>
              <a:t>, … I</a:t>
            </a:r>
            <a:r>
              <a:rPr kumimoji="1" lang="en-US" altLang="zh-CN" sz="2400" b="1" baseline="-25000">
                <a:solidFill>
                  <a:schemeClr val="tx2"/>
                </a:solidFill>
                <a:latin typeface="Times New Roman" panose="02020603050405020304" pitchFamily="18" charset="0"/>
                <a:ea typeface="黑体" panose="02010609060101010101" pitchFamily="49" charset="-122"/>
              </a:rPr>
              <a:t>mm</a:t>
            </a:r>
            <a:r>
              <a:rPr kumimoji="1" lang="zh-CN" altLang="en-US" sz="2400" b="1">
                <a:solidFill>
                  <a:schemeClr val="tx2"/>
                </a:solidFill>
                <a:latin typeface="Times New Roman" panose="02020603050405020304" pitchFamily="18" charset="0"/>
                <a:ea typeface="黑体" panose="02010609060101010101" pitchFamily="49" charset="-122"/>
              </a:rPr>
              <a:t>）</a:t>
            </a:r>
            <a:endParaRPr kumimoji="1" lang="zh-CN" altLang="en-US" sz="2400" b="1">
              <a:solidFill>
                <a:schemeClr val="tx2"/>
              </a:solidFill>
              <a:latin typeface="Times New Roman" panose="02020603050405020304" pitchFamily="18" charset="0"/>
              <a:ea typeface="黑体" panose="02010609060101010101" pitchFamily="49" charset="-122"/>
            </a:endParaRPr>
          </a:p>
        </p:txBody>
      </p:sp>
      <p:graphicFrame>
        <p:nvGraphicFramePr>
          <p:cNvPr id="4194343" name="Object 3"/>
          <p:cNvGraphicFramePr>
            <a:graphicFrameLocks noChangeAspect="1"/>
          </p:cNvGraphicFramePr>
          <p:nvPr/>
        </p:nvGraphicFramePr>
        <p:xfrm>
          <a:off x="2655888" y="2415540"/>
          <a:ext cx="5453062" cy="2241550"/>
        </p:xfrm>
        <a:graphic>
          <a:graphicData uri="http://schemas.openxmlformats.org/presentationml/2006/ole">
            <mc:AlternateContent xmlns:mc="http://schemas.openxmlformats.org/markup-compatibility/2006">
              <mc:Choice xmlns:v="urn:schemas-microsoft-com:vml" Requires="v">
                <p:oleObj spid="_x0000_s19501" name="Equation" showAsIcon="1" r:id="rId1" imgW="55473600" imgH="22555200" progId="Equation.DSMT4">
                  <p:embed/>
                </p:oleObj>
              </mc:Choice>
              <mc:Fallback>
                <p:oleObj name="Equation" showAsIcon="1" r:id="rId1" imgW="55473600" imgH="22555200" progId="Equation.DSMT4">
                  <p:embed/>
                  <p:pic>
                    <p:nvPicPr>
                      <p:cNvPr id="0" name="图片 19500"/>
                      <p:cNvPicPr>
                        <a:picLocks noChangeAspect="1" noChangeArrowheads="1"/>
                      </p:cNvPicPr>
                      <p:nvPr/>
                    </p:nvPicPr>
                    <p:blipFill>
                      <a:blip r:embed="rId2"/>
                      <a:srcRect/>
                      <a:stretch>
                        <a:fillRect/>
                      </a:stretch>
                    </p:blipFill>
                    <p:spPr bwMode="auto">
                      <a:xfrm>
                        <a:off x="2655888" y="2415540"/>
                        <a:ext cx="5453062" cy="2241550"/>
                      </a:xfrm>
                      <a:prstGeom prst="rect">
                        <a:avLst/>
                      </a:prstGeom>
                      <a:noFill/>
                      <a:ln>
                        <a:noFill/>
                      </a:ln>
                      <a:effec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808" name=""/>
        <p:cNvGrpSpPr/>
        <p:nvPr/>
      </p:nvGrpSpPr>
      <p:grpSpPr>
        <a:xfrm>
          <a:off x="0" y="0"/>
          <a:ext cx="0" cy="0"/>
          <a:chOff x="0" y="0"/>
          <a:chExt cx="0" cy="0"/>
        </a:xfrm>
      </p:grpSpPr>
      <p:sp>
        <p:nvSpPr>
          <p:cNvPr id="1049972" name="Text Box 4"/>
          <p:cNvSpPr txBox="1">
            <a:spLocks noChangeArrowheads="1"/>
          </p:cNvSpPr>
          <p:nvPr/>
        </p:nvSpPr>
        <p:spPr bwMode="auto">
          <a:xfrm>
            <a:off x="1243330" y="2080895"/>
            <a:ext cx="8686800" cy="3171825"/>
          </a:xfrm>
          <a:prstGeom prst="rect">
            <a:avLst/>
          </a:prstGeom>
          <a:noFill/>
          <a:ln>
            <a:noFill/>
          </a:ln>
          <a:effectLst/>
        </p:spPr>
        <p:txBody>
          <a:bodyPr>
            <a:spAutoFit/>
          </a:bodyPr>
          <a:lstStyle>
            <a:lvl1pPr marL="1428750" indent="-1428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pPr>
            <a:r>
              <a:rPr kumimoji="1" lang="zh-CN" altLang="en-US" sz="2800">
                <a:solidFill>
                  <a:schemeClr val="bg1"/>
                </a:solidFill>
                <a:latin typeface="Times New Roman" panose="02020603050405020304" pitchFamily="18" charset="0"/>
                <a:ea typeface="黑体" panose="02010609060101010101" pitchFamily="49" charset="-122"/>
              </a:rPr>
              <a:t>            </a:t>
            </a:r>
            <a:r>
              <a:rPr kumimoji="1" lang="en-US" altLang="zh-CN" sz="2800" b="1">
                <a:solidFill>
                  <a:schemeClr val="tx2"/>
                </a:solidFill>
                <a:latin typeface="Times New Roman" panose="02020603050405020304" pitchFamily="18" charset="0"/>
                <a:ea typeface="黑体" panose="02010609060101010101" pitchFamily="49" charset="-122"/>
              </a:rPr>
              <a:t>2. </a:t>
            </a:r>
            <a:r>
              <a:rPr kumimoji="1" lang="zh-CN" altLang="en-US" sz="2800" b="1">
                <a:solidFill>
                  <a:schemeClr val="tx2"/>
                </a:solidFill>
                <a:latin typeface="Times New Roman" panose="02020603050405020304" pitchFamily="18" charset="0"/>
                <a:ea typeface="黑体" panose="02010609060101010101" pitchFamily="49" charset="-122"/>
              </a:rPr>
              <a:t>互阻 </a:t>
            </a:r>
            <a:r>
              <a:rPr kumimoji="1" lang="en-US" altLang="zh-CN" sz="2800" b="1">
                <a:solidFill>
                  <a:schemeClr val="tx2"/>
                </a:solidFill>
                <a:latin typeface="Times New Roman" panose="02020603050405020304" pitchFamily="18" charset="0"/>
                <a:ea typeface="黑体" panose="02010609060101010101" pitchFamily="49" charset="-122"/>
              </a:rPr>
              <a:t>R</a:t>
            </a:r>
            <a:r>
              <a:rPr kumimoji="1" lang="en-US" altLang="zh-CN" sz="2800" b="1" baseline="-25000">
                <a:solidFill>
                  <a:schemeClr val="tx2"/>
                </a:solidFill>
                <a:latin typeface="Times New Roman" panose="02020603050405020304" pitchFamily="18" charset="0"/>
                <a:ea typeface="黑体" panose="02010609060101010101" pitchFamily="49" charset="-122"/>
              </a:rPr>
              <a:t>kj</a:t>
            </a:r>
            <a:r>
              <a:rPr kumimoji="1" lang="en-US" altLang="zh-CN" sz="2800" b="1">
                <a:solidFill>
                  <a:schemeClr val="tx2"/>
                </a:solidFill>
                <a:latin typeface="Times New Roman" panose="02020603050405020304" pitchFamily="18" charset="0"/>
                <a:ea typeface="黑体" panose="02010609060101010101" pitchFamily="49" charset="-122"/>
              </a:rPr>
              <a:t> </a:t>
            </a:r>
            <a:r>
              <a:rPr kumimoji="1" lang="zh-CN" altLang="en-US" sz="2800" b="1">
                <a:solidFill>
                  <a:schemeClr val="tx2"/>
                </a:solidFill>
                <a:latin typeface="Times New Roman" panose="02020603050405020304" pitchFamily="18" charset="0"/>
                <a:ea typeface="黑体" panose="02010609060101010101" pitchFamily="49" charset="-122"/>
              </a:rPr>
              <a:t>为网孔 </a:t>
            </a:r>
            <a:r>
              <a:rPr kumimoji="1" lang="en-US" altLang="zh-CN" sz="2800" b="1">
                <a:solidFill>
                  <a:schemeClr val="tx2"/>
                </a:solidFill>
                <a:latin typeface="Times New Roman" panose="02020603050405020304" pitchFamily="18" charset="0"/>
                <a:ea typeface="黑体" panose="02010609060101010101" pitchFamily="49" charset="-122"/>
              </a:rPr>
              <a:t>k </a:t>
            </a:r>
            <a:r>
              <a:rPr kumimoji="1" lang="zh-CN" altLang="en-US" sz="2800" b="1">
                <a:solidFill>
                  <a:schemeClr val="tx2"/>
                </a:solidFill>
                <a:latin typeface="Times New Roman" panose="02020603050405020304" pitchFamily="18" charset="0"/>
                <a:ea typeface="黑体" panose="02010609060101010101" pitchFamily="49" charset="-122"/>
              </a:rPr>
              <a:t>与 </a:t>
            </a:r>
            <a:r>
              <a:rPr kumimoji="1" lang="en-US" altLang="zh-CN" sz="2800" b="1">
                <a:solidFill>
                  <a:schemeClr val="tx2"/>
                </a:solidFill>
                <a:latin typeface="Times New Roman" panose="02020603050405020304" pitchFamily="18" charset="0"/>
                <a:ea typeface="黑体" panose="02010609060101010101" pitchFamily="49" charset="-122"/>
              </a:rPr>
              <a:t>j </a:t>
            </a:r>
            <a:r>
              <a:rPr kumimoji="1" lang="zh-CN" altLang="en-US" sz="2800" b="1">
                <a:solidFill>
                  <a:schemeClr val="tx2"/>
                </a:solidFill>
                <a:latin typeface="Times New Roman" panose="02020603050405020304" pitchFamily="18" charset="0"/>
                <a:ea typeface="黑体" panose="02010609060101010101" pitchFamily="49" charset="-122"/>
              </a:rPr>
              <a:t>的公共支路中的电阻，可能为正、负和零；</a:t>
            </a:r>
            <a:endParaRPr kumimoji="1" lang="zh-CN" altLang="en-US" sz="2800" b="1">
              <a:solidFill>
                <a:schemeClr val="tx2"/>
              </a:solidFill>
              <a:latin typeface="Times New Roman" panose="02020603050405020304" pitchFamily="18" charset="0"/>
              <a:ea typeface="黑体" panose="02010609060101010101" pitchFamily="49" charset="-122"/>
            </a:endParaRPr>
          </a:p>
          <a:p>
            <a:pPr eaLnBrk="1" hangingPunct="1">
              <a:lnSpc>
                <a:spcPct val="105000"/>
              </a:lnSpc>
            </a:pPr>
            <a:r>
              <a:rPr kumimoji="1" lang="zh-CN" altLang="en-US" sz="2800" b="1">
                <a:solidFill>
                  <a:schemeClr val="tx2"/>
                </a:solidFill>
                <a:latin typeface="Times New Roman" panose="02020603050405020304" pitchFamily="18" charset="0"/>
                <a:ea typeface="黑体" panose="02010609060101010101" pitchFamily="49" charset="-122"/>
              </a:rPr>
              <a:t>            </a:t>
            </a:r>
            <a:r>
              <a:rPr kumimoji="1" lang="en-US" altLang="zh-CN" sz="2800" b="1">
                <a:solidFill>
                  <a:schemeClr val="tx2"/>
                </a:solidFill>
                <a:latin typeface="Times New Roman" panose="02020603050405020304" pitchFamily="18" charset="0"/>
                <a:ea typeface="黑体" panose="02010609060101010101" pitchFamily="49" charset="-122"/>
              </a:rPr>
              <a:t>3. u</a:t>
            </a:r>
            <a:r>
              <a:rPr kumimoji="1" lang="en-US" altLang="zh-CN" sz="2800" b="1" baseline="-25000">
                <a:solidFill>
                  <a:schemeClr val="tx2"/>
                </a:solidFill>
                <a:latin typeface="Times New Roman" panose="02020603050405020304" pitchFamily="18" charset="0"/>
                <a:ea typeface="黑体" panose="02010609060101010101" pitchFamily="49" charset="-122"/>
              </a:rPr>
              <a:t>Skk </a:t>
            </a:r>
            <a:r>
              <a:rPr kumimoji="1" lang="zh-CN" altLang="en-US" sz="2800" b="1">
                <a:solidFill>
                  <a:schemeClr val="tx2"/>
                </a:solidFill>
                <a:latin typeface="Times New Roman" panose="02020603050405020304" pitchFamily="18" charset="0"/>
                <a:ea typeface="黑体" panose="02010609060101010101" pitchFamily="49" charset="-122"/>
              </a:rPr>
              <a:t>为网孔 </a:t>
            </a:r>
            <a:r>
              <a:rPr kumimoji="1" lang="en-US" altLang="zh-CN" sz="2800" b="1">
                <a:solidFill>
                  <a:schemeClr val="tx2"/>
                </a:solidFill>
                <a:latin typeface="Times New Roman" panose="02020603050405020304" pitchFamily="18" charset="0"/>
                <a:ea typeface="黑体" panose="02010609060101010101" pitchFamily="49" charset="-122"/>
              </a:rPr>
              <a:t>k </a:t>
            </a:r>
            <a:r>
              <a:rPr kumimoji="1" lang="zh-CN" altLang="en-US" sz="2800" b="1">
                <a:solidFill>
                  <a:schemeClr val="tx2"/>
                </a:solidFill>
                <a:latin typeface="Times New Roman" panose="02020603050405020304" pitchFamily="18" charset="0"/>
                <a:ea typeface="黑体" panose="02010609060101010101" pitchFamily="49" charset="-122"/>
              </a:rPr>
              <a:t>中沿 </a:t>
            </a:r>
            <a:r>
              <a:rPr kumimoji="1" lang="en-US" altLang="zh-CN" sz="2800" b="1">
                <a:solidFill>
                  <a:schemeClr val="tx2"/>
                </a:solidFill>
                <a:latin typeface="Times New Roman" panose="02020603050405020304" pitchFamily="18" charset="0"/>
                <a:ea typeface="黑体" panose="02010609060101010101" pitchFamily="49" charset="-122"/>
              </a:rPr>
              <a:t>I</a:t>
            </a:r>
            <a:r>
              <a:rPr kumimoji="1" lang="en-US" altLang="zh-CN" sz="2800" b="1" baseline="-25000">
                <a:solidFill>
                  <a:schemeClr val="tx2"/>
                </a:solidFill>
                <a:latin typeface="Times New Roman" panose="02020603050405020304" pitchFamily="18" charset="0"/>
                <a:ea typeface="黑体" panose="02010609060101010101" pitchFamily="49" charset="-122"/>
              </a:rPr>
              <a:t>mk </a:t>
            </a:r>
            <a:r>
              <a:rPr kumimoji="1" lang="zh-CN" altLang="en-US" sz="2800" b="1">
                <a:solidFill>
                  <a:schemeClr val="tx2"/>
                </a:solidFill>
                <a:latin typeface="Times New Roman" panose="02020603050405020304" pitchFamily="18" charset="0"/>
                <a:ea typeface="黑体" panose="02010609060101010101" pitchFamily="49" charset="-122"/>
              </a:rPr>
              <a:t>的绕行方向所有电源的电压升的代数和；</a:t>
            </a:r>
            <a:endParaRPr kumimoji="1" lang="zh-CN" altLang="en-US" sz="2800" b="1">
              <a:solidFill>
                <a:schemeClr val="tx2"/>
              </a:solidFill>
              <a:latin typeface="Times New Roman" panose="02020603050405020304" pitchFamily="18" charset="0"/>
              <a:ea typeface="黑体" panose="02010609060101010101" pitchFamily="49" charset="-122"/>
            </a:endParaRPr>
          </a:p>
          <a:p>
            <a:pPr eaLnBrk="1" hangingPunct="1">
              <a:lnSpc>
                <a:spcPct val="105000"/>
              </a:lnSpc>
            </a:pPr>
            <a:r>
              <a:rPr kumimoji="1" lang="zh-CN" altLang="en-US" sz="2800" b="1">
                <a:solidFill>
                  <a:schemeClr val="tx2"/>
                </a:solidFill>
                <a:latin typeface="Times New Roman" panose="02020603050405020304" pitchFamily="18" charset="0"/>
                <a:ea typeface="黑体" panose="02010609060101010101" pitchFamily="49" charset="-122"/>
              </a:rPr>
              <a:t>            </a:t>
            </a:r>
            <a:r>
              <a:rPr kumimoji="1" lang="en-US" altLang="zh-CN" sz="2800" b="1">
                <a:solidFill>
                  <a:schemeClr val="tx2"/>
                </a:solidFill>
                <a:latin typeface="Times New Roman" panose="02020603050405020304" pitchFamily="18" charset="0"/>
                <a:ea typeface="黑体" panose="02010609060101010101" pitchFamily="49" charset="-122"/>
              </a:rPr>
              <a:t>4. </a:t>
            </a:r>
            <a:r>
              <a:rPr kumimoji="1" lang="zh-CN" altLang="en-US" sz="2800" b="1">
                <a:solidFill>
                  <a:schemeClr val="tx2"/>
                </a:solidFill>
                <a:latin typeface="Times New Roman" panose="02020603050405020304" pitchFamily="18" charset="0"/>
                <a:ea typeface="黑体" panose="02010609060101010101" pitchFamily="49" charset="-122"/>
              </a:rPr>
              <a:t>无受控源时，有 </a:t>
            </a:r>
            <a:r>
              <a:rPr kumimoji="1" lang="en-US" altLang="zh-CN" sz="2800" b="1">
                <a:solidFill>
                  <a:schemeClr val="tx2"/>
                </a:solidFill>
                <a:latin typeface="Times New Roman" panose="02020603050405020304" pitchFamily="18" charset="0"/>
                <a:ea typeface="黑体" panose="02010609060101010101" pitchFamily="49" charset="-122"/>
              </a:rPr>
              <a:t>R</a:t>
            </a:r>
            <a:r>
              <a:rPr kumimoji="1" lang="en-US" altLang="zh-CN" sz="2800" b="1" baseline="-25000">
                <a:solidFill>
                  <a:schemeClr val="tx2"/>
                </a:solidFill>
                <a:latin typeface="Times New Roman" panose="02020603050405020304" pitchFamily="18" charset="0"/>
                <a:ea typeface="黑体" panose="02010609060101010101" pitchFamily="49" charset="-122"/>
              </a:rPr>
              <a:t>kj</a:t>
            </a:r>
            <a:r>
              <a:rPr kumimoji="1" lang="en-US" altLang="zh-CN" sz="2800" b="1">
                <a:solidFill>
                  <a:schemeClr val="tx2"/>
                </a:solidFill>
                <a:latin typeface="Times New Roman" panose="02020603050405020304" pitchFamily="18" charset="0"/>
                <a:ea typeface="黑体" panose="02010609060101010101" pitchFamily="49" charset="-122"/>
              </a:rPr>
              <a:t> = R</a:t>
            </a:r>
            <a:r>
              <a:rPr kumimoji="1" lang="en-US" altLang="zh-CN" sz="2800" b="1" baseline="-25000">
                <a:solidFill>
                  <a:schemeClr val="tx2"/>
                </a:solidFill>
                <a:latin typeface="Times New Roman" panose="02020603050405020304" pitchFamily="18" charset="0"/>
                <a:ea typeface="黑体" panose="02010609060101010101" pitchFamily="49" charset="-122"/>
              </a:rPr>
              <a:t>jk </a:t>
            </a:r>
            <a:r>
              <a:rPr kumimoji="1" lang="zh-CN" altLang="en-US" sz="2800" b="1">
                <a:solidFill>
                  <a:schemeClr val="tx2"/>
                </a:solidFill>
                <a:latin typeface="Times New Roman" panose="02020603050405020304" pitchFamily="18" charset="0"/>
                <a:ea typeface="黑体" panose="02010609060101010101" pitchFamily="49" charset="-122"/>
              </a:rPr>
              <a:t>；</a:t>
            </a:r>
            <a:endParaRPr kumimoji="1" lang="zh-CN" altLang="en-US" sz="2800" b="1">
              <a:solidFill>
                <a:schemeClr val="tx2"/>
              </a:solidFill>
              <a:latin typeface="Times New Roman" panose="02020603050405020304" pitchFamily="18" charset="0"/>
              <a:ea typeface="黑体" panose="02010609060101010101" pitchFamily="49" charset="-122"/>
            </a:endParaRPr>
          </a:p>
          <a:p>
            <a:pPr eaLnBrk="1" hangingPunct="1">
              <a:lnSpc>
                <a:spcPct val="105000"/>
              </a:lnSpc>
            </a:pPr>
            <a:r>
              <a:rPr kumimoji="1" lang="zh-CN" altLang="en-US" sz="2800" b="1">
                <a:solidFill>
                  <a:schemeClr val="tx2"/>
                </a:solidFill>
                <a:latin typeface="Times New Roman" panose="02020603050405020304" pitchFamily="18" charset="0"/>
                <a:ea typeface="黑体" panose="02010609060101010101" pitchFamily="49" charset="-122"/>
              </a:rPr>
              <a:t>            </a:t>
            </a:r>
            <a:r>
              <a:rPr kumimoji="1" lang="en-US" altLang="zh-CN" sz="2800" b="1">
                <a:solidFill>
                  <a:schemeClr val="tx2"/>
                </a:solidFill>
                <a:latin typeface="Times New Roman" panose="02020603050405020304" pitchFamily="18" charset="0"/>
                <a:ea typeface="黑体" panose="02010609060101010101" pitchFamily="49" charset="-122"/>
              </a:rPr>
              <a:t>5. </a:t>
            </a:r>
            <a:r>
              <a:rPr kumimoji="1" lang="zh-CN" altLang="en-US" sz="2800" b="1">
                <a:solidFill>
                  <a:schemeClr val="tx2"/>
                </a:solidFill>
                <a:latin typeface="Times New Roman" panose="02020603050405020304" pitchFamily="18" charset="0"/>
                <a:ea typeface="黑体" panose="02010609060101010101" pitchFamily="49" charset="-122"/>
              </a:rPr>
              <a:t>本质为 </a:t>
            </a:r>
            <a:r>
              <a:rPr kumimoji="1" lang="en-US" altLang="zh-CN" sz="2800" b="1">
                <a:solidFill>
                  <a:schemeClr val="tx2"/>
                </a:solidFill>
                <a:latin typeface="Times New Roman" panose="02020603050405020304" pitchFamily="18" charset="0"/>
                <a:ea typeface="黑体" panose="02010609060101010101" pitchFamily="49" charset="-122"/>
              </a:rPr>
              <a:t>KVL</a:t>
            </a:r>
            <a:r>
              <a:rPr kumimoji="1" lang="zh-CN" altLang="en-US" sz="2800" b="1">
                <a:solidFill>
                  <a:schemeClr val="tx2"/>
                </a:solidFill>
                <a:latin typeface="Times New Roman" panose="02020603050405020304" pitchFamily="18" charset="0"/>
                <a:ea typeface="黑体" panose="02010609060101010101" pitchFamily="49" charset="-122"/>
              </a:rPr>
              <a:t>；</a:t>
            </a:r>
            <a:endParaRPr kumimoji="1" lang="zh-CN" altLang="en-US" sz="2800" b="1">
              <a:solidFill>
                <a:schemeClr val="tx2"/>
              </a:solidFill>
              <a:latin typeface="Times New Roman" panose="02020603050405020304" pitchFamily="18" charset="0"/>
              <a:ea typeface="黑体" panose="02010609060101010101" pitchFamily="49" charset="-122"/>
            </a:endParaRPr>
          </a:p>
          <a:p>
            <a:pPr eaLnBrk="1" hangingPunct="1">
              <a:lnSpc>
                <a:spcPct val="105000"/>
              </a:lnSpc>
            </a:pPr>
            <a:r>
              <a:rPr kumimoji="1" lang="zh-CN" altLang="en-US" sz="2800" b="1">
                <a:solidFill>
                  <a:srgbClr val="FF0000"/>
                </a:solidFill>
                <a:latin typeface="Times New Roman" panose="02020603050405020304" pitchFamily="18" charset="0"/>
                <a:ea typeface="黑体" panose="02010609060101010101" pitchFamily="49" charset="-122"/>
              </a:rPr>
              <a:t>            </a:t>
            </a:r>
            <a:r>
              <a:rPr kumimoji="1" lang="en-US" altLang="zh-CN" sz="2800" b="1">
                <a:solidFill>
                  <a:srgbClr val="FF0000"/>
                </a:solidFill>
                <a:latin typeface="Times New Roman" panose="02020603050405020304" pitchFamily="18" charset="0"/>
                <a:ea typeface="黑体" panose="02010609060101010101" pitchFamily="49" charset="-122"/>
              </a:rPr>
              <a:t>6. </a:t>
            </a:r>
            <a:r>
              <a:rPr kumimoji="1" lang="zh-CN" altLang="en-US" sz="2800" b="1">
                <a:solidFill>
                  <a:srgbClr val="FF0000"/>
                </a:solidFill>
                <a:latin typeface="Times New Roman" panose="02020603050405020304" pitchFamily="18" charset="0"/>
                <a:ea typeface="黑体" panose="02010609060101010101" pitchFamily="49" charset="-122"/>
              </a:rPr>
              <a:t>仅适用于平面电路。</a:t>
            </a:r>
            <a:endParaRPr kumimoji="1" lang="zh-CN" altLang="en-US" sz="2800" b="1">
              <a:solidFill>
                <a:srgbClr val="FF0000"/>
              </a:solidFill>
              <a:latin typeface="Times New Roman" panose="02020603050405020304" pitchFamily="18" charset="0"/>
              <a:ea typeface="黑体" panose="02010609060101010101" pitchFamily="49" charset="-122"/>
            </a:endParaRPr>
          </a:p>
        </p:txBody>
      </p:sp>
      <p:sp>
        <p:nvSpPr>
          <p:cNvPr id="1049973" name="Rectangle 5"/>
          <p:cNvSpPr>
            <a:spLocks noChangeArrowheads="1"/>
          </p:cNvSpPr>
          <p:nvPr/>
        </p:nvSpPr>
        <p:spPr bwMode="auto">
          <a:xfrm>
            <a:off x="1232218" y="1561783"/>
            <a:ext cx="9047480" cy="5105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2"/>
                </a:solidFill>
                <a:latin typeface="Times New Roman" panose="02020603050405020304" pitchFamily="18" charset="0"/>
                <a:ea typeface="黑体" panose="02010609060101010101" pitchFamily="49" charset="-122"/>
              </a:rPr>
              <a:t>特点：</a:t>
            </a:r>
            <a:r>
              <a:rPr kumimoji="1" lang="en-US" altLang="zh-CN" sz="2800" b="1">
                <a:solidFill>
                  <a:schemeClr val="tx2"/>
                </a:solidFill>
                <a:latin typeface="Times New Roman" panose="02020603050405020304" pitchFamily="18" charset="0"/>
                <a:ea typeface="黑体" panose="02010609060101010101" pitchFamily="49" charset="-122"/>
              </a:rPr>
              <a:t>1. </a:t>
            </a:r>
            <a:r>
              <a:rPr kumimoji="1" lang="zh-CN" altLang="en-US" sz="2800" b="1">
                <a:solidFill>
                  <a:schemeClr val="tx2"/>
                </a:solidFill>
                <a:latin typeface="Times New Roman" panose="02020603050405020304" pitchFamily="18" charset="0"/>
                <a:ea typeface="黑体" panose="02010609060101010101" pitchFamily="49" charset="-122"/>
              </a:rPr>
              <a:t>自阻 </a:t>
            </a:r>
            <a:r>
              <a:rPr kumimoji="1" lang="en-US" altLang="zh-CN" sz="2800" b="1">
                <a:solidFill>
                  <a:schemeClr val="tx2"/>
                </a:solidFill>
                <a:latin typeface="Times New Roman" panose="02020603050405020304" pitchFamily="18" charset="0"/>
                <a:ea typeface="黑体" panose="02010609060101010101" pitchFamily="49" charset="-122"/>
              </a:rPr>
              <a:t>R</a:t>
            </a:r>
            <a:r>
              <a:rPr kumimoji="1" lang="en-US" altLang="zh-CN" sz="2800" b="1" baseline="-25000">
                <a:solidFill>
                  <a:schemeClr val="tx2"/>
                </a:solidFill>
                <a:latin typeface="Times New Roman" panose="02020603050405020304" pitchFamily="18" charset="0"/>
                <a:ea typeface="黑体" panose="02010609060101010101" pitchFamily="49" charset="-122"/>
              </a:rPr>
              <a:t>kk </a:t>
            </a:r>
            <a:r>
              <a:rPr kumimoji="1" lang="zh-CN" altLang="en-US" sz="2800" b="1">
                <a:solidFill>
                  <a:schemeClr val="tx2"/>
                </a:solidFill>
                <a:latin typeface="Times New Roman" panose="02020603050405020304" pitchFamily="18" charset="0"/>
                <a:ea typeface="黑体" panose="02010609060101010101" pitchFamily="49" charset="-122"/>
              </a:rPr>
              <a:t>为网孔 </a:t>
            </a:r>
            <a:r>
              <a:rPr kumimoji="1" lang="en-US" altLang="zh-CN" sz="2800" b="1">
                <a:solidFill>
                  <a:schemeClr val="tx2"/>
                </a:solidFill>
                <a:latin typeface="Times New Roman" panose="02020603050405020304" pitchFamily="18" charset="0"/>
                <a:ea typeface="黑体" panose="02010609060101010101" pitchFamily="49" charset="-122"/>
              </a:rPr>
              <a:t>k </a:t>
            </a:r>
            <a:r>
              <a:rPr kumimoji="1" lang="zh-CN" altLang="en-US" sz="2800" b="1">
                <a:solidFill>
                  <a:schemeClr val="tx2"/>
                </a:solidFill>
                <a:latin typeface="Times New Roman" panose="02020603050405020304" pitchFamily="18" charset="0"/>
                <a:ea typeface="黑体" panose="02010609060101010101" pitchFamily="49" charset="-122"/>
              </a:rPr>
              <a:t>的所有电阻之和，总是正的；</a:t>
            </a:r>
            <a:endParaRPr kumimoji="1" lang="zh-CN" altLang="en-US" sz="2800" b="1">
              <a:solidFill>
                <a:schemeClr val="tx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bldLst>
      <p:bldP spid="1049972" grpId="0" autoUpdateAnimBg="0" uiExpand="1" build="p"/>
      <p:bldP spid="1049973" grpId="0"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828" name=""/>
        <p:cNvGrpSpPr/>
        <p:nvPr/>
      </p:nvGrpSpPr>
      <p:grpSpPr>
        <a:xfrm>
          <a:off x="0" y="0"/>
          <a:ext cx="0" cy="0"/>
          <a:chOff x="0" y="0"/>
          <a:chExt cx="0" cy="0"/>
        </a:xfrm>
      </p:grpSpPr>
      <p:sp>
        <p:nvSpPr>
          <p:cNvPr id="1049986" name="Rectangle 5"/>
          <p:cNvSpPr>
            <a:spLocks noChangeArrowheads="1"/>
          </p:cNvSpPr>
          <p:nvPr/>
        </p:nvSpPr>
        <p:spPr bwMode="auto">
          <a:xfrm>
            <a:off x="1232218" y="1561783"/>
            <a:ext cx="1846580" cy="5105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2"/>
                </a:solidFill>
                <a:latin typeface="Times New Roman" panose="02020603050405020304" pitchFamily="18" charset="0"/>
                <a:ea typeface="黑体" panose="02010609060101010101" pitchFamily="49" charset="-122"/>
              </a:rPr>
              <a:t>例</a:t>
            </a:r>
            <a:r>
              <a:rPr kumimoji="1" lang="en-US" altLang="zh-CN" sz="2800" b="1">
                <a:solidFill>
                  <a:schemeClr val="tx2"/>
                </a:solidFill>
                <a:latin typeface="Times New Roman" panose="02020603050405020304" pitchFamily="18" charset="0"/>
                <a:ea typeface="黑体" panose="02010609060101010101" pitchFamily="49" charset="-122"/>
              </a:rPr>
              <a:t>3-1 </a:t>
            </a:r>
            <a:r>
              <a:rPr kumimoji="1" lang="en-US" altLang="zh-CN" sz="2800" b="1">
                <a:solidFill>
                  <a:schemeClr val="tx2"/>
                </a:solidFill>
                <a:latin typeface="Times New Roman" panose="02020603050405020304" pitchFamily="18" charset="0"/>
                <a:ea typeface="黑体" panose="02010609060101010101" pitchFamily="49" charset="-122"/>
              </a:rPr>
              <a:t>P62</a:t>
            </a:r>
            <a:endParaRPr kumimoji="1" lang="zh-CN" altLang="en-US" sz="2800" b="1">
              <a:solidFill>
                <a:schemeClr val="tx2"/>
              </a:solidFill>
              <a:latin typeface="Times New Roman" panose="02020603050405020304" pitchFamily="18" charset="0"/>
              <a:ea typeface="黑体" panose="02010609060101010101" pitchFamily="49" charset="-122"/>
            </a:endParaRPr>
          </a:p>
        </p:txBody>
      </p:sp>
      <p:pic>
        <p:nvPicPr>
          <p:cNvPr id="2097301" name="图片 2"/>
          <p:cNvPicPr>
            <a:picLocks noChangeAspect="1"/>
          </p:cNvPicPr>
          <p:nvPr/>
        </p:nvPicPr>
        <p:blipFill>
          <a:blip r:embed="rId1"/>
          <a:stretch>
            <a:fillRect/>
          </a:stretch>
        </p:blipFill>
        <p:spPr>
          <a:xfrm>
            <a:off x="3571875" y="1246505"/>
            <a:ext cx="7065645" cy="4354830"/>
          </a:xfrm>
          <a:prstGeom prst="rect">
            <a:avLst/>
          </a:prstGeom>
        </p:spPr>
      </p:pic>
    </p:spTree>
  </p:cSld>
  <p:clrMapOvr>
    <a:masterClrMapping/>
  </p:clrMapOvr>
  <p:timing>
    <p:tnLst>
      <p:par>
        <p:cTn id="1" dur="indefinite" restart="never" nodeType="tmRoot"/>
      </p:par>
    </p:tnLst>
    <p:bldLst>
      <p:bldP spid="1049986" grpId="0" autoUpdateAnimBg="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848" name=""/>
        <p:cNvGrpSpPr/>
        <p:nvPr/>
      </p:nvGrpSpPr>
      <p:grpSpPr>
        <a:xfrm>
          <a:off x="0" y="0"/>
          <a:ext cx="0" cy="0"/>
          <a:chOff x="0" y="0"/>
          <a:chExt cx="0" cy="0"/>
        </a:xfrm>
      </p:grpSpPr>
      <p:sp>
        <p:nvSpPr>
          <p:cNvPr id="1049999" name="Rectangle 5"/>
          <p:cNvSpPr>
            <a:spLocks noChangeArrowheads="1"/>
          </p:cNvSpPr>
          <p:nvPr/>
        </p:nvSpPr>
        <p:spPr bwMode="auto">
          <a:xfrm>
            <a:off x="1232218" y="1561783"/>
            <a:ext cx="1846580" cy="5105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2"/>
                </a:solidFill>
                <a:latin typeface="Times New Roman" panose="02020603050405020304" pitchFamily="18" charset="0"/>
                <a:ea typeface="黑体" panose="02010609060101010101" pitchFamily="49" charset="-122"/>
              </a:rPr>
              <a:t>例</a:t>
            </a:r>
            <a:r>
              <a:rPr kumimoji="1" lang="en-US" altLang="zh-CN" sz="2800" b="1">
                <a:solidFill>
                  <a:schemeClr val="tx2"/>
                </a:solidFill>
                <a:latin typeface="Times New Roman" panose="02020603050405020304" pitchFamily="18" charset="0"/>
                <a:ea typeface="黑体" panose="02010609060101010101" pitchFamily="49" charset="-122"/>
              </a:rPr>
              <a:t>3-1 </a:t>
            </a:r>
            <a:r>
              <a:rPr kumimoji="1" lang="en-US" altLang="zh-CN" sz="2800" b="1">
                <a:solidFill>
                  <a:schemeClr val="tx2"/>
                </a:solidFill>
                <a:latin typeface="Times New Roman" panose="02020603050405020304" pitchFamily="18" charset="0"/>
                <a:ea typeface="黑体" panose="02010609060101010101" pitchFamily="49" charset="-122"/>
              </a:rPr>
              <a:t>P62</a:t>
            </a:r>
            <a:endParaRPr kumimoji="1" lang="zh-CN" altLang="en-US" sz="2800" b="1">
              <a:solidFill>
                <a:schemeClr val="tx2"/>
              </a:solidFill>
              <a:latin typeface="Times New Roman" panose="02020603050405020304" pitchFamily="18" charset="0"/>
              <a:ea typeface="黑体" panose="02010609060101010101" pitchFamily="49" charset="-122"/>
            </a:endParaRPr>
          </a:p>
        </p:txBody>
      </p:sp>
      <p:pic>
        <p:nvPicPr>
          <p:cNvPr id="2097303" name="图片 1"/>
          <p:cNvPicPr>
            <a:picLocks noChangeAspect="1"/>
          </p:cNvPicPr>
          <p:nvPr/>
        </p:nvPicPr>
        <p:blipFill>
          <a:blip r:embed="rId1"/>
          <a:stretch>
            <a:fillRect/>
          </a:stretch>
        </p:blipFill>
        <p:spPr>
          <a:xfrm>
            <a:off x="3994150" y="932180"/>
            <a:ext cx="7900670" cy="5092700"/>
          </a:xfrm>
          <a:prstGeom prst="rect">
            <a:avLst/>
          </a:prstGeom>
        </p:spPr>
      </p:pic>
      <p:pic>
        <p:nvPicPr>
          <p:cNvPr id="2097304" name="图片 2"/>
          <p:cNvPicPr>
            <a:picLocks noChangeAspect="1"/>
          </p:cNvPicPr>
          <p:nvPr/>
        </p:nvPicPr>
        <p:blipFill>
          <a:blip r:embed="rId2"/>
          <a:stretch>
            <a:fillRect/>
          </a:stretch>
        </p:blipFill>
        <p:spPr>
          <a:xfrm>
            <a:off x="203200" y="2544445"/>
            <a:ext cx="3585845" cy="2210435"/>
          </a:xfrm>
          <a:prstGeom prst="rect">
            <a:avLst/>
          </a:prstGeom>
        </p:spPr>
      </p:pic>
    </p:spTree>
  </p:cSld>
  <p:clrMapOvr>
    <a:masterClrMapping/>
  </p:clrMapOvr>
  <p:timing>
    <p:tnLst>
      <p:par>
        <p:cTn id="1" dur="indefinite" restart="never" nodeType="tmRoot"/>
      </p:par>
    </p:tnLst>
    <p:bldLst>
      <p:bldP spid="1049999" grpId="0" autoUpdateAnimBg="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868" name=""/>
        <p:cNvGrpSpPr/>
        <p:nvPr/>
      </p:nvGrpSpPr>
      <p:grpSpPr>
        <a:xfrm>
          <a:off x="0" y="0"/>
          <a:ext cx="0" cy="0"/>
          <a:chOff x="0" y="0"/>
          <a:chExt cx="0" cy="0"/>
        </a:xfrm>
      </p:grpSpPr>
      <p:sp>
        <p:nvSpPr>
          <p:cNvPr id="1050012" name="Text Box 5"/>
          <p:cNvSpPr txBox="1">
            <a:spLocks noChangeArrowheads="1"/>
          </p:cNvSpPr>
          <p:nvPr/>
        </p:nvSpPr>
        <p:spPr bwMode="auto">
          <a:xfrm>
            <a:off x="4308793" y="1978343"/>
            <a:ext cx="2520950" cy="1539241"/>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3200" b="1" dirty="0">
                <a:latin typeface="仿宋_GB2312" pitchFamily="49" charset="-122"/>
                <a:ea typeface="仿宋_GB2312" pitchFamily="49" charset="-122"/>
              </a:rPr>
              <a:t>3-5</a:t>
            </a:r>
            <a:endParaRPr kumimoji="1" lang="en-US" altLang="zh-CN" sz="3200" b="1" dirty="0">
              <a:latin typeface="仿宋_GB2312" pitchFamily="49" charset="-122"/>
              <a:ea typeface="仿宋_GB2312" pitchFamily="49" charset="-122"/>
            </a:endParaRPr>
          </a:p>
          <a:p>
            <a:pPr algn="ctr" eaLnBrk="1" hangingPunct="1"/>
            <a:r>
              <a:rPr kumimoji="1" lang="zh-CN" altLang="en-US" sz="3200" b="1" dirty="0">
                <a:latin typeface="仿宋_GB2312" pitchFamily="49" charset="-122"/>
                <a:ea typeface="仿宋_GB2312" pitchFamily="49" charset="-122"/>
              </a:rPr>
              <a:t>回路电流法</a:t>
            </a:r>
            <a:endParaRPr kumimoji="1" lang="zh-CN" altLang="en-US" sz="3200" b="1" dirty="0">
              <a:latin typeface="仿宋_GB2312" pitchFamily="49" charset="-122"/>
              <a:ea typeface="仿宋_GB2312" pitchFamily="49" charset="-122"/>
            </a:endParaRPr>
          </a:p>
          <a:p>
            <a:pPr algn="ctr" eaLnBrk="1" hangingPunct="1"/>
            <a:r>
              <a:rPr kumimoji="1" lang="en-US" altLang="zh-CN" sz="3200" b="1" dirty="0">
                <a:latin typeface="仿宋_GB2312" pitchFamily="49" charset="-122"/>
                <a:ea typeface="仿宋_GB2312" pitchFamily="49" charset="-122"/>
              </a:rPr>
              <a:t>p64</a:t>
            </a:r>
            <a:endParaRPr kumimoji="1" lang="en-US" altLang="zh-CN" sz="3200" b="1" dirty="0">
              <a:latin typeface="仿宋_GB2312" pitchFamily="49" charset="-122"/>
              <a:ea typeface="仿宋_GB2312"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888" name=""/>
        <p:cNvGrpSpPr/>
        <p:nvPr/>
      </p:nvGrpSpPr>
      <p:grpSpPr>
        <a:xfrm>
          <a:off x="0" y="0"/>
          <a:ext cx="0" cy="0"/>
          <a:chOff x="0" y="0"/>
          <a:chExt cx="0" cy="0"/>
        </a:xfrm>
      </p:grpSpPr>
      <p:sp>
        <p:nvSpPr>
          <p:cNvPr id="3" name="文本框 2"/>
          <p:cNvSpPr txBox="1"/>
          <p:nvPr/>
        </p:nvSpPr>
        <p:spPr>
          <a:xfrm>
            <a:off x="1706245" y="1576705"/>
            <a:ext cx="4780915" cy="521970"/>
          </a:xfrm>
          <a:prstGeom prst="rect">
            <a:avLst/>
          </a:prstGeom>
          <a:noFill/>
        </p:spPr>
        <p:txBody>
          <a:bodyPr wrap="square" rtlCol="0">
            <a:spAutoFit/>
          </a:bodyPr>
          <a:p>
            <a:r>
              <a:rPr lang="zh-CN" altLang="en-US" sz="2800"/>
              <a:t>平面电路和非平面电路</a:t>
            </a:r>
            <a:endParaRPr lang="zh-CN" altLang="en-US" sz="2800"/>
          </a:p>
        </p:txBody>
      </p:sp>
      <p:pic>
        <p:nvPicPr>
          <p:cNvPr id="2" name="图片 1"/>
          <p:cNvPicPr>
            <a:picLocks noChangeAspect="1"/>
          </p:cNvPicPr>
          <p:nvPr>
            <p:custDataLst>
              <p:tags r:id="rId1"/>
            </p:custDataLst>
          </p:nvPr>
        </p:nvPicPr>
        <p:blipFill>
          <a:blip r:embed="rId2"/>
          <a:stretch>
            <a:fillRect/>
          </a:stretch>
        </p:blipFill>
        <p:spPr>
          <a:xfrm>
            <a:off x="1807845" y="2549525"/>
            <a:ext cx="7258050" cy="26193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908" name=""/>
        <p:cNvGrpSpPr/>
        <p:nvPr/>
      </p:nvGrpSpPr>
      <p:grpSpPr>
        <a:xfrm>
          <a:off x="0" y="0"/>
          <a:ext cx="0" cy="0"/>
          <a:chOff x="0" y="0"/>
          <a:chExt cx="0" cy="0"/>
        </a:xfrm>
      </p:grpSpPr>
      <p:pic>
        <p:nvPicPr>
          <p:cNvPr id="2097309" name="图片 2"/>
          <p:cNvPicPr>
            <a:picLocks noChangeAspect="1"/>
          </p:cNvPicPr>
          <p:nvPr/>
        </p:nvPicPr>
        <p:blipFill>
          <a:blip r:embed="rId1"/>
          <a:stretch>
            <a:fillRect/>
          </a:stretch>
        </p:blipFill>
        <p:spPr>
          <a:xfrm>
            <a:off x="560070" y="1160145"/>
            <a:ext cx="5100955" cy="5016500"/>
          </a:xfrm>
          <a:prstGeom prst="rect">
            <a:avLst/>
          </a:prstGeom>
        </p:spPr>
      </p:pic>
      <p:sp>
        <p:nvSpPr>
          <p:cNvPr id="1050037" name="Text Box 29"/>
          <p:cNvSpPr txBox="1">
            <a:spLocks noChangeArrowheads="1"/>
          </p:cNvSpPr>
          <p:nvPr/>
        </p:nvSpPr>
        <p:spPr bwMode="auto">
          <a:xfrm>
            <a:off x="5791200" y="1772285"/>
            <a:ext cx="5523230" cy="1383665"/>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a:solidFill>
                  <a:schemeClr val="tx2"/>
                </a:solidFill>
                <a:latin typeface="Times New Roman" panose="02020603050405020304" pitchFamily="18" charset="0"/>
                <a:ea typeface="黑体" panose="02010609060101010101" pitchFamily="49" charset="-122"/>
              </a:rPr>
              <a:t>1. </a:t>
            </a:r>
            <a:r>
              <a:rPr kumimoji="1" lang="zh-CN" altLang="en-US" sz="2800">
                <a:solidFill>
                  <a:schemeClr val="tx2"/>
                </a:solidFill>
                <a:latin typeface="Times New Roman" panose="02020603050405020304" pitchFamily="18" charset="0"/>
                <a:ea typeface="黑体" panose="02010609060101010101" pitchFamily="49" charset="-122"/>
              </a:rPr>
              <a:t>树</a:t>
            </a:r>
            <a:r>
              <a:rPr kumimoji="1" lang="en-US" altLang="zh-CN" sz="2800">
                <a:solidFill>
                  <a:schemeClr val="tx2"/>
                </a:solidFill>
                <a:latin typeface="Times New Roman" panose="02020603050405020304" pitchFamily="18" charset="0"/>
                <a:ea typeface="黑体" panose="02010609060101010101" pitchFamily="49" charset="-122"/>
              </a:rPr>
              <a:t>——</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4</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5</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6</a:t>
            </a:r>
            <a:r>
              <a:rPr kumimoji="1" lang="zh-CN" altLang="en-US" sz="2800">
                <a:solidFill>
                  <a:schemeClr val="tx2"/>
                </a:solidFill>
                <a:latin typeface="Times New Roman" panose="02020603050405020304" pitchFamily="18" charset="0"/>
                <a:ea typeface="黑体" panose="02010609060101010101" pitchFamily="49" charset="-122"/>
              </a:rPr>
              <a:t>）</a:t>
            </a:r>
            <a:endParaRPr kumimoji="1" lang="zh-CN" altLang="en-US" sz="2800">
              <a:solidFill>
                <a:schemeClr val="tx2"/>
              </a:solidFill>
              <a:latin typeface="Times New Roman" panose="02020603050405020304" pitchFamily="18" charset="0"/>
              <a:ea typeface="黑体" panose="02010609060101010101" pitchFamily="49" charset="-122"/>
            </a:endParaRPr>
          </a:p>
          <a:p>
            <a:pPr eaLnBrk="1" hangingPunct="1"/>
            <a:r>
              <a:rPr kumimoji="1" lang="zh-CN" altLang="en-US" sz="2800">
                <a:solidFill>
                  <a:schemeClr val="tx2"/>
                </a:solidFill>
                <a:latin typeface="Times New Roman" panose="02020603050405020304" pitchFamily="18" charset="0"/>
                <a:ea typeface="黑体" panose="02010609060101010101" pitchFamily="49" charset="-122"/>
              </a:rPr>
              <a:t> </a:t>
            </a:r>
            <a:r>
              <a:rPr kumimoji="1" lang="en-US" altLang="zh-CN" sz="2800">
                <a:solidFill>
                  <a:schemeClr val="tx2"/>
                </a:solidFill>
                <a:latin typeface="Times New Roman" panose="02020603050405020304" pitchFamily="18" charset="0"/>
                <a:ea typeface="黑体" panose="02010609060101010101" pitchFamily="49" charset="-122"/>
              </a:rPr>
              <a:t>   </a:t>
            </a:r>
            <a:r>
              <a:rPr kumimoji="1" lang="zh-CN" altLang="en-US" sz="2800">
                <a:solidFill>
                  <a:schemeClr val="tx2"/>
                </a:solidFill>
                <a:latin typeface="Times New Roman" panose="02020603050405020304" pitchFamily="18" charset="0"/>
                <a:ea typeface="黑体" panose="02010609060101010101" pitchFamily="49" charset="-122"/>
              </a:rPr>
              <a:t>回顾，连接所有节点，但不</a:t>
            </a:r>
            <a:r>
              <a:rPr kumimoji="1" lang="zh-CN" altLang="en-US" sz="2800">
                <a:solidFill>
                  <a:schemeClr val="tx2"/>
                </a:solidFill>
                <a:latin typeface="Times New Roman" panose="02020603050405020304" pitchFamily="18" charset="0"/>
                <a:ea typeface="黑体" panose="02010609060101010101" pitchFamily="49" charset="-122"/>
              </a:rPr>
              <a:t>封闭</a:t>
            </a:r>
            <a:endParaRPr kumimoji="1" lang="zh-CN" altLang="en-US" sz="2800">
              <a:solidFill>
                <a:schemeClr val="tx2"/>
              </a:solidFill>
              <a:latin typeface="Times New Roman" panose="02020603050405020304" pitchFamily="18" charset="0"/>
              <a:ea typeface="黑体" panose="02010609060101010101" pitchFamily="49" charset="-122"/>
            </a:endParaRPr>
          </a:p>
          <a:p>
            <a:pPr eaLnBrk="1" hangingPunct="1"/>
            <a:r>
              <a:rPr kumimoji="1" lang="en-US" altLang="zh-CN" sz="2800">
                <a:solidFill>
                  <a:schemeClr val="tx2"/>
                </a:solidFill>
                <a:latin typeface="Times New Roman" panose="02020603050405020304" pitchFamily="18" charset="0"/>
                <a:ea typeface="黑体" panose="02010609060101010101" pitchFamily="49" charset="-122"/>
              </a:rPr>
              <a:t>2  </a:t>
            </a:r>
            <a:r>
              <a:rPr kumimoji="1" lang="zh-CN" altLang="en-US" sz="2800">
                <a:solidFill>
                  <a:schemeClr val="tx2"/>
                </a:solidFill>
                <a:latin typeface="Times New Roman" panose="02020603050405020304" pitchFamily="18" charset="0"/>
                <a:ea typeface="黑体" panose="02010609060101010101" pitchFamily="49" charset="-122"/>
              </a:rPr>
              <a:t>连支</a:t>
            </a:r>
            <a:r>
              <a:rPr kumimoji="1" lang="en-US" altLang="zh-CN" sz="2800">
                <a:solidFill>
                  <a:schemeClr val="tx2"/>
                </a:solidFill>
                <a:latin typeface="Times New Roman" panose="02020603050405020304" pitchFamily="18" charset="0"/>
                <a:ea typeface="黑体" panose="02010609060101010101" pitchFamily="49" charset="-122"/>
              </a:rPr>
              <a:t>——</a:t>
            </a:r>
            <a:r>
              <a:rPr kumimoji="1" lang="zh-CN" altLang="en-US" sz="2800">
                <a:solidFill>
                  <a:schemeClr val="tx2"/>
                </a:solidFill>
                <a:latin typeface="Times New Roman" panose="02020603050405020304" pitchFamily="18" charset="0"/>
                <a:ea typeface="黑体" panose="02010609060101010101" pitchFamily="49" charset="-122"/>
              </a:rPr>
              <a:t>分别加入</a:t>
            </a:r>
            <a:r>
              <a:rPr kumimoji="1" lang="en-US" altLang="zh-CN" sz="2800">
                <a:solidFill>
                  <a:schemeClr val="tx2"/>
                </a:solidFill>
                <a:latin typeface="Times New Roman" panose="02020603050405020304" pitchFamily="18" charset="0"/>
                <a:ea typeface="黑体" panose="02010609060101010101" pitchFamily="49" charset="-122"/>
              </a:rPr>
              <a:t>1</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2</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3</a:t>
            </a:r>
            <a:endParaRPr kumimoji="1" lang="en-US" altLang="zh-CN" sz="2800">
              <a:solidFill>
                <a:schemeClr val="tx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bldLst>
      <p:bldP spid="1050037" grpId="0" autoUpdateAnimBg="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928" name=""/>
        <p:cNvGrpSpPr/>
        <p:nvPr/>
      </p:nvGrpSpPr>
      <p:grpSpPr>
        <a:xfrm>
          <a:off x="0" y="0"/>
          <a:ext cx="0" cy="0"/>
          <a:chOff x="0" y="0"/>
          <a:chExt cx="0" cy="0"/>
        </a:xfrm>
      </p:grpSpPr>
      <p:pic>
        <p:nvPicPr>
          <p:cNvPr id="2097311" name="图片 3"/>
          <p:cNvPicPr>
            <a:picLocks noChangeAspect="1"/>
          </p:cNvPicPr>
          <p:nvPr/>
        </p:nvPicPr>
        <p:blipFill>
          <a:blip r:embed="rId1"/>
          <a:stretch>
            <a:fillRect/>
          </a:stretch>
        </p:blipFill>
        <p:spPr>
          <a:xfrm>
            <a:off x="361950" y="871855"/>
            <a:ext cx="5039995" cy="4078605"/>
          </a:xfrm>
          <a:prstGeom prst="rect">
            <a:avLst/>
          </a:prstGeom>
        </p:spPr>
      </p:pic>
      <p:sp>
        <p:nvSpPr>
          <p:cNvPr id="1050050" name="Text Box 29"/>
          <p:cNvSpPr txBox="1">
            <a:spLocks noChangeArrowheads="1"/>
          </p:cNvSpPr>
          <p:nvPr/>
        </p:nvSpPr>
        <p:spPr bwMode="auto">
          <a:xfrm>
            <a:off x="1636395" y="5121910"/>
            <a:ext cx="3266440" cy="52197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a:solidFill>
                  <a:schemeClr val="tx2"/>
                </a:solidFill>
                <a:latin typeface="Times New Roman" panose="02020603050405020304" pitchFamily="18" charset="0"/>
                <a:ea typeface="黑体" panose="02010609060101010101" pitchFamily="49" charset="-122"/>
              </a:rPr>
              <a:t>图</a:t>
            </a:r>
            <a:r>
              <a:rPr kumimoji="1" lang="en-US" altLang="zh-CN" sz="2800">
                <a:solidFill>
                  <a:schemeClr val="tx2"/>
                </a:solidFill>
                <a:latin typeface="Times New Roman" panose="02020603050405020304" pitchFamily="18" charset="0"/>
                <a:ea typeface="黑体" panose="02010609060101010101" pitchFamily="49" charset="-122"/>
              </a:rPr>
              <a:t>3-12 p65 </a:t>
            </a:r>
            <a:r>
              <a:rPr kumimoji="1" lang="zh-CN" altLang="en-US" sz="2800">
                <a:solidFill>
                  <a:schemeClr val="tx2"/>
                </a:solidFill>
                <a:latin typeface="Times New Roman" panose="02020603050405020304" pitchFamily="18" charset="0"/>
                <a:ea typeface="黑体" panose="02010609060101010101" pitchFamily="49" charset="-122"/>
              </a:rPr>
              <a:t>例</a:t>
            </a:r>
            <a:r>
              <a:rPr kumimoji="1" lang="en-US" altLang="zh-CN" sz="2800">
                <a:solidFill>
                  <a:schemeClr val="tx2"/>
                </a:solidFill>
                <a:latin typeface="Times New Roman" panose="02020603050405020304" pitchFamily="18" charset="0"/>
                <a:ea typeface="黑体" panose="02010609060101010101" pitchFamily="49" charset="-122"/>
              </a:rPr>
              <a:t>3-2</a:t>
            </a:r>
            <a:endParaRPr kumimoji="1" lang="en-US" altLang="zh-CN" sz="2800">
              <a:solidFill>
                <a:schemeClr val="tx2"/>
              </a:solidFill>
              <a:latin typeface="Times New Roman" panose="02020603050405020304" pitchFamily="18" charset="0"/>
              <a:ea typeface="黑体" panose="02010609060101010101" pitchFamily="49" charset="-122"/>
            </a:endParaRPr>
          </a:p>
        </p:txBody>
      </p:sp>
      <p:sp>
        <p:nvSpPr>
          <p:cNvPr id="1050051" name="Text Box 29"/>
          <p:cNvSpPr txBox="1">
            <a:spLocks noChangeArrowheads="1"/>
          </p:cNvSpPr>
          <p:nvPr/>
        </p:nvSpPr>
        <p:spPr bwMode="auto">
          <a:xfrm>
            <a:off x="6096000" y="5121910"/>
            <a:ext cx="4372610" cy="52197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a:solidFill>
                  <a:schemeClr val="tx2"/>
                </a:solidFill>
                <a:latin typeface="Times New Roman" panose="02020603050405020304" pitchFamily="18" charset="0"/>
                <a:ea typeface="黑体" panose="02010609060101010101" pitchFamily="49" charset="-122"/>
              </a:rPr>
              <a:t>树</a:t>
            </a:r>
            <a:r>
              <a:rPr kumimoji="1" lang="en-US" altLang="zh-CN" sz="2800">
                <a:solidFill>
                  <a:schemeClr val="tx2"/>
                </a:solidFill>
                <a:latin typeface="Times New Roman" panose="02020603050405020304" pitchFamily="18" charset="0"/>
                <a:ea typeface="黑体" panose="02010609060101010101" pitchFamily="49" charset="-122"/>
              </a:rPr>
              <a:t>——</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4</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5</a:t>
            </a:r>
            <a:r>
              <a:rPr kumimoji="1" lang="zh-CN" altLang="en-US" sz="2800">
                <a:solidFill>
                  <a:schemeClr val="tx2"/>
                </a:solidFill>
                <a:latin typeface="Times New Roman" panose="02020603050405020304" pitchFamily="18" charset="0"/>
                <a:ea typeface="黑体" panose="02010609060101010101" pitchFamily="49" charset="-122"/>
              </a:rPr>
              <a:t>，</a:t>
            </a:r>
            <a:r>
              <a:rPr kumimoji="1" lang="en-US" altLang="zh-CN" sz="2800">
                <a:solidFill>
                  <a:schemeClr val="tx2"/>
                </a:solidFill>
                <a:latin typeface="Times New Roman" panose="02020603050405020304" pitchFamily="18" charset="0"/>
                <a:ea typeface="黑体" panose="02010609060101010101" pitchFamily="49" charset="-122"/>
              </a:rPr>
              <a:t>6</a:t>
            </a:r>
            <a:r>
              <a:rPr kumimoji="1" lang="zh-CN" altLang="en-US" sz="2800">
                <a:solidFill>
                  <a:schemeClr val="tx2"/>
                </a:solidFill>
                <a:latin typeface="Times New Roman" panose="02020603050405020304" pitchFamily="18" charset="0"/>
                <a:ea typeface="黑体" panose="02010609060101010101" pitchFamily="49" charset="-122"/>
              </a:rPr>
              <a:t>）</a:t>
            </a:r>
            <a:endParaRPr kumimoji="1" lang="en-US" altLang="zh-CN" sz="2800">
              <a:solidFill>
                <a:schemeClr val="tx2"/>
              </a:solidFill>
              <a:latin typeface="Times New Roman" panose="02020603050405020304" pitchFamily="18" charset="0"/>
              <a:ea typeface="黑体" panose="02010609060101010101" pitchFamily="49" charset="-122"/>
            </a:endParaRPr>
          </a:p>
        </p:txBody>
      </p:sp>
      <p:pic>
        <p:nvPicPr>
          <p:cNvPr id="2097312" name="图片 6"/>
          <p:cNvPicPr>
            <a:picLocks noChangeAspect="1"/>
          </p:cNvPicPr>
          <p:nvPr/>
        </p:nvPicPr>
        <p:blipFill>
          <a:blip r:embed="rId2"/>
          <a:stretch>
            <a:fillRect/>
          </a:stretch>
        </p:blipFill>
        <p:spPr>
          <a:xfrm>
            <a:off x="5977255" y="1088390"/>
            <a:ext cx="3067050" cy="3644900"/>
          </a:xfrm>
          <a:prstGeom prst="rect">
            <a:avLst/>
          </a:prstGeom>
        </p:spPr>
      </p:pic>
      <p:pic>
        <p:nvPicPr>
          <p:cNvPr id="2097313" name="图片 7"/>
          <p:cNvPicPr>
            <a:picLocks noChangeAspect="1"/>
          </p:cNvPicPr>
          <p:nvPr/>
        </p:nvPicPr>
        <p:blipFill>
          <a:blip r:embed="rId3"/>
          <a:stretch>
            <a:fillRect/>
          </a:stretch>
        </p:blipFill>
        <p:spPr>
          <a:xfrm>
            <a:off x="7219315" y="0"/>
            <a:ext cx="4845050" cy="960755"/>
          </a:xfrm>
          <a:prstGeom prst="rect">
            <a:avLst/>
          </a:prstGeom>
        </p:spPr>
      </p:pic>
    </p:spTree>
  </p:cSld>
  <p:clrMapOvr>
    <a:masterClrMapping/>
  </p:clrMapOvr>
  <p:timing>
    <p:tnLst>
      <p:par>
        <p:cTn id="1" dur="indefinite" restart="never" nodeType="tmRoot"/>
      </p:par>
    </p:tnLst>
    <p:bldLst>
      <p:bldP spid="1050050" grpId="0" autoUpdateAnimBg="0" build="p"/>
      <p:bldP spid="1050051" grpId="0" autoUpdateAnimBg="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928" name=""/>
        <p:cNvGrpSpPr/>
        <p:nvPr/>
      </p:nvGrpSpPr>
      <p:grpSpPr>
        <a:xfrm>
          <a:off x="0" y="0"/>
          <a:ext cx="0" cy="0"/>
          <a:chOff x="0" y="0"/>
          <a:chExt cx="0" cy="0"/>
        </a:xfrm>
      </p:grpSpPr>
      <p:pic>
        <p:nvPicPr>
          <p:cNvPr id="2097311" name="图片 3"/>
          <p:cNvPicPr>
            <a:picLocks noChangeAspect="1"/>
          </p:cNvPicPr>
          <p:nvPr/>
        </p:nvPicPr>
        <p:blipFill>
          <a:blip r:embed="rId1"/>
          <a:stretch>
            <a:fillRect/>
          </a:stretch>
        </p:blipFill>
        <p:spPr>
          <a:xfrm>
            <a:off x="0" y="1524635"/>
            <a:ext cx="3960495" cy="3205480"/>
          </a:xfrm>
          <a:prstGeom prst="rect">
            <a:avLst/>
          </a:prstGeom>
        </p:spPr>
      </p:pic>
      <p:sp>
        <p:nvSpPr>
          <p:cNvPr id="1050050" name="Text Box 29"/>
          <p:cNvSpPr txBox="1">
            <a:spLocks noChangeArrowheads="1"/>
          </p:cNvSpPr>
          <p:nvPr/>
        </p:nvSpPr>
        <p:spPr bwMode="auto">
          <a:xfrm>
            <a:off x="1636395" y="5121910"/>
            <a:ext cx="3266440" cy="52197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a:solidFill>
                  <a:schemeClr val="tx2"/>
                </a:solidFill>
                <a:latin typeface="Times New Roman" panose="02020603050405020304" pitchFamily="18" charset="0"/>
                <a:ea typeface="黑体" panose="02010609060101010101" pitchFamily="49" charset="-122"/>
              </a:rPr>
              <a:t>图</a:t>
            </a:r>
            <a:r>
              <a:rPr kumimoji="1" lang="en-US" altLang="zh-CN" sz="2800">
                <a:solidFill>
                  <a:schemeClr val="tx2"/>
                </a:solidFill>
                <a:latin typeface="Times New Roman" panose="02020603050405020304" pitchFamily="18" charset="0"/>
                <a:ea typeface="黑体" panose="02010609060101010101" pitchFamily="49" charset="-122"/>
              </a:rPr>
              <a:t>3-12 p65 </a:t>
            </a:r>
            <a:r>
              <a:rPr kumimoji="1" lang="zh-CN" altLang="en-US" sz="2800">
                <a:solidFill>
                  <a:schemeClr val="tx2"/>
                </a:solidFill>
                <a:latin typeface="Times New Roman" panose="02020603050405020304" pitchFamily="18" charset="0"/>
                <a:ea typeface="黑体" panose="02010609060101010101" pitchFamily="49" charset="-122"/>
              </a:rPr>
              <a:t>例</a:t>
            </a:r>
            <a:r>
              <a:rPr kumimoji="1" lang="en-US" altLang="zh-CN" sz="2800">
                <a:solidFill>
                  <a:schemeClr val="tx2"/>
                </a:solidFill>
                <a:latin typeface="Times New Roman" panose="02020603050405020304" pitchFamily="18" charset="0"/>
                <a:ea typeface="黑体" panose="02010609060101010101" pitchFamily="49" charset="-122"/>
              </a:rPr>
              <a:t>3-2</a:t>
            </a:r>
            <a:endParaRPr kumimoji="1" lang="en-US" altLang="zh-CN" sz="2800">
              <a:solidFill>
                <a:schemeClr val="tx2"/>
              </a:solidFill>
              <a:latin typeface="Times New Roman" panose="02020603050405020304" pitchFamily="18" charset="0"/>
              <a:ea typeface="黑体" panose="02010609060101010101" pitchFamily="49" charset="-122"/>
            </a:endParaRPr>
          </a:p>
        </p:txBody>
      </p:sp>
      <p:pic>
        <p:nvPicPr>
          <p:cNvPr id="2097313" name="图片 7"/>
          <p:cNvPicPr>
            <a:picLocks noChangeAspect="1"/>
          </p:cNvPicPr>
          <p:nvPr/>
        </p:nvPicPr>
        <p:blipFill>
          <a:blip r:embed="rId2"/>
          <a:stretch>
            <a:fillRect/>
          </a:stretch>
        </p:blipFill>
        <p:spPr>
          <a:xfrm>
            <a:off x="4135120" y="2106930"/>
            <a:ext cx="7828280" cy="1552575"/>
          </a:xfrm>
          <a:prstGeom prst="rect">
            <a:avLst/>
          </a:prstGeom>
        </p:spPr>
      </p:pic>
    </p:spTree>
  </p:cSld>
  <p:clrMapOvr>
    <a:masterClrMapping/>
  </p:clrMapOvr>
  <p:timing>
    <p:tnLst>
      <p:par>
        <p:cTn id="1" dur="indefinite" restart="never" nodeType="tmRoot"/>
      </p:par>
    </p:tnLst>
    <p:bldLst>
      <p:bldP spid="1050050" grpId="0" autoUpdateAnimBg="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929" name=""/>
        <p:cNvGrpSpPr/>
        <p:nvPr/>
      </p:nvGrpSpPr>
      <p:grpSpPr>
        <a:xfrm>
          <a:off x="0" y="0"/>
          <a:ext cx="0" cy="0"/>
          <a:chOff x="0" y="0"/>
          <a:chExt cx="0" cy="0"/>
        </a:xfrm>
      </p:grpSpPr>
      <p:sp>
        <p:nvSpPr>
          <p:cNvPr id="1050052" name="Text Box 2"/>
          <p:cNvSpPr txBox="1">
            <a:spLocks noChangeArrowheads="1"/>
          </p:cNvSpPr>
          <p:nvPr/>
        </p:nvSpPr>
        <p:spPr bwMode="auto">
          <a:xfrm>
            <a:off x="1221105" y="995680"/>
            <a:ext cx="9621520" cy="1605280"/>
          </a:xfrm>
          <a:prstGeom prst="rect">
            <a:avLst/>
          </a:prstGeom>
          <a:noFill/>
          <a:ln>
            <a:noFill/>
          </a:ln>
          <a:effectLst/>
        </p:spPr>
        <p:txBody>
          <a:bodyPr wrap="square">
            <a:spAutoFit/>
          </a:bodyPr>
          <a:lstStyle>
            <a:lvl1pPr indent="666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spcBef>
                <a:spcPct val="50000"/>
              </a:spcBef>
            </a:pPr>
            <a:r>
              <a:rPr kumimoji="1" lang="zh-CN" altLang="en-US" sz="2400" b="1">
                <a:latin typeface="仿宋_GB2312" pitchFamily="49" charset="-122"/>
                <a:ea typeface="仿宋_GB2312" pitchFamily="49" charset="-122"/>
              </a:rPr>
              <a:t>回路电流在独立回路中是闭合的，对每个相关节点均流进一次，流出一次，</a:t>
            </a:r>
            <a:r>
              <a:rPr kumimoji="1" lang="zh-CN" altLang="en-US" sz="2400" b="1">
                <a:solidFill>
                  <a:srgbClr val="FF0000"/>
                </a:solidFill>
                <a:latin typeface="仿宋_GB2312" pitchFamily="49" charset="-122"/>
                <a:ea typeface="仿宋_GB2312" pitchFamily="49" charset="-122"/>
              </a:rPr>
              <a:t>所以</a:t>
            </a:r>
            <a:r>
              <a:rPr kumimoji="1" lang="en-US" altLang="zh-CN" sz="2400" b="1">
                <a:solidFill>
                  <a:srgbClr val="FF0000"/>
                </a:solidFill>
                <a:latin typeface="Times New Roman" panose="02020603050405020304" pitchFamily="18" charset="0"/>
                <a:ea typeface="仿宋_GB2312" pitchFamily="49" charset="-122"/>
              </a:rPr>
              <a:t>KCL</a:t>
            </a:r>
            <a:r>
              <a:rPr kumimoji="1" lang="zh-CN" altLang="en-US" sz="2400" b="1">
                <a:solidFill>
                  <a:srgbClr val="FF0000"/>
                </a:solidFill>
                <a:latin typeface="仿宋_GB2312" pitchFamily="49" charset="-122"/>
                <a:ea typeface="仿宋_GB2312" pitchFamily="49" charset="-122"/>
              </a:rPr>
              <a:t>自动满足</a:t>
            </a:r>
            <a:r>
              <a:rPr kumimoji="1" lang="zh-CN" altLang="en-US" sz="2400" b="1">
                <a:latin typeface="仿宋_GB2312" pitchFamily="49" charset="-122"/>
                <a:ea typeface="仿宋_GB2312" pitchFamily="49" charset="-122"/>
              </a:rPr>
              <a:t>。</a:t>
            </a:r>
            <a:endParaRPr kumimoji="1" lang="zh-CN" altLang="en-US" sz="2400" b="1">
              <a:latin typeface="仿宋_GB2312" pitchFamily="49" charset="-122"/>
              <a:ea typeface="仿宋_GB2312" pitchFamily="49" charset="-122"/>
            </a:endParaRPr>
          </a:p>
          <a:p>
            <a:pPr eaLnBrk="1" hangingPunct="1">
              <a:lnSpc>
                <a:spcPct val="120000"/>
              </a:lnSpc>
              <a:spcBef>
                <a:spcPct val="50000"/>
              </a:spcBef>
            </a:pPr>
            <a:r>
              <a:rPr kumimoji="1" lang="zh-CN" altLang="en-US" sz="2400" b="1">
                <a:latin typeface="仿宋_GB2312" pitchFamily="49" charset="-122"/>
                <a:ea typeface="仿宋_GB2312" pitchFamily="49" charset="-122"/>
              </a:rPr>
              <a:t>回路电流法是对独立回路列写</a:t>
            </a:r>
            <a:r>
              <a:rPr kumimoji="1" lang="en-US" altLang="zh-CN" sz="2400" b="1">
                <a:latin typeface="Times New Roman" panose="02020603050405020304" pitchFamily="18" charset="0"/>
                <a:ea typeface="仿宋_GB2312" pitchFamily="49" charset="-122"/>
              </a:rPr>
              <a:t>KVL</a:t>
            </a:r>
            <a:r>
              <a:rPr kumimoji="1" lang="zh-CN" altLang="en-US" sz="2400" b="1">
                <a:latin typeface="仿宋_GB2312" pitchFamily="49" charset="-122"/>
                <a:ea typeface="仿宋_GB2312" pitchFamily="49" charset="-122"/>
              </a:rPr>
              <a:t>方程，方程数为：</a:t>
            </a:r>
            <a:endParaRPr kumimoji="1" lang="zh-CN" altLang="en-US" sz="2400" b="1">
              <a:latin typeface="仿宋_GB2312" pitchFamily="49" charset="-122"/>
              <a:ea typeface="仿宋_GB2312" pitchFamily="49" charset="-122"/>
            </a:endParaRPr>
          </a:p>
        </p:txBody>
      </p:sp>
      <p:sp>
        <p:nvSpPr>
          <p:cNvPr id="1050053" name="Text Box 4"/>
          <p:cNvSpPr txBox="1">
            <a:spLocks noChangeArrowheads="1"/>
          </p:cNvSpPr>
          <p:nvPr/>
        </p:nvSpPr>
        <p:spPr bwMode="auto">
          <a:xfrm>
            <a:off x="2115185" y="3964940"/>
            <a:ext cx="7245985" cy="534035"/>
          </a:xfrm>
          <a:prstGeom prst="rect">
            <a:avLst/>
          </a:prstGeom>
          <a:solidFill>
            <a:schemeClr val="hlink"/>
          </a:solidFill>
          <a:ln>
            <a:noFill/>
          </a:ln>
          <a:effectLst/>
        </p:spPr>
        <p:txBody>
          <a:bodyPr wrap="square">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zh-CN" altLang="en-US" sz="2400" b="1">
                <a:solidFill>
                  <a:schemeClr val="bg1"/>
                </a:solidFill>
                <a:latin typeface="Times New Roman" panose="02020603050405020304" pitchFamily="18" charset="0"/>
                <a:ea typeface="宋体" panose="02010600030101010101" pitchFamily="2" charset="-122"/>
              </a:rPr>
              <a:t>与支路电流法相比，方程数减少</a:t>
            </a:r>
            <a:r>
              <a:rPr kumimoji="1" lang="en-US" altLang="zh-CN" sz="2400" b="1" i="1">
                <a:solidFill>
                  <a:schemeClr val="bg1"/>
                </a:solidFill>
                <a:latin typeface="Times New Roman" panose="02020603050405020304" pitchFamily="18" charset="0"/>
                <a:ea typeface="宋体" panose="02010600030101010101" pitchFamily="2" charset="-122"/>
              </a:rPr>
              <a:t>n</a:t>
            </a:r>
            <a:r>
              <a:rPr kumimoji="1" lang="en-US" altLang="zh-CN" sz="2400" b="1">
                <a:solidFill>
                  <a:schemeClr val="bg1"/>
                </a:solidFill>
                <a:latin typeface="宋体" panose="02010600030101010101" pitchFamily="2" charset="-122"/>
                <a:ea typeface="宋体" panose="02010600030101010101" pitchFamily="2" charset="-122"/>
              </a:rPr>
              <a:t>-</a:t>
            </a:r>
            <a:r>
              <a:rPr kumimoji="1" lang="en-US" altLang="zh-CN" sz="2400" b="1">
                <a:solidFill>
                  <a:schemeClr val="bg1"/>
                </a:solidFill>
                <a:latin typeface="Times New Roman" panose="02020603050405020304" pitchFamily="18" charset="0"/>
                <a:ea typeface="宋体" panose="02010600030101010101" pitchFamily="2" charset="-122"/>
              </a:rPr>
              <a:t>1</a:t>
            </a:r>
            <a:r>
              <a:rPr kumimoji="1" lang="zh-CN" altLang="en-US" sz="2400" b="1">
                <a:solidFill>
                  <a:schemeClr val="bg1"/>
                </a:solidFill>
                <a:latin typeface="Times New Roman" panose="02020603050405020304" pitchFamily="18" charset="0"/>
                <a:ea typeface="宋体" panose="02010600030101010101" pitchFamily="2" charset="-122"/>
              </a:rPr>
              <a:t>个。</a:t>
            </a:r>
            <a:endParaRPr kumimoji="1" lang="zh-CN" altLang="en-US" sz="2400" b="1">
              <a:solidFill>
                <a:schemeClr val="bg1"/>
              </a:solidFill>
              <a:latin typeface="Times New Roman" panose="02020603050405020304" pitchFamily="18" charset="0"/>
              <a:ea typeface="宋体" panose="02010600030101010101" pitchFamily="2" charset="-122"/>
            </a:endParaRPr>
          </a:p>
        </p:txBody>
      </p:sp>
      <p:graphicFrame>
        <p:nvGraphicFramePr>
          <p:cNvPr id="4194344" name="Object 12"/>
          <p:cNvGraphicFramePr>
            <a:graphicFrameLocks noChangeAspect="1"/>
          </p:cNvGraphicFramePr>
          <p:nvPr/>
        </p:nvGraphicFramePr>
        <p:xfrm>
          <a:off x="3632200" y="2977833"/>
          <a:ext cx="2463800" cy="609600"/>
        </p:xfrm>
        <a:graphic>
          <a:graphicData uri="http://schemas.openxmlformats.org/presentationml/2006/ole">
            <mc:AlternateContent xmlns:mc="http://schemas.openxmlformats.org/markup-compatibility/2006">
              <mc:Choice xmlns:v="urn:schemas-microsoft-com:vml" Requires="v">
                <p:oleObj spid="_x0000_s21549" name="Equation" showAsIcon="1" r:id="rId1" imgW="521335" imgH="154305" progId="Equation.3">
                  <p:embed/>
                </p:oleObj>
              </mc:Choice>
              <mc:Fallback>
                <p:oleObj name="Equation" showAsIcon="1" r:id="rId1" imgW="521335" imgH="154305" progId="Equation.3">
                  <p:embed/>
                  <p:pic>
                    <p:nvPicPr>
                      <p:cNvPr id="0" name="图片 21548"/>
                      <p:cNvPicPr>
                        <a:picLocks noChangeAspect="1" noChangeArrowheads="1"/>
                      </p:cNvPicPr>
                      <p:nvPr/>
                    </p:nvPicPr>
                    <p:blipFill>
                      <a:blip r:embed="rId2"/>
                      <a:srcRect/>
                      <a:stretch>
                        <a:fillRect/>
                      </a:stretch>
                    </p:blipFill>
                    <p:spPr bwMode="auto">
                      <a:xfrm>
                        <a:off x="3632200" y="2977833"/>
                        <a:ext cx="2463800" cy="609600"/>
                      </a:xfrm>
                      <a:prstGeom prst="rect">
                        <a:avLst/>
                      </a:prstGeom>
                      <a:gradFill rotWithShape="1">
                        <a:gsLst>
                          <a:gs pos="0">
                            <a:schemeClr val="accent1"/>
                          </a:gs>
                          <a:gs pos="100000">
                            <a:schemeClr val="bg1"/>
                          </a:gs>
                        </a:gsLst>
                        <a:lin ang="5400000" scaled="1"/>
                      </a:gradFill>
                      <a:ln>
                        <a:noFill/>
                      </a:ln>
                      <a:effec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930" name=""/>
        <p:cNvGrpSpPr/>
        <p:nvPr/>
      </p:nvGrpSpPr>
      <p:grpSpPr>
        <a:xfrm>
          <a:off x="0" y="0"/>
          <a:ext cx="0" cy="0"/>
          <a:chOff x="0" y="0"/>
          <a:chExt cx="0" cy="0"/>
        </a:xfrm>
      </p:grpSpPr>
      <p:sp>
        <p:nvSpPr>
          <p:cNvPr id="1050054" name="Text Box 7"/>
          <p:cNvSpPr txBox="1">
            <a:spLocks noChangeArrowheads="1"/>
          </p:cNvSpPr>
          <p:nvPr/>
        </p:nvSpPr>
        <p:spPr bwMode="auto">
          <a:xfrm>
            <a:off x="1571992" y="1780199"/>
            <a:ext cx="5688012"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latin typeface="仿宋_GB2312" pitchFamily="49" charset="-122"/>
                <a:ea typeface="仿宋_GB2312" pitchFamily="49" charset="-122"/>
              </a:rPr>
              <a:t>对于具有 </a:t>
            </a:r>
            <a:r>
              <a:rPr kumimoji="1" lang="en-US" altLang="zh-CN" sz="2800" b="1" i="1" dirty="0">
                <a:latin typeface="Times New Roman" panose="02020603050405020304" pitchFamily="18" charset="0"/>
                <a:ea typeface="仿宋_GB2312" pitchFamily="49" charset="-122"/>
              </a:rPr>
              <a:t>l=b</a:t>
            </a:r>
            <a:r>
              <a:rPr kumimoji="1" lang="en-US" altLang="zh-CN" sz="2800" b="1" dirty="0">
                <a:latin typeface="Times New Roman" panose="02020603050405020304" pitchFamily="18" charset="0"/>
                <a:ea typeface="仿宋_GB2312" pitchFamily="49" charset="-122"/>
              </a:rPr>
              <a:t>-(</a:t>
            </a:r>
            <a:r>
              <a:rPr kumimoji="1" lang="en-US" altLang="zh-CN" sz="2800" b="1" i="1" dirty="0">
                <a:latin typeface="Times New Roman" panose="02020603050405020304" pitchFamily="18" charset="0"/>
                <a:ea typeface="仿宋_GB2312" pitchFamily="49" charset="-122"/>
              </a:rPr>
              <a:t>n</a:t>
            </a:r>
            <a:r>
              <a:rPr kumimoji="1" lang="en-US" altLang="zh-CN" sz="2800" b="1" dirty="0">
                <a:latin typeface="Times New Roman" panose="02020603050405020304" pitchFamily="18" charset="0"/>
                <a:ea typeface="仿宋_GB2312" pitchFamily="49" charset="-122"/>
              </a:rPr>
              <a:t>-1)</a:t>
            </a:r>
            <a:r>
              <a:rPr kumimoji="1" lang="en-US" altLang="zh-CN" sz="2400" b="1" i="1" dirty="0">
                <a:latin typeface="仿宋_GB2312" pitchFamily="49" charset="-122"/>
                <a:ea typeface="仿宋_GB2312" pitchFamily="49" charset="-122"/>
              </a:rPr>
              <a:t> </a:t>
            </a:r>
            <a:r>
              <a:rPr kumimoji="1" lang="zh-CN" altLang="en-US" sz="2400" b="1" dirty="0">
                <a:latin typeface="仿宋_GB2312" pitchFamily="49" charset="-122"/>
                <a:ea typeface="仿宋_GB2312" pitchFamily="49" charset="-122"/>
              </a:rPr>
              <a:t>个回路的电路，有</a:t>
            </a:r>
            <a:r>
              <a:rPr kumimoji="1" lang="en-US" altLang="zh-CN" sz="2400" b="1" dirty="0">
                <a:latin typeface="仿宋_GB2312" pitchFamily="49" charset="-122"/>
                <a:ea typeface="仿宋_GB2312" pitchFamily="49" charset="-122"/>
              </a:rPr>
              <a:t>:</a:t>
            </a:r>
            <a:endParaRPr kumimoji="1" lang="en-US" altLang="zh-CN" sz="2400" b="1" dirty="0">
              <a:latin typeface="仿宋_GB2312" pitchFamily="49" charset="-122"/>
              <a:ea typeface="仿宋_GB2312" pitchFamily="49" charset="-122"/>
            </a:endParaRPr>
          </a:p>
        </p:txBody>
      </p:sp>
      <p:grpSp>
        <p:nvGrpSpPr>
          <p:cNvPr id="931" name="Group 14"/>
          <p:cNvGrpSpPr/>
          <p:nvPr/>
        </p:nvGrpSpPr>
        <p:grpSpPr bwMode="auto">
          <a:xfrm>
            <a:off x="3134826" y="2345531"/>
            <a:ext cx="5532437" cy="1779588"/>
            <a:chOff x="1164" y="1284"/>
            <a:chExt cx="2784" cy="1121"/>
          </a:xfrm>
        </p:grpSpPr>
        <p:sp>
          <p:nvSpPr>
            <p:cNvPr id="1050061" name="Text Box 15"/>
            <p:cNvSpPr txBox="1">
              <a:spLocks noChangeArrowheads="1"/>
            </p:cNvSpPr>
            <p:nvPr/>
          </p:nvSpPr>
          <p:spPr bwMode="auto">
            <a:xfrm>
              <a:off x="1308" y="1284"/>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baseline="-25000">
                  <a:solidFill>
                    <a:schemeClr val="tx2"/>
                  </a:solidFill>
                  <a:latin typeface="Times New Roman" panose="02020603050405020304" pitchFamily="18" charset="0"/>
                  <a:ea typeface="宋体" panose="02010600030101010101" pitchFamily="2" charset="-122"/>
                </a:rPr>
                <a:t>11</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baseline="-25000">
                  <a:solidFill>
                    <a:schemeClr val="tx2"/>
                  </a:solidFill>
                  <a:latin typeface="Times New Roman" panose="02020603050405020304" pitchFamily="18" charset="0"/>
                  <a:ea typeface="宋体" panose="02010600030101010101" pitchFamily="2" charset="-122"/>
                </a:rPr>
                <a:t>12</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 …+R</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baseline="-25000">
                  <a:solidFill>
                    <a:schemeClr val="tx2"/>
                  </a:solidFill>
                  <a:latin typeface="Times New Roman" panose="02020603050405020304" pitchFamily="18" charset="0"/>
                  <a:ea typeface="宋体" panose="02010600030101010101" pitchFamily="2" charset="-122"/>
                </a:rPr>
                <a:t>l </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ll</a:t>
              </a:r>
              <a:r>
                <a:rPr kumimoji="1" lang="en-US" altLang="zh-CN" sz="3200" b="1" i="1">
                  <a:solidFill>
                    <a:schemeClr val="tx2"/>
                  </a:solidFill>
                  <a:latin typeface="Times New Roman" panose="02020603050405020304" pitchFamily="18" charset="0"/>
                  <a:ea typeface="宋体" panose="02010600030101010101" pitchFamily="2" charset="-122"/>
                </a:rPr>
                <a:t>=u</a:t>
              </a:r>
              <a:r>
                <a:rPr kumimoji="1" lang="en-US" altLang="zh-CN" sz="3200" b="1" baseline="-25000">
                  <a:solidFill>
                    <a:schemeClr val="tx2"/>
                  </a:solidFill>
                  <a:latin typeface="Times New Roman" panose="02020603050405020304" pitchFamily="18" charset="0"/>
                  <a:ea typeface="宋体" panose="02010600030101010101" pitchFamily="2" charset="-122"/>
                </a:rPr>
                <a:t>S</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endParaRPr kumimoji="1" lang="en-US" altLang="zh-CN" sz="3200" b="1" baseline="-25000">
                <a:solidFill>
                  <a:schemeClr val="tx2"/>
                </a:solidFill>
                <a:latin typeface="Times New Roman" panose="02020603050405020304" pitchFamily="18" charset="0"/>
                <a:ea typeface="宋体" panose="02010600030101010101" pitchFamily="2" charset="-122"/>
              </a:endParaRPr>
            </a:p>
          </p:txBody>
        </p:sp>
        <p:sp>
          <p:nvSpPr>
            <p:cNvPr id="1050062" name="Text Box 16"/>
            <p:cNvSpPr txBox="1">
              <a:spLocks noChangeArrowheads="1"/>
            </p:cNvSpPr>
            <p:nvPr/>
          </p:nvSpPr>
          <p:spPr bwMode="auto">
            <a:xfrm>
              <a:off x="1668" y="1788"/>
              <a:ext cx="384"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3200" b="1">
                  <a:solidFill>
                    <a:schemeClr val="tx2"/>
                  </a:solidFill>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1050063" name="AutoShape 17"/>
            <p:cNvSpPr/>
            <p:nvPr/>
          </p:nvSpPr>
          <p:spPr bwMode="auto">
            <a:xfrm>
              <a:off x="1164" y="1380"/>
              <a:ext cx="144" cy="912"/>
            </a:xfrm>
            <a:prstGeom prst="leftBrace">
              <a:avLst>
                <a:gd name="adj1" fmla="val 52778"/>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064" name="Text Box 18"/>
            <p:cNvSpPr txBox="1">
              <a:spLocks noChangeArrowheads="1"/>
            </p:cNvSpPr>
            <p:nvPr/>
          </p:nvSpPr>
          <p:spPr bwMode="auto">
            <a:xfrm>
              <a:off x="1308" y="1584"/>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dirty="0">
                  <a:solidFill>
                    <a:schemeClr val="tx2"/>
                  </a:solidFill>
                  <a:latin typeface="Times New Roman" panose="02020603050405020304" pitchFamily="18" charset="0"/>
                  <a:ea typeface="宋体" panose="02010600030101010101" pitchFamily="2" charset="-122"/>
                </a:rPr>
                <a:t>R</a:t>
              </a:r>
              <a:r>
                <a:rPr kumimoji="1" lang="en-US" altLang="zh-CN" sz="3200" b="1" baseline="-25000" dirty="0">
                  <a:solidFill>
                    <a:schemeClr val="tx2"/>
                  </a:solidFill>
                  <a:latin typeface="Times New Roman" panose="02020603050405020304" pitchFamily="18" charset="0"/>
                  <a:ea typeface="宋体" panose="02010600030101010101" pitchFamily="2" charset="-122"/>
                </a:rPr>
                <a:t>21</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1</a:t>
              </a:r>
              <a:r>
                <a:rPr kumimoji="1" lang="en-US" altLang="zh-CN" sz="3200" b="1" i="1" dirty="0">
                  <a:solidFill>
                    <a:schemeClr val="tx2"/>
                  </a:solidFill>
                  <a:latin typeface="Times New Roman" panose="02020603050405020304" pitchFamily="18" charset="0"/>
                  <a:ea typeface="宋体" panose="02010600030101010101" pitchFamily="2" charset="-122"/>
                </a:rPr>
                <a:t>+R</a:t>
              </a:r>
              <a:r>
                <a:rPr kumimoji="1" lang="en-US" altLang="zh-CN" sz="3200" b="1" baseline="-25000" dirty="0">
                  <a:solidFill>
                    <a:schemeClr val="tx2"/>
                  </a:solidFill>
                  <a:latin typeface="Times New Roman" panose="02020603050405020304" pitchFamily="18" charset="0"/>
                  <a:ea typeface="宋体" panose="02010600030101010101" pitchFamily="2" charset="-122"/>
                </a:rPr>
                <a:t>22</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1</a:t>
              </a:r>
              <a:r>
                <a:rPr kumimoji="1" lang="en-US" altLang="zh-CN" sz="3200" b="1" i="1" dirty="0">
                  <a:solidFill>
                    <a:schemeClr val="tx2"/>
                  </a:solidFill>
                  <a:latin typeface="Times New Roman" panose="02020603050405020304" pitchFamily="18" charset="0"/>
                  <a:ea typeface="宋体" panose="02010600030101010101" pitchFamily="2" charset="-122"/>
                </a:rPr>
                <a:t>+ …+R</a:t>
              </a:r>
              <a:r>
                <a:rPr kumimoji="1" lang="en-US" altLang="zh-CN" sz="3200" b="1" baseline="-25000" dirty="0">
                  <a:solidFill>
                    <a:schemeClr val="tx2"/>
                  </a:solidFill>
                  <a:latin typeface="Times New Roman" panose="02020603050405020304" pitchFamily="18" charset="0"/>
                  <a:ea typeface="宋体" panose="02010600030101010101" pitchFamily="2" charset="-122"/>
                </a:rPr>
                <a:t>2</a:t>
              </a:r>
              <a:r>
                <a:rPr kumimoji="1" lang="en-US" altLang="zh-CN" sz="3200" b="1" i="1" baseline="-25000" dirty="0">
                  <a:solidFill>
                    <a:schemeClr val="tx2"/>
                  </a:solidFill>
                  <a:latin typeface="Times New Roman" panose="02020603050405020304" pitchFamily="18" charset="0"/>
                  <a:ea typeface="宋体" panose="02010600030101010101" pitchFamily="2" charset="-122"/>
                </a:rPr>
                <a:t>l </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ll</a:t>
              </a:r>
              <a:r>
                <a:rPr kumimoji="1" lang="en-US" altLang="zh-CN" sz="3200" b="1" i="1" dirty="0">
                  <a:solidFill>
                    <a:schemeClr val="tx2"/>
                  </a:solidFill>
                  <a:latin typeface="Times New Roman" panose="02020603050405020304" pitchFamily="18" charset="0"/>
                  <a:ea typeface="宋体" panose="02010600030101010101" pitchFamily="2" charset="-122"/>
                </a:rPr>
                <a:t>=u</a:t>
              </a:r>
              <a:r>
                <a:rPr kumimoji="1" lang="en-US" altLang="zh-CN" sz="3200" b="1" baseline="-25000" dirty="0">
                  <a:solidFill>
                    <a:schemeClr val="tx2"/>
                  </a:solidFill>
                  <a:latin typeface="Times New Roman" panose="02020603050405020304" pitchFamily="18" charset="0"/>
                  <a:ea typeface="宋体" panose="02010600030101010101" pitchFamily="2" charset="-122"/>
                </a:rPr>
                <a:t>S</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2</a:t>
              </a:r>
              <a:endParaRPr kumimoji="1" lang="en-US" altLang="zh-CN" sz="3200" b="1" baseline="-25000" dirty="0">
                <a:solidFill>
                  <a:schemeClr val="tx2"/>
                </a:solidFill>
                <a:latin typeface="Times New Roman" panose="02020603050405020304" pitchFamily="18" charset="0"/>
                <a:ea typeface="宋体" panose="02010600030101010101" pitchFamily="2" charset="-122"/>
              </a:endParaRPr>
            </a:p>
          </p:txBody>
        </p:sp>
        <p:sp>
          <p:nvSpPr>
            <p:cNvPr id="1050065" name="Text Box 19"/>
            <p:cNvSpPr txBox="1">
              <a:spLocks noChangeArrowheads="1"/>
            </p:cNvSpPr>
            <p:nvPr/>
          </p:nvSpPr>
          <p:spPr bwMode="auto">
            <a:xfrm>
              <a:off x="1308" y="2040"/>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2</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 …+R</a:t>
              </a:r>
              <a:r>
                <a:rPr kumimoji="1" lang="en-US" altLang="zh-CN" sz="3200" b="1" i="1" baseline="-25000">
                  <a:solidFill>
                    <a:schemeClr val="tx2"/>
                  </a:solidFill>
                  <a:latin typeface="Times New Roman" panose="02020603050405020304" pitchFamily="18" charset="0"/>
                  <a:ea typeface="宋体" panose="02010600030101010101" pitchFamily="2" charset="-122"/>
                </a:rPr>
                <a:t>ll </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ll</a:t>
              </a:r>
              <a:r>
                <a:rPr kumimoji="1" lang="en-US" altLang="zh-CN" sz="3200" b="1" i="1">
                  <a:solidFill>
                    <a:schemeClr val="tx2"/>
                  </a:solidFill>
                  <a:latin typeface="Times New Roman" panose="02020603050405020304" pitchFamily="18" charset="0"/>
                  <a:ea typeface="宋体" panose="02010600030101010101" pitchFamily="2" charset="-122"/>
                </a:rPr>
                <a:t>=u</a:t>
              </a:r>
              <a:r>
                <a:rPr kumimoji="1" lang="en-US" altLang="zh-CN" sz="3200" b="1" baseline="-25000">
                  <a:solidFill>
                    <a:schemeClr val="tx2"/>
                  </a:solidFill>
                  <a:latin typeface="Times New Roman" panose="02020603050405020304" pitchFamily="18" charset="0"/>
                  <a:ea typeface="宋体" panose="02010600030101010101" pitchFamily="2" charset="-122"/>
                </a:rPr>
                <a:t>S</a:t>
              </a:r>
              <a:r>
                <a:rPr kumimoji="1" lang="en-US" altLang="zh-CN" sz="3200" b="1" i="1" baseline="-25000">
                  <a:solidFill>
                    <a:schemeClr val="tx2"/>
                  </a:solidFill>
                  <a:latin typeface="Times New Roman" panose="02020603050405020304" pitchFamily="18" charset="0"/>
                  <a:ea typeface="宋体" panose="02010600030101010101" pitchFamily="2" charset="-122"/>
                </a:rPr>
                <a:t>ll</a:t>
              </a:r>
              <a:endParaRPr kumimoji="1" lang="en-US" altLang="zh-CN" sz="3200" b="1" baseline="-25000">
                <a:solidFill>
                  <a:schemeClr val="tx2"/>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930" name=""/>
        <p:cNvGrpSpPr/>
        <p:nvPr/>
      </p:nvGrpSpPr>
      <p:grpSpPr>
        <a:xfrm>
          <a:off x="0" y="0"/>
          <a:ext cx="0" cy="0"/>
          <a:chOff x="0" y="0"/>
          <a:chExt cx="0" cy="0"/>
        </a:xfrm>
      </p:grpSpPr>
      <p:sp>
        <p:nvSpPr>
          <p:cNvPr id="1050055" name="Text Box 8"/>
          <p:cNvSpPr txBox="1">
            <a:spLocks noChangeArrowheads="1"/>
          </p:cNvSpPr>
          <p:nvPr/>
        </p:nvSpPr>
        <p:spPr bwMode="auto">
          <a:xfrm>
            <a:off x="945439" y="3266916"/>
            <a:ext cx="935038"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latin typeface="Times New Roman" panose="02020603050405020304" pitchFamily="18" charset="0"/>
                <a:ea typeface="仿宋_GB2312" pitchFamily="49" charset="-122"/>
              </a:rPr>
              <a:t>其中</a:t>
            </a:r>
            <a:r>
              <a:rPr kumimoji="1" lang="en-US" altLang="zh-CN" sz="2400" b="1" dirty="0">
                <a:latin typeface="Times New Roman" panose="02020603050405020304" pitchFamily="18" charset="0"/>
                <a:ea typeface="仿宋_GB2312" pitchFamily="49" charset="-122"/>
              </a:rPr>
              <a:t>:</a:t>
            </a:r>
            <a:endParaRPr kumimoji="1" lang="en-US" altLang="zh-CN" sz="2400" b="1" dirty="0">
              <a:latin typeface="Times New Roman" panose="02020603050405020304" pitchFamily="18" charset="0"/>
              <a:ea typeface="仿宋_GB2312" pitchFamily="49" charset="-122"/>
            </a:endParaRPr>
          </a:p>
        </p:txBody>
      </p:sp>
      <p:sp>
        <p:nvSpPr>
          <p:cNvPr id="1050056" name="Text Box 9"/>
          <p:cNvSpPr txBox="1">
            <a:spLocks noChangeArrowheads="1"/>
          </p:cNvSpPr>
          <p:nvPr/>
        </p:nvSpPr>
        <p:spPr bwMode="auto">
          <a:xfrm>
            <a:off x="2899817" y="3727450"/>
            <a:ext cx="17526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dirty="0" err="1">
                <a:latin typeface="Times New Roman" panose="02020603050405020304" pitchFamily="18" charset="0"/>
                <a:ea typeface="宋体" panose="02010600030101010101" pitchFamily="2" charset="-122"/>
              </a:rPr>
              <a:t>R</a:t>
            </a:r>
            <a:r>
              <a:rPr kumimoji="1" lang="en-US" altLang="zh-CN" sz="2400" b="1" i="1" baseline="-25000" dirty="0" err="1">
                <a:latin typeface="Times New Roman" panose="02020603050405020304" pitchFamily="18" charset="0"/>
                <a:ea typeface="宋体" panose="02010600030101010101" pitchFamily="2" charset="-122"/>
              </a:rPr>
              <a:t>jk</a:t>
            </a:r>
            <a:r>
              <a:rPr kumimoji="1" lang="en-US" altLang="zh-CN" sz="2400" b="1" dirty="0">
                <a:latin typeface="Times New Roman" panose="02020603050405020304" pitchFamily="18" charset="0"/>
                <a:ea typeface="宋体" panose="02010600030101010101" pitchFamily="2" charset="-122"/>
              </a:rPr>
              <a:t>:</a:t>
            </a:r>
            <a:r>
              <a:rPr kumimoji="1" lang="zh-CN" altLang="en-US" sz="2400" b="1" dirty="0">
                <a:latin typeface="Times New Roman" panose="02020603050405020304" pitchFamily="18" charset="0"/>
                <a:ea typeface="宋体" panose="02010600030101010101" pitchFamily="2" charset="-122"/>
              </a:rPr>
              <a:t>互电阻</a:t>
            </a:r>
            <a:endParaRPr kumimoji="1" lang="zh-CN" altLang="en-US" sz="2400" b="1" dirty="0">
              <a:latin typeface="Times New Roman" panose="02020603050405020304" pitchFamily="18" charset="0"/>
              <a:ea typeface="宋体" panose="02010600030101010101" pitchFamily="2" charset="-122"/>
            </a:endParaRPr>
          </a:p>
        </p:txBody>
      </p:sp>
      <p:sp>
        <p:nvSpPr>
          <p:cNvPr id="1050057" name="Rectangle 10"/>
          <p:cNvSpPr>
            <a:spLocks noChangeArrowheads="1"/>
          </p:cNvSpPr>
          <p:nvPr/>
        </p:nvSpPr>
        <p:spPr bwMode="auto">
          <a:xfrm>
            <a:off x="4677233" y="3704554"/>
            <a:ext cx="532923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Times New Roman" panose="02020603050405020304" pitchFamily="18" charset="0"/>
                <a:ea typeface="宋体" panose="02010600030101010101" pitchFamily="2" charset="-122"/>
              </a:rPr>
              <a:t>+ : </a:t>
            </a:r>
            <a:r>
              <a:rPr kumimoji="1" lang="zh-CN" altLang="en-US" sz="2400" b="1">
                <a:latin typeface="Times New Roman" panose="02020603050405020304" pitchFamily="18" charset="0"/>
                <a:ea typeface="宋体" panose="02010600030101010101" pitchFamily="2" charset="-122"/>
              </a:rPr>
              <a:t>流过互阻的两个回路电流方向相同</a:t>
            </a:r>
            <a:endParaRPr kumimoji="1" lang="zh-CN" altLang="en-US" sz="2400" b="1">
              <a:latin typeface="Times New Roman" panose="02020603050405020304" pitchFamily="18" charset="0"/>
              <a:ea typeface="宋体" panose="02010600030101010101" pitchFamily="2" charset="-122"/>
            </a:endParaRPr>
          </a:p>
        </p:txBody>
      </p:sp>
      <p:sp>
        <p:nvSpPr>
          <p:cNvPr id="1050058" name="Rectangle 11"/>
          <p:cNvSpPr>
            <a:spLocks noChangeArrowheads="1"/>
          </p:cNvSpPr>
          <p:nvPr/>
        </p:nvSpPr>
        <p:spPr bwMode="auto">
          <a:xfrm>
            <a:off x="4700679" y="4114313"/>
            <a:ext cx="525621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dirty="0">
                <a:latin typeface="宋体" panose="02010600030101010101" pitchFamily="2" charset="-122"/>
                <a:ea typeface="宋体" panose="02010600030101010101" pitchFamily="2" charset="-122"/>
              </a:rPr>
              <a:t>-</a:t>
            </a:r>
            <a:r>
              <a:rPr kumimoji="1" lang="en-US" altLang="zh-CN" sz="2400" b="1" dirty="0">
                <a:latin typeface="Times New Roman" panose="02020603050405020304" pitchFamily="18" charset="0"/>
                <a:ea typeface="宋体" panose="02010600030101010101" pitchFamily="2" charset="-122"/>
              </a:rPr>
              <a:t> : </a:t>
            </a:r>
            <a:r>
              <a:rPr kumimoji="1" lang="zh-CN" altLang="en-US" sz="2400" b="1" dirty="0">
                <a:latin typeface="Times New Roman" panose="02020603050405020304" pitchFamily="18" charset="0"/>
                <a:ea typeface="宋体" panose="02010600030101010101" pitchFamily="2" charset="-122"/>
              </a:rPr>
              <a:t>流过互阻的两个回路电流方向相反</a:t>
            </a:r>
            <a:endParaRPr kumimoji="1" lang="zh-CN" altLang="en-US" sz="2400" b="1" dirty="0">
              <a:latin typeface="Times New Roman" panose="02020603050405020304" pitchFamily="18" charset="0"/>
              <a:ea typeface="宋体" panose="02010600030101010101" pitchFamily="2" charset="-122"/>
            </a:endParaRPr>
          </a:p>
        </p:txBody>
      </p:sp>
      <p:sp>
        <p:nvSpPr>
          <p:cNvPr id="1050059" name="Text Box 12"/>
          <p:cNvSpPr txBox="1">
            <a:spLocks noChangeArrowheads="1"/>
          </p:cNvSpPr>
          <p:nvPr/>
        </p:nvSpPr>
        <p:spPr bwMode="auto">
          <a:xfrm>
            <a:off x="4712402" y="4458617"/>
            <a:ext cx="27432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dirty="0">
                <a:latin typeface="Times New Roman" panose="02020603050405020304" pitchFamily="18" charset="0"/>
                <a:ea typeface="宋体" panose="02010600030101010101" pitchFamily="2" charset="-122"/>
              </a:rPr>
              <a:t>0 : </a:t>
            </a:r>
            <a:r>
              <a:rPr kumimoji="1" lang="zh-CN" altLang="en-US" sz="2400" b="1" dirty="0">
                <a:latin typeface="Times New Roman" panose="02020603050405020304" pitchFamily="18" charset="0"/>
                <a:ea typeface="宋体" panose="02010600030101010101" pitchFamily="2" charset="-122"/>
              </a:rPr>
              <a:t>无关</a:t>
            </a:r>
            <a:endParaRPr kumimoji="1" lang="zh-CN" altLang="en-US" sz="2400" b="1" dirty="0">
              <a:latin typeface="Times New Roman" panose="02020603050405020304" pitchFamily="18" charset="0"/>
              <a:ea typeface="宋体" panose="02010600030101010101" pitchFamily="2" charset="-122"/>
            </a:endParaRPr>
          </a:p>
        </p:txBody>
      </p:sp>
      <p:sp>
        <p:nvSpPr>
          <p:cNvPr id="1050060" name="AutoShape 13"/>
          <p:cNvSpPr/>
          <p:nvPr/>
        </p:nvSpPr>
        <p:spPr bwMode="auto">
          <a:xfrm>
            <a:off x="4553961" y="3858359"/>
            <a:ext cx="53364" cy="889000"/>
          </a:xfrm>
          <a:prstGeom prst="leftBrace">
            <a:avLst>
              <a:gd name="adj1" fmla="val 163368"/>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a:latin typeface="Arial Black" panose="020B0A04020102020204" pitchFamily="34" charset="0"/>
              <a:ea typeface="宋体" panose="02010600030101010101" pitchFamily="2" charset="-122"/>
            </a:endParaRPr>
          </a:p>
        </p:txBody>
      </p:sp>
      <p:grpSp>
        <p:nvGrpSpPr>
          <p:cNvPr id="931" name="Group 14"/>
          <p:cNvGrpSpPr/>
          <p:nvPr/>
        </p:nvGrpSpPr>
        <p:grpSpPr bwMode="auto">
          <a:xfrm>
            <a:off x="2718266" y="1036796"/>
            <a:ext cx="5532437" cy="1779588"/>
            <a:chOff x="1164" y="1284"/>
            <a:chExt cx="2784" cy="1121"/>
          </a:xfrm>
        </p:grpSpPr>
        <p:sp>
          <p:nvSpPr>
            <p:cNvPr id="1050061" name="Text Box 15"/>
            <p:cNvSpPr txBox="1">
              <a:spLocks noChangeArrowheads="1"/>
            </p:cNvSpPr>
            <p:nvPr/>
          </p:nvSpPr>
          <p:spPr bwMode="auto">
            <a:xfrm>
              <a:off x="1308" y="1284"/>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baseline="-25000">
                  <a:solidFill>
                    <a:schemeClr val="tx2"/>
                  </a:solidFill>
                  <a:latin typeface="Times New Roman" panose="02020603050405020304" pitchFamily="18" charset="0"/>
                  <a:ea typeface="宋体" panose="02010600030101010101" pitchFamily="2" charset="-122"/>
                </a:rPr>
                <a:t>11</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baseline="-25000">
                  <a:solidFill>
                    <a:schemeClr val="tx2"/>
                  </a:solidFill>
                  <a:latin typeface="Times New Roman" panose="02020603050405020304" pitchFamily="18" charset="0"/>
                  <a:ea typeface="宋体" panose="02010600030101010101" pitchFamily="2" charset="-122"/>
                </a:rPr>
                <a:t>12</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 …+R</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baseline="-25000">
                  <a:solidFill>
                    <a:schemeClr val="tx2"/>
                  </a:solidFill>
                  <a:latin typeface="Times New Roman" panose="02020603050405020304" pitchFamily="18" charset="0"/>
                  <a:ea typeface="宋体" panose="02010600030101010101" pitchFamily="2" charset="-122"/>
                </a:rPr>
                <a:t>l </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ll</a:t>
              </a:r>
              <a:r>
                <a:rPr kumimoji="1" lang="en-US" altLang="zh-CN" sz="3200" b="1" i="1">
                  <a:solidFill>
                    <a:schemeClr val="tx2"/>
                  </a:solidFill>
                  <a:latin typeface="Times New Roman" panose="02020603050405020304" pitchFamily="18" charset="0"/>
                  <a:ea typeface="宋体" panose="02010600030101010101" pitchFamily="2" charset="-122"/>
                </a:rPr>
                <a:t>=u</a:t>
              </a:r>
              <a:r>
                <a:rPr kumimoji="1" lang="en-US" altLang="zh-CN" sz="3200" b="1" baseline="-25000">
                  <a:solidFill>
                    <a:schemeClr val="tx2"/>
                  </a:solidFill>
                  <a:latin typeface="Times New Roman" panose="02020603050405020304" pitchFamily="18" charset="0"/>
                  <a:ea typeface="宋体" panose="02010600030101010101" pitchFamily="2" charset="-122"/>
                </a:rPr>
                <a:t>S</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endParaRPr kumimoji="1" lang="en-US" altLang="zh-CN" sz="3200" b="1" baseline="-25000">
                <a:solidFill>
                  <a:schemeClr val="tx2"/>
                </a:solidFill>
                <a:latin typeface="Times New Roman" panose="02020603050405020304" pitchFamily="18" charset="0"/>
                <a:ea typeface="宋体" panose="02010600030101010101" pitchFamily="2" charset="-122"/>
              </a:endParaRPr>
            </a:p>
          </p:txBody>
        </p:sp>
        <p:sp>
          <p:nvSpPr>
            <p:cNvPr id="1050062" name="Text Box 16"/>
            <p:cNvSpPr txBox="1">
              <a:spLocks noChangeArrowheads="1"/>
            </p:cNvSpPr>
            <p:nvPr/>
          </p:nvSpPr>
          <p:spPr bwMode="auto">
            <a:xfrm>
              <a:off x="1668" y="1788"/>
              <a:ext cx="384"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3200" b="1">
                  <a:solidFill>
                    <a:schemeClr val="tx2"/>
                  </a:solidFill>
                  <a:latin typeface="Times New Roman" panose="02020603050405020304" pitchFamily="18" charset="0"/>
                  <a:ea typeface="宋体" panose="02010600030101010101" pitchFamily="2" charset="-122"/>
                </a:rPr>
                <a:t> </a:t>
              </a:r>
              <a:r>
                <a:rPr kumimoji="1" lang="en-US" altLang="zh-CN" sz="3200" b="1">
                  <a:solidFill>
                    <a:schemeClr val="tx2"/>
                  </a:solidFill>
                  <a:latin typeface="Times New Roman" panose="02020603050405020304" pitchFamily="18" charset="0"/>
                  <a:ea typeface="宋体" panose="02010600030101010101" pitchFamily="2" charset="-122"/>
                </a:rPr>
                <a:t>…</a:t>
              </a:r>
              <a:endParaRPr kumimoji="1" lang="en-US" altLang="zh-CN" sz="3200" b="1">
                <a:solidFill>
                  <a:schemeClr val="tx2"/>
                </a:solidFill>
                <a:latin typeface="Times New Roman" panose="02020603050405020304" pitchFamily="18" charset="0"/>
                <a:ea typeface="宋体" panose="02010600030101010101" pitchFamily="2" charset="-122"/>
              </a:endParaRPr>
            </a:p>
          </p:txBody>
        </p:sp>
        <p:sp>
          <p:nvSpPr>
            <p:cNvPr id="1050063" name="AutoShape 17"/>
            <p:cNvSpPr/>
            <p:nvPr/>
          </p:nvSpPr>
          <p:spPr bwMode="auto">
            <a:xfrm>
              <a:off x="1164" y="1380"/>
              <a:ext cx="144" cy="912"/>
            </a:xfrm>
            <a:prstGeom prst="leftBrace">
              <a:avLst>
                <a:gd name="adj1" fmla="val 52778"/>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064" name="Text Box 18"/>
            <p:cNvSpPr txBox="1">
              <a:spLocks noChangeArrowheads="1"/>
            </p:cNvSpPr>
            <p:nvPr/>
          </p:nvSpPr>
          <p:spPr bwMode="auto">
            <a:xfrm>
              <a:off x="1308" y="1584"/>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dirty="0">
                  <a:solidFill>
                    <a:schemeClr val="tx2"/>
                  </a:solidFill>
                  <a:latin typeface="Times New Roman" panose="02020603050405020304" pitchFamily="18" charset="0"/>
                  <a:ea typeface="宋体" panose="02010600030101010101" pitchFamily="2" charset="-122"/>
                </a:rPr>
                <a:t>R</a:t>
              </a:r>
              <a:r>
                <a:rPr kumimoji="1" lang="en-US" altLang="zh-CN" sz="3200" b="1" baseline="-25000" dirty="0">
                  <a:solidFill>
                    <a:schemeClr val="tx2"/>
                  </a:solidFill>
                  <a:latin typeface="Times New Roman" panose="02020603050405020304" pitchFamily="18" charset="0"/>
                  <a:ea typeface="宋体" panose="02010600030101010101" pitchFamily="2" charset="-122"/>
                </a:rPr>
                <a:t>21</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1</a:t>
              </a:r>
              <a:r>
                <a:rPr kumimoji="1" lang="en-US" altLang="zh-CN" sz="3200" b="1" i="1" dirty="0">
                  <a:solidFill>
                    <a:schemeClr val="tx2"/>
                  </a:solidFill>
                  <a:latin typeface="Times New Roman" panose="02020603050405020304" pitchFamily="18" charset="0"/>
                  <a:ea typeface="宋体" panose="02010600030101010101" pitchFamily="2" charset="-122"/>
                </a:rPr>
                <a:t>+R</a:t>
              </a:r>
              <a:r>
                <a:rPr kumimoji="1" lang="en-US" altLang="zh-CN" sz="3200" b="1" baseline="-25000" dirty="0">
                  <a:solidFill>
                    <a:schemeClr val="tx2"/>
                  </a:solidFill>
                  <a:latin typeface="Times New Roman" panose="02020603050405020304" pitchFamily="18" charset="0"/>
                  <a:ea typeface="宋体" panose="02010600030101010101" pitchFamily="2" charset="-122"/>
                </a:rPr>
                <a:t>22</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1</a:t>
              </a:r>
              <a:r>
                <a:rPr kumimoji="1" lang="en-US" altLang="zh-CN" sz="3200" b="1" i="1" dirty="0">
                  <a:solidFill>
                    <a:schemeClr val="tx2"/>
                  </a:solidFill>
                  <a:latin typeface="Times New Roman" panose="02020603050405020304" pitchFamily="18" charset="0"/>
                  <a:ea typeface="宋体" panose="02010600030101010101" pitchFamily="2" charset="-122"/>
                </a:rPr>
                <a:t>+ …+R</a:t>
              </a:r>
              <a:r>
                <a:rPr kumimoji="1" lang="en-US" altLang="zh-CN" sz="3200" b="1" baseline="-25000" dirty="0">
                  <a:solidFill>
                    <a:schemeClr val="tx2"/>
                  </a:solidFill>
                  <a:latin typeface="Times New Roman" panose="02020603050405020304" pitchFamily="18" charset="0"/>
                  <a:ea typeface="宋体" panose="02010600030101010101" pitchFamily="2" charset="-122"/>
                </a:rPr>
                <a:t>2</a:t>
              </a:r>
              <a:r>
                <a:rPr kumimoji="1" lang="en-US" altLang="zh-CN" sz="3200" b="1" i="1" baseline="-25000" dirty="0">
                  <a:solidFill>
                    <a:schemeClr val="tx2"/>
                  </a:solidFill>
                  <a:latin typeface="Times New Roman" panose="02020603050405020304" pitchFamily="18" charset="0"/>
                  <a:ea typeface="宋体" panose="02010600030101010101" pitchFamily="2" charset="-122"/>
                </a:rPr>
                <a:t>l </a:t>
              </a:r>
              <a:r>
                <a:rPr kumimoji="1" lang="en-US" altLang="zh-CN" sz="3200" b="1" i="1" dirty="0">
                  <a:solidFill>
                    <a:schemeClr val="tx2"/>
                  </a:solidFill>
                  <a:latin typeface="Times New Roman" panose="02020603050405020304" pitchFamily="18" charset="0"/>
                  <a:ea typeface="宋体" panose="02010600030101010101" pitchFamily="2" charset="-122"/>
                </a:rPr>
                <a:t>i</a:t>
              </a:r>
              <a:r>
                <a:rPr kumimoji="1" lang="en-US" altLang="zh-CN" sz="3200" b="1" i="1" baseline="-25000" dirty="0">
                  <a:solidFill>
                    <a:schemeClr val="tx2"/>
                  </a:solidFill>
                  <a:latin typeface="Times New Roman" panose="02020603050405020304" pitchFamily="18" charset="0"/>
                  <a:ea typeface="宋体" panose="02010600030101010101" pitchFamily="2" charset="-122"/>
                </a:rPr>
                <a:t>ll</a:t>
              </a:r>
              <a:r>
                <a:rPr kumimoji="1" lang="en-US" altLang="zh-CN" sz="3200" b="1" i="1" dirty="0">
                  <a:solidFill>
                    <a:schemeClr val="tx2"/>
                  </a:solidFill>
                  <a:latin typeface="Times New Roman" panose="02020603050405020304" pitchFamily="18" charset="0"/>
                  <a:ea typeface="宋体" panose="02010600030101010101" pitchFamily="2" charset="-122"/>
                </a:rPr>
                <a:t>=u</a:t>
              </a:r>
              <a:r>
                <a:rPr kumimoji="1" lang="en-US" altLang="zh-CN" sz="3200" b="1" baseline="-25000" dirty="0">
                  <a:solidFill>
                    <a:schemeClr val="tx2"/>
                  </a:solidFill>
                  <a:latin typeface="Times New Roman" panose="02020603050405020304" pitchFamily="18" charset="0"/>
                  <a:ea typeface="宋体" panose="02010600030101010101" pitchFamily="2" charset="-122"/>
                </a:rPr>
                <a:t>S</a:t>
              </a:r>
              <a:r>
                <a:rPr kumimoji="1" lang="en-US" altLang="zh-CN" sz="3200" b="1" i="1" baseline="-25000" dirty="0">
                  <a:solidFill>
                    <a:schemeClr val="tx2"/>
                  </a:solidFill>
                  <a:latin typeface="Times New Roman" panose="02020603050405020304" pitchFamily="18" charset="0"/>
                  <a:ea typeface="宋体" panose="02010600030101010101" pitchFamily="2" charset="-122"/>
                </a:rPr>
                <a:t>l</a:t>
              </a:r>
              <a:r>
                <a:rPr kumimoji="1" lang="en-US" altLang="zh-CN" sz="3200" b="1" baseline="-25000" dirty="0">
                  <a:solidFill>
                    <a:schemeClr val="tx2"/>
                  </a:solidFill>
                  <a:latin typeface="Times New Roman" panose="02020603050405020304" pitchFamily="18" charset="0"/>
                  <a:ea typeface="宋体" panose="02010600030101010101" pitchFamily="2" charset="-122"/>
                </a:rPr>
                <a:t>2</a:t>
              </a:r>
              <a:endParaRPr kumimoji="1" lang="en-US" altLang="zh-CN" sz="3200" b="1" baseline="-25000" dirty="0">
                <a:solidFill>
                  <a:schemeClr val="tx2"/>
                </a:solidFill>
                <a:latin typeface="Times New Roman" panose="02020603050405020304" pitchFamily="18" charset="0"/>
                <a:ea typeface="宋体" panose="02010600030101010101" pitchFamily="2" charset="-122"/>
              </a:endParaRPr>
            </a:p>
          </p:txBody>
        </p:sp>
        <p:sp>
          <p:nvSpPr>
            <p:cNvPr id="1050065" name="Text Box 19"/>
            <p:cNvSpPr txBox="1">
              <a:spLocks noChangeArrowheads="1"/>
            </p:cNvSpPr>
            <p:nvPr/>
          </p:nvSpPr>
          <p:spPr bwMode="auto">
            <a:xfrm>
              <a:off x="1308" y="2040"/>
              <a:ext cx="2640" cy="3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+R</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2</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a:t>
              </a:r>
              <a:r>
                <a:rPr kumimoji="1" lang="en-US" altLang="zh-CN" sz="3200" b="1" baseline="-25000">
                  <a:solidFill>
                    <a:schemeClr val="tx2"/>
                  </a:solidFill>
                  <a:latin typeface="Times New Roman" panose="02020603050405020304" pitchFamily="18" charset="0"/>
                  <a:ea typeface="宋体" panose="02010600030101010101" pitchFamily="2" charset="-122"/>
                </a:rPr>
                <a:t>1</a:t>
              </a:r>
              <a:r>
                <a:rPr kumimoji="1" lang="en-US" altLang="zh-CN" sz="3200" b="1" i="1">
                  <a:solidFill>
                    <a:schemeClr val="tx2"/>
                  </a:solidFill>
                  <a:latin typeface="Times New Roman" panose="02020603050405020304" pitchFamily="18" charset="0"/>
                  <a:ea typeface="宋体" panose="02010600030101010101" pitchFamily="2" charset="-122"/>
                </a:rPr>
                <a:t>+ …+R</a:t>
              </a:r>
              <a:r>
                <a:rPr kumimoji="1" lang="en-US" altLang="zh-CN" sz="3200" b="1" i="1" baseline="-25000">
                  <a:solidFill>
                    <a:schemeClr val="tx2"/>
                  </a:solidFill>
                  <a:latin typeface="Times New Roman" panose="02020603050405020304" pitchFamily="18" charset="0"/>
                  <a:ea typeface="宋体" panose="02010600030101010101" pitchFamily="2" charset="-122"/>
                </a:rPr>
                <a:t>ll </a:t>
              </a:r>
              <a:r>
                <a:rPr kumimoji="1" lang="en-US" altLang="zh-CN" sz="3200" b="1" i="1">
                  <a:solidFill>
                    <a:schemeClr val="tx2"/>
                  </a:solidFill>
                  <a:latin typeface="Times New Roman" panose="02020603050405020304" pitchFamily="18" charset="0"/>
                  <a:ea typeface="宋体" panose="02010600030101010101" pitchFamily="2" charset="-122"/>
                </a:rPr>
                <a:t>i</a:t>
              </a:r>
              <a:r>
                <a:rPr kumimoji="1" lang="en-US" altLang="zh-CN" sz="3200" b="1" i="1" baseline="-25000">
                  <a:solidFill>
                    <a:schemeClr val="tx2"/>
                  </a:solidFill>
                  <a:latin typeface="Times New Roman" panose="02020603050405020304" pitchFamily="18" charset="0"/>
                  <a:ea typeface="宋体" panose="02010600030101010101" pitchFamily="2" charset="-122"/>
                </a:rPr>
                <a:t>ll</a:t>
              </a:r>
              <a:r>
                <a:rPr kumimoji="1" lang="en-US" altLang="zh-CN" sz="3200" b="1" i="1">
                  <a:solidFill>
                    <a:schemeClr val="tx2"/>
                  </a:solidFill>
                  <a:latin typeface="Times New Roman" panose="02020603050405020304" pitchFamily="18" charset="0"/>
                  <a:ea typeface="宋体" panose="02010600030101010101" pitchFamily="2" charset="-122"/>
                </a:rPr>
                <a:t>=u</a:t>
              </a:r>
              <a:r>
                <a:rPr kumimoji="1" lang="en-US" altLang="zh-CN" sz="3200" b="1" baseline="-25000">
                  <a:solidFill>
                    <a:schemeClr val="tx2"/>
                  </a:solidFill>
                  <a:latin typeface="Times New Roman" panose="02020603050405020304" pitchFamily="18" charset="0"/>
                  <a:ea typeface="宋体" panose="02010600030101010101" pitchFamily="2" charset="-122"/>
                </a:rPr>
                <a:t>S</a:t>
              </a:r>
              <a:r>
                <a:rPr kumimoji="1" lang="en-US" altLang="zh-CN" sz="3200" b="1" i="1" baseline="-25000">
                  <a:solidFill>
                    <a:schemeClr val="tx2"/>
                  </a:solidFill>
                  <a:latin typeface="Times New Roman" panose="02020603050405020304" pitchFamily="18" charset="0"/>
                  <a:ea typeface="宋体" panose="02010600030101010101" pitchFamily="2" charset="-122"/>
                </a:rPr>
                <a:t>ll</a:t>
              </a:r>
              <a:endParaRPr kumimoji="1" lang="en-US" altLang="zh-CN" sz="3200" b="1" baseline="-25000">
                <a:solidFill>
                  <a:schemeClr val="tx2"/>
                </a:solidFill>
                <a:latin typeface="Times New Roman" panose="02020603050405020304" pitchFamily="18" charset="0"/>
                <a:ea typeface="宋体" panose="02010600030101010101" pitchFamily="2" charset="-122"/>
              </a:endParaRPr>
            </a:p>
          </p:txBody>
        </p:sp>
      </p:grpSp>
      <p:sp>
        <p:nvSpPr>
          <p:cNvPr id="1050066" name="Text Box 20"/>
          <p:cNvSpPr txBox="1">
            <a:spLocks noChangeArrowheads="1"/>
          </p:cNvSpPr>
          <p:nvPr/>
        </p:nvSpPr>
        <p:spPr bwMode="auto">
          <a:xfrm>
            <a:off x="2912576" y="3140075"/>
            <a:ext cx="2879725"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i="1" dirty="0" err="1">
                <a:latin typeface="Times New Roman" panose="02020603050405020304" pitchFamily="18" charset="0"/>
                <a:ea typeface="宋体" panose="02010600030101010101" pitchFamily="2" charset="-122"/>
              </a:rPr>
              <a:t>R</a:t>
            </a:r>
            <a:r>
              <a:rPr kumimoji="1" lang="en-US" altLang="zh-CN" sz="2400" b="1" i="1" baseline="-25000" dirty="0" err="1">
                <a:latin typeface="Times New Roman" panose="02020603050405020304" pitchFamily="18" charset="0"/>
                <a:ea typeface="宋体" panose="02010600030101010101" pitchFamily="2" charset="-122"/>
              </a:rPr>
              <a:t>kk</a:t>
            </a:r>
            <a:r>
              <a:rPr kumimoji="1" lang="en-US" altLang="zh-CN" sz="2400" b="1" dirty="0">
                <a:latin typeface="Times New Roman" panose="02020603050405020304" pitchFamily="18" charset="0"/>
                <a:ea typeface="宋体" panose="02010600030101010101" pitchFamily="2" charset="-122"/>
              </a:rPr>
              <a:t>:</a:t>
            </a:r>
            <a:r>
              <a:rPr kumimoji="1" lang="zh-CN" altLang="en-US" sz="2400" b="1" dirty="0">
                <a:latin typeface="Times New Roman" panose="02020603050405020304" pitchFamily="18" charset="0"/>
                <a:ea typeface="宋体" panose="02010600030101010101" pitchFamily="2" charset="-122"/>
              </a:rPr>
              <a:t>自电阻</a:t>
            </a:r>
            <a:r>
              <a:rPr kumimoji="1" lang="en-US" altLang="zh-CN" sz="2400" b="1" dirty="0">
                <a:latin typeface="Times New Roman" panose="02020603050405020304" pitchFamily="18" charset="0"/>
                <a:ea typeface="宋体" panose="02010600030101010101" pitchFamily="2" charset="-122"/>
              </a:rPr>
              <a:t>(</a:t>
            </a:r>
            <a:r>
              <a:rPr kumimoji="1" lang="zh-CN" altLang="en-US" sz="2400" b="1" dirty="0">
                <a:latin typeface="Times New Roman" panose="02020603050405020304" pitchFamily="18" charset="0"/>
                <a:ea typeface="宋体" panose="02010600030101010101" pitchFamily="2" charset="-122"/>
              </a:rPr>
              <a:t>为正</a:t>
            </a:r>
            <a:r>
              <a:rPr kumimoji="1" lang="en-US" altLang="zh-CN" sz="2400" b="1" dirty="0">
                <a:latin typeface="Times New Roman" panose="02020603050405020304" pitchFamily="18" charset="0"/>
                <a:ea typeface="宋体" panose="02010600030101010101" pitchFamily="2" charset="-122"/>
              </a:rPr>
              <a:t>)</a:t>
            </a:r>
            <a:endParaRPr kumimoji="1" lang="en-US" altLang="zh-CN" sz="2400" b="1" dirty="0">
              <a:latin typeface="Times New Roman" panose="02020603050405020304" pitchFamily="18" charset="0"/>
              <a:ea typeface="宋体" panose="02010600030101010101" pitchFamily="2" charset="-122"/>
            </a:endParaRPr>
          </a:p>
        </p:txBody>
      </p:sp>
      <p:sp>
        <p:nvSpPr>
          <p:cNvPr id="1050067" name="Text Box 8"/>
          <p:cNvSpPr txBox="1">
            <a:spLocks noChangeArrowheads="1"/>
          </p:cNvSpPr>
          <p:nvPr/>
        </p:nvSpPr>
        <p:spPr bwMode="auto">
          <a:xfrm>
            <a:off x="2912576" y="4834856"/>
            <a:ext cx="7319963" cy="460375"/>
          </a:xfrm>
          <a:prstGeom prst="rect">
            <a:avLst/>
          </a:prstGeom>
          <a:noFill/>
          <a:ln>
            <a:noFill/>
          </a:ln>
          <a:effectLst/>
        </p:spPr>
        <p:txBody>
          <a:bodyPr>
            <a:spAutoFit/>
          </a:bodyPr>
          <a:lstStyle>
            <a:defPPr>
              <a:defRPr lang="zh-CN"/>
            </a:defPPr>
            <a:lvl1pPr>
              <a:spcBef>
                <a:spcPct val="50000"/>
              </a:spcBef>
              <a:defRPr kumimoji="1" sz="2400" b="1" i="1">
                <a:latin typeface="Times New Roman" panose="02020603050405020304" pitchFamily="18" charset="0"/>
                <a:ea typeface="宋体" panose="02010600030101010101" pitchFamily="2"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altLang="zh-CN" dirty="0" err="1" smtClean="0"/>
              <a:t>u</a:t>
            </a:r>
            <a:r>
              <a:rPr lang="en-US" altLang="zh-CN" baseline="-25000" dirty="0" err="1" smtClean="0"/>
              <a:t>sli</a:t>
            </a:r>
            <a:r>
              <a:rPr lang="zh-CN" altLang="en-US" dirty="0"/>
              <a:t>：</a:t>
            </a:r>
            <a:r>
              <a:rPr lang="zh-CN" altLang="en-US" i="0" dirty="0" smtClean="0"/>
              <a:t>回路</a:t>
            </a:r>
            <a:r>
              <a:rPr lang="en-US" altLang="zh-CN" dirty="0" smtClean="0"/>
              <a:t>li</a:t>
            </a:r>
            <a:r>
              <a:rPr lang="zh-CN" altLang="en-US" i="0" dirty="0" smtClean="0"/>
              <a:t>中</a:t>
            </a:r>
            <a:r>
              <a:rPr lang="zh-CN" altLang="en-US" i="0" dirty="0"/>
              <a:t>所有电压源电压的</a:t>
            </a:r>
            <a:r>
              <a:rPr lang="zh-CN" altLang="en-US" i="0" dirty="0" smtClean="0"/>
              <a:t>代数和</a:t>
            </a:r>
            <a:endParaRPr lang="zh-CN" altLang="en-US" i="0" dirty="0"/>
          </a:p>
        </p:txBody>
      </p:sp>
      <p:sp>
        <p:nvSpPr>
          <p:cNvPr id="1050068" name="Text Box 11"/>
          <p:cNvSpPr txBox="1">
            <a:spLocks noChangeArrowheads="1"/>
          </p:cNvSpPr>
          <p:nvPr/>
        </p:nvSpPr>
        <p:spPr bwMode="auto">
          <a:xfrm>
            <a:off x="4529047" y="5244615"/>
            <a:ext cx="7029907" cy="944881"/>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zh-CN" altLang="en-US" sz="2400" b="1" dirty="0">
                <a:latin typeface="仿宋_GB2312" pitchFamily="49" charset="-122"/>
                <a:ea typeface="仿宋_GB2312" pitchFamily="49" charset="-122"/>
              </a:rPr>
              <a:t>当电压源电压方向与该回路方向一致时，取负号</a:t>
            </a:r>
            <a:r>
              <a:rPr kumimoji="1" lang="zh-CN" altLang="en-US" sz="2400" b="1" dirty="0" smtClean="0">
                <a:latin typeface="仿宋_GB2312" pitchFamily="49" charset="-122"/>
                <a:ea typeface="仿宋_GB2312" pitchFamily="49" charset="-122"/>
              </a:rPr>
              <a:t>；反之</a:t>
            </a:r>
            <a:r>
              <a:rPr kumimoji="1" lang="zh-CN" altLang="en-US" sz="2400" b="1" dirty="0">
                <a:latin typeface="仿宋_GB2312" pitchFamily="49" charset="-122"/>
                <a:ea typeface="仿宋_GB2312" pitchFamily="49" charset="-122"/>
              </a:rPr>
              <a:t>取正号。</a:t>
            </a:r>
            <a:endParaRPr kumimoji="1" lang="zh-CN" altLang="en-US" sz="2400" b="1" dirty="0">
              <a:latin typeface="仿宋_GB2312" pitchFamily="49" charset="-122"/>
              <a:ea typeface="仿宋_GB2312"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985" name=""/>
        <p:cNvGrpSpPr/>
        <p:nvPr/>
      </p:nvGrpSpPr>
      <p:grpSpPr>
        <a:xfrm>
          <a:off x="0" y="0"/>
          <a:ext cx="0" cy="0"/>
          <a:chOff x="0" y="0"/>
          <a:chExt cx="0" cy="0"/>
        </a:xfrm>
      </p:grpSpPr>
      <p:sp>
        <p:nvSpPr>
          <p:cNvPr id="1050203" name="Text Box 2"/>
          <p:cNvSpPr txBox="1">
            <a:spLocks noChangeArrowheads="1"/>
          </p:cNvSpPr>
          <p:nvPr/>
        </p:nvSpPr>
        <p:spPr bwMode="auto">
          <a:xfrm>
            <a:off x="1343820" y="1297305"/>
            <a:ext cx="3671887" cy="52197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rgbClr val="FFFF00"/>
                </a:solidFill>
                <a:latin typeface="Times New Roman" panose="02020603050405020304" pitchFamily="18" charset="0"/>
                <a:ea typeface="宋体" panose="02010600030101010101" pitchFamily="2" charset="-122"/>
              </a:rPr>
              <a:t>回路法的一般步骤：</a:t>
            </a:r>
            <a:endParaRPr kumimoji="1" lang="zh-CN" altLang="en-US" sz="2800">
              <a:solidFill>
                <a:srgbClr val="FFFF00"/>
              </a:solidFill>
              <a:latin typeface="Times New Roman" panose="02020603050405020304" pitchFamily="18" charset="0"/>
              <a:ea typeface="宋体" panose="02010600030101010101" pitchFamily="2" charset="-122"/>
            </a:endParaRPr>
          </a:p>
        </p:txBody>
      </p:sp>
      <p:sp>
        <p:nvSpPr>
          <p:cNvPr id="1050204" name="Text Box 3"/>
          <p:cNvSpPr txBox="1">
            <a:spLocks noChangeArrowheads="1"/>
          </p:cNvSpPr>
          <p:nvPr/>
        </p:nvSpPr>
        <p:spPr bwMode="auto">
          <a:xfrm>
            <a:off x="1919289" y="2105343"/>
            <a:ext cx="7704137"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仿宋_GB2312" pitchFamily="49" charset="-122"/>
                <a:ea typeface="仿宋_GB2312" pitchFamily="49" charset="-122"/>
              </a:rPr>
              <a:t>(1) </a:t>
            </a:r>
            <a:r>
              <a:rPr kumimoji="1" lang="zh-CN" altLang="en-US" sz="2400" b="1">
                <a:latin typeface="仿宋_GB2312" pitchFamily="49" charset="-122"/>
                <a:ea typeface="仿宋_GB2312" pitchFamily="49" charset="-122"/>
              </a:rPr>
              <a:t>选定</a:t>
            </a:r>
            <a:r>
              <a:rPr kumimoji="1" lang="en-US" altLang="zh-CN" sz="2800" b="1" i="1">
                <a:latin typeface="Times New Roman" panose="02020603050405020304" pitchFamily="18" charset="0"/>
                <a:ea typeface="仿宋_GB2312" pitchFamily="49" charset="-122"/>
              </a:rPr>
              <a:t>l=b</a:t>
            </a:r>
            <a:r>
              <a:rPr kumimoji="1" lang="en-US" altLang="zh-CN" sz="2800" b="1">
                <a:latin typeface="Times New Roman" panose="02020603050405020304" pitchFamily="18" charset="0"/>
                <a:ea typeface="仿宋_GB2312" pitchFamily="49" charset="-122"/>
              </a:rPr>
              <a:t>-(</a:t>
            </a:r>
            <a:r>
              <a:rPr kumimoji="1" lang="en-US" altLang="zh-CN" sz="2800" b="1" i="1">
                <a:latin typeface="Times New Roman" panose="02020603050405020304" pitchFamily="18" charset="0"/>
                <a:ea typeface="仿宋_GB2312" pitchFamily="49" charset="-122"/>
              </a:rPr>
              <a:t>n</a:t>
            </a:r>
            <a:r>
              <a:rPr kumimoji="1" lang="en-US" altLang="zh-CN" sz="2800" b="1">
                <a:latin typeface="Times New Roman" panose="02020603050405020304" pitchFamily="18" charset="0"/>
                <a:ea typeface="仿宋_GB2312" pitchFamily="49" charset="-122"/>
              </a:rPr>
              <a:t>-1)</a:t>
            </a:r>
            <a:r>
              <a:rPr kumimoji="1" lang="zh-CN" altLang="en-US" sz="2400" b="1">
                <a:latin typeface="仿宋_GB2312" pitchFamily="49" charset="-122"/>
                <a:ea typeface="仿宋_GB2312" pitchFamily="49" charset="-122"/>
              </a:rPr>
              <a:t>个独立回路，并确定其绕行方向；</a:t>
            </a:r>
            <a:endParaRPr kumimoji="1" lang="zh-CN" altLang="en-US" sz="2400">
              <a:latin typeface="仿宋_GB2312" pitchFamily="49" charset="-122"/>
              <a:ea typeface="仿宋_GB2312" pitchFamily="49" charset="-122"/>
            </a:endParaRPr>
          </a:p>
        </p:txBody>
      </p:sp>
      <p:sp>
        <p:nvSpPr>
          <p:cNvPr id="1050205" name="Text Box 4"/>
          <p:cNvSpPr txBox="1">
            <a:spLocks noChangeArrowheads="1"/>
          </p:cNvSpPr>
          <p:nvPr/>
        </p:nvSpPr>
        <p:spPr bwMode="auto">
          <a:xfrm>
            <a:off x="1919288" y="2872105"/>
            <a:ext cx="882015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en-US" altLang="zh-CN" sz="2400" b="1">
                <a:latin typeface="仿宋_GB2312" pitchFamily="49" charset="-122"/>
                <a:ea typeface="仿宋_GB2312" pitchFamily="49" charset="-122"/>
              </a:rPr>
              <a:t>(2) </a:t>
            </a:r>
            <a:r>
              <a:rPr kumimoji="1" lang="zh-CN" altLang="en-US" sz="2400" b="1">
                <a:latin typeface="仿宋_GB2312" pitchFamily="49" charset="-122"/>
                <a:ea typeface="仿宋_GB2312" pitchFamily="49" charset="-122"/>
              </a:rPr>
              <a:t>对</a:t>
            </a:r>
            <a:r>
              <a:rPr kumimoji="1" lang="en-US" altLang="zh-CN" sz="2400" b="1" i="1">
                <a:latin typeface="Times New Roman" panose="02020603050405020304" pitchFamily="18" charset="0"/>
                <a:ea typeface="仿宋_GB2312" pitchFamily="49" charset="-122"/>
              </a:rPr>
              <a:t>l </a:t>
            </a:r>
            <a:r>
              <a:rPr kumimoji="1" lang="zh-CN" altLang="en-US" sz="2400" b="1">
                <a:latin typeface="仿宋_GB2312" pitchFamily="49" charset="-122"/>
                <a:ea typeface="仿宋_GB2312" pitchFamily="49" charset="-122"/>
              </a:rPr>
              <a:t>个独立回路，以回路电流为未知量，列写其</a:t>
            </a:r>
            <a:r>
              <a:rPr kumimoji="1" lang="en-US" altLang="zh-CN" sz="2400" b="1">
                <a:latin typeface="Times New Roman" panose="02020603050405020304" pitchFamily="18" charset="0"/>
                <a:ea typeface="仿宋_GB2312" pitchFamily="49" charset="-122"/>
              </a:rPr>
              <a:t>KVL</a:t>
            </a:r>
            <a:r>
              <a:rPr kumimoji="1" lang="zh-CN" altLang="en-US" sz="2400" b="1">
                <a:latin typeface="仿宋_GB2312" pitchFamily="49" charset="-122"/>
                <a:ea typeface="仿宋_GB2312" pitchFamily="49" charset="-122"/>
              </a:rPr>
              <a:t>方程；</a:t>
            </a:r>
            <a:endParaRPr kumimoji="1" lang="zh-CN" altLang="en-US" sz="2400">
              <a:latin typeface="仿宋_GB2312" pitchFamily="49" charset="-122"/>
              <a:ea typeface="仿宋_GB2312" pitchFamily="49" charset="-122"/>
            </a:endParaRPr>
          </a:p>
        </p:txBody>
      </p:sp>
      <p:sp>
        <p:nvSpPr>
          <p:cNvPr id="1050206" name="Text Box 5"/>
          <p:cNvSpPr txBox="1">
            <a:spLocks noChangeArrowheads="1"/>
          </p:cNvSpPr>
          <p:nvPr/>
        </p:nvSpPr>
        <p:spPr bwMode="auto">
          <a:xfrm>
            <a:off x="1919289" y="3618230"/>
            <a:ext cx="619283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仿宋_GB2312" pitchFamily="49" charset="-122"/>
                <a:ea typeface="仿宋_GB2312" pitchFamily="49" charset="-122"/>
              </a:rPr>
              <a:t>(3) </a:t>
            </a:r>
            <a:r>
              <a:rPr kumimoji="1" lang="zh-CN" altLang="en-US" sz="2400" b="1">
                <a:latin typeface="仿宋_GB2312" pitchFamily="49" charset="-122"/>
                <a:ea typeface="仿宋_GB2312" pitchFamily="49" charset="-122"/>
              </a:rPr>
              <a:t>求解上述方程，得到</a:t>
            </a:r>
            <a:r>
              <a:rPr kumimoji="1" lang="en-US" altLang="zh-CN" sz="2400" b="1" i="1">
                <a:latin typeface="Times New Roman" panose="02020603050405020304" pitchFamily="18" charset="0"/>
                <a:ea typeface="仿宋_GB2312" pitchFamily="49" charset="-122"/>
              </a:rPr>
              <a:t>l </a:t>
            </a:r>
            <a:r>
              <a:rPr kumimoji="1" lang="zh-CN" altLang="en-US" sz="2400" b="1">
                <a:latin typeface="仿宋_GB2312" pitchFamily="49" charset="-122"/>
                <a:ea typeface="仿宋_GB2312" pitchFamily="49" charset="-122"/>
              </a:rPr>
              <a:t>个回路电流；</a:t>
            </a:r>
            <a:endParaRPr kumimoji="1" lang="zh-CN" altLang="en-US" sz="2400">
              <a:latin typeface="仿宋_GB2312" pitchFamily="49" charset="-122"/>
              <a:ea typeface="仿宋_GB2312" pitchFamily="49" charset="-122"/>
            </a:endParaRPr>
          </a:p>
        </p:txBody>
      </p:sp>
      <p:sp>
        <p:nvSpPr>
          <p:cNvPr id="1050207" name="Text Box 6"/>
          <p:cNvSpPr txBox="1">
            <a:spLocks noChangeArrowheads="1"/>
          </p:cNvSpPr>
          <p:nvPr/>
        </p:nvSpPr>
        <p:spPr bwMode="auto">
          <a:xfrm>
            <a:off x="1919289" y="4913630"/>
            <a:ext cx="3455987"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仿宋_GB2312" pitchFamily="49" charset="-122"/>
                <a:ea typeface="仿宋_GB2312" pitchFamily="49" charset="-122"/>
              </a:rPr>
              <a:t>(5) </a:t>
            </a:r>
            <a:r>
              <a:rPr kumimoji="1" lang="zh-CN" altLang="en-US" sz="2400" b="1">
                <a:latin typeface="仿宋_GB2312" pitchFamily="49" charset="-122"/>
                <a:ea typeface="仿宋_GB2312" pitchFamily="49" charset="-122"/>
              </a:rPr>
              <a:t>其它分析。</a:t>
            </a:r>
            <a:endParaRPr kumimoji="1" lang="zh-CN" altLang="en-US" sz="2400">
              <a:latin typeface="仿宋_GB2312" pitchFamily="49" charset="-122"/>
              <a:ea typeface="仿宋_GB2312" pitchFamily="49" charset="-122"/>
            </a:endParaRPr>
          </a:p>
        </p:txBody>
      </p:sp>
      <p:sp>
        <p:nvSpPr>
          <p:cNvPr id="1050208" name="Text Box 7"/>
          <p:cNvSpPr txBox="1">
            <a:spLocks noChangeArrowheads="1"/>
          </p:cNvSpPr>
          <p:nvPr/>
        </p:nvSpPr>
        <p:spPr bwMode="auto">
          <a:xfrm>
            <a:off x="1890713" y="4265930"/>
            <a:ext cx="542925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latin typeface="仿宋_GB2312" pitchFamily="49" charset="-122"/>
                <a:ea typeface="仿宋_GB2312" pitchFamily="49" charset="-122"/>
              </a:rPr>
              <a:t>(4) </a:t>
            </a:r>
            <a:r>
              <a:rPr kumimoji="1" lang="zh-CN" altLang="en-US" sz="2400" b="1">
                <a:latin typeface="仿宋_GB2312" pitchFamily="49" charset="-122"/>
                <a:ea typeface="仿宋_GB2312" pitchFamily="49" charset="-122"/>
              </a:rPr>
              <a:t>求各支路电流</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用回路电流表示</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a:t>
            </a:r>
            <a:endParaRPr kumimoji="1" lang="zh-CN" altLang="en-US" sz="2400">
              <a:latin typeface="仿宋_GB2312" pitchFamily="49" charset="-122"/>
              <a:ea typeface="仿宋_GB2312"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005" name=""/>
        <p:cNvGrpSpPr/>
        <p:nvPr/>
      </p:nvGrpSpPr>
      <p:grpSpPr>
        <a:xfrm>
          <a:off x="0" y="0"/>
          <a:ext cx="0" cy="0"/>
          <a:chOff x="0" y="0"/>
          <a:chExt cx="0" cy="0"/>
        </a:xfrm>
      </p:grpSpPr>
      <p:sp>
        <p:nvSpPr>
          <p:cNvPr id="1050221" name="Text Box 2"/>
          <p:cNvSpPr txBox="1">
            <a:spLocks noChangeArrowheads="1"/>
          </p:cNvSpPr>
          <p:nvPr/>
        </p:nvSpPr>
        <p:spPr bwMode="auto">
          <a:xfrm>
            <a:off x="811530" y="995045"/>
            <a:ext cx="7526020" cy="521970"/>
          </a:xfrm>
          <a:prstGeom prst="rect">
            <a:avLst/>
          </a:prstGeom>
          <a:no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latin typeface="仿宋_GB2312" pitchFamily="49" charset="-122"/>
                <a:ea typeface="仿宋_GB2312" pitchFamily="49" charset="-122"/>
              </a:rPr>
              <a:t>例</a:t>
            </a:r>
            <a:r>
              <a:rPr kumimoji="1" lang="en-US" altLang="zh-CN" sz="2800" b="1" dirty="0">
                <a:latin typeface="仿宋_GB2312" pitchFamily="49" charset="-122"/>
                <a:ea typeface="仿宋_GB2312" pitchFamily="49" charset="-122"/>
              </a:rPr>
              <a:t>3-3   </a:t>
            </a:r>
            <a:r>
              <a:rPr kumimoji="1" lang="zh-CN" altLang="en-US" sz="2800" b="1" dirty="0">
                <a:latin typeface="仿宋_GB2312" pitchFamily="49" charset="-122"/>
                <a:ea typeface="仿宋_GB2312" pitchFamily="49" charset="-122"/>
              </a:rPr>
              <a:t>理想电流源支路的处理</a:t>
            </a:r>
            <a:r>
              <a:rPr kumimoji="1" lang="en-US" altLang="zh-CN" sz="2800" b="1" dirty="0">
                <a:latin typeface="仿宋_GB2312" pitchFamily="49" charset="-122"/>
                <a:ea typeface="仿宋_GB2312" pitchFamily="49" charset="-122"/>
              </a:rPr>
              <a:t> </a:t>
            </a:r>
            <a:r>
              <a:rPr kumimoji="1" lang="en-US" altLang="zh-CN" sz="2800" b="1" dirty="0">
                <a:latin typeface="仿宋_GB2312" pitchFamily="49" charset="-122"/>
                <a:ea typeface="仿宋_GB2312" pitchFamily="49" charset="-122"/>
              </a:rPr>
              <a:t>p67</a:t>
            </a:r>
            <a:endParaRPr kumimoji="1" lang="en-US" altLang="zh-CN" sz="2800" b="1" dirty="0">
              <a:latin typeface="仿宋_GB2312" pitchFamily="49" charset="-122"/>
              <a:ea typeface="仿宋_GB2312" pitchFamily="49" charset="-122"/>
            </a:endParaRPr>
          </a:p>
        </p:txBody>
      </p:sp>
      <p:pic>
        <p:nvPicPr>
          <p:cNvPr id="2097342" name="图片 1"/>
          <p:cNvPicPr>
            <a:picLocks noChangeAspect="1"/>
          </p:cNvPicPr>
          <p:nvPr/>
        </p:nvPicPr>
        <p:blipFill>
          <a:blip r:embed="rId1"/>
          <a:stretch>
            <a:fillRect/>
          </a:stretch>
        </p:blipFill>
        <p:spPr>
          <a:xfrm>
            <a:off x="6978650" y="1574800"/>
            <a:ext cx="4777105" cy="4570095"/>
          </a:xfrm>
          <a:prstGeom prst="rect">
            <a:avLst/>
          </a:prstGeom>
        </p:spPr>
      </p:pic>
      <p:pic>
        <p:nvPicPr>
          <p:cNvPr id="2097343" name="图片 2"/>
          <p:cNvPicPr>
            <a:picLocks noChangeAspect="1"/>
          </p:cNvPicPr>
          <p:nvPr/>
        </p:nvPicPr>
        <p:blipFill>
          <a:blip r:embed="rId2"/>
          <a:stretch>
            <a:fillRect/>
          </a:stretch>
        </p:blipFill>
        <p:spPr>
          <a:xfrm>
            <a:off x="377190" y="2743835"/>
            <a:ext cx="6675755" cy="55753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005" name=""/>
        <p:cNvGrpSpPr/>
        <p:nvPr/>
      </p:nvGrpSpPr>
      <p:grpSpPr>
        <a:xfrm>
          <a:off x="0" y="0"/>
          <a:ext cx="0" cy="0"/>
          <a:chOff x="0" y="0"/>
          <a:chExt cx="0" cy="0"/>
        </a:xfrm>
      </p:grpSpPr>
      <p:pic>
        <p:nvPicPr>
          <p:cNvPr id="2097342" name="图片 1"/>
          <p:cNvPicPr>
            <a:picLocks noChangeAspect="1"/>
          </p:cNvPicPr>
          <p:nvPr/>
        </p:nvPicPr>
        <p:blipFill>
          <a:blip r:embed="rId1"/>
          <a:stretch>
            <a:fillRect/>
          </a:stretch>
        </p:blipFill>
        <p:spPr>
          <a:xfrm>
            <a:off x="462915" y="1144270"/>
            <a:ext cx="4777105" cy="4570095"/>
          </a:xfrm>
          <a:prstGeom prst="rect">
            <a:avLst/>
          </a:prstGeom>
        </p:spPr>
      </p:pic>
      <p:graphicFrame>
        <p:nvGraphicFramePr>
          <p:cNvPr id="4194357" name="对象 6"/>
          <p:cNvGraphicFramePr/>
          <p:nvPr/>
        </p:nvGraphicFramePr>
        <p:xfrm>
          <a:off x="6096000" y="982345"/>
          <a:ext cx="4747895" cy="939800"/>
        </p:xfrm>
        <a:graphic>
          <a:graphicData uri="http://schemas.openxmlformats.org/presentationml/2006/ole">
            <mc:AlternateContent xmlns:mc="http://schemas.openxmlformats.org/markup-compatibility/2006">
              <mc:Choice xmlns:v="urn:schemas-microsoft-com:vml" Requires="v">
                <p:oleObj spid="_x0000_s8" name="" r:id="rId2" imgW="3274695" imgH="856615" progId="Equation.KSEE3">
                  <p:embed/>
                </p:oleObj>
              </mc:Choice>
              <mc:Fallback>
                <p:oleObj name="" r:id="rId2" imgW="3274695" imgH="856615" progId="Equation.KSEE3">
                  <p:embed/>
                  <p:pic>
                    <p:nvPicPr>
                      <p:cNvPr id="0" name="图片 7"/>
                      <p:cNvPicPr/>
                      <p:nvPr/>
                    </p:nvPicPr>
                    <p:blipFill>
                      <a:blip r:embed="rId3"/>
                      <a:stretch>
                        <a:fillRect/>
                      </a:stretch>
                    </p:blipFill>
                    <p:spPr>
                      <a:xfrm>
                        <a:off x="6096000" y="982345"/>
                        <a:ext cx="4747895" cy="939800"/>
                      </a:xfrm>
                      <a:prstGeom prst="rect">
                        <a:avLst/>
                      </a:prstGeom>
                      <a:solidFill>
                        <a:schemeClr val="hlink"/>
                      </a:solidFill>
                    </p:spPr>
                  </p:pic>
                </p:oleObj>
              </mc:Fallback>
            </mc:AlternateContent>
          </a:graphicData>
        </a:graphic>
      </p:graphicFrame>
      <p:pic>
        <p:nvPicPr>
          <p:cNvPr id="2097345" name="图片 8"/>
          <p:cNvPicPr>
            <a:picLocks noChangeAspect="1"/>
          </p:cNvPicPr>
          <p:nvPr/>
        </p:nvPicPr>
        <p:blipFill>
          <a:blip r:embed="rId4"/>
          <a:stretch>
            <a:fillRect/>
          </a:stretch>
        </p:blipFill>
        <p:spPr>
          <a:xfrm>
            <a:off x="5695950" y="2442210"/>
            <a:ext cx="5334000" cy="1843405"/>
          </a:xfrm>
          <a:prstGeom prst="rect">
            <a:avLst/>
          </a:prstGeom>
        </p:spPr>
      </p:pic>
      <p:sp>
        <p:nvSpPr>
          <p:cNvPr id="1050222" name="文本框 9"/>
          <p:cNvSpPr txBox="1"/>
          <p:nvPr/>
        </p:nvSpPr>
        <p:spPr>
          <a:xfrm>
            <a:off x="6602730" y="5062855"/>
            <a:ext cx="2962275" cy="521970"/>
          </a:xfrm>
          <a:prstGeom prst="rect">
            <a:avLst/>
          </a:prstGeom>
          <a:noFill/>
        </p:spPr>
        <p:txBody>
          <a:bodyPr wrap="square" rtlCol="0" anchor="t">
            <a:spAutoFit/>
          </a:bodyPr>
          <a:p>
            <a:r>
              <a:rPr kumimoji="1" lang="en-US" altLang="zh-CN" sz="2800" b="1" dirty="0">
                <a:latin typeface="仿宋_GB2312" pitchFamily="49" charset="-122"/>
                <a:ea typeface="仿宋_GB2312" pitchFamily="49" charset="-122"/>
                <a:sym typeface="+mn-ea"/>
              </a:rPr>
              <a:t>U</a:t>
            </a:r>
            <a:r>
              <a:rPr kumimoji="1" lang="zh-CN" altLang="en-US" sz="2800" b="1" dirty="0">
                <a:latin typeface="仿宋_GB2312" pitchFamily="49" charset="-122"/>
                <a:ea typeface="仿宋_GB2312" pitchFamily="49" charset="-122"/>
                <a:sym typeface="+mn-ea"/>
              </a:rPr>
              <a:t>是</a:t>
            </a:r>
            <a:r>
              <a:rPr kumimoji="1" lang="zh-CN" altLang="en-US" sz="2800" b="1" dirty="0">
                <a:latin typeface="仿宋_GB2312" pitchFamily="49" charset="-122"/>
                <a:ea typeface="仿宋_GB2312" pitchFamily="49" charset="-122"/>
                <a:sym typeface="+mn-ea"/>
              </a:rPr>
              <a:t>未知的</a:t>
            </a:r>
            <a:endParaRPr kumimoji="1" lang="zh-CN" altLang="en-US" sz="2800" b="1" dirty="0">
              <a:latin typeface="仿宋_GB2312" pitchFamily="49" charset="-122"/>
              <a:ea typeface="仿宋_GB2312" pitchFamily="49"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006" name=""/>
        <p:cNvGrpSpPr/>
        <p:nvPr/>
      </p:nvGrpSpPr>
      <p:grpSpPr>
        <a:xfrm>
          <a:off x="0" y="0"/>
          <a:ext cx="0" cy="0"/>
          <a:chOff x="0" y="0"/>
          <a:chExt cx="0" cy="0"/>
        </a:xfrm>
      </p:grpSpPr>
      <p:sp>
        <p:nvSpPr>
          <p:cNvPr id="1050223" name="Text Box 2"/>
          <p:cNvSpPr txBox="1">
            <a:spLocks noChangeArrowheads="1"/>
          </p:cNvSpPr>
          <p:nvPr/>
        </p:nvSpPr>
        <p:spPr bwMode="auto">
          <a:xfrm>
            <a:off x="1869153" y="1790383"/>
            <a:ext cx="6080125" cy="460375"/>
          </a:xfrm>
          <a:prstGeom prst="rect">
            <a:avLst/>
          </a:prstGeom>
          <a:noFill/>
          <a:ln>
            <a:noFill/>
          </a:ln>
          <a:effectLst/>
        </p:spPr>
        <p:txBody>
          <a:bodyPr wrap="square">
            <a:spAutoFit/>
          </a:bodyPr>
          <a:lstStyle>
            <a:defPPr>
              <a:defRPr lang="zh-CN"/>
            </a:defPPr>
            <a:lvl1pPr>
              <a:buFont typeface="Wingdings" panose="05000000000000000000" pitchFamily="2" charset="2"/>
              <a:buChar char="l"/>
              <a:defRPr kumimoji="1" sz="2400" b="1">
                <a:latin typeface="仿宋_GB2312" pitchFamily="49" charset="-122"/>
                <a:ea typeface="仿宋_GB2312" pitchFamily="49" charset="-122"/>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zh-CN" altLang="en-US" dirty="0"/>
              <a:t> 与电阻并联的电流源，可做电源等效变换</a:t>
            </a:r>
            <a:endParaRPr lang="zh-CN" altLang="en-US" dirty="0"/>
          </a:p>
        </p:txBody>
      </p:sp>
      <p:grpSp>
        <p:nvGrpSpPr>
          <p:cNvPr id="1007" name="Group 3"/>
          <p:cNvGrpSpPr/>
          <p:nvPr/>
        </p:nvGrpSpPr>
        <p:grpSpPr bwMode="auto">
          <a:xfrm>
            <a:off x="2272031" y="2450783"/>
            <a:ext cx="2860675" cy="2128837"/>
            <a:chOff x="624" y="816"/>
            <a:chExt cx="1536" cy="1341"/>
          </a:xfrm>
        </p:grpSpPr>
        <p:sp>
          <p:nvSpPr>
            <p:cNvPr id="1050224" name="Line 4"/>
            <p:cNvSpPr>
              <a:spLocks noChangeShapeType="1"/>
            </p:cNvSpPr>
            <p:nvPr/>
          </p:nvSpPr>
          <p:spPr bwMode="auto">
            <a:xfrm>
              <a:off x="864" y="1056"/>
              <a:ext cx="1224" cy="1"/>
            </a:xfrm>
            <a:prstGeom prst="line">
              <a:avLst/>
            </a:prstGeom>
            <a:noFill/>
            <a:ln w="38100">
              <a:solidFill>
                <a:srgbClr val="FFCC00"/>
              </a:solidFill>
              <a:round/>
            </a:ln>
            <a:effectLst/>
          </p:spPr>
          <p:txBody>
            <a:bodyPr wrap="none" anchor="ctr"/>
            <a:p>
              <a:endParaRPr lang="zh-CN" altLang="en-US"/>
            </a:p>
          </p:txBody>
        </p:sp>
        <p:sp>
          <p:nvSpPr>
            <p:cNvPr id="1050225" name="Text Box 5"/>
            <p:cNvSpPr txBox="1">
              <a:spLocks noChangeArrowheads="1"/>
            </p:cNvSpPr>
            <p:nvPr/>
          </p:nvSpPr>
          <p:spPr bwMode="auto">
            <a:xfrm>
              <a:off x="1656" y="816"/>
              <a:ext cx="24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I</a:t>
              </a:r>
              <a:endParaRPr lang="en-US" altLang="zh-CN" sz="2400" b="1">
                <a:solidFill>
                  <a:schemeClr val="tx2"/>
                </a:solidFill>
                <a:ea typeface="楷体_GB2312" pitchFamily="49" charset="-122"/>
              </a:endParaRPr>
            </a:p>
          </p:txBody>
        </p:sp>
        <p:sp>
          <p:nvSpPr>
            <p:cNvPr id="1050226" name="Text Box 6"/>
            <p:cNvSpPr txBox="1">
              <a:spLocks noChangeArrowheads="1"/>
            </p:cNvSpPr>
            <p:nvPr/>
          </p:nvSpPr>
          <p:spPr bwMode="auto">
            <a:xfrm>
              <a:off x="1464" y="1296"/>
              <a:ext cx="216"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R</a:t>
              </a:r>
              <a:endParaRPr lang="en-US" altLang="zh-CN" sz="2400" b="1">
                <a:solidFill>
                  <a:schemeClr val="tx2"/>
                </a:solidFill>
                <a:ea typeface="楷体_GB2312" pitchFamily="49" charset="-122"/>
              </a:endParaRPr>
            </a:p>
          </p:txBody>
        </p:sp>
        <p:sp>
          <p:nvSpPr>
            <p:cNvPr id="1050227" name="Line 7"/>
            <p:cNvSpPr>
              <a:spLocks noChangeShapeType="1"/>
            </p:cNvSpPr>
            <p:nvPr/>
          </p:nvSpPr>
          <p:spPr bwMode="auto">
            <a:xfrm>
              <a:off x="840" y="1872"/>
              <a:ext cx="1248" cy="1"/>
            </a:xfrm>
            <a:prstGeom prst="line">
              <a:avLst/>
            </a:prstGeom>
            <a:noFill/>
            <a:ln w="38100">
              <a:solidFill>
                <a:srgbClr val="FFCC00"/>
              </a:solidFill>
              <a:round/>
            </a:ln>
            <a:effectLst/>
          </p:spPr>
          <p:txBody>
            <a:bodyPr wrap="none" anchor="ctr"/>
            <a:p>
              <a:endParaRPr lang="zh-CN" altLang="en-US"/>
            </a:p>
          </p:txBody>
        </p:sp>
        <p:sp>
          <p:nvSpPr>
            <p:cNvPr id="1050228" name="Line 8"/>
            <p:cNvSpPr>
              <a:spLocks noChangeShapeType="1"/>
            </p:cNvSpPr>
            <p:nvPr/>
          </p:nvSpPr>
          <p:spPr bwMode="auto">
            <a:xfrm>
              <a:off x="852" y="1056"/>
              <a:ext cx="1" cy="816"/>
            </a:xfrm>
            <a:prstGeom prst="line">
              <a:avLst/>
            </a:prstGeom>
            <a:noFill/>
            <a:ln w="38100">
              <a:solidFill>
                <a:srgbClr val="FFCC00"/>
              </a:solidFill>
              <a:round/>
            </a:ln>
            <a:effectLst/>
          </p:spPr>
          <p:txBody>
            <a:bodyPr wrap="none" anchor="ctr"/>
            <a:p>
              <a:endParaRPr lang="zh-CN" altLang="en-US"/>
            </a:p>
          </p:txBody>
        </p:sp>
        <p:grpSp>
          <p:nvGrpSpPr>
            <p:cNvPr id="1008" name="Group 9"/>
            <p:cNvGrpSpPr/>
            <p:nvPr/>
          </p:nvGrpSpPr>
          <p:grpSpPr bwMode="auto">
            <a:xfrm>
              <a:off x="778" y="1324"/>
              <a:ext cx="144" cy="327"/>
              <a:chOff x="2386" y="2284"/>
              <a:chExt cx="144" cy="327"/>
            </a:xfrm>
          </p:grpSpPr>
          <p:sp>
            <p:nvSpPr>
              <p:cNvPr id="1050229" name="Oval 10"/>
              <p:cNvSpPr>
                <a:spLocks noChangeArrowheads="1"/>
              </p:cNvSpPr>
              <p:nvPr/>
            </p:nvSpPr>
            <p:spPr bwMode="auto">
              <a:xfrm>
                <a:off x="2386" y="2284"/>
                <a:ext cx="139" cy="327"/>
              </a:xfrm>
              <a:prstGeom prst="ellipse">
                <a:avLst/>
              </a:prstGeom>
              <a:solidFill>
                <a:srgbClr val="00CCFF"/>
              </a:solidFill>
              <a:ln w="38100">
                <a:solidFill>
                  <a:srgbClr val="FFCC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230" name="Line 11"/>
              <p:cNvSpPr>
                <a:spLocks noChangeShapeType="1"/>
              </p:cNvSpPr>
              <p:nvPr/>
            </p:nvSpPr>
            <p:spPr bwMode="auto">
              <a:xfrm flipV="1">
                <a:off x="2386" y="2445"/>
                <a:ext cx="144" cy="3"/>
              </a:xfrm>
              <a:prstGeom prst="line">
                <a:avLst/>
              </a:prstGeom>
              <a:noFill/>
              <a:ln w="38100">
                <a:solidFill>
                  <a:srgbClr val="FFCC00"/>
                </a:solidFill>
                <a:round/>
              </a:ln>
              <a:effectLst/>
            </p:spPr>
            <p:txBody>
              <a:bodyPr wrap="none" anchor="ctr"/>
              <a:p>
                <a:endParaRPr lang="zh-CN" altLang="en-US"/>
              </a:p>
            </p:txBody>
          </p:sp>
        </p:grpSp>
        <p:sp>
          <p:nvSpPr>
            <p:cNvPr id="1050231" name="Line 12"/>
            <p:cNvSpPr>
              <a:spLocks noChangeShapeType="1"/>
            </p:cNvSpPr>
            <p:nvPr/>
          </p:nvSpPr>
          <p:spPr bwMode="auto">
            <a:xfrm flipV="1">
              <a:off x="852" y="1056"/>
              <a:ext cx="1" cy="240"/>
            </a:xfrm>
            <a:prstGeom prst="line">
              <a:avLst/>
            </a:prstGeom>
            <a:noFill/>
            <a:ln w="38100">
              <a:solidFill>
                <a:srgbClr val="FFCC00"/>
              </a:solidFill>
              <a:round/>
              <a:tailEnd type="triangle" w="med" len="med"/>
            </a:ln>
            <a:effectLst/>
          </p:spPr>
          <p:txBody>
            <a:bodyPr wrap="none" anchor="ctr"/>
            <a:p>
              <a:endParaRPr lang="zh-CN" altLang="en-US"/>
            </a:p>
          </p:txBody>
        </p:sp>
        <p:sp>
          <p:nvSpPr>
            <p:cNvPr id="1050232" name="Line 13"/>
            <p:cNvSpPr>
              <a:spLocks noChangeShapeType="1"/>
            </p:cNvSpPr>
            <p:nvPr/>
          </p:nvSpPr>
          <p:spPr bwMode="auto">
            <a:xfrm flipV="1">
              <a:off x="1428" y="1056"/>
              <a:ext cx="1" cy="816"/>
            </a:xfrm>
            <a:prstGeom prst="line">
              <a:avLst/>
            </a:prstGeom>
            <a:noFill/>
            <a:ln w="38100">
              <a:solidFill>
                <a:srgbClr val="FFCC00"/>
              </a:solidFill>
              <a:round/>
              <a:headEnd type="oval" w="med" len="med"/>
              <a:tailEnd type="oval" w="med" len="med"/>
            </a:ln>
            <a:effectLst/>
          </p:spPr>
          <p:txBody>
            <a:bodyPr wrap="none" anchor="ctr"/>
            <a:p>
              <a:endParaRPr lang="zh-CN" altLang="en-US"/>
            </a:p>
          </p:txBody>
        </p:sp>
        <p:sp>
          <p:nvSpPr>
            <p:cNvPr id="1050233" name="Rectangle 14"/>
            <p:cNvSpPr>
              <a:spLocks noChangeArrowheads="1"/>
            </p:cNvSpPr>
            <p:nvPr/>
          </p:nvSpPr>
          <p:spPr bwMode="auto">
            <a:xfrm>
              <a:off x="1368" y="1324"/>
              <a:ext cx="99" cy="233"/>
            </a:xfrm>
            <a:prstGeom prst="rect">
              <a:avLst/>
            </a:prstGeom>
            <a:solidFill>
              <a:srgbClr val="FF9900"/>
            </a:solidFill>
            <a:ln w="12700">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234" name="Text Box 15"/>
            <p:cNvSpPr txBox="1">
              <a:spLocks noChangeArrowheads="1"/>
            </p:cNvSpPr>
            <p:nvPr/>
          </p:nvSpPr>
          <p:spPr bwMode="auto">
            <a:xfrm>
              <a:off x="624" y="1068"/>
              <a:ext cx="288"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i="1">
                  <a:solidFill>
                    <a:schemeClr val="tx2"/>
                  </a:solidFill>
                  <a:latin typeface="Times New Roman" panose="02020603050405020304" pitchFamily="18" charset="0"/>
                  <a:ea typeface="宋体" panose="02010600030101010101" pitchFamily="2" charset="-122"/>
                </a:rPr>
                <a:t>I</a:t>
              </a:r>
              <a:r>
                <a:rPr lang="en-US" altLang="zh-CN" sz="2400" b="1" baseline="-25000">
                  <a:solidFill>
                    <a:schemeClr val="tx2"/>
                  </a:solidFill>
                  <a:latin typeface="Times New Roman" panose="02020603050405020304" pitchFamily="18" charset="0"/>
                  <a:ea typeface="宋体" panose="02010600030101010101" pitchFamily="2" charset="-122"/>
                </a:rPr>
                <a:t>S</a:t>
              </a:r>
              <a:endParaRPr lang="en-US" altLang="zh-CN" sz="2400" b="1">
                <a:solidFill>
                  <a:schemeClr val="tx2"/>
                </a:solidFill>
                <a:ea typeface="楷体_GB2312" pitchFamily="49" charset="-122"/>
              </a:endParaRPr>
            </a:p>
          </p:txBody>
        </p:sp>
        <p:sp>
          <p:nvSpPr>
            <p:cNvPr id="1050235" name="Line 16"/>
            <p:cNvSpPr>
              <a:spLocks noChangeShapeType="1"/>
            </p:cNvSpPr>
            <p:nvPr/>
          </p:nvSpPr>
          <p:spPr bwMode="auto">
            <a:xfrm>
              <a:off x="1416" y="1056"/>
              <a:ext cx="480" cy="1"/>
            </a:xfrm>
            <a:prstGeom prst="line">
              <a:avLst/>
            </a:prstGeom>
            <a:noFill/>
            <a:ln w="38100">
              <a:solidFill>
                <a:srgbClr val="FFCC00"/>
              </a:solidFill>
              <a:round/>
              <a:tailEnd type="triangle" w="med" len="med"/>
            </a:ln>
            <a:effectLst/>
          </p:spPr>
          <p:txBody>
            <a:bodyPr wrap="none" anchor="ctr"/>
            <a:p>
              <a:endParaRPr lang="zh-CN" altLang="en-US"/>
            </a:p>
          </p:txBody>
        </p:sp>
        <p:sp>
          <p:nvSpPr>
            <p:cNvPr id="1050236" name="Text Box 17"/>
            <p:cNvSpPr txBox="1">
              <a:spLocks noChangeArrowheads="1"/>
            </p:cNvSpPr>
            <p:nvPr/>
          </p:nvSpPr>
          <p:spPr bwMode="auto">
            <a:xfrm>
              <a:off x="2040" y="831"/>
              <a:ext cx="116" cy="506"/>
            </a:xfrm>
            <a:prstGeom prst="rect">
              <a:avLst/>
            </a:prstGeom>
            <a:noFill/>
            <a:ln>
              <a:noFill/>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tx2"/>
                  </a:solidFill>
                  <a:latin typeface="Times New Roman" panose="02020603050405020304" pitchFamily="18" charset="0"/>
                  <a:ea typeface="宋体" panose="02010600030101010101" pitchFamily="2" charset="-122"/>
                </a:rPr>
                <a:t>º</a:t>
              </a:r>
              <a:endParaRPr lang="en-US" altLang="zh-CN" sz="2400" b="1">
                <a:solidFill>
                  <a:schemeClr val="tx2"/>
                </a:solidFill>
                <a:ea typeface="楷体_GB2312" pitchFamily="49" charset="-122"/>
              </a:endParaRPr>
            </a:p>
          </p:txBody>
        </p:sp>
        <p:sp>
          <p:nvSpPr>
            <p:cNvPr id="1050237" name="Text Box 18"/>
            <p:cNvSpPr txBox="1">
              <a:spLocks noChangeArrowheads="1"/>
            </p:cNvSpPr>
            <p:nvPr/>
          </p:nvSpPr>
          <p:spPr bwMode="auto">
            <a:xfrm>
              <a:off x="2044" y="1651"/>
              <a:ext cx="116" cy="506"/>
            </a:xfrm>
            <a:prstGeom prst="rect">
              <a:avLst/>
            </a:prstGeom>
            <a:noFill/>
            <a:ln>
              <a:noFill/>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zh-CN" sz="2400" b="1">
                  <a:solidFill>
                    <a:schemeClr val="tx2"/>
                  </a:solidFill>
                  <a:latin typeface="Times New Roman" panose="02020603050405020304" pitchFamily="18" charset="0"/>
                  <a:ea typeface="宋体" panose="02010600030101010101" pitchFamily="2" charset="-122"/>
                </a:rPr>
                <a:t>º</a:t>
              </a:r>
              <a:endParaRPr lang="en-US" altLang="zh-CN" sz="2400" b="1">
                <a:solidFill>
                  <a:schemeClr val="tx2"/>
                </a:solidFill>
                <a:ea typeface="楷体_GB2312" pitchFamily="49" charset="-122"/>
              </a:endParaRPr>
            </a:p>
          </p:txBody>
        </p:sp>
      </p:grpSp>
      <p:grpSp>
        <p:nvGrpSpPr>
          <p:cNvPr id="1009" name="Group 19"/>
          <p:cNvGrpSpPr/>
          <p:nvPr/>
        </p:nvGrpSpPr>
        <p:grpSpPr bwMode="auto">
          <a:xfrm>
            <a:off x="5367655" y="2955608"/>
            <a:ext cx="1219200" cy="781050"/>
            <a:chOff x="1968" y="2620"/>
            <a:chExt cx="768" cy="492"/>
          </a:xfrm>
        </p:grpSpPr>
        <p:sp>
          <p:nvSpPr>
            <p:cNvPr id="1050238" name="AutoShape 20"/>
            <p:cNvSpPr>
              <a:spLocks noChangeArrowheads="1"/>
            </p:cNvSpPr>
            <p:nvPr/>
          </p:nvSpPr>
          <p:spPr bwMode="auto">
            <a:xfrm>
              <a:off x="1968" y="2824"/>
              <a:ext cx="768" cy="288"/>
            </a:xfrm>
            <a:prstGeom prst="rightArrow">
              <a:avLst>
                <a:gd name="adj1" fmla="val 50000"/>
                <a:gd name="adj2" fmla="val 66667"/>
              </a:avLst>
            </a:prstGeom>
            <a:solidFill>
              <a:schemeClr val="accent1"/>
            </a:solidFill>
            <a:ln w="12700">
              <a:solidFill>
                <a:schemeClr val="accent1"/>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239" name="Text Box 21"/>
            <p:cNvSpPr txBox="1">
              <a:spLocks noChangeArrowheads="1"/>
            </p:cNvSpPr>
            <p:nvPr/>
          </p:nvSpPr>
          <p:spPr bwMode="auto">
            <a:xfrm>
              <a:off x="2016" y="2620"/>
              <a:ext cx="528"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400" b="1">
                  <a:latin typeface="Times New Roman" panose="02020603050405020304" pitchFamily="18" charset="0"/>
                  <a:ea typeface="宋体" panose="02010600030101010101" pitchFamily="2" charset="-122"/>
                </a:rPr>
                <a:t>转换</a:t>
              </a:r>
              <a:endParaRPr lang="zh-CN" altLang="en-US" sz="2400" b="1">
                <a:ea typeface="楷体_GB2312" pitchFamily="49" charset="-122"/>
              </a:endParaRPr>
            </a:p>
          </p:txBody>
        </p:sp>
      </p:grpSp>
      <p:grpSp>
        <p:nvGrpSpPr>
          <p:cNvPr id="1010" name="Group 22"/>
          <p:cNvGrpSpPr/>
          <p:nvPr/>
        </p:nvGrpSpPr>
        <p:grpSpPr bwMode="auto">
          <a:xfrm>
            <a:off x="7343398" y="2298383"/>
            <a:ext cx="2454539" cy="2459037"/>
            <a:chOff x="3271" y="720"/>
            <a:chExt cx="1193" cy="1549"/>
          </a:xfrm>
        </p:grpSpPr>
        <p:sp>
          <p:nvSpPr>
            <p:cNvPr id="1050240" name="Oval 23"/>
            <p:cNvSpPr>
              <a:spLocks noChangeArrowheads="1"/>
            </p:cNvSpPr>
            <p:nvPr/>
          </p:nvSpPr>
          <p:spPr bwMode="auto">
            <a:xfrm>
              <a:off x="3599" y="1096"/>
              <a:ext cx="126" cy="327"/>
            </a:xfrm>
            <a:prstGeom prst="ellipse">
              <a:avLst/>
            </a:prstGeom>
            <a:solidFill>
              <a:srgbClr val="00CCFF"/>
            </a:solidFill>
            <a:ln w="38100">
              <a:solidFill>
                <a:srgbClr val="FF99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241" name="Text Box 24"/>
            <p:cNvSpPr txBox="1">
              <a:spLocks noChangeArrowheads="1"/>
            </p:cNvSpPr>
            <p:nvPr/>
          </p:nvSpPr>
          <p:spPr bwMode="auto">
            <a:xfrm>
              <a:off x="3476" y="904"/>
              <a:ext cx="174" cy="288"/>
            </a:xfrm>
            <a:prstGeom prst="rect">
              <a:avLst/>
            </a:prstGeom>
            <a:noFill/>
            <a:ln>
              <a:noFill/>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a:solidFill>
                    <a:schemeClr val="tx2"/>
                  </a:solidFill>
                  <a:latin typeface="Times New Roman" panose="02020603050405020304" pitchFamily="18" charset="0"/>
                  <a:ea typeface="宋体" panose="02010600030101010101" pitchFamily="2" charset="-122"/>
                </a:rPr>
                <a:t>+</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242" name="Text Box 25"/>
            <p:cNvSpPr txBox="1">
              <a:spLocks noChangeArrowheads="1"/>
            </p:cNvSpPr>
            <p:nvPr/>
          </p:nvSpPr>
          <p:spPr bwMode="auto">
            <a:xfrm>
              <a:off x="3464" y="1232"/>
              <a:ext cx="212" cy="288"/>
            </a:xfrm>
            <a:prstGeom prst="rect">
              <a:avLst/>
            </a:prstGeom>
            <a:noFill/>
            <a:ln>
              <a:noFill/>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dirty="0">
                  <a:solidFill>
                    <a:schemeClr val="tx2"/>
                  </a:solidFill>
                  <a:latin typeface="Times New Roman" panose="02020603050405020304" pitchFamily="18" charset="0"/>
                  <a:ea typeface="宋体" panose="02010600030101010101" pitchFamily="2" charset="-122"/>
                </a:rPr>
                <a:t>_</a:t>
              </a:r>
              <a:endParaRPr kumimoji="1" lang="en-US" altLang="zh-CN" sz="2400" dirty="0">
                <a:solidFill>
                  <a:schemeClr val="tx2"/>
                </a:solidFill>
                <a:latin typeface="Times New Roman" panose="02020603050405020304" pitchFamily="18" charset="0"/>
                <a:ea typeface="宋体" panose="02010600030101010101" pitchFamily="2" charset="-122"/>
              </a:endParaRPr>
            </a:p>
          </p:txBody>
        </p:sp>
        <p:sp>
          <p:nvSpPr>
            <p:cNvPr id="1050243" name="Text Box 26"/>
            <p:cNvSpPr txBox="1">
              <a:spLocks noChangeArrowheads="1"/>
            </p:cNvSpPr>
            <p:nvPr/>
          </p:nvSpPr>
          <p:spPr bwMode="auto">
            <a:xfrm>
              <a:off x="3271" y="1096"/>
              <a:ext cx="396"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chemeClr val="tx2"/>
                  </a:solidFill>
                  <a:latin typeface="Times New Roman" panose="02020603050405020304" pitchFamily="18" charset="0"/>
                  <a:ea typeface="宋体" panose="02010600030101010101" pitchFamily="2" charset="-122"/>
                </a:rPr>
                <a:t>RI</a:t>
              </a:r>
              <a:r>
                <a:rPr kumimoji="1" lang="en-US" altLang="zh-CN" sz="2400" b="1" baseline="-25000" dirty="0">
                  <a:solidFill>
                    <a:schemeClr val="tx2"/>
                  </a:solidFill>
                  <a:latin typeface="Times New Roman" panose="02020603050405020304" pitchFamily="18" charset="0"/>
                  <a:ea typeface="宋体" panose="02010600030101010101" pitchFamily="2" charset="-122"/>
                </a:rPr>
                <a:t>S</a:t>
              </a:r>
              <a:endParaRPr kumimoji="1" lang="en-US" altLang="zh-CN" sz="2400" dirty="0">
                <a:solidFill>
                  <a:schemeClr val="tx2"/>
                </a:solidFill>
                <a:latin typeface="Times New Roman" panose="02020603050405020304" pitchFamily="18" charset="0"/>
                <a:ea typeface="宋体" panose="02010600030101010101" pitchFamily="2" charset="-122"/>
              </a:endParaRPr>
            </a:p>
          </p:txBody>
        </p:sp>
        <p:sp>
          <p:nvSpPr>
            <p:cNvPr id="1050244" name="Line 27"/>
            <p:cNvSpPr>
              <a:spLocks noChangeShapeType="1"/>
            </p:cNvSpPr>
            <p:nvPr/>
          </p:nvSpPr>
          <p:spPr bwMode="auto">
            <a:xfrm>
              <a:off x="3672" y="968"/>
              <a:ext cx="0" cy="1008"/>
            </a:xfrm>
            <a:prstGeom prst="line">
              <a:avLst/>
            </a:prstGeom>
            <a:noFill/>
            <a:ln w="38100">
              <a:solidFill>
                <a:srgbClr val="FFCC00"/>
              </a:solidFill>
              <a:round/>
            </a:ln>
            <a:effectLst/>
          </p:spPr>
          <p:txBody>
            <a:bodyPr wrap="none" anchor="ctr"/>
            <a:p>
              <a:endParaRPr lang="zh-CN" altLang="en-US"/>
            </a:p>
          </p:txBody>
        </p:sp>
        <p:sp>
          <p:nvSpPr>
            <p:cNvPr id="1050245" name="Line 28"/>
            <p:cNvSpPr>
              <a:spLocks noChangeShapeType="1"/>
            </p:cNvSpPr>
            <p:nvPr/>
          </p:nvSpPr>
          <p:spPr bwMode="auto">
            <a:xfrm>
              <a:off x="3672" y="968"/>
              <a:ext cx="576" cy="0"/>
            </a:xfrm>
            <a:prstGeom prst="line">
              <a:avLst/>
            </a:prstGeom>
            <a:noFill/>
            <a:ln w="38100">
              <a:solidFill>
                <a:srgbClr val="FFCC00"/>
              </a:solidFill>
              <a:round/>
            </a:ln>
            <a:effectLst/>
          </p:spPr>
          <p:txBody>
            <a:bodyPr wrap="none" anchor="ctr"/>
            <a:p>
              <a:endParaRPr lang="zh-CN" altLang="en-US"/>
            </a:p>
          </p:txBody>
        </p:sp>
        <p:sp>
          <p:nvSpPr>
            <p:cNvPr id="1050246" name="Line 29"/>
            <p:cNvSpPr>
              <a:spLocks noChangeShapeType="1"/>
            </p:cNvSpPr>
            <p:nvPr/>
          </p:nvSpPr>
          <p:spPr bwMode="auto">
            <a:xfrm>
              <a:off x="3672" y="1976"/>
              <a:ext cx="624" cy="0"/>
            </a:xfrm>
            <a:prstGeom prst="line">
              <a:avLst/>
            </a:prstGeom>
            <a:noFill/>
            <a:ln w="38100">
              <a:solidFill>
                <a:srgbClr val="FFCC00"/>
              </a:solidFill>
              <a:round/>
            </a:ln>
            <a:effectLst/>
          </p:spPr>
          <p:txBody>
            <a:bodyPr wrap="none" anchor="ctr"/>
            <a:p>
              <a:endParaRPr lang="zh-CN" altLang="en-US"/>
            </a:p>
          </p:txBody>
        </p:sp>
        <p:sp>
          <p:nvSpPr>
            <p:cNvPr id="1050247" name="Line 30"/>
            <p:cNvSpPr>
              <a:spLocks noChangeShapeType="1"/>
            </p:cNvSpPr>
            <p:nvPr/>
          </p:nvSpPr>
          <p:spPr bwMode="auto">
            <a:xfrm>
              <a:off x="3672" y="968"/>
              <a:ext cx="384" cy="0"/>
            </a:xfrm>
            <a:prstGeom prst="line">
              <a:avLst/>
            </a:prstGeom>
            <a:noFill/>
            <a:ln w="38100">
              <a:solidFill>
                <a:srgbClr val="FFCC00"/>
              </a:solidFill>
              <a:round/>
              <a:tailEnd type="triangle" w="med" len="med"/>
            </a:ln>
            <a:effectLst/>
          </p:spPr>
          <p:txBody>
            <a:bodyPr wrap="none" anchor="ctr"/>
            <a:p>
              <a:endParaRPr lang="zh-CN" altLang="en-US"/>
            </a:p>
          </p:txBody>
        </p:sp>
        <p:sp>
          <p:nvSpPr>
            <p:cNvPr id="1050248" name="Text Box 31"/>
            <p:cNvSpPr txBox="1">
              <a:spLocks noChangeArrowheads="1"/>
            </p:cNvSpPr>
            <p:nvPr/>
          </p:nvSpPr>
          <p:spPr bwMode="auto">
            <a:xfrm>
              <a:off x="3768" y="720"/>
              <a:ext cx="240"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249" name="Rectangle 32"/>
            <p:cNvSpPr>
              <a:spLocks noChangeArrowheads="1"/>
            </p:cNvSpPr>
            <p:nvPr/>
          </p:nvSpPr>
          <p:spPr bwMode="auto">
            <a:xfrm>
              <a:off x="3612" y="1600"/>
              <a:ext cx="90" cy="233"/>
            </a:xfrm>
            <a:prstGeom prst="rect">
              <a:avLst/>
            </a:prstGeom>
            <a:solidFill>
              <a:srgbClr val="FF9900"/>
            </a:solidFill>
            <a:ln w="38100">
              <a:solidFill>
                <a:srgbClr val="FF9900"/>
              </a:solidFill>
              <a:miter lim="800000"/>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250" name="Text Box 33"/>
            <p:cNvSpPr txBox="1">
              <a:spLocks noChangeArrowheads="1"/>
            </p:cNvSpPr>
            <p:nvPr/>
          </p:nvSpPr>
          <p:spPr bwMode="auto">
            <a:xfrm>
              <a:off x="3720" y="1584"/>
              <a:ext cx="744"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251" name="Text Box 34"/>
            <p:cNvSpPr txBox="1">
              <a:spLocks noChangeArrowheads="1"/>
            </p:cNvSpPr>
            <p:nvPr/>
          </p:nvSpPr>
          <p:spPr bwMode="auto">
            <a:xfrm>
              <a:off x="4188" y="755"/>
              <a:ext cx="140" cy="506"/>
            </a:xfrm>
            <a:prstGeom prst="rect">
              <a:avLst/>
            </a:prstGeom>
            <a:noFill/>
            <a:ln>
              <a:noFill/>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a:solidFill>
                    <a:schemeClr val="tx2"/>
                  </a:solidFill>
                  <a:latin typeface="Times New Roman" panose="02020603050405020304" pitchFamily="18" charset="0"/>
                  <a:ea typeface="宋体" panose="02010600030101010101" pitchFamily="2" charset="-122"/>
                </a:rPr>
                <a:t>º</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252" name="Text Box 35"/>
            <p:cNvSpPr txBox="1">
              <a:spLocks noChangeArrowheads="1"/>
            </p:cNvSpPr>
            <p:nvPr/>
          </p:nvSpPr>
          <p:spPr bwMode="auto">
            <a:xfrm>
              <a:off x="4236" y="1763"/>
              <a:ext cx="140" cy="506"/>
            </a:xfrm>
            <a:prstGeom prst="rect">
              <a:avLst/>
            </a:prstGeom>
            <a:noFill/>
            <a:ln>
              <a:noFill/>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2400" b="1">
                  <a:solidFill>
                    <a:schemeClr val="tx2"/>
                  </a:solidFill>
                  <a:latin typeface="Times New Roman" panose="02020603050405020304" pitchFamily="18" charset="0"/>
                  <a:ea typeface="宋体" panose="02010600030101010101" pitchFamily="2" charset="-122"/>
                </a:rPr>
                <a:t>º</a:t>
              </a:r>
              <a:endParaRPr kumimoji="1" lang="en-US" altLang="zh-CN" sz="2400">
                <a:solidFill>
                  <a:schemeClr val="tx2"/>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030" name=""/>
        <p:cNvGrpSpPr/>
        <p:nvPr/>
      </p:nvGrpSpPr>
      <p:grpSpPr>
        <a:xfrm>
          <a:off x="0" y="0"/>
          <a:ext cx="0" cy="0"/>
          <a:chOff x="0" y="0"/>
          <a:chExt cx="0" cy="0"/>
        </a:xfrm>
      </p:grpSpPr>
      <p:sp>
        <p:nvSpPr>
          <p:cNvPr id="1050265" name="Text Box 36"/>
          <p:cNvSpPr txBox="1">
            <a:spLocks noChangeArrowheads="1"/>
          </p:cNvSpPr>
          <p:nvPr/>
        </p:nvSpPr>
        <p:spPr bwMode="auto">
          <a:xfrm>
            <a:off x="865981" y="978603"/>
            <a:ext cx="3889375" cy="52197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dirty="0">
                <a:solidFill>
                  <a:srgbClr val="FF0000"/>
                </a:solidFill>
                <a:latin typeface="仿宋_GB2312" pitchFamily="49" charset="-122"/>
                <a:ea typeface="仿宋_GB2312" pitchFamily="49" charset="-122"/>
              </a:rPr>
              <a:t>4.</a:t>
            </a:r>
            <a:r>
              <a:rPr kumimoji="1" lang="zh-CN" altLang="en-US" sz="2800" b="1" dirty="0">
                <a:solidFill>
                  <a:srgbClr val="FF0000"/>
                </a:solidFill>
                <a:latin typeface="仿宋_GB2312" pitchFamily="49" charset="-122"/>
                <a:ea typeface="仿宋_GB2312" pitchFamily="49" charset="-122"/>
              </a:rPr>
              <a:t>受控电源支路的处理</a:t>
            </a:r>
            <a:endParaRPr kumimoji="1" lang="zh-CN" altLang="en-US" sz="2800" b="1" dirty="0">
              <a:solidFill>
                <a:srgbClr val="FF0000"/>
              </a:solidFill>
              <a:latin typeface="仿宋_GB2312" pitchFamily="49" charset="-122"/>
              <a:ea typeface="仿宋_GB2312" pitchFamily="49" charset="-122"/>
            </a:endParaRPr>
          </a:p>
        </p:txBody>
      </p:sp>
      <p:sp>
        <p:nvSpPr>
          <p:cNvPr id="1050266" name="Text Box 37"/>
          <p:cNvSpPr txBox="1">
            <a:spLocks noChangeArrowheads="1"/>
          </p:cNvSpPr>
          <p:nvPr/>
        </p:nvSpPr>
        <p:spPr bwMode="auto">
          <a:xfrm>
            <a:off x="584687" y="1500573"/>
            <a:ext cx="10056812" cy="2306955"/>
          </a:xfrm>
          <a:prstGeom prst="rect">
            <a:avLst/>
          </a:prstGeom>
          <a:noFill/>
          <a:ln>
            <a:noFill/>
          </a:ln>
          <a:effectLst/>
        </p:spPr>
        <p:txBody>
          <a:bodyPr wrap="square">
            <a:spAutoFit/>
          </a:bodyPr>
          <a:lstStyle>
            <a:lvl1pPr marL="476250" indent="-4762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50000"/>
              </a:lnSpc>
            </a:pPr>
            <a:r>
              <a:rPr kumimoji="1" lang="zh-CN" altLang="en-US" sz="2400" b="1" dirty="0">
                <a:latin typeface="仿宋_GB2312" pitchFamily="49" charset="-122"/>
                <a:ea typeface="仿宋_GB2312" pitchFamily="49" charset="-122"/>
              </a:rPr>
              <a:t>   对含有受控电源支路的电路，可先把受控源看作独立电源按上述方法列方程，再将控制量用回路电流表示。</a:t>
            </a:r>
            <a:endParaRPr kumimoji="1" lang="zh-CN" altLang="en-US" sz="2400" b="1" dirty="0">
              <a:latin typeface="仿宋_GB2312" pitchFamily="49" charset="-122"/>
              <a:ea typeface="仿宋_GB2312" pitchFamily="49" charset="-122"/>
            </a:endParaRPr>
          </a:p>
          <a:p>
            <a:pPr algn="just" eaLnBrk="1" hangingPunct="1">
              <a:lnSpc>
                <a:spcPct val="150000"/>
              </a:lnSpc>
            </a:pPr>
            <a:endParaRPr kumimoji="1" lang="zh-CN" altLang="en-US" sz="2400" b="1" dirty="0">
              <a:latin typeface="仿宋_GB2312" pitchFamily="49" charset="-122"/>
              <a:ea typeface="仿宋_GB2312" pitchFamily="49" charset="-122"/>
            </a:endParaRPr>
          </a:p>
          <a:p>
            <a:pPr algn="just" eaLnBrk="1" hangingPunct="1">
              <a:lnSpc>
                <a:spcPct val="150000"/>
              </a:lnSpc>
            </a:pPr>
            <a:r>
              <a:rPr kumimoji="1" lang="en-US" altLang="zh-CN" sz="2400" b="1" dirty="0">
                <a:latin typeface="仿宋_GB2312" pitchFamily="49" charset="-122"/>
                <a:ea typeface="仿宋_GB2312" pitchFamily="49" charset="-122"/>
              </a:rPr>
              <a:t>   </a:t>
            </a:r>
            <a:r>
              <a:rPr kumimoji="1" lang="zh-CN" altLang="en-US" sz="2400" b="1" dirty="0">
                <a:latin typeface="仿宋_GB2312" pitchFamily="49" charset="-122"/>
                <a:ea typeface="仿宋_GB2312" pitchFamily="49" charset="-122"/>
              </a:rPr>
              <a:t>例</a:t>
            </a:r>
            <a:r>
              <a:rPr kumimoji="1" lang="en-US" altLang="zh-CN" sz="2400" b="1" dirty="0">
                <a:latin typeface="仿宋_GB2312" pitchFamily="49" charset="-122"/>
                <a:ea typeface="仿宋_GB2312" pitchFamily="49" charset="-122"/>
              </a:rPr>
              <a:t>3-4 </a:t>
            </a:r>
            <a:r>
              <a:rPr kumimoji="1" lang="en-US" altLang="zh-CN" sz="2400" b="1" dirty="0">
                <a:latin typeface="仿宋_GB2312" pitchFamily="49" charset="-122"/>
                <a:ea typeface="仿宋_GB2312" pitchFamily="49" charset="-122"/>
              </a:rPr>
              <a:t>p67</a:t>
            </a:r>
            <a:endParaRPr kumimoji="1" lang="en-US" altLang="zh-CN" sz="2400" b="1" dirty="0">
              <a:latin typeface="仿宋_GB2312" pitchFamily="49" charset="-122"/>
              <a:ea typeface="仿宋_GB2312" pitchFamily="49" charset="-122"/>
            </a:endParaRPr>
          </a:p>
        </p:txBody>
      </p:sp>
      <p:pic>
        <p:nvPicPr>
          <p:cNvPr id="2097348" name="图片 1"/>
          <p:cNvPicPr>
            <a:picLocks noChangeAspect="1"/>
          </p:cNvPicPr>
          <p:nvPr/>
        </p:nvPicPr>
        <p:blipFill>
          <a:blip r:embed="rId1"/>
          <a:stretch>
            <a:fillRect/>
          </a:stretch>
        </p:blipFill>
        <p:spPr>
          <a:xfrm>
            <a:off x="2609215" y="2667000"/>
            <a:ext cx="5752465" cy="3693795"/>
          </a:xfrm>
          <a:prstGeom prst="rect">
            <a:avLst/>
          </a:prstGeom>
        </p:spPr>
      </p:pic>
      <p:pic>
        <p:nvPicPr>
          <p:cNvPr id="3" name="图片 2"/>
          <p:cNvPicPr>
            <a:picLocks noChangeAspect="1"/>
          </p:cNvPicPr>
          <p:nvPr>
            <p:custDataLst>
              <p:tags r:id="rId2"/>
            </p:custDataLst>
          </p:nvPr>
        </p:nvPicPr>
        <p:blipFill>
          <a:blip r:embed="rId3"/>
          <a:stretch>
            <a:fillRect/>
          </a:stretch>
        </p:blipFill>
        <p:spPr>
          <a:xfrm>
            <a:off x="9189720" y="2426335"/>
            <a:ext cx="2207260" cy="1450340"/>
          </a:xfrm>
          <a:prstGeom prst="rect">
            <a:avLst/>
          </a:prstGeom>
        </p:spPr>
      </p:pic>
      <p:sp>
        <p:nvSpPr>
          <p:cNvPr id="2" name="文本框 1"/>
          <p:cNvSpPr txBox="1"/>
          <p:nvPr/>
        </p:nvSpPr>
        <p:spPr>
          <a:xfrm>
            <a:off x="8881110" y="4088765"/>
            <a:ext cx="2726690" cy="1568450"/>
          </a:xfrm>
          <a:prstGeom prst="rect">
            <a:avLst/>
          </a:prstGeom>
          <a:noFill/>
        </p:spPr>
        <p:txBody>
          <a:bodyPr wrap="square" rtlCol="0">
            <a:spAutoFit/>
          </a:bodyPr>
          <a:p>
            <a:r>
              <a:rPr lang="zh-CN" altLang="en-US" sz="2400"/>
              <a:t>无伴电流源和受控电流源都只有一个回路电流流过，减少方程</a:t>
            </a:r>
            <a:r>
              <a:rPr lang="zh-CN" altLang="en-US" sz="2400"/>
              <a:t>数</a:t>
            </a:r>
            <a:endParaRPr lang="zh-CN" altLang="en-US"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050" name=""/>
        <p:cNvGrpSpPr/>
        <p:nvPr/>
      </p:nvGrpSpPr>
      <p:grpSpPr>
        <a:xfrm>
          <a:off x="0" y="0"/>
          <a:ext cx="0" cy="0"/>
          <a:chOff x="0" y="0"/>
          <a:chExt cx="0" cy="0"/>
        </a:xfrm>
      </p:grpSpPr>
      <p:pic>
        <p:nvPicPr>
          <p:cNvPr id="2097350" name="图片 1"/>
          <p:cNvPicPr>
            <a:picLocks noChangeAspect="1"/>
          </p:cNvPicPr>
          <p:nvPr/>
        </p:nvPicPr>
        <p:blipFill>
          <a:blip r:embed="rId1"/>
          <a:stretch>
            <a:fillRect/>
          </a:stretch>
        </p:blipFill>
        <p:spPr>
          <a:xfrm>
            <a:off x="668020" y="2195195"/>
            <a:ext cx="5752465" cy="3693795"/>
          </a:xfrm>
          <a:prstGeom prst="rect">
            <a:avLst/>
          </a:prstGeom>
        </p:spPr>
      </p:pic>
      <p:graphicFrame>
        <p:nvGraphicFramePr>
          <p:cNvPr id="2" name="对象 1">
            <a:hlinkClick r:id="" action="ppaction://ole?verb="/>
          </p:cNvPr>
          <p:cNvGraphicFramePr>
            <a:graphicFrameLocks noChangeAspect="1"/>
          </p:cNvGraphicFramePr>
          <p:nvPr/>
        </p:nvGraphicFramePr>
        <p:xfrm>
          <a:off x="7015480" y="1891665"/>
          <a:ext cx="3420110" cy="3997325"/>
        </p:xfrm>
        <a:graphic>
          <a:graphicData uri="http://schemas.openxmlformats.org/presentationml/2006/ole">
            <mc:AlternateContent xmlns:mc="http://schemas.openxmlformats.org/markup-compatibility/2006">
              <mc:Choice xmlns:v="urn:schemas-microsoft-com:vml" Requires="v">
                <p:oleObj spid="_x0000_s1025" name="" r:id="rId2" imgW="977900" imgH="1143000" progId="Equation.KSEE3">
                  <p:embed/>
                </p:oleObj>
              </mc:Choice>
              <mc:Fallback>
                <p:oleObj name="" r:id="rId2" imgW="977900" imgH="1143000" progId="Equation.KSEE3">
                  <p:embed/>
                  <p:pic>
                    <p:nvPicPr>
                      <p:cNvPr id="0" name="图片 1024"/>
                      <p:cNvPicPr/>
                      <p:nvPr/>
                    </p:nvPicPr>
                    <p:blipFill>
                      <a:blip r:embed="rId3"/>
                      <a:stretch>
                        <a:fillRect/>
                      </a:stretch>
                    </p:blipFill>
                    <p:spPr>
                      <a:xfrm>
                        <a:off x="7015480" y="1891665"/>
                        <a:ext cx="3420110" cy="3997325"/>
                      </a:xfrm>
                      <a:prstGeom prst="rect">
                        <a:avLst/>
                      </a:prstGeom>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070" name=""/>
        <p:cNvGrpSpPr/>
        <p:nvPr/>
      </p:nvGrpSpPr>
      <p:grpSpPr>
        <a:xfrm>
          <a:off x="0" y="0"/>
          <a:ext cx="0" cy="0"/>
          <a:chOff x="0" y="0"/>
          <a:chExt cx="0" cy="0"/>
        </a:xfrm>
      </p:grpSpPr>
      <p:pic>
        <p:nvPicPr>
          <p:cNvPr id="2097354" name="图片 1"/>
          <p:cNvPicPr>
            <a:picLocks noChangeAspect="1"/>
          </p:cNvPicPr>
          <p:nvPr/>
        </p:nvPicPr>
        <p:blipFill>
          <a:blip r:embed="rId1"/>
          <a:stretch>
            <a:fillRect/>
          </a:stretch>
        </p:blipFill>
        <p:spPr>
          <a:xfrm>
            <a:off x="3585845" y="991870"/>
            <a:ext cx="5020310" cy="3223895"/>
          </a:xfrm>
          <a:prstGeom prst="rect">
            <a:avLst/>
          </a:prstGeom>
        </p:spPr>
      </p:pic>
      <p:pic>
        <p:nvPicPr>
          <p:cNvPr id="2" name="图片 1"/>
          <p:cNvPicPr>
            <a:picLocks noChangeAspect="1"/>
          </p:cNvPicPr>
          <p:nvPr>
            <p:custDataLst>
              <p:tags r:id="rId2"/>
            </p:custDataLst>
          </p:nvPr>
        </p:nvPicPr>
        <p:blipFill>
          <a:blip r:embed="rId3"/>
          <a:stretch>
            <a:fillRect/>
          </a:stretch>
        </p:blipFill>
        <p:spPr>
          <a:xfrm>
            <a:off x="2161540" y="4215765"/>
            <a:ext cx="7105650" cy="12573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070"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933450" y="1743075"/>
            <a:ext cx="10325100" cy="337185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129" name=""/>
        <p:cNvGrpSpPr/>
        <p:nvPr/>
      </p:nvGrpSpPr>
      <p:grpSpPr>
        <a:xfrm>
          <a:off x="0" y="0"/>
          <a:ext cx="0" cy="0"/>
          <a:chOff x="0" y="0"/>
          <a:chExt cx="0" cy="0"/>
        </a:xfrm>
      </p:grpSpPr>
      <p:sp>
        <p:nvSpPr>
          <p:cNvPr id="1050480" name="Text Box 2"/>
          <p:cNvSpPr txBox="1">
            <a:spLocks noChangeArrowheads="1"/>
          </p:cNvSpPr>
          <p:nvPr/>
        </p:nvSpPr>
        <p:spPr bwMode="auto">
          <a:xfrm>
            <a:off x="2353714" y="1917542"/>
            <a:ext cx="7703648" cy="1539241"/>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kumimoji="1" lang="en-US" altLang="zh-CN" sz="3200" b="1" dirty="0">
                <a:solidFill>
                  <a:schemeClr val="tx2"/>
                </a:solidFill>
                <a:latin typeface="仿宋_GB2312" pitchFamily="49" charset="-122"/>
                <a:ea typeface="仿宋_GB2312" pitchFamily="49" charset="-122"/>
              </a:rPr>
              <a:t>3.6 </a:t>
            </a:r>
            <a:endParaRPr kumimoji="1" lang="en-US" altLang="zh-CN" sz="3200" b="1" dirty="0">
              <a:solidFill>
                <a:schemeClr val="tx2"/>
              </a:solidFill>
              <a:latin typeface="仿宋_GB2312" pitchFamily="49" charset="-122"/>
              <a:ea typeface="仿宋_GB2312" pitchFamily="49" charset="-122"/>
            </a:endParaRPr>
          </a:p>
          <a:p>
            <a:pPr algn="ctr" eaLnBrk="1" hangingPunct="1"/>
            <a:r>
              <a:rPr kumimoji="1" lang="zh-CN" altLang="en-US" sz="3200" b="1" dirty="0" smtClean="0">
                <a:solidFill>
                  <a:schemeClr val="tx2"/>
                </a:solidFill>
                <a:latin typeface="仿宋_GB2312" pitchFamily="49" charset="-122"/>
                <a:ea typeface="仿宋_GB2312" pitchFamily="49" charset="-122"/>
              </a:rPr>
              <a:t>结点</a:t>
            </a:r>
            <a:r>
              <a:rPr kumimoji="1" lang="zh-CN" altLang="en-US" sz="3200" b="1" dirty="0">
                <a:solidFill>
                  <a:schemeClr val="tx2"/>
                </a:solidFill>
                <a:latin typeface="仿宋_GB2312" pitchFamily="49" charset="-122"/>
                <a:ea typeface="仿宋_GB2312" pitchFamily="49" charset="-122"/>
              </a:rPr>
              <a:t>电压</a:t>
            </a:r>
            <a:r>
              <a:rPr kumimoji="1" lang="zh-CN" altLang="en-US" sz="3200" b="1" dirty="0" smtClean="0">
                <a:solidFill>
                  <a:schemeClr val="tx2"/>
                </a:solidFill>
                <a:latin typeface="仿宋_GB2312" pitchFamily="49" charset="-122"/>
                <a:ea typeface="仿宋_GB2312" pitchFamily="49" charset="-122"/>
              </a:rPr>
              <a:t>法</a:t>
            </a:r>
            <a:r>
              <a:rPr kumimoji="1" lang="en-US" altLang="zh-CN" sz="3200" b="1" dirty="0" smtClean="0">
                <a:solidFill>
                  <a:schemeClr val="tx2"/>
                </a:solidFill>
                <a:latin typeface="仿宋_GB2312" pitchFamily="49" charset="-122"/>
                <a:ea typeface="仿宋_GB2312" pitchFamily="49" charset="-122"/>
              </a:rPr>
              <a:t>(</a:t>
            </a:r>
            <a:r>
              <a:rPr kumimoji="1" lang="en-US" altLang="zh-CN" sz="3200" b="1" dirty="0">
                <a:solidFill>
                  <a:schemeClr val="tx2"/>
                </a:solidFill>
                <a:latin typeface="仿宋_GB2312" pitchFamily="49" charset="-122"/>
                <a:ea typeface="仿宋_GB2312" pitchFamily="49" charset="-122"/>
              </a:rPr>
              <a:t>node voltage method)</a:t>
            </a:r>
            <a:endParaRPr kumimoji="1" lang="en-US" altLang="zh-CN" sz="3200" b="1" dirty="0">
              <a:solidFill>
                <a:schemeClr val="tx2"/>
              </a:solidFill>
              <a:latin typeface="仿宋_GB2312" pitchFamily="49" charset="-122"/>
              <a:ea typeface="仿宋_GB2312" pitchFamily="49" charset="-122"/>
            </a:endParaRPr>
          </a:p>
          <a:p>
            <a:pPr algn="ctr" eaLnBrk="1" hangingPunct="1"/>
            <a:r>
              <a:rPr kumimoji="1" lang="en-US" altLang="zh-CN" sz="3200" b="1" dirty="0">
                <a:solidFill>
                  <a:schemeClr val="tx2"/>
                </a:solidFill>
                <a:latin typeface="仿宋_GB2312" pitchFamily="49" charset="-122"/>
                <a:ea typeface="仿宋_GB2312" pitchFamily="49" charset="-122"/>
              </a:rPr>
              <a:t>p69</a:t>
            </a:r>
            <a:endParaRPr kumimoji="1" lang="en-US" altLang="zh-CN" sz="3200" b="1" dirty="0">
              <a:solidFill>
                <a:schemeClr val="tx2"/>
              </a:solidFill>
              <a:latin typeface="仿宋_GB2312" pitchFamily="49" charset="-122"/>
              <a:ea typeface="仿宋_GB2312"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130" name=""/>
        <p:cNvGrpSpPr/>
        <p:nvPr/>
      </p:nvGrpSpPr>
      <p:grpSpPr>
        <a:xfrm>
          <a:off x="0" y="0"/>
          <a:ext cx="0" cy="0"/>
          <a:chOff x="0" y="0"/>
          <a:chExt cx="0" cy="0"/>
        </a:xfrm>
      </p:grpSpPr>
      <p:sp>
        <p:nvSpPr>
          <p:cNvPr id="1050482" name="Text Box 3"/>
          <p:cNvSpPr txBox="1">
            <a:spLocks noChangeArrowheads="1"/>
          </p:cNvSpPr>
          <p:nvPr/>
        </p:nvSpPr>
        <p:spPr bwMode="auto">
          <a:xfrm>
            <a:off x="4008439" y="2345720"/>
            <a:ext cx="6847130" cy="1513840"/>
          </a:xfrm>
          <a:prstGeom prst="rect">
            <a:avLst/>
          </a:prstGeom>
          <a:noFill/>
          <a:ln>
            <a:noFill/>
          </a:ln>
          <a:effectLst/>
        </p:spPr>
        <p:txBody>
          <a:bodyPr wrap="square">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zh-CN" altLang="en-US" sz="2400" b="1" dirty="0">
                <a:latin typeface="仿宋_GB2312" pitchFamily="49" charset="-122"/>
                <a:ea typeface="仿宋_GB2312" pitchFamily="49" charset="-122"/>
              </a:rPr>
              <a:t>选结点电压为未知量，则</a:t>
            </a:r>
            <a:r>
              <a:rPr kumimoji="1" lang="en-US" altLang="zh-CN" sz="2400" b="1" dirty="0">
                <a:latin typeface="仿宋_GB2312" pitchFamily="49" charset="-122"/>
                <a:ea typeface="仿宋_GB2312" pitchFamily="49" charset="-122"/>
              </a:rPr>
              <a:t>KVL</a:t>
            </a:r>
            <a:r>
              <a:rPr kumimoji="1" lang="zh-CN" altLang="en-US" sz="2400" b="1" dirty="0">
                <a:latin typeface="仿宋_GB2312" pitchFamily="49" charset="-122"/>
                <a:ea typeface="仿宋_GB2312" pitchFamily="49" charset="-122"/>
              </a:rPr>
              <a:t>自动满足，就无需列写</a:t>
            </a:r>
            <a:r>
              <a:rPr kumimoji="1" lang="en-US" altLang="zh-CN" sz="2400" b="1" dirty="0">
                <a:latin typeface="Times New Roman" panose="02020603050405020304" pitchFamily="18" charset="0"/>
                <a:ea typeface="仿宋_GB2312" pitchFamily="49" charset="-122"/>
              </a:rPr>
              <a:t>KVL</a:t>
            </a:r>
            <a:r>
              <a:rPr kumimoji="1" lang="en-US" altLang="zh-CN" sz="2400" b="1" dirty="0">
                <a:latin typeface="仿宋_GB2312" pitchFamily="49" charset="-122"/>
                <a:ea typeface="仿宋_GB2312" pitchFamily="49" charset="-122"/>
              </a:rPr>
              <a:t> </a:t>
            </a:r>
            <a:r>
              <a:rPr kumimoji="1" lang="zh-CN" altLang="en-US" sz="2400" b="1" dirty="0">
                <a:latin typeface="仿宋_GB2312" pitchFamily="49" charset="-122"/>
                <a:ea typeface="仿宋_GB2312" pitchFamily="49" charset="-122"/>
              </a:rPr>
              <a:t>方程。各支路电流、电压可视为结点电压的线性组合，求出结点电压后，便可方便地得到各支路电压、电流。</a:t>
            </a:r>
            <a:endParaRPr kumimoji="1" lang="zh-CN" altLang="en-US" sz="2400" b="1" dirty="0">
              <a:latin typeface="仿宋_GB2312" pitchFamily="49" charset="-122"/>
              <a:ea typeface="仿宋_GB2312" pitchFamily="49" charset="-122"/>
            </a:endParaRPr>
          </a:p>
        </p:txBody>
      </p:sp>
      <p:sp>
        <p:nvSpPr>
          <p:cNvPr id="1050483" name="Text Box 4"/>
          <p:cNvSpPr txBox="1">
            <a:spLocks noChangeArrowheads="1"/>
          </p:cNvSpPr>
          <p:nvPr/>
        </p:nvSpPr>
        <p:spPr bwMode="auto">
          <a:xfrm>
            <a:off x="1992314" y="2349500"/>
            <a:ext cx="2016125"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Char char="l"/>
            </a:pPr>
            <a:r>
              <a:rPr kumimoji="1" lang="zh-CN" altLang="en-US" sz="2400" b="1">
                <a:latin typeface="Times New Roman" panose="02020603050405020304" pitchFamily="18" charset="0"/>
                <a:ea typeface="仿宋_GB2312" pitchFamily="49" charset="-122"/>
              </a:rPr>
              <a:t>基本思想：</a:t>
            </a:r>
            <a:endParaRPr kumimoji="1" lang="zh-CN" altLang="en-US" sz="2400" b="1">
              <a:latin typeface="Times New Roman" panose="02020603050405020304" pitchFamily="18" charset="0"/>
              <a:ea typeface="仿宋_GB2312" pitchFamily="49" charset="-122"/>
            </a:endParaRPr>
          </a:p>
        </p:txBody>
      </p:sp>
      <p:sp>
        <p:nvSpPr>
          <p:cNvPr id="1050484" name="Text Box 5"/>
          <p:cNvSpPr txBox="1">
            <a:spLocks noChangeArrowheads="1"/>
          </p:cNvSpPr>
          <p:nvPr/>
        </p:nvSpPr>
        <p:spPr bwMode="auto">
          <a:xfrm>
            <a:off x="4583114" y="1350657"/>
            <a:ext cx="5674578" cy="802640"/>
          </a:xfrm>
          <a:prstGeom prst="rect">
            <a:avLst/>
          </a:prstGeom>
          <a:noFill/>
          <a:ln>
            <a:noFill/>
          </a:ln>
          <a:effectLst/>
        </p:spPr>
        <p:txBody>
          <a:bodyPr wrap="square">
            <a:spAutoFit/>
          </a:bodyPr>
          <a:lstStyle>
            <a:lvl1pPr marL="1809750" indent="-1809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仿宋_GB2312" pitchFamily="49" charset="-122"/>
                <a:ea typeface="仿宋_GB2312" pitchFamily="49" charset="-122"/>
              </a:rPr>
              <a:t>以结点电压为未知量列写电路方程分析</a:t>
            </a:r>
            <a:endParaRPr kumimoji="1" lang="zh-CN" altLang="en-US" sz="2400" b="1" dirty="0">
              <a:latin typeface="仿宋_GB2312" pitchFamily="49" charset="-122"/>
              <a:ea typeface="仿宋_GB2312" pitchFamily="49" charset="-122"/>
            </a:endParaRPr>
          </a:p>
          <a:p>
            <a:pPr eaLnBrk="1" hangingPunct="1"/>
            <a:r>
              <a:rPr kumimoji="1" lang="zh-CN" altLang="en-US" sz="2400" b="1" dirty="0">
                <a:latin typeface="仿宋_GB2312" pitchFamily="49" charset="-122"/>
                <a:ea typeface="仿宋_GB2312" pitchFamily="49" charset="-122"/>
              </a:rPr>
              <a:t>电路的方法。适用于结点较少的电路。</a:t>
            </a:r>
            <a:endParaRPr kumimoji="1" lang="zh-CN" altLang="en-US" sz="2400" b="1" dirty="0">
              <a:latin typeface="仿宋_GB2312" pitchFamily="49" charset="-122"/>
              <a:ea typeface="仿宋_GB2312" pitchFamily="49" charset="-122"/>
            </a:endParaRPr>
          </a:p>
        </p:txBody>
      </p:sp>
      <p:sp>
        <p:nvSpPr>
          <p:cNvPr id="1050485" name="Text Box 6"/>
          <p:cNvSpPr txBox="1">
            <a:spLocks noChangeArrowheads="1"/>
          </p:cNvSpPr>
          <p:nvPr/>
        </p:nvSpPr>
        <p:spPr bwMode="auto">
          <a:xfrm>
            <a:off x="1919288" y="1341438"/>
            <a:ext cx="2520950" cy="52197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a:latin typeface="仿宋_GB2312" pitchFamily="49" charset="-122"/>
                <a:ea typeface="仿宋_GB2312" pitchFamily="49" charset="-122"/>
              </a:rPr>
              <a:t>1.</a:t>
            </a:r>
            <a:r>
              <a:rPr kumimoji="1" lang="zh-CN" altLang="en-US" sz="2800" b="1" dirty="0">
                <a:latin typeface="仿宋_GB2312" pitchFamily="49" charset="-122"/>
                <a:ea typeface="仿宋_GB2312" pitchFamily="49" charset="-122"/>
              </a:rPr>
              <a:t>结点电压法</a:t>
            </a:r>
            <a:endParaRPr kumimoji="1" lang="zh-CN" altLang="en-US" sz="2800" b="1" dirty="0">
              <a:latin typeface="仿宋_GB2312" pitchFamily="49" charset="-122"/>
              <a:ea typeface="仿宋_GB2312" pitchFamily="49" charset="-122"/>
            </a:endParaRPr>
          </a:p>
        </p:txBody>
      </p:sp>
      <p:sp>
        <p:nvSpPr>
          <p:cNvPr id="1050486" name="Text Box 7"/>
          <p:cNvSpPr txBox="1">
            <a:spLocks noChangeArrowheads="1"/>
          </p:cNvSpPr>
          <p:nvPr/>
        </p:nvSpPr>
        <p:spPr bwMode="auto">
          <a:xfrm>
            <a:off x="1992314" y="4107845"/>
            <a:ext cx="21590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Char char="l"/>
            </a:pPr>
            <a:r>
              <a:rPr kumimoji="1" lang="zh-CN" altLang="en-US" sz="2400" b="1" dirty="0">
                <a:latin typeface="Times New Roman" panose="02020603050405020304" pitchFamily="18" charset="0"/>
                <a:ea typeface="仿宋_GB2312" pitchFamily="49" charset="-122"/>
              </a:rPr>
              <a:t>列写的方程</a:t>
            </a:r>
            <a:endParaRPr kumimoji="1" lang="zh-CN" altLang="en-US" sz="2400" b="1" dirty="0">
              <a:latin typeface="Times New Roman" panose="02020603050405020304" pitchFamily="18" charset="0"/>
              <a:ea typeface="仿宋_GB2312" pitchFamily="49" charset="-122"/>
            </a:endParaRPr>
          </a:p>
        </p:txBody>
      </p:sp>
      <p:sp>
        <p:nvSpPr>
          <p:cNvPr id="1050487" name="Text Box 8"/>
          <p:cNvSpPr txBox="1">
            <a:spLocks noChangeArrowheads="1"/>
          </p:cNvSpPr>
          <p:nvPr/>
        </p:nvSpPr>
        <p:spPr bwMode="auto">
          <a:xfrm>
            <a:off x="3956050" y="4070666"/>
            <a:ext cx="5761037" cy="944880"/>
          </a:xfrm>
          <a:prstGeom prst="rect">
            <a:avLst/>
          </a:prstGeom>
          <a:noFill/>
          <a:ln>
            <a:noFill/>
          </a:ln>
          <a:effectLst/>
        </p:spPr>
        <p:txBody>
          <a:bodyPr>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spcBef>
                <a:spcPct val="50000"/>
              </a:spcBef>
            </a:pPr>
            <a:r>
              <a:rPr kumimoji="1" lang="zh-CN" altLang="en-US" sz="2400" b="1" dirty="0">
                <a:latin typeface="仿宋_GB2312" pitchFamily="49" charset="-122"/>
                <a:ea typeface="仿宋_GB2312" pitchFamily="49" charset="-122"/>
              </a:rPr>
              <a:t>结点电压法列写的是结点上的</a:t>
            </a:r>
            <a:r>
              <a:rPr kumimoji="1" lang="en-US" altLang="zh-CN" sz="2400" b="1" dirty="0">
                <a:latin typeface="Times New Roman" panose="02020603050405020304" pitchFamily="18" charset="0"/>
                <a:ea typeface="仿宋_GB2312" pitchFamily="49" charset="-122"/>
              </a:rPr>
              <a:t>KCL</a:t>
            </a:r>
            <a:r>
              <a:rPr kumimoji="1" lang="zh-CN" altLang="en-US" sz="2400" b="1" dirty="0">
                <a:latin typeface="仿宋_GB2312" pitchFamily="49" charset="-122"/>
                <a:ea typeface="仿宋_GB2312" pitchFamily="49" charset="-122"/>
              </a:rPr>
              <a:t>方程，独立方程数为：</a:t>
            </a:r>
            <a:endParaRPr kumimoji="1" lang="zh-CN" altLang="en-US" sz="2400" b="1" dirty="0">
              <a:latin typeface="仿宋_GB2312" pitchFamily="49" charset="-122"/>
              <a:ea typeface="仿宋_GB2312" pitchFamily="49" charset="-122"/>
            </a:endParaRPr>
          </a:p>
        </p:txBody>
      </p:sp>
      <p:sp>
        <p:nvSpPr>
          <p:cNvPr id="1050488" name="Text Box 9"/>
          <p:cNvSpPr txBox="1">
            <a:spLocks noChangeArrowheads="1"/>
          </p:cNvSpPr>
          <p:nvPr/>
        </p:nvSpPr>
        <p:spPr bwMode="auto">
          <a:xfrm>
            <a:off x="5519738" y="5157789"/>
            <a:ext cx="3600450" cy="944881"/>
          </a:xfrm>
          <a:prstGeom prst="rect">
            <a:avLst/>
          </a:prstGeom>
          <a:solidFill>
            <a:schemeClr val="hlink"/>
          </a:solidFill>
          <a:ln>
            <a:noFill/>
          </a:ln>
          <a:effectLst/>
        </p:spPr>
        <p:txBody>
          <a:bodyPr>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zh-CN" altLang="en-US" sz="2400" b="1">
                <a:solidFill>
                  <a:schemeClr val="bg1"/>
                </a:solidFill>
                <a:latin typeface="Times New Roman" panose="02020603050405020304" pitchFamily="18" charset="0"/>
                <a:ea typeface="宋体" panose="02010600030101010101" pitchFamily="2" charset="-122"/>
              </a:rPr>
              <a:t>与支路电流法相比，方程数减少</a:t>
            </a:r>
            <a:r>
              <a:rPr kumimoji="1" lang="en-US" altLang="zh-CN" sz="2400" b="1">
                <a:solidFill>
                  <a:schemeClr val="bg1"/>
                </a:solidFill>
                <a:latin typeface="Times New Roman" panose="02020603050405020304" pitchFamily="18" charset="0"/>
                <a:ea typeface="宋体" panose="02010600030101010101" pitchFamily="2" charset="-122"/>
              </a:rPr>
              <a:t>b-(</a:t>
            </a:r>
            <a:r>
              <a:rPr kumimoji="1" lang="en-US" altLang="zh-CN" sz="2400" b="1" i="1">
                <a:solidFill>
                  <a:schemeClr val="bg1"/>
                </a:solidFill>
                <a:latin typeface="Times New Roman" panose="02020603050405020304" pitchFamily="18" charset="0"/>
                <a:ea typeface="宋体" panose="02010600030101010101" pitchFamily="2" charset="-122"/>
              </a:rPr>
              <a:t>n</a:t>
            </a:r>
            <a:r>
              <a:rPr kumimoji="1" lang="en-US" altLang="zh-CN" sz="2400" b="1">
                <a:solidFill>
                  <a:schemeClr val="bg1"/>
                </a:solidFill>
                <a:latin typeface="宋体" panose="02010600030101010101" pitchFamily="2" charset="-122"/>
                <a:ea typeface="宋体" panose="02010600030101010101" pitchFamily="2" charset="-122"/>
              </a:rPr>
              <a:t>-</a:t>
            </a:r>
            <a:r>
              <a:rPr kumimoji="1" lang="en-US" altLang="zh-CN" sz="2400" b="1">
                <a:solidFill>
                  <a:schemeClr val="bg1"/>
                </a:solidFill>
                <a:latin typeface="Times New Roman" panose="02020603050405020304" pitchFamily="18" charset="0"/>
                <a:ea typeface="宋体" panose="02010600030101010101" pitchFamily="2" charset="-122"/>
              </a:rPr>
              <a:t>1)</a:t>
            </a:r>
            <a:r>
              <a:rPr kumimoji="1" lang="zh-CN" altLang="en-US" sz="2400" b="1">
                <a:solidFill>
                  <a:schemeClr val="bg1"/>
                </a:solidFill>
                <a:latin typeface="Times New Roman" panose="02020603050405020304" pitchFamily="18" charset="0"/>
                <a:ea typeface="宋体" panose="02010600030101010101" pitchFamily="2" charset="-122"/>
              </a:rPr>
              <a:t>个。</a:t>
            </a:r>
            <a:endParaRPr kumimoji="1" lang="zh-CN" altLang="en-US" sz="2400" b="1">
              <a:solidFill>
                <a:schemeClr val="bg1"/>
              </a:solidFill>
              <a:latin typeface="Times New Roman" panose="02020603050405020304" pitchFamily="18" charset="0"/>
              <a:ea typeface="宋体" panose="02010600030101010101" pitchFamily="2" charset="-122"/>
            </a:endParaRPr>
          </a:p>
        </p:txBody>
      </p:sp>
      <p:graphicFrame>
        <p:nvGraphicFramePr>
          <p:cNvPr id="4194382" name="Object 10"/>
          <p:cNvGraphicFramePr>
            <a:graphicFrameLocks noChangeAspect="1"/>
          </p:cNvGraphicFramePr>
          <p:nvPr/>
        </p:nvGraphicFramePr>
        <p:xfrm>
          <a:off x="3143250" y="5445125"/>
          <a:ext cx="1625600" cy="609600"/>
        </p:xfrm>
        <a:graphic>
          <a:graphicData uri="http://schemas.openxmlformats.org/presentationml/2006/ole">
            <mc:AlternateContent xmlns:mc="http://schemas.openxmlformats.org/markup-compatibility/2006">
              <mc:Choice xmlns:v="urn:schemas-microsoft-com:vml" Requires="v">
                <p:oleObj spid="_x0000_s30765" name="Equation" showAsIcon="1" r:id="rId1" imgW="334645" imgH="154305" progId="Equation.3">
                  <p:embed/>
                </p:oleObj>
              </mc:Choice>
              <mc:Fallback>
                <p:oleObj name="Equation" showAsIcon="1" r:id="rId1" imgW="334645" imgH="154305" progId="Equation.3">
                  <p:embed/>
                  <p:pic>
                    <p:nvPicPr>
                      <p:cNvPr id="0" name="图片 30764"/>
                      <p:cNvPicPr>
                        <a:picLocks noChangeAspect="1" noChangeArrowheads="1"/>
                      </p:cNvPicPr>
                      <p:nvPr/>
                    </p:nvPicPr>
                    <p:blipFill>
                      <a:blip r:embed="rId2"/>
                      <a:srcRect/>
                      <a:stretch>
                        <a:fillRect/>
                      </a:stretch>
                    </p:blipFill>
                    <p:spPr bwMode="auto">
                      <a:xfrm>
                        <a:off x="3143250" y="5445125"/>
                        <a:ext cx="1625600" cy="609600"/>
                      </a:xfrm>
                      <a:prstGeom prst="rect">
                        <a:avLst/>
                      </a:prstGeom>
                      <a:gradFill rotWithShape="1">
                        <a:gsLst>
                          <a:gs pos="0">
                            <a:schemeClr val="accent1"/>
                          </a:gs>
                          <a:gs pos="100000">
                            <a:schemeClr val="bg1"/>
                          </a:gs>
                        </a:gsLst>
                        <a:lin ang="5400000" scaled="1"/>
                      </a:gradFill>
                      <a:ln>
                        <a:noFill/>
                      </a:ln>
                      <a:effec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131" name=""/>
        <p:cNvGrpSpPr/>
        <p:nvPr/>
      </p:nvGrpSpPr>
      <p:grpSpPr>
        <a:xfrm>
          <a:off x="0" y="0"/>
          <a:ext cx="0" cy="0"/>
          <a:chOff x="0" y="0"/>
          <a:chExt cx="0" cy="0"/>
        </a:xfrm>
      </p:grpSpPr>
      <p:sp>
        <p:nvSpPr>
          <p:cNvPr id="1050489" name="Text Box 2"/>
          <p:cNvSpPr txBox="1">
            <a:spLocks noChangeArrowheads="1"/>
          </p:cNvSpPr>
          <p:nvPr/>
        </p:nvSpPr>
        <p:spPr bwMode="auto">
          <a:xfrm>
            <a:off x="2522538" y="1325881"/>
            <a:ext cx="7416800" cy="944880"/>
          </a:xfrm>
          <a:prstGeom prst="rect">
            <a:avLst/>
          </a:prstGeom>
          <a:noFill/>
          <a:ln>
            <a:noFill/>
          </a:ln>
          <a:effectLst/>
        </p:spPr>
        <p:txBody>
          <a:bodyPr>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pPr>
            <a:r>
              <a:rPr kumimoji="1" lang="zh-CN" altLang="en-US" sz="2400" b="1">
                <a:latin typeface="仿宋_GB2312" pitchFamily="49" charset="-122"/>
                <a:ea typeface="仿宋_GB2312" pitchFamily="49" charset="-122"/>
              </a:rPr>
              <a:t>任意选择参考点：其它结点与参考点的电压差即是结点电压</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位</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，方向为从独立结点指向参考结点。</a:t>
            </a:r>
            <a:endParaRPr kumimoji="1" lang="zh-CN" altLang="en-US" sz="2400" b="1">
              <a:latin typeface="仿宋_GB2312" pitchFamily="49" charset="-122"/>
              <a:ea typeface="仿宋_GB2312" pitchFamily="49" charset="-122"/>
            </a:endParaRPr>
          </a:p>
        </p:txBody>
      </p:sp>
      <p:sp>
        <p:nvSpPr>
          <p:cNvPr id="1050490" name="Text Box 3"/>
          <p:cNvSpPr txBox="1">
            <a:spLocks noChangeArrowheads="1"/>
          </p:cNvSpPr>
          <p:nvPr/>
        </p:nvSpPr>
        <p:spPr bwMode="auto">
          <a:xfrm>
            <a:off x="6240464" y="2680054"/>
            <a:ext cx="3636962" cy="58356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3200" b="1" dirty="0">
                <a:solidFill>
                  <a:schemeClr val="tx2"/>
                </a:solidFill>
                <a:latin typeface="Times New Roman" panose="02020603050405020304" pitchFamily="18" charset="0"/>
                <a:ea typeface="宋体" panose="02010600030101010101" pitchFamily="2" charset="-122"/>
              </a:rPr>
              <a:t>(</a:t>
            </a:r>
            <a:r>
              <a:rPr kumimoji="1" lang="en-US" altLang="zh-CN" sz="3200" b="1" i="1" dirty="0" err="1">
                <a:solidFill>
                  <a:schemeClr val="tx2"/>
                </a:solidFill>
                <a:latin typeface="Times New Roman" panose="02020603050405020304" pitchFamily="18" charset="0"/>
                <a:ea typeface="宋体" panose="02010600030101010101" pitchFamily="2" charset="-122"/>
              </a:rPr>
              <a:t>u</a:t>
            </a:r>
            <a:r>
              <a:rPr kumimoji="1" lang="en-US" altLang="zh-CN" sz="3200" b="1" baseline="-25000" dirty="0" err="1">
                <a:solidFill>
                  <a:schemeClr val="tx2"/>
                </a:solidFill>
                <a:latin typeface="Times New Roman" panose="02020603050405020304" pitchFamily="18" charset="0"/>
                <a:ea typeface="宋体" panose="02010600030101010101" pitchFamily="2" charset="-122"/>
              </a:rPr>
              <a:t>A</a:t>
            </a:r>
            <a:r>
              <a:rPr kumimoji="1" lang="en-US" altLang="zh-CN" sz="3200" b="1" dirty="0" err="1">
                <a:solidFill>
                  <a:schemeClr val="tx2"/>
                </a:solidFill>
                <a:latin typeface="宋体" panose="02010600030101010101" pitchFamily="2" charset="-122"/>
                <a:ea typeface="宋体" panose="02010600030101010101" pitchFamily="2" charset="-122"/>
              </a:rPr>
              <a:t>-</a:t>
            </a:r>
            <a:r>
              <a:rPr kumimoji="1" lang="en-US" altLang="zh-CN" sz="3200" b="1" i="1" dirty="0" err="1">
                <a:solidFill>
                  <a:schemeClr val="tx2"/>
                </a:solidFill>
                <a:latin typeface="Times New Roman" panose="02020603050405020304" pitchFamily="18" charset="0"/>
                <a:ea typeface="宋体" panose="02010600030101010101" pitchFamily="2" charset="-122"/>
              </a:rPr>
              <a:t>u</a:t>
            </a:r>
            <a:r>
              <a:rPr kumimoji="1" lang="en-US" altLang="zh-CN" sz="3200" b="1" baseline="-25000" dirty="0" err="1">
                <a:solidFill>
                  <a:schemeClr val="tx2"/>
                </a:solidFill>
                <a:latin typeface="Times New Roman" panose="02020603050405020304" pitchFamily="18" charset="0"/>
                <a:ea typeface="宋体" panose="02010600030101010101" pitchFamily="2" charset="-122"/>
              </a:rPr>
              <a:t>B</a:t>
            </a:r>
            <a:r>
              <a:rPr kumimoji="1" lang="en-US" altLang="zh-CN" sz="3200" b="1" dirty="0">
                <a:solidFill>
                  <a:schemeClr val="tx2"/>
                </a:solidFill>
                <a:latin typeface="Times New Roman" panose="02020603050405020304" pitchFamily="18" charset="0"/>
                <a:ea typeface="宋体" panose="02010600030101010101" pitchFamily="2" charset="-122"/>
              </a:rPr>
              <a:t>)+</a:t>
            </a:r>
            <a:r>
              <a:rPr kumimoji="1" lang="en-US" altLang="zh-CN" sz="3200" b="1" i="1" dirty="0" err="1">
                <a:solidFill>
                  <a:schemeClr val="tx2"/>
                </a:solidFill>
                <a:latin typeface="Times New Roman" panose="02020603050405020304" pitchFamily="18" charset="0"/>
                <a:ea typeface="宋体" panose="02010600030101010101" pitchFamily="2" charset="-122"/>
              </a:rPr>
              <a:t>u</a:t>
            </a:r>
            <a:r>
              <a:rPr kumimoji="1" lang="en-US" altLang="zh-CN" sz="3200" b="1" baseline="-25000" dirty="0" err="1">
                <a:solidFill>
                  <a:schemeClr val="tx2"/>
                </a:solidFill>
                <a:latin typeface="Times New Roman" panose="02020603050405020304" pitchFamily="18" charset="0"/>
                <a:ea typeface="宋体" panose="02010600030101010101" pitchFamily="2" charset="-122"/>
              </a:rPr>
              <a:t>B</a:t>
            </a:r>
            <a:r>
              <a:rPr kumimoji="1" lang="en-US" altLang="zh-CN" sz="3200" b="1" dirty="0" err="1">
                <a:solidFill>
                  <a:schemeClr val="tx2"/>
                </a:solidFill>
                <a:latin typeface="宋体" panose="02010600030101010101" pitchFamily="2" charset="-122"/>
                <a:ea typeface="宋体" panose="02010600030101010101" pitchFamily="2" charset="-122"/>
              </a:rPr>
              <a:t>-</a:t>
            </a:r>
            <a:r>
              <a:rPr kumimoji="1" lang="en-US" altLang="zh-CN" sz="3200" b="1" i="1" dirty="0" err="1">
                <a:solidFill>
                  <a:schemeClr val="tx2"/>
                </a:solidFill>
                <a:latin typeface="Times New Roman" panose="02020603050405020304" pitchFamily="18" charset="0"/>
                <a:ea typeface="宋体" panose="02010600030101010101" pitchFamily="2" charset="-122"/>
              </a:rPr>
              <a:t>u</a:t>
            </a:r>
            <a:r>
              <a:rPr kumimoji="1" lang="en-US" altLang="zh-CN" sz="3200" b="1" baseline="-25000" dirty="0" err="1">
                <a:solidFill>
                  <a:schemeClr val="tx2"/>
                </a:solidFill>
                <a:latin typeface="Times New Roman" panose="02020603050405020304" pitchFamily="18" charset="0"/>
                <a:ea typeface="宋体" panose="02010600030101010101" pitchFamily="2" charset="-122"/>
              </a:rPr>
              <a:t>A</a:t>
            </a:r>
            <a:r>
              <a:rPr kumimoji="1" lang="en-US" altLang="zh-CN" sz="3200" b="1" dirty="0">
                <a:solidFill>
                  <a:schemeClr val="tx2"/>
                </a:solidFill>
                <a:latin typeface="Times New Roman" panose="02020603050405020304" pitchFamily="18" charset="0"/>
                <a:ea typeface="宋体" panose="02010600030101010101" pitchFamily="2" charset="-122"/>
              </a:rPr>
              <a:t>=0</a:t>
            </a:r>
            <a:endParaRPr kumimoji="1" lang="en-US" altLang="zh-CN" sz="3200" b="1" dirty="0">
              <a:solidFill>
                <a:schemeClr val="tx2"/>
              </a:solidFill>
              <a:latin typeface="Times New Roman" panose="02020603050405020304" pitchFamily="18" charset="0"/>
              <a:ea typeface="宋体" panose="02010600030101010101" pitchFamily="2" charset="-122"/>
            </a:endParaRPr>
          </a:p>
        </p:txBody>
      </p:sp>
      <p:sp>
        <p:nvSpPr>
          <p:cNvPr id="1050491" name="Rectangle 4"/>
          <p:cNvSpPr>
            <a:spLocks noChangeArrowheads="1"/>
          </p:cNvSpPr>
          <p:nvPr/>
        </p:nvSpPr>
        <p:spPr bwMode="auto">
          <a:xfrm>
            <a:off x="6267450" y="3557906"/>
            <a:ext cx="2278380" cy="510540"/>
          </a:xfrm>
          <a:prstGeom prst="rect">
            <a:avLst/>
          </a:prstGeom>
          <a:solidFill>
            <a:schemeClr val="hlink"/>
          </a:solid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a:solidFill>
                  <a:srgbClr val="FFFF00"/>
                </a:solidFill>
                <a:latin typeface="Times New Roman" panose="02020603050405020304" pitchFamily="18" charset="0"/>
                <a:ea typeface="宋体" panose="02010600030101010101" pitchFamily="2" charset="-122"/>
              </a:rPr>
              <a:t>KVL</a:t>
            </a:r>
            <a:r>
              <a:rPr kumimoji="1" lang="zh-CN" altLang="en-US" sz="2800" b="1">
                <a:solidFill>
                  <a:srgbClr val="FFFF00"/>
                </a:solidFill>
                <a:latin typeface="Times New Roman" panose="02020603050405020304" pitchFamily="18" charset="0"/>
                <a:ea typeface="宋体" panose="02010600030101010101" pitchFamily="2" charset="-122"/>
              </a:rPr>
              <a:t>自动满足</a:t>
            </a:r>
            <a:endParaRPr kumimoji="1" lang="zh-CN" altLang="en-US" sz="2800" b="1">
              <a:solidFill>
                <a:srgbClr val="FFFF00"/>
              </a:solidFill>
              <a:latin typeface="Times New Roman" panose="02020603050405020304" pitchFamily="18" charset="0"/>
              <a:ea typeface="宋体" panose="02010600030101010101" pitchFamily="2" charset="-122"/>
            </a:endParaRPr>
          </a:p>
        </p:txBody>
      </p:sp>
      <p:sp>
        <p:nvSpPr>
          <p:cNvPr id="1050492" name="Text Box 5"/>
          <p:cNvSpPr txBox="1">
            <a:spLocks noChangeArrowheads="1"/>
          </p:cNvSpPr>
          <p:nvPr/>
        </p:nvSpPr>
        <p:spPr bwMode="auto">
          <a:xfrm>
            <a:off x="1514476" y="1397318"/>
            <a:ext cx="936625"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en-US" sz="2400" b="1">
                <a:solidFill>
                  <a:schemeClr val="bg1"/>
                </a:solidFill>
                <a:ea typeface="宋体" panose="02010600030101010101" pitchFamily="2" charset="-122"/>
              </a:rPr>
              <a:t>说明</a:t>
            </a:r>
            <a:endParaRPr lang="zh-CN" altLang="en-US" sz="2400" b="1">
              <a:solidFill>
                <a:schemeClr val="bg1"/>
              </a:solidFill>
              <a:ea typeface="宋体" panose="02010600030101010101" pitchFamily="2" charset="-122"/>
            </a:endParaRPr>
          </a:p>
        </p:txBody>
      </p:sp>
      <p:grpSp>
        <p:nvGrpSpPr>
          <p:cNvPr id="1132" name="Group 6"/>
          <p:cNvGrpSpPr/>
          <p:nvPr/>
        </p:nvGrpSpPr>
        <p:grpSpPr bwMode="auto">
          <a:xfrm>
            <a:off x="3386139" y="2405380"/>
            <a:ext cx="1296987" cy="647700"/>
            <a:chOff x="748" y="754"/>
            <a:chExt cx="817" cy="408"/>
          </a:xfrm>
        </p:grpSpPr>
        <p:sp>
          <p:nvSpPr>
            <p:cNvPr id="1050493" name="Text Box 7"/>
            <p:cNvSpPr txBox="1">
              <a:spLocks noChangeArrowheads="1"/>
            </p:cNvSpPr>
            <p:nvPr/>
          </p:nvSpPr>
          <p:spPr bwMode="auto">
            <a:xfrm>
              <a:off x="793" y="754"/>
              <a:ext cx="664" cy="32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A</a:t>
              </a:r>
              <a:r>
                <a:rPr kumimoji="1" lang="en-US" altLang="zh-CN" sz="2800" b="1">
                  <a:solidFill>
                    <a:schemeClr val="tx2"/>
                  </a:solidFill>
                  <a:latin typeface="宋体" panose="02010600030101010101" pitchFamily="2" charset="-122"/>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B</a:t>
              </a:r>
              <a:endParaRPr kumimoji="1" lang="en-US" altLang="zh-CN" sz="2800" b="1" baseline="-25000">
                <a:solidFill>
                  <a:schemeClr val="tx2"/>
                </a:solidFill>
                <a:latin typeface="Times New Roman" panose="02020603050405020304" pitchFamily="18" charset="0"/>
                <a:ea typeface="宋体" panose="02010600030101010101" pitchFamily="2" charset="-122"/>
              </a:endParaRPr>
            </a:p>
          </p:txBody>
        </p:sp>
        <p:sp>
          <p:nvSpPr>
            <p:cNvPr id="1050494" name="Line 8"/>
            <p:cNvSpPr>
              <a:spLocks noChangeShapeType="1"/>
            </p:cNvSpPr>
            <p:nvPr/>
          </p:nvSpPr>
          <p:spPr bwMode="auto">
            <a:xfrm>
              <a:off x="748" y="1162"/>
              <a:ext cx="817" cy="0"/>
            </a:xfrm>
            <a:prstGeom prst="line">
              <a:avLst/>
            </a:prstGeom>
            <a:noFill/>
            <a:ln w="38100">
              <a:solidFill>
                <a:srgbClr val="66FFFF"/>
              </a:solidFill>
              <a:round/>
              <a:tailEnd type="triangle" w="med" len="med"/>
            </a:ln>
            <a:effectLst/>
          </p:spPr>
          <p:txBody>
            <a:bodyPr/>
            <a:p>
              <a:endParaRPr lang="zh-CN" altLang="en-US"/>
            </a:p>
          </p:txBody>
        </p:sp>
      </p:grpSp>
      <p:grpSp>
        <p:nvGrpSpPr>
          <p:cNvPr id="1133" name="Group 9"/>
          <p:cNvGrpSpPr/>
          <p:nvPr/>
        </p:nvGrpSpPr>
        <p:grpSpPr bwMode="auto">
          <a:xfrm>
            <a:off x="1946276" y="3197544"/>
            <a:ext cx="3819525" cy="1330325"/>
            <a:chOff x="0" y="1413"/>
            <a:chExt cx="2406" cy="838"/>
          </a:xfrm>
        </p:grpSpPr>
        <p:sp>
          <p:nvSpPr>
            <p:cNvPr id="1050495" name="Line 10"/>
            <p:cNvSpPr>
              <a:spLocks noChangeShapeType="1"/>
            </p:cNvSpPr>
            <p:nvPr/>
          </p:nvSpPr>
          <p:spPr bwMode="auto">
            <a:xfrm>
              <a:off x="1264" y="1879"/>
              <a:ext cx="0" cy="235"/>
            </a:xfrm>
            <a:prstGeom prst="line">
              <a:avLst/>
            </a:prstGeom>
            <a:noFill/>
            <a:ln w="38100">
              <a:solidFill>
                <a:srgbClr val="FFCC00"/>
              </a:solidFill>
              <a:round/>
              <a:headEnd type="oval" w="med" len="med"/>
            </a:ln>
            <a:effectLst/>
          </p:spPr>
          <p:txBody>
            <a:bodyPr wrap="none" anchor="ctr"/>
            <a:p>
              <a:endParaRPr lang="zh-CN" altLang="en-US"/>
            </a:p>
          </p:txBody>
        </p:sp>
        <p:grpSp>
          <p:nvGrpSpPr>
            <p:cNvPr id="1134" name="Group 11"/>
            <p:cNvGrpSpPr/>
            <p:nvPr/>
          </p:nvGrpSpPr>
          <p:grpSpPr bwMode="auto">
            <a:xfrm>
              <a:off x="1123" y="2114"/>
              <a:ext cx="279" cy="137"/>
              <a:chOff x="720" y="1824"/>
              <a:chExt cx="261" cy="120"/>
            </a:xfrm>
          </p:grpSpPr>
          <p:sp>
            <p:nvSpPr>
              <p:cNvPr id="1050496" name="Line 12"/>
              <p:cNvSpPr>
                <a:spLocks noChangeShapeType="1"/>
              </p:cNvSpPr>
              <p:nvPr/>
            </p:nvSpPr>
            <p:spPr bwMode="auto">
              <a:xfrm>
                <a:off x="720" y="1824"/>
                <a:ext cx="261" cy="0"/>
              </a:xfrm>
              <a:prstGeom prst="line">
                <a:avLst/>
              </a:prstGeom>
              <a:noFill/>
              <a:ln w="38100">
                <a:solidFill>
                  <a:srgbClr val="FFCC00"/>
                </a:solidFill>
                <a:round/>
              </a:ln>
              <a:effectLst/>
            </p:spPr>
            <p:txBody>
              <a:bodyPr anchor="ctr">
                <a:spAutoFit/>
              </a:bodyPr>
              <a:p>
                <a:endParaRPr lang="zh-CN" altLang="en-US"/>
              </a:p>
            </p:txBody>
          </p:sp>
          <p:sp>
            <p:nvSpPr>
              <p:cNvPr id="1050497" name="Line 13"/>
              <p:cNvSpPr>
                <a:spLocks noChangeShapeType="1"/>
              </p:cNvSpPr>
              <p:nvPr/>
            </p:nvSpPr>
            <p:spPr bwMode="auto">
              <a:xfrm>
                <a:off x="778" y="1883"/>
                <a:ext cx="145" cy="0"/>
              </a:xfrm>
              <a:prstGeom prst="line">
                <a:avLst/>
              </a:prstGeom>
              <a:noFill/>
              <a:ln w="38100">
                <a:solidFill>
                  <a:srgbClr val="FFCC00"/>
                </a:solidFill>
                <a:round/>
              </a:ln>
              <a:effectLst/>
            </p:spPr>
            <p:txBody>
              <a:bodyPr wrap="none" anchor="ctr">
                <a:spAutoFit/>
              </a:bodyPr>
              <a:p>
                <a:endParaRPr lang="zh-CN" altLang="en-US"/>
              </a:p>
            </p:txBody>
          </p:sp>
          <p:sp>
            <p:nvSpPr>
              <p:cNvPr id="1050498" name="Line 14"/>
              <p:cNvSpPr>
                <a:spLocks noChangeShapeType="1"/>
              </p:cNvSpPr>
              <p:nvPr/>
            </p:nvSpPr>
            <p:spPr bwMode="auto">
              <a:xfrm>
                <a:off x="802" y="1944"/>
                <a:ext cx="86" cy="0"/>
              </a:xfrm>
              <a:prstGeom prst="line">
                <a:avLst/>
              </a:prstGeom>
              <a:noFill/>
              <a:ln w="38100">
                <a:solidFill>
                  <a:srgbClr val="FFCC00"/>
                </a:solidFill>
                <a:round/>
              </a:ln>
              <a:effectLst/>
            </p:spPr>
            <p:txBody>
              <a:bodyPr anchor="ctr">
                <a:spAutoFit/>
              </a:bodyPr>
              <a:p>
                <a:endParaRPr lang="zh-CN" altLang="en-US"/>
              </a:p>
            </p:txBody>
          </p:sp>
        </p:grpSp>
        <p:sp>
          <p:nvSpPr>
            <p:cNvPr id="1050499" name="Text Box 15"/>
            <p:cNvSpPr txBox="1">
              <a:spLocks noChangeArrowheads="1"/>
            </p:cNvSpPr>
            <p:nvPr/>
          </p:nvSpPr>
          <p:spPr bwMode="auto">
            <a:xfrm>
              <a:off x="0" y="1570"/>
              <a:ext cx="334" cy="32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A</a:t>
              </a:r>
              <a:endParaRPr kumimoji="1" lang="en-US" altLang="zh-CN" sz="2800" b="1" baseline="-25000">
                <a:solidFill>
                  <a:schemeClr val="tx2"/>
                </a:solidFill>
                <a:latin typeface="Times New Roman" panose="02020603050405020304" pitchFamily="18" charset="0"/>
                <a:ea typeface="宋体" panose="02010600030101010101" pitchFamily="2" charset="-122"/>
              </a:endParaRPr>
            </a:p>
          </p:txBody>
        </p:sp>
        <p:sp>
          <p:nvSpPr>
            <p:cNvPr id="1050500" name="Text Box 16"/>
            <p:cNvSpPr txBox="1">
              <a:spLocks noChangeArrowheads="1"/>
            </p:cNvSpPr>
            <p:nvPr/>
          </p:nvSpPr>
          <p:spPr bwMode="auto">
            <a:xfrm>
              <a:off x="2064" y="1661"/>
              <a:ext cx="342" cy="327"/>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B</a:t>
              </a:r>
              <a:endParaRPr kumimoji="1" lang="en-US" altLang="zh-CN" sz="2800" b="1" baseline="-25000">
                <a:solidFill>
                  <a:schemeClr val="tx2"/>
                </a:solidFill>
                <a:latin typeface="Times New Roman" panose="02020603050405020304" pitchFamily="18" charset="0"/>
                <a:ea typeface="宋体" panose="02010600030101010101" pitchFamily="2" charset="-122"/>
              </a:endParaRPr>
            </a:p>
          </p:txBody>
        </p:sp>
        <p:sp>
          <p:nvSpPr>
            <p:cNvPr id="1050501" name="Rectangle 17"/>
            <p:cNvSpPr>
              <a:spLocks noChangeArrowheads="1"/>
            </p:cNvSpPr>
            <p:nvPr/>
          </p:nvSpPr>
          <p:spPr bwMode="auto">
            <a:xfrm>
              <a:off x="876" y="1413"/>
              <a:ext cx="776" cy="466"/>
            </a:xfrm>
            <a:prstGeom prst="rect">
              <a:avLst/>
            </a:prstGeom>
            <a:solidFill>
              <a:srgbClr val="FF9900"/>
            </a:solidFill>
            <a:ln w="9525">
              <a:solidFill>
                <a:srgbClr val="FFCC00"/>
              </a:solidFill>
              <a:miter lim="800000"/>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a:solidFill>
                  <a:schemeClr val="tx2"/>
                </a:solidFill>
                <a:latin typeface="Arial Black" panose="020B0A04020102020204" pitchFamily="34" charset="0"/>
                <a:ea typeface="宋体" panose="02010600030101010101" pitchFamily="2" charset="-122"/>
              </a:endParaRPr>
            </a:p>
          </p:txBody>
        </p:sp>
        <p:sp>
          <p:nvSpPr>
            <p:cNvPr id="1050502" name="Line 18"/>
            <p:cNvSpPr>
              <a:spLocks noChangeShapeType="1"/>
            </p:cNvSpPr>
            <p:nvPr/>
          </p:nvSpPr>
          <p:spPr bwMode="auto">
            <a:xfrm>
              <a:off x="344" y="1621"/>
              <a:ext cx="532" cy="0"/>
            </a:xfrm>
            <a:prstGeom prst="line">
              <a:avLst/>
            </a:prstGeom>
            <a:noFill/>
            <a:ln w="38100">
              <a:solidFill>
                <a:srgbClr val="FFCC00"/>
              </a:solidFill>
              <a:round/>
              <a:headEnd type="oval" w="med" len="med"/>
            </a:ln>
            <a:effectLst/>
          </p:spPr>
          <p:txBody>
            <a:bodyPr/>
            <a:p>
              <a:endParaRPr lang="zh-CN" altLang="en-US"/>
            </a:p>
          </p:txBody>
        </p:sp>
        <p:sp>
          <p:nvSpPr>
            <p:cNvPr id="1050503" name="Line 19"/>
            <p:cNvSpPr>
              <a:spLocks noChangeShapeType="1"/>
            </p:cNvSpPr>
            <p:nvPr/>
          </p:nvSpPr>
          <p:spPr bwMode="auto">
            <a:xfrm>
              <a:off x="1652" y="1621"/>
              <a:ext cx="533" cy="0"/>
            </a:xfrm>
            <a:prstGeom prst="line">
              <a:avLst/>
            </a:prstGeom>
            <a:noFill/>
            <a:ln w="38100">
              <a:solidFill>
                <a:srgbClr val="FFCC00"/>
              </a:solidFill>
              <a:round/>
              <a:tailEnd type="oval" w="med" len="med"/>
            </a:ln>
            <a:effectLst/>
          </p:spPr>
          <p:txBody>
            <a:bodyPr/>
            <a:p>
              <a:endParaRPr lang="zh-CN" altLang="en-US"/>
            </a:p>
          </p:txBody>
        </p:sp>
        <p:sp>
          <p:nvSpPr>
            <p:cNvPr id="1050504" name="Line 20"/>
            <p:cNvSpPr>
              <a:spLocks noChangeShapeType="1"/>
            </p:cNvSpPr>
            <p:nvPr/>
          </p:nvSpPr>
          <p:spPr bwMode="auto">
            <a:xfrm>
              <a:off x="340" y="1797"/>
              <a:ext cx="590" cy="363"/>
            </a:xfrm>
            <a:prstGeom prst="line">
              <a:avLst/>
            </a:prstGeom>
            <a:noFill/>
            <a:ln w="38100">
              <a:solidFill>
                <a:srgbClr val="00CCFF"/>
              </a:solidFill>
              <a:round/>
              <a:tailEnd type="triangle" w="med" len="med"/>
            </a:ln>
            <a:effectLst/>
          </p:spPr>
          <p:txBody>
            <a:bodyPr/>
            <a:p>
              <a:endParaRPr lang="zh-CN" altLang="en-US"/>
            </a:p>
          </p:txBody>
        </p:sp>
        <p:sp>
          <p:nvSpPr>
            <p:cNvPr id="1050505" name="Line 21"/>
            <p:cNvSpPr>
              <a:spLocks noChangeShapeType="1"/>
            </p:cNvSpPr>
            <p:nvPr/>
          </p:nvSpPr>
          <p:spPr bwMode="auto">
            <a:xfrm flipH="1">
              <a:off x="1519" y="1706"/>
              <a:ext cx="635" cy="454"/>
            </a:xfrm>
            <a:prstGeom prst="line">
              <a:avLst/>
            </a:prstGeom>
            <a:noFill/>
            <a:ln w="38100">
              <a:solidFill>
                <a:srgbClr val="00CCFF"/>
              </a:solidFill>
              <a:round/>
              <a:tailEnd type="triangle" w="med" len="med"/>
            </a:ln>
            <a:effectLst/>
          </p:spPr>
          <p:txBody>
            <a:bodyPr/>
            <a:p>
              <a:endParaRPr lang="zh-CN" altLang="en-US"/>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135" name=""/>
        <p:cNvGrpSpPr/>
        <p:nvPr/>
      </p:nvGrpSpPr>
      <p:grpSpPr>
        <a:xfrm>
          <a:off x="0" y="0"/>
          <a:ext cx="0" cy="0"/>
          <a:chOff x="0" y="0"/>
          <a:chExt cx="0" cy="0"/>
        </a:xfrm>
      </p:grpSpPr>
      <p:grpSp>
        <p:nvGrpSpPr>
          <p:cNvPr id="1136" name="Group 2"/>
          <p:cNvGrpSpPr/>
          <p:nvPr/>
        </p:nvGrpSpPr>
        <p:grpSpPr bwMode="auto">
          <a:xfrm>
            <a:off x="6390482" y="1153001"/>
            <a:ext cx="4989512" cy="3211513"/>
            <a:chOff x="2426" y="0"/>
            <a:chExt cx="3143" cy="2023"/>
          </a:xfrm>
        </p:grpSpPr>
        <p:grpSp>
          <p:nvGrpSpPr>
            <p:cNvPr id="1137" name="Group 3"/>
            <p:cNvGrpSpPr/>
            <p:nvPr/>
          </p:nvGrpSpPr>
          <p:grpSpPr bwMode="auto">
            <a:xfrm>
              <a:off x="2426" y="0"/>
              <a:ext cx="3143" cy="1814"/>
              <a:chOff x="220" y="2024"/>
              <a:chExt cx="3143" cy="1814"/>
            </a:xfrm>
          </p:grpSpPr>
          <p:sp>
            <p:nvSpPr>
              <p:cNvPr id="1050506" name="Oval 4"/>
              <p:cNvSpPr>
                <a:spLocks noChangeArrowheads="1"/>
              </p:cNvSpPr>
              <p:nvPr/>
            </p:nvSpPr>
            <p:spPr bwMode="auto">
              <a:xfrm>
                <a:off x="2896" y="3385"/>
                <a:ext cx="317" cy="318"/>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07" name="Line 5"/>
              <p:cNvSpPr>
                <a:spLocks noChangeShapeType="1"/>
              </p:cNvSpPr>
              <p:nvPr/>
            </p:nvSpPr>
            <p:spPr bwMode="auto">
              <a:xfrm>
                <a:off x="1202" y="2432"/>
                <a:ext cx="1859" cy="0"/>
              </a:xfrm>
              <a:prstGeom prst="line">
                <a:avLst/>
              </a:prstGeom>
              <a:noFill/>
              <a:ln w="28575">
                <a:solidFill>
                  <a:srgbClr val="FFCC00"/>
                </a:solidFill>
                <a:round/>
              </a:ln>
              <a:effectLst/>
            </p:spPr>
            <p:txBody>
              <a:bodyPr/>
              <a:p>
                <a:endParaRPr lang="zh-CN" altLang="en-US"/>
              </a:p>
            </p:txBody>
          </p:sp>
          <p:sp>
            <p:nvSpPr>
              <p:cNvPr id="1050508" name="Line 6"/>
              <p:cNvSpPr>
                <a:spLocks noChangeShapeType="1"/>
              </p:cNvSpPr>
              <p:nvPr/>
            </p:nvSpPr>
            <p:spPr bwMode="auto">
              <a:xfrm flipH="1">
                <a:off x="2290" y="2341"/>
                <a:ext cx="330" cy="0"/>
              </a:xfrm>
              <a:prstGeom prst="line">
                <a:avLst/>
              </a:prstGeom>
              <a:noFill/>
              <a:ln w="38100">
                <a:solidFill>
                  <a:srgbClr val="66FFFF"/>
                </a:solidFill>
                <a:round/>
                <a:tailEnd type="triangle" w="med" len="med"/>
              </a:ln>
              <a:effectLst/>
            </p:spPr>
            <p:txBody>
              <a:bodyPr wrap="none" anchor="ctr"/>
              <a:p>
                <a:endParaRPr lang="zh-CN" altLang="en-US"/>
              </a:p>
            </p:txBody>
          </p:sp>
          <p:grpSp>
            <p:nvGrpSpPr>
              <p:cNvPr id="1138" name="Group 7"/>
              <p:cNvGrpSpPr/>
              <p:nvPr/>
            </p:nvGrpSpPr>
            <p:grpSpPr bwMode="auto">
              <a:xfrm>
                <a:off x="587" y="3221"/>
                <a:ext cx="164" cy="327"/>
                <a:chOff x="402" y="1124"/>
                <a:chExt cx="164" cy="327"/>
              </a:xfrm>
            </p:grpSpPr>
            <p:sp>
              <p:nvSpPr>
                <p:cNvPr id="1050509" name="Oval 8"/>
                <p:cNvSpPr>
                  <a:spLocks noChangeArrowheads="1"/>
                </p:cNvSpPr>
                <p:nvPr/>
              </p:nvSpPr>
              <p:spPr bwMode="auto">
                <a:xfrm>
                  <a:off x="402" y="1124"/>
                  <a:ext cx="164" cy="327"/>
                </a:xfrm>
                <a:prstGeom prst="ellipse">
                  <a:avLst/>
                </a:prstGeom>
                <a:solidFill>
                  <a:srgbClr val="00CCFF"/>
                </a:solidFill>
                <a:ln w="38100">
                  <a:solidFill>
                    <a:srgbClr val="FF99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10" name="Line 9"/>
                <p:cNvSpPr>
                  <a:spLocks noChangeShapeType="1"/>
                </p:cNvSpPr>
                <p:nvPr/>
              </p:nvSpPr>
              <p:spPr bwMode="auto">
                <a:xfrm flipV="1">
                  <a:off x="402" y="1278"/>
                  <a:ext cx="164" cy="10"/>
                </a:xfrm>
                <a:prstGeom prst="line">
                  <a:avLst/>
                </a:prstGeom>
                <a:noFill/>
                <a:ln w="38100">
                  <a:solidFill>
                    <a:srgbClr val="FF9900"/>
                  </a:solidFill>
                  <a:round/>
                </a:ln>
                <a:effectLst/>
              </p:spPr>
              <p:txBody>
                <a:bodyPr wrap="none" anchor="ctr"/>
                <a:p>
                  <a:endParaRPr lang="zh-CN" altLang="en-US"/>
                </a:p>
              </p:txBody>
            </p:sp>
          </p:grpSp>
          <p:sp>
            <p:nvSpPr>
              <p:cNvPr id="1050511" name="Line 10"/>
              <p:cNvSpPr>
                <a:spLocks noChangeShapeType="1"/>
              </p:cNvSpPr>
              <p:nvPr/>
            </p:nvSpPr>
            <p:spPr bwMode="auto">
              <a:xfrm>
                <a:off x="676" y="3547"/>
                <a:ext cx="0" cy="288"/>
              </a:xfrm>
              <a:prstGeom prst="line">
                <a:avLst/>
              </a:prstGeom>
              <a:noFill/>
              <a:ln w="28575">
                <a:solidFill>
                  <a:srgbClr val="FFCC00"/>
                </a:solidFill>
                <a:round/>
              </a:ln>
              <a:effectLst/>
            </p:spPr>
            <p:txBody>
              <a:bodyPr wrap="none" anchor="ctr"/>
              <a:p>
                <a:endParaRPr lang="zh-CN" altLang="en-US"/>
              </a:p>
            </p:txBody>
          </p:sp>
          <p:sp>
            <p:nvSpPr>
              <p:cNvPr id="1050512" name="Line 11"/>
              <p:cNvSpPr>
                <a:spLocks noChangeShapeType="1"/>
              </p:cNvSpPr>
              <p:nvPr/>
            </p:nvSpPr>
            <p:spPr bwMode="auto">
              <a:xfrm>
                <a:off x="676" y="3835"/>
                <a:ext cx="2400" cy="0"/>
              </a:xfrm>
              <a:prstGeom prst="line">
                <a:avLst/>
              </a:prstGeom>
              <a:noFill/>
              <a:ln w="28575">
                <a:solidFill>
                  <a:srgbClr val="FFCC00"/>
                </a:solidFill>
                <a:round/>
              </a:ln>
              <a:effectLst/>
            </p:spPr>
            <p:txBody>
              <a:bodyPr wrap="none" anchor="ctr"/>
              <a:p>
                <a:endParaRPr lang="zh-CN" altLang="en-US"/>
              </a:p>
            </p:txBody>
          </p:sp>
          <p:sp>
            <p:nvSpPr>
              <p:cNvPr id="1050513" name="Line 12"/>
              <p:cNvSpPr>
                <a:spLocks noChangeShapeType="1"/>
              </p:cNvSpPr>
              <p:nvPr/>
            </p:nvSpPr>
            <p:spPr bwMode="auto">
              <a:xfrm flipH="1" flipV="1">
                <a:off x="1202" y="2750"/>
                <a:ext cx="20" cy="1085"/>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50514" name="Rectangle 13"/>
              <p:cNvSpPr>
                <a:spLocks noChangeArrowheads="1"/>
              </p:cNvSpPr>
              <p:nvPr/>
            </p:nvSpPr>
            <p:spPr bwMode="auto">
              <a:xfrm>
                <a:off x="1174" y="3268"/>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15" name="Line 14"/>
              <p:cNvSpPr>
                <a:spLocks noChangeShapeType="1"/>
              </p:cNvSpPr>
              <p:nvPr/>
            </p:nvSpPr>
            <p:spPr bwMode="auto">
              <a:xfrm>
                <a:off x="676" y="2792"/>
                <a:ext cx="2400" cy="0"/>
              </a:xfrm>
              <a:prstGeom prst="line">
                <a:avLst/>
              </a:prstGeom>
              <a:noFill/>
              <a:ln w="28575">
                <a:solidFill>
                  <a:srgbClr val="FFCC00"/>
                </a:solidFill>
                <a:round/>
                <a:tailEnd type="oval" w="med" len="med"/>
              </a:ln>
              <a:effectLst/>
            </p:spPr>
            <p:txBody>
              <a:bodyPr wrap="none" anchor="ctr"/>
              <a:p>
                <a:endParaRPr lang="zh-CN" altLang="en-US"/>
              </a:p>
            </p:txBody>
          </p:sp>
          <p:sp>
            <p:nvSpPr>
              <p:cNvPr id="1050516" name="Line 15"/>
              <p:cNvSpPr>
                <a:spLocks noChangeShapeType="1"/>
              </p:cNvSpPr>
              <p:nvPr/>
            </p:nvSpPr>
            <p:spPr bwMode="auto">
              <a:xfrm>
                <a:off x="2154" y="2795"/>
                <a:ext cx="10" cy="1040"/>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50517" name="Line 16"/>
              <p:cNvSpPr>
                <a:spLocks noChangeShapeType="1"/>
              </p:cNvSpPr>
              <p:nvPr/>
            </p:nvSpPr>
            <p:spPr bwMode="auto">
              <a:xfrm flipV="1">
                <a:off x="1202" y="2408"/>
                <a:ext cx="0" cy="384"/>
              </a:xfrm>
              <a:prstGeom prst="line">
                <a:avLst/>
              </a:prstGeom>
              <a:noFill/>
              <a:ln w="28575">
                <a:solidFill>
                  <a:srgbClr val="FFCC00"/>
                </a:solidFill>
                <a:round/>
              </a:ln>
              <a:effectLst/>
            </p:spPr>
            <p:txBody>
              <a:bodyPr wrap="none" anchor="ctr"/>
              <a:p>
                <a:endParaRPr lang="zh-CN" altLang="en-US"/>
              </a:p>
            </p:txBody>
          </p:sp>
          <p:sp>
            <p:nvSpPr>
              <p:cNvPr id="1050518" name="Line 17"/>
              <p:cNvSpPr>
                <a:spLocks noChangeShapeType="1"/>
              </p:cNvSpPr>
              <p:nvPr/>
            </p:nvSpPr>
            <p:spPr bwMode="auto">
              <a:xfrm>
                <a:off x="3061" y="2432"/>
                <a:ext cx="3" cy="1403"/>
              </a:xfrm>
              <a:prstGeom prst="line">
                <a:avLst/>
              </a:prstGeom>
              <a:noFill/>
              <a:ln w="28575">
                <a:solidFill>
                  <a:srgbClr val="FFCC00"/>
                </a:solidFill>
                <a:round/>
              </a:ln>
              <a:effectLst/>
            </p:spPr>
            <p:txBody>
              <a:bodyPr wrap="none" anchor="ctr"/>
              <a:p>
                <a:endParaRPr lang="zh-CN" altLang="en-US"/>
              </a:p>
            </p:txBody>
          </p:sp>
          <p:sp>
            <p:nvSpPr>
              <p:cNvPr id="1050519" name="Line 18"/>
              <p:cNvSpPr>
                <a:spLocks noChangeShapeType="1"/>
              </p:cNvSpPr>
              <p:nvPr/>
            </p:nvSpPr>
            <p:spPr bwMode="auto">
              <a:xfrm>
                <a:off x="1162" y="2873"/>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20" name="Line 19"/>
              <p:cNvSpPr>
                <a:spLocks noChangeShapeType="1"/>
              </p:cNvSpPr>
              <p:nvPr/>
            </p:nvSpPr>
            <p:spPr bwMode="auto">
              <a:xfrm flipV="1">
                <a:off x="567" y="2931"/>
                <a:ext cx="0" cy="312"/>
              </a:xfrm>
              <a:prstGeom prst="line">
                <a:avLst/>
              </a:prstGeom>
              <a:noFill/>
              <a:ln w="38100">
                <a:solidFill>
                  <a:srgbClr val="66FFFF"/>
                </a:solidFill>
                <a:round/>
                <a:tailEnd type="triangle" w="med" len="med"/>
              </a:ln>
              <a:effectLst/>
            </p:spPr>
            <p:txBody>
              <a:bodyPr wrap="none" anchor="ctr"/>
              <a:p>
                <a:endParaRPr lang="zh-CN" altLang="en-US"/>
              </a:p>
            </p:txBody>
          </p:sp>
          <p:sp>
            <p:nvSpPr>
              <p:cNvPr id="1050521" name="Text Box 20"/>
              <p:cNvSpPr txBox="1">
                <a:spLocks noChangeArrowheads="1"/>
              </p:cNvSpPr>
              <p:nvPr/>
            </p:nvSpPr>
            <p:spPr bwMode="auto">
              <a:xfrm>
                <a:off x="220" y="3205"/>
                <a:ext cx="304"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S1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2" name="Text Box 21"/>
              <p:cNvSpPr txBox="1">
                <a:spLocks noChangeArrowheads="1"/>
              </p:cNvSpPr>
              <p:nvPr/>
            </p:nvSpPr>
            <p:spPr bwMode="auto">
              <a:xfrm>
                <a:off x="2653" y="3430"/>
                <a:ext cx="294"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u</a:t>
                </a:r>
                <a:r>
                  <a:rPr kumimoji="1" lang="en-US" altLang="zh-CN" sz="2400" b="1" baseline="-25000">
                    <a:solidFill>
                      <a:schemeClr val="tx2"/>
                    </a:solidFill>
                    <a:latin typeface="Times New Roman" panose="02020603050405020304" pitchFamily="18" charset="0"/>
                    <a:ea typeface="宋体" panose="02010600030101010101" pitchFamily="2" charset="-122"/>
                  </a:rPr>
                  <a:t>S</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3" name="Text Box 22"/>
              <p:cNvSpPr txBox="1">
                <a:spLocks noChangeArrowheads="1"/>
              </p:cNvSpPr>
              <p:nvPr/>
            </p:nvSpPr>
            <p:spPr bwMode="auto">
              <a:xfrm>
                <a:off x="2164" y="2024"/>
                <a:ext cx="304"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S2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4" name="Text Box 23"/>
              <p:cNvSpPr txBox="1">
                <a:spLocks noChangeArrowheads="1"/>
              </p:cNvSpPr>
              <p:nvPr/>
            </p:nvSpPr>
            <p:spPr bwMode="auto">
              <a:xfrm>
                <a:off x="907" y="3203"/>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5" name="Text Box 24"/>
              <p:cNvSpPr txBox="1">
                <a:spLocks noChangeArrowheads="1"/>
              </p:cNvSpPr>
              <p:nvPr/>
            </p:nvSpPr>
            <p:spPr bwMode="auto">
              <a:xfrm>
                <a:off x="884" y="2795"/>
                <a:ext cx="233"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6" name="Text Box 25"/>
              <p:cNvSpPr txBox="1">
                <a:spLocks noChangeArrowheads="1"/>
              </p:cNvSpPr>
              <p:nvPr/>
            </p:nvSpPr>
            <p:spPr bwMode="auto">
              <a:xfrm>
                <a:off x="1292" y="2387"/>
                <a:ext cx="233"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7" name="Text Box 26"/>
              <p:cNvSpPr txBox="1">
                <a:spLocks noChangeArrowheads="1"/>
              </p:cNvSpPr>
              <p:nvPr/>
            </p:nvSpPr>
            <p:spPr bwMode="auto">
              <a:xfrm>
                <a:off x="2200" y="2432"/>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8" name="Text Box 27"/>
              <p:cNvSpPr txBox="1">
                <a:spLocks noChangeArrowheads="1"/>
              </p:cNvSpPr>
              <p:nvPr/>
            </p:nvSpPr>
            <p:spPr bwMode="auto">
              <a:xfrm>
                <a:off x="2290" y="2886"/>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4</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9" name="Text Box 28"/>
              <p:cNvSpPr txBox="1">
                <a:spLocks noChangeArrowheads="1"/>
              </p:cNvSpPr>
              <p:nvPr/>
            </p:nvSpPr>
            <p:spPr bwMode="auto">
              <a:xfrm>
                <a:off x="3130" y="2840"/>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5</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0" name="Text Box 29"/>
              <p:cNvSpPr txBox="1">
                <a:spLocks noChangeArrowheads="1"/>
              </p:cNvSpPr>
              <p:nvPr/>
            </p:nvSpPr>
            <p:spPr bwMode="auto">
              <a:xfrm>
                <a:off x="1474" y="2477"/>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1" name="Text Box 30"/>
              <p:cNvSpPr txBox="1">
                <a:spLocks noChangeArrowheads="1"/>
              </p:cNvSpPr>
              <p:nvPr/>
            </p:nvSpPr>
            <p:spPr bwMode="auto">
              <a:xfrm>
                <a:off x="2699" y="2931"/>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5</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2" name="Text Box 31"/>
              <p:cNvSpPr txBox="1">
                <a:spLocks noChangeArrowheads="1"/>
              </p:cNvSpPr>
              <p:nvPr/>
            </p:nvSpPr>
            <p:spPr bwMode="auto">
              <a:xfrm>
                <a:off x="2472" y="2477"/>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3" name="Text Box 32"/>
              <p:cNvSpPr txBox="1">
                <a:spLocks noChangeArrowheads="1"/>
              </p:cNvSpPr>
              <p:nvPr/>
            </p:nvSpPr>
            <p:spPr bwMode="auto">
              <a:xfrm>
                <a:off x="1837" y="3158"/>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chemeClr val="tx2"/>
                    </a:solidFill>
                    <a:latin typeface="Times New Roman" panose="02020603050405020304" pitchFamily="18" charset="0"/>
                    <a:ea typeface="宋体" panose="02010600030101010101" pitchFamily="2" charset="-122"/>
                  </a:rPr>
                  <a:t>R</a:t>
                </a:r>
                <a:r>
                  <a:rPr kumimoji="1" lang="en-US" altLang="zh-CN" sz="2400" b="1" baseline="-25000" dirty="0">
                    <a:solidFill>
                      <a:schemeClr val="tx2"/>
                    </a:solidFill>
                    <a:latin typeface="Times New Roman" panose="02020603050405020304" pitchFamily="18" charset="0"/>
                    <a:ea typeface="宋体" panose="02010600030101010101" pitchFamily="2" charset="-122"/>
                  </a:rPr>
                  <a:t>4</a:t>
                </a:r>
                <a:endParaRPr kumimoji="1" lang="en-US" altLang="zh-CN" sz="2400" b="1" dirty="0">
                  <a:solidFill>
                    <a:schemeClr val="tx2"/>
                  </a:solidFill>
                  <a:latin typeface="Times New Roman" panose="02020603050405020304" pitchFamily="18" charset="0"/>
                  <a:ea typeface="宋体" panose="02010600030101010101" pitchFamily="2" charset="-122"/>
                </a:endParaRPr>
              </a:p>
            </p:txBody>
          </p:sp>
          <p:sp>
            <p:nvSpPr>
              <p:cNvPr id="1050534" name="Line 33"/>
              <p:cNvSpPr>
                <a:spLocks noChangeShapeType="1"/>
              </p:cNvSpPr>
              <p:nvPr/>
            </p:nvSpPr>
            <p:spPr bwMode="auto">
              <a:xfrm>
                <a:off x="2245" y="2840"/>
                <a:ext cx="0" cy="312"/>
              </a:xfrm>
              <a:prstGeom prst="line">
                <a:avLst/>
              </a:prstGeom>
              <a:noFill/>
              <a:ln w="38100">
                <a:solidFill>
                  <a:srgbClr val="66FFFF"/>
                </a:solidFill>
                <a:round/>
                <a:tailEnd type="triangle" w="med" len="med"/>
              </a:ln>
              <a:effectLst/>
            </p:spPr>
            <p:txBody>
              <a:bodyPr wrap="none" anchor="ctr"/>
              <a:p>
                <a:endParaRPr lang="zh-CN" altLang="en-US"/>
              </a:p>
            </p:txBody>
          </p:sp>
          <p:grpSp>
            <p:nvGrpSpPr>
              <p:cNvPr id="1139" name="Group 34"/>
              <p:cNvGrpSpPr/>
              <p:nvPr/>
            </p:nvGrpSpPr>
            <p:grpSpPr bwMode="auto">
              <a:xfrm rot="5400000">
                <a:off x="1982" y="2273"/>
                <a:ext cx="164" cy="327"/>
                <a:chOff x="420" y="1124"/>
                <a:chExt cx="164" cy="327"/>
              </a:xfrm>
            </p:grpSpPr>
            <p:sp>
              <p:nvSpPr>
                <p:cNvPr id="1050535" name="Oval 35"/>
                <p:cNvSpPr>
                  <a:spLocks noChangeArrowheads="1"/>
                </p:cNvSpPr>
                <p:nvPr/>
              </p:nvSpPr>
              <p:spPr bwMode="auto">
                <a:xfrm>
                  <a:off x="420" y="1124"/>
                  <a:ext cx="164" cy="327"/>
                </a:xfrm>
                <a:prstGeom prst="ellipse">
                  <a:avLst/>
                </a:prstGeom>
                <a:solidFill>
                  <a:srgbClr val="00CCFF"/>
                </a:solidFill>
                <a:ln w="38100">
                  <a:solidFill>
                    <a:srgbClr val="FF99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6" name="Line 36"/>
                <p:cNvSpPr>
                  <a:spLocks noChangeShapeType="1"/>
                </p:cNvSpPr>
                <p:nvPr/>
              </p:nvSpPr>
              <p:spPr bwMode="auto">
                <a:xfrm flipV="1">
                  <a:off x="420" y="1289"/>
                  <a:ext cx="164" cy="0"/>
                </a:xfrm>
                <a:prstGeom prst="line">
                  <a:avLst/>
                </a:prstGeom>
                <a:noFill/>
                <a:ln w="38100">
                  <a:solidFill>
                    <a:srgbClr val="FF9900"/>
                  </a:solidFill>
                  <a:round/>
                </a:ln>
                <a:effectLst/>
              </p:spPr>
              <p:txBody>
                <a:bodyPr wrap="none" anchor="ctr"/>
                <a:p>
                  <a:endParaRPr lang="zh-CN" altLang="en-US"/>
                </a:p>
              </p:txBody>
            </p:sp>
          </p:grpSp>
          <p:sp>
            <p:nvSpPr>
              <p:cNvPr id="1050537" name="Rectangle 37"/>
              <p:cNvSpPr>
                <a:spLocks noChangeArrowheads="1"/>
              </p:cNvSpPr>
              <p:nvPr/>
            </p:nvSpPr>
            <p:spPr bwMode="auto">
              <a:xfrm>
                <a:off x="2109" y="3222"/>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8" name="Rectangle 38"/>
              <p:cNvSpPr>
                <a:spLocks noChangeArrowheads="1"/>
              </p:cNvSpPr>
              <p:nvPr/>
            </p:nvSpPr>
            <p:spPr bwMode="auto">
              <a:xfrm>
                <a:off x="3016" y="2995"/>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9" name="Rectangle 39"/>
              <p:cNvSpPr>
                <a:spLocks noChangeArrowheads="1"/>
              </p:cNvSpPr>
              <p:nvPr/>
            </p:nvSpPr>
            <p:spPr bwMode="auto">
              <a:xfrm rot="5400000">
                <a:off x="2578" y="2679"/>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40" name="Line 40"/>
              <p:cNvSpPr>
                <a:spLocks noChangeShapeType="1"/>
              </p:cNvSpPr>
              <p:nvPr/>
            </p:nvSpPr>
            <p:spPr bwMode="auto">
              <a:xfrm rot="-5400000">
                <a:off x="2326" y="259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41" name="Line 41"/>
              <p:cNvSpPr>
                <a:spLocks noChangeShapeType="1"/>
              </p:cNvSpPr>
              <p:nvPr/>
            </p:nvSpPr>
            <p:spPr bwMode="auto">
              <a:xfrm>
                <a:off x="3152" y="2795"/>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42" name="Rectangle 42"/>
              <p:cNvSpPr>
                <a:spLocks noChangeArrowheads="1"/>
              </p:cNvSpPr>
              <p:nvPr/>
            </p:nvSpPr>
            <p:spPr bwMode="auto">
              <a:xfrm rot="5400000">
                <a:off x="1606" y="2676"/>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43" name="Line 43"/>
              <p:cNvSpPr>
                <a:spLocks noChangeShapeType="1"/>
              </p:cNvSpPr>
              <p:nvPr/>
            </p:nvSpPr>
            <p:spPr bwMode="auto">
              <a:xfrm>
                <a:off x="1247" y="2704"/>
                <a:ext cx="227" cy="0"/>
              </a:xfrm>
              <a:prstGeom prst="line">
                <a:avLst/>
              </a:prstGeom>
              <a:noFill/>
              <a:ln w="38100">
                <a:solidFill>
                  <a:srgbClr val="66FFFF"/>
                </a:solidFill>
                <a:round/>
                <a:tailEnd type="triangle" w="med" len="med"/>
              </a:ln>
              <a:effectLst/>
            </p:spPr>
            <p:txBody>
              <a:bodyPr/>
              <a:p>
                <a:endParaRPr lang="zh-CN" altLang="en-US"/>
              </a:p>
            </p:txBody>
          </p:sp>
          <p:sp>
            <p:nvSpPr>
              <p:cNvPr id="1050544" name="Line 44"/>
              <p:cNvSpPr>
                <a:spLocks noChangeShapeType="1"/>
              </p:cNvSpPr>
              <p:nvPr/>
            </p:nvSpPr>
            <p:spPr bwMode="auto">
              <a:xfrm>
                <a:off x="657" y="2795"/>
                <a:ext cx="0" cy="454"/>
              </a:xfrm>
              <a:prstGeom prst="line">
                <a:avLst/>
              </a:prstGeom>
              <a:noFill/>
              <a:ln w="28575">
                <a:solidFill>
                  <a:srgbClr val="FFCC00"/>
                </a:solidFill>
                <a:round/>
              </a:ln>
              <a:effectLst/>
            </p:spPr>
            <p:txBody>
              <a:bodyPr/>
              <a:p>
                <a:endParaRPr lang="zh-CN" altLang="en-US"/>
              </a:p>
            </p:txBody>
          </p:sp>
          <p:sp>
            <p:nvSpPr>
              <p:cNvPr id="1050545" name="Text Box 45"/>
              <p:cNvSpPr txBox="1">
                <a:spLocks noChangeArrowheads="1"/>
              </p:cNvSpPr>
              <p:nvPr/>
            </p:nvSpPr>
            <p:spPr bwMode="auto">
              <a:xfrm>
                <a:off x="2699" y="3203"/>
                <a:ext cx="22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a:t>
                </a:r>
                <a:endParaRPr lang="en-US" altLang="zh-CN" sz="2400" b="1">
                  <a:solidFill>
                    <a:schemeClr val="tx2"/>
                  </a:solidFill>
                  <a:ea typeface="楷体_GB2312" pitchFamily="49" charset="-122"/>
                </a:endParaRPr>
              </a:p>
            </p:txBody>
          </p:sp>
          <p:sp>
            <p:nvSpPr>
              <p:cNvPr id="1050546" name="Text Box 46"/>
              <p:cNvSpPr txBox="1">
                <a:spLocks noChangeArrowheads="1"/>
              </p:cNvSpPr>
              <p:nvPr/>
            </p:nvSpPr>
            <p:spPr bwMode="auto">
              <a:xfrm>
                <a:off x="2699" y="3550"/>
                <a:ext cx="226"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_</a:t>
                </a:r>
                <a:endParaRPr lang="en-US" altLang="zh-CN" sz="2400" b="1">
                  <a:solidFill>
                    <a:schemeClr val="tx2"/>
                  </a:solidFill>
                  <a:ea typeface="楷体_GB2312" pitchFamily="49" charset="-122"/>
                </a:endParaRPr>
              </a:p>
            </p:txBody>
          </p:sp>
        </p:grpSp>
        <p:grpSp>
          <p:nvGrpSpPr>
            <p:cNvPr id="1140" name="Group 47"/>
            <p:cNvGrpSpPr/>
            <p:nvPr/>
          </p:nvGrpSpPr>
          <p:grpSpPr bwMode="auto">
            <a:xfrm>
              <a:off x="3152" y="436"/>
              <a:ext cx="2375" cy="1587"/>
              <a:chOff x="2880" y="2523"/>
              <a:chExt cx="2375" cy="1587"/>
            </a:xfrm>
          </p:grpSpPr>
          <p:grpSp>
            <p:nvGrpSpPr>
              <p:cNvPr id="1141" name="Group 48"/>
              <p:cNvGrpSpPr/>
              <p:nvPr/>
            </p:nvGrpSpPr>
            <p:grpSpPr bwMode="auto">
              <a:xfrm>
                <a:off x="2880" y="2523"/>
                <a:ext cx="198" cy="506"/>
                <a:chOff x="612" y="981"/>
                <a:chExt cx="198" cy="506"/>
              </a:xfrm>
            </p:grpSpPr>
            <p:sp>
              <p:nvSpPr>
                <p:cNvPr id="1050547" name="Text Box 49"/>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48" name="Oval 50"/>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grpSp>
            <p:nvGrpSpPr>
              <p:cNvPr id="1142" name="Group 51"/>
              <p:cNvGrpSpPr/>
              <p:nvPr/>
            </p:nvGrpSpPr>
            <p:grpSpPr bwMode="auto">
              <a:xfrm>
                <a:off x="5057" y="2568"/>
                <a:ext cx="198" cy="506"/>
                <a:chOff x="612" y="981"/>
                <a:chExt cx="198" cy="506"/>
              </a:xfrm>
            </p:grpSpPr>
            <p:sp>
              <p:nvSpPr>
                <p:cNvPr id="1050549" name="Text Box 52"/>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50" name="Oval 53"/>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grpSp>
            <p:nvGrpSpPr>
              <p:cNvPr id="1143" name="Group 54"/>
              <p:cNvGrpSpPr/>
              <p:nvPr/>
            </p:nvGrpSpPr>
            <p:grpSpPr bwMode="auto">
              <a:xfrm>
                <a:off x="3787" y="2795"/>
                <a:ext cx="198" cy="506"/>
                <a:chOff x="612" y="981"/>
                <a:chExt cx="198" cy="506"/>
              </a:xfrm>
            </p:grpSpPr>
            <p:sp>
              <p:nvSpPr>
                <p:cNvPr id="1050551" name="Text Box 55"/>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52" name="Oval 56"/>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sp>
            <p:nvSpPr>
              <p:cNvPr id="1050553" name="Line 57"/>
              <p:cNvSpPr>
                <a:spLocks noChangeShapeType="1"/>
              </p:cNvSpPr>
              <p:nvPr/>
            </p:nvSpPr>
            <p:spPr bwMode="auto">
              <a:xfrm>
                <a:off x="3560" y="3884"/>
                <a:ext cx="0" cy="226"/>
              </a:xfrm>
              <a:prstGeom prst="line">
                <a:avLst/>
              </a:prstGeom>
              <a:noFill/>
              <a:ln w="28575">
                <a:solidFill>
                  <a:srgbClr val="FFCC00"/>
                </a:solidFill>
                <a:round/>
              </a:ln>
              <a:effectLst/>
            </p:spPr>
            <p:txBody>
              <a:bodyPr/>
              <a:p>
                <a:endParaRPr lang="zh-CN" altLang="en-US"/>
              </a:p>
            </p:txBody>
          </p:sp>
          <p:sp>
            <p:nvSpPr>
              <p:cNvPr id="1050554" name="Line 58"/>
              <p:cNvSpPr>
                <a:spLocks noChangeShapeType="1"/>
              </p:cNvSpPr>
              <p:nvPr/>
            </p:nvSpPr>
            <p:spPr bwMode="auto">
              <a:xfrm>
                <a:off x="3424" y="4110"/>
                <a:ext cx="272" cy="0"/>
              </a:xfrm>
              <a:prstGeom prst="line">
                <a:avLst/>
              </a:prstGeom>
              <a:noFill/>
              <a:ln w="57150">
                <a:solidFill>
                  <a:srgbClr val="FFCC00"/>
                </a:solidFill>
                <a:round/>
              </a:ln>
              <a:effectLst/>
            </p:spPr>
            <p:txBody>
              <a:bodyPr/>
              <a:p>
                <a:endParaRPr lang="zh-CN" altLang="en-US"/>
              </a:p>
            </p:txBody>
          </p:sp>
        </p:grpSp>
      </p:grpSp>
      <p:sp>
        <p:nvSpPr>
          <p:cNvPr id="1050555" name="Text Box 59"/>
          <p:cNvSpPr txBox="1">
            <a:spLocks noChangeArrowheads="1"/>
          </p:cNvSpPr>
          <p:nvPr/>
        </p:nvSpPr>
        <p:spPr bwMode="auto">
          <a:xfrm>
            <a:off x="438274" y="2471603"/>
            <a:ext cx="2502565" cy="447041"/>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仿宋_GB2312" pitchFamily="49" charset="-122"/>
                <a:ea typeface="仿宋_GB2312" pitchFamily="49" charset="-122"/>
              </a:rPr>
              <a:t> </a:t>
            </a:r>
            <a:r>
              <a:rPr kumimoji="1" lang="en-US" altLang="zh-CN" sz="2400" b="1" dirty="0">
                <a:latin typeface="仿宋_GB2312" pitchFamily="49" charset="-122"/>
                <a:ea typeface="仿宋_GB2312" pitchFamily="49" charset="-122"/>
              </a:rPr>
              <a:t>(2) </a:t>
            </a:r>
            <a:r>
              <a:rPr kumimoji="1" lang="zh-CN" altLang="en-US" sz="2400" b="1" dirty="0">
                <a:latin typeface="仿宋_GB2312" pitchFamily="49" charset="-122"/>
                <a:ea typeface="仿宋_GB2312" pitchFamily="49" charset="-122"/>
              </a:rPr>
              <a:t>列</a:t>
            </a:r>
            <a:r>
              <a:rPr kumimoji="1" lang="en-US" altLang="zh-CN" sz="2400" b="1" dirty="0">
                <a:latin typeface="Times New Roman" panose="02020603050405020304" pitchFamily="18" charset="0"/>
                <a:ea typeface="仿宋_GB2312" pitchFamily="49" charset="-122"/>
              </a:rPr>
              <a:t>KCL</a:t>
            </a:r>
            <a:r>
              <a:rPr kumimoji="1" lang="zh-CN" altLang="en-US" sz="2400" b="1" dirty="0">
                <a:latin typeface="仿宋_GB2312" pitchFamily="49" charset="-122"/>
                <a:ea typeface="仿宋_GB2312" pitchFamily="49" charset="-122"/>
              </a:rPr>
              <a:t>方程：</a:t>
            </a:r>
            <a:endParaRPr kumimoji="1" lang="zh-CN" altLang="en-US" sz="2400" b="1" dirty="0">
              <a:latin typeface="仿宋_GB2312" pitchFamily="49" charset="-122"/>
              <a:ea typeface="仿宋_GB2312" pitchFamily="49" charset="-122"/>
            </a:endParaRPr>
          </a:p>
        </p:txBody>
      </p:sp>
      <p:sp>
        <p:nvSpPr>
          <p:cNvPr id="1050556" name="Text Box 60"/>
          <p:cNvSpPr txBox="1">
            <a:spLocks noChangeArrowheads="1"/>
          </p:cNvSpPr>
          <p:nvPr/>
        </p:nvSpPr>
        <p:spPr bwMode="auto">
          <a:xfrm>
            <a:off x="459523" y="3294538"/>
            <a:ext cx="214947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i="1" dirty="0" err="1">
                <a:solidFill>
                  <a:schemeClr val="tx2"/>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2800" b="1" baseline="-25000" dirty="0" err="1">
                <a:solidFill>
                  <a:schemeClr val="tx2"/>
                </a:solidFill>
                <a:latin typeface="Times New Roman" panose="02020603050405020304" pitchFamily="18" charset="0"/>
                <a:ea typeface="宋体" panose="02010600030101010101" pitchFamily="2" charset="-122"/>
                <a:sym typeface="Symbol" panose="05050102010706020507" pitchFamily="18" charset="2"/>
              </a:rPr>
              <a:t>R</a:t>
            </a:r>
            <a:r>
              <a:rPr kumimoji="1" lang="zh-CN" altLang="en-US" sz="2800" b="1" baseline="-25000" dirty="0">
                <a:solidFill>
                  <a:schemeClr val="tx2"/>
                </a:solidFill>
                <a:latin typeface="Times New Roman" panose="02020603050405020304" pitchFamily="18" charset="0"/>
                <a:ea typeface="宋体" panose="02010600030101010101" pitchFamily="2" charset="-122"/>
              </a:rPr>
              <a:t>出</a:t>
            </a:r>
            <a:r>
              <a:rPr kumimoji="1" lang="en-US" altLang="zh-CN" sz="28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1" i="1" dirty="0" err="1">
                <a:solidFill>
                  <a:schemeClr val="tx2"/>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2800" b="1" baseline="-25000" dirty="0" err="1">
                <a:solidFill>
                  <a:schemeClr val="tx2"/>
                </a:solidFill>
                <a:latin typeface="Times New Roman" panose="02020603050405020304" pitchFamily="18" charset="0"/>
                <a:ea typeface="宋体" panose="02010600030101010101" pitchFamily="2" charset="-122"/>
                <a:sym typeface="Symbol" panose="05050102010706020507" pitchFamily="18" charset="2"/>
              </a:rPr>
              <a:t>S</a:t>
            </a:r>
            <a:r>
              <a:rPr kumimoji="1" lang="zh-CN" altLang="en-US" sz="2800" b="1" baseline="-25000" dirty="0">
                <a:solidFill>
                  <a:schemeClr val="tx2"/>
                </a:solidFill>
                <a:latin typeface="Times New Roman" panose="02020603050405020304" pitchFamily="18" charset="0"/>
                <a:ea typeface="宋体" panose="02010600030101010101" pitchFamily="2" charset="-122"/>
              </a:rPr>
              <a:t>入</a:t>
            </a:r>
            <a:endParaRPr kumimoji="1" lang="zh-CN" altLang="en-US" sz="2800" b="1" dirty="0">
              <a:solidFill>
                <a:schemeClr val="tx2"/>
              </a:solidFill>
              <a:latin typeface="Times New Roman" panose="02020603050405020304" pitchFamily="18" charset="0"/>
              <a:ea typeface="宋体" panose="02010600030101010101" pitchFamily="2" charset="-122"/>
            </a:endParaRPr>
          </a:p>
        </p:txBody>
      </p:sp>
      <p:sp>
        <p:nvSpPr>
          <p:cNvPr id="1050557" name="Text Box 61"/>
          <p:cNvSpPr txBox="1">
            <a:spLocks noChangeArrowheads="1"/>
          </p:cNvSpPr>
          <p:nvPr/>
        </p:nvSpPr>
        <p:spPr bwMode="auto">
          <a:xfrm>
            <a:off x="3412333" y="3309009"/>
            <a:ext cx="1905635" cy="52197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2</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S1</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S2</a:t>
            </a:r>
            <a:endParaRPr kumimoji="1" lang="en-US" altLang="zh-CN" sz="2800" b="1" i="1">
              <a:solidFill>
                <a:schemeClr val="tx2"/>
              </a:solidFill>
              <a:latin typeface="Times New Roman" panose="02020603050405020304" pitchFamily="18" charset="0"/>
              <a:ea typeface="宋体" panose="02010600030101010101" pitchFamily="2" charset="-122"/>
            </a:endParaRPr>
          </a:p>
        </p:txBody>
      </p:sp>
      <p:sp>
        <p:nvSpPr>
          <p:cNvPr id="1050558" name="Text Box 62"/>
          <p:cNvSpPr txBox="1">
            <a:spLocks noChangeArrowheads="1"/>
          </p:cNvSpPr>
          <p:nvPr/>
        </p:nvSpPr>
        <p:spPr bwMode="auto">
          <a:xfrm>
            <a:off x="3412332" y="3848107"/>
            <a:ext cx="1810960" cy="510541"/>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dirty="0">
                <a:solidFill>
                  <a:schemeClr val="tx2"/>
                </a:solidFill>
                <a:latin typeface="宋体" panose="02010600030101010101" pitchFamily="2" charset="-122"/>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2</a:t>
            </a:r>
            <a:r>
              <a:rPr kumimoji="1" lang="en-US" altLang="zh-CN" sz="2800" b="1" dirty="0">
                <a:solidFill>
                  <a:schemeClr val="tx2"/>
                </a:solidFill>
                <a:latin typeface="宋体" panose="02010600030101010101" pitchFamily="2" charset="-122"/>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4</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3</a:t>
            </a:r>
            <a:r>
              <a:rPr kumimoji="1" lang="en-US" altLang="zh-CN" sz="2800" b="1" dirty="0">
                <a:solidFill>
                  <a:schemeClr val="tx2"/>
                </a:solidFill>
                <a:latin typeface="Times New Roman" panose="02020603050405020304" pitchFamily="18" charset="0"/>
                <a:ea typeface="宋体" panose="02010600030101010101" pitchFamily="2" charset="-122"/>
              </a:rPr>
              <a:t>=0</a:t>
            </a:r>
            <a:endParaRPr kumimoji="1" lang="en-US" altLang="zh-CN" sz="2800" b="1" i="1" dirty="0">
              <a:solidFill>
                <a:schemeClr val="tx2"/>
              </a:solidFill>
              <a:latin typeface="Times New Roman" panose="02020603050405020304" pitchFamily="18" charset="0"/>
              <a:ea typeface="宋体" panose="02010600030101010101" pitchFamily="2" charset="-122"/>
            </a:endParaRPr>
          </a:p>
        </p:txBody>
      </p:sp>
      <p:sp>
        <p:nvSpPr>
          <p:cNvPr id="1050559" name="AutoShape 63"/>
          <p:cNvSpPr/>
          <p:nvPr/>
        </p:nvSpPr>
        <p:spPr bwMode="auto">
          <a:xfrm>
            <a:off x="3123408" y="3380446"/>
            <a:ext cx="217487" cy="1511300"/>
          </a:xfrm>
          <a:prstGeom prst="leftBrace">
            <a:avLst>
              <a:gd name="adj1" fmla="val 57908"/>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62" name="Text Box 68"/>
          <p:cNvSpPr txBox="1">
            <a:spLocks noChangeArrowheads="1"/>
          </p:cNvSpPr>
          <p:nvPr/>
        </p:nvSpPr>
        <p:spPr bwMode="auto">
          <a:xfrm>
            <a:off x="3412332" y="4387205"/>
            <a:ext cx="1883439" cy="510540"/>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3</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5</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zh-CN" altLang="en-US"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S2</a:t>
            </a:r>
            <a:endParaRPr kumimoji="1" lang="en-US" altLang="zh-CN" sz="2800" b="1" i="1" dirty="0">
              <a:solidFill>
                <a:schemeClr val="tx2"/>
              </a:solidFill>
              <a:latin typeface="Times New Roman" panose="02020603050405020304" pitchFamily="18" charset="0"/>
              <a:ea typeface="宋体" panose="02010600030101010101" pitchFamily="2" charset="-122"/>
            </a:endParaRPr>
          </a:p>
        </p:txBody>
      </p:sp>
      <p:sp>
        <p:nvSpPr>
          <p:cNvPr id="1050563" name="Text Box 22"/>
          <p:cNvSpPr txBox="1">
            <a:spLocks noChangeArrowheads="1"/>
          </p:cNvSpPr>
          <p:nvPr/>
        </p:nvSpPr>
        <p:spPr bwMode="auto">
          <a:xfrm>
            <a:off x="295397" y="1129893"/>
            <a:ext cx="2447925"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dirty="0">
                <a:latin typeface="楷体_GB2312" pitchFamily="49" charset="-122"/>
                <a:ea typeface="楷体_GB2312" pitchFamily="49" charset="-122"/>
              </a:rPr>
              <a:t>2</a:t>
            </a:r>
            <a:r>
              <a:rPr kumimoji="1" lang="en-US" altLang="zh-CN" sz="2800" b="1" dirty="0">
                <a:ea typeface="楷体_GB2312" pitchFamily="49" charset="-122"/>
              </a:rPr>
              <a:t>. </a:t>
            </a:r>
            <a:r>
              <a:rPr kumimoji="1" lang="zh-CN" altLang="en-US" sz="2800" b="1" dirty="0">
                <a:ea typeface="楷体_GB2312" pitchFamily="49" charset="-122"/>
              </a:rPr>
              <a:t>方程的列写</a:t>
            </a:r>
            <a:endParaRPr kumimoji="1" lang="zh-CN" altLang="en-US" sz="2800" b="1" dirty="0">
              <a:ea typeface="楷体_GB2312" pitchFamily="49" charset="-122"/>
            </a:endParaRPr>
          </a:p>
        </p:txBody>
      </p:sp>
      <p:sp>
        <p:nvSpPr>
          <p:cNvPr id="1050564" name="Text Box 23"/>
          <p:cNvSpPr txBox="1">
            <a:spLocks noChangeArrowheads="1"/>
          </p:cNvSpPr>
          <p:nvPr/>
        </p:nvSpPr>
        <p:spPr bwMode="auto">
          <a:xfrm>
            <a:off x="603372" y="1663294"/>
            <a:ext cx="6230816" cy="802640"/>
          </a:xfrm>
          <a:prstGeom prst="rect">
            <a:avLst/>
          </a:prstGeom>
          <a:no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en-US" altLang="zh-CN" sz="2400" b="1" dirty="0">
                <a:latin typeface="仿宋_GB2312" pitchFamily="49" charset="-122"/>
                <a:ea typeface="仿宋_GB2312" pitchFamily="49" charset="-122"/>
              </a:rPr>
              <a:t>(1) </a:t>
            </a:r>
            <a:r>
              <a:rPr kumimoji="1" lang="zh-CN" altLang="en-US" sz="2400" b="1" dirty="0">
                <a:latin typeface="仿宋_GB2312" pitchFamily="49" charset="-122"/>
                <a:ea typeface="仿宋_GB2312" pitchFamily="49" charset="-122"/>
              </a:rPr>
              <a:t>选定参考结点，标明其余</a:t>
            </a:r>
            <a:r>
              <a:rPr kumimoji="1" lang="en-US" altLang="zh-CN" sz="2400" b="1" i="1" dirty="0">
                <a:latin typeface="Times New Roman" panose="02020603050405020304" pitchFamily="18" charset="0"/>
                <a:ea typeface="仿宋_GB2312" pitchFamily="49" charset="-122"/>
              </a:rPr>
              <a:t>n</a:t>
            </a:r>
            <a:r>
              <a:rPr kumimoji="1" lang="en-US" altLang="zh-CN" sz="2400" b="1" dirty="0">
                <a:latin typeface="Times New Roman" panose="02020603050405020304" pitchFamily="18" charset="0"/>
                <a:ea typeface="仿宋_GB2312" pitchFamily="49" charset="-122"/>
              </a:rPr>
              <a:t>-1</a:t>
            </a:r>
            <a:r>
              <a:rPr kumimoji="1" lang="zh-CN" altLang="en-US" sz="2400" b="1" dirty="0">
                <a:latin typeface="仿宋_GB2312" pitchFamily="49" charset="-122"/>
                <a:ea typeface="仿宋_GB2312" pitchFamily="49" charset="-122"/>
              </a:rPr>
              <a:t>个独立结点的电压</a:t>
            </a:r>
            <a:endParaRPr kumimoji="1" lang="zh-CN" altLang="en-US" sz="2400" dirty="0">
              <a:latin typeface="仿宋_GB2312" pitchFamily="49" charset="-122"/>
              <a:ea typeface="仿宋_GB2312" pitchFamily="49" charset="-122"/>
            </a:endParaRPr>
          </a:p>
        </p:txBody>
      </p:sp>
    </p:spTree>
  </p:cSld>
  <p:clrMapOvr>
    <a:masterClrMapping/>
  </p:clrMapOvr>
  <p:timing>
    <p:tnLst>
      <p:par>
        <p:cTn id="1" dur="indefinite" restart="never" nodeType="tmRoot"/>
      </p:par>
    </p:tnLst>
    <p:bldLst>
      <p:bldP spid="1050556" grpId="0" bldLvl="0" animBg="1" autoUpdateAnimBg="0"/>
      <p:bldP spid="1050557" grpId="0" bldLvl="0" animBg="1" autoUpdateAnimBg="0"/>
      <p:bldP spid="1050558" grpId="0" bldLvl="0" animBg="1" autoUpdateAnimBg="0"/>
      <p:bldP spid="1050559" grpId="0" bldLvl="0" animBg="1"/>
      <p:bldP spid="1050562"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135" name=""/>
        <p:cNvGrpSpPr/>
        <p:nvPr/>
      </p:nvGrpSpPr>
      <p:grpSpPr>
        <a:xfrm>
          <a:off x="0" y="0"/>
          <a:ext cx="0" cy="0"/>
          <a:chOff x="0" y="0"/>
          <a:chExt cx="0" cy="0"/>
        </a:xfrm>
      </p:grpSpPr>
      <p:grpSp>
        <p:nvGrpSpPr>
          <p:cNvPr id="1136" name="Group 2"/>
          <p:cNvGrpSpPr/>
          <p:nvPr/>
        </p:nvGrpSpPr>
        <p:grpSpPr bwMode="auto">
          <a:xfrm>
            <a:off x="550387" y="1605121"/>
            <a:ext cx="4989512" cy="3211513"/>
            <a:chOff x="2426" y="0"/>
            <a:chExt cx="3143" cy="2023"/>
          </a:xfrm>
        </p:grpSpPr>
        <p:grpSp>
          <p:nvGrpSpPr>
            <p:cNvPr id="1137" name="Group 3"/>
            <p:cNvGrpSpPr/>
            <p:nvPr/>
          </p:nvGrpSpPr>
          <p:grpSpPr bwMode="auto">
            <a:xfrm>
              <a:off x="2426" y="0"/>
              <a:ext cx="3143" cy="1814"/>
              <a:chOff x="220" y="2024"/>
              <a:chExt cx="3143" cy="1814"/>
            </a:xfrm>
          </p:grpSpPr>
          <p:sp>
            <p:nvSpPr>
              <p:cNvPr id="1050506" name="Oval 4"/>
              <p:cNvSpPr>
                <a:spLocks noChangeArrowheads="1"/>
              </p:cNvSpPr>
              <p:nvPr/>
            </p:nvSpPr>
            <p:spPr bwMode="auto">
              <a:xfrm>
                <a:off x="2896" y="3385"/>
                <a:ext cx="317" cy="318"/>
              </a:xfrm>
              <a:prstGeom prst="ellipse">
                <a:avLst/>
              </a:prstGeom>
              <a:solidFill>
                <a:srgbClr val="00CCFF"/>
              </a:solidFill>
              <a:ln w="38100">
                <a:solidFill>
                  <a:srgbClr val="FF9900"/>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07" name="Line 5"/>
              <p:cNvSpPr>
                <a:spLocks noChangeShapeType="1"/>
              </p:cNvSpPr>
              <p:nvPr/>
            </p:nvSpPr>
            <p:spPr bwMode="auto">
              <a:xfrm>
                <a:off x="1202" y="2432"/>
                <a:ext cx="1859" cy="0"/>
              </a:xfrm>
              <a:prstGeom prst="line">
                <a:avLst/>
              </a:prstGeom>
              <a:noFill/>
              <a:ln w="28575">
                <a:solidFill>
                  <a:srgbClr val="FFCC00"/>
                </a:solidFill>
                <a:round/>
              </a:ln>
              <a:effectLst/>
            </p:spPr>
            <p:txBody>
              <a:bodyPr/>
              <a:p>
                <a:endParaRPr lang="zh-CN" altLang="en-US"/>
              </a:p>
            </p:txBody>
          </p:sp>
          <p:sp>
            <p:nvSpPr>
              <p:cNvPr id="1050508" name="Line 6"/>
              <p:cNvSpPr>
                <a:spLocks noChangeShapeType="1"/>
              </p:cNvSpPr>
              <p:nvPr/>
            </p:nvSpPr>
            <p:spPr bwMode="auto">
              <a:xfrm flipH="1">
                <a:off x="2290" y="2341"/>
                <a:ext cx="330" cy="0"/>
              </a:xfrm>
              <a:prstGeom prst="line">
                <a:avLst/>
              </a:prstGeom>
              <a:noFill/>
              <a:ln w="38100">
                <a:solidFill>
                  <a:srgbClr val="66FFFF"/>
                </a:solidFill>
                <a:round/>
                <a:tailEnd type="triangle" w="med" len="med"/>
              </a:ln>
              <a:effectLst/>
            </p:spPr>
            <p:txBody>
              <a:bodyPr wrap="none" anchor="ctr"/>
              <a:p>
                <a:endParaRPr lang="zh-CN" altLang="en-US"/>
              </a:p>
            </p:txBody>
          </p:sp>
          <p:grpSp>
            <p:nvGrpSpPr>
              <p:cNvPr id="1138" name="Group 7"/>
              <p:cNvGrpSpPr/>
              <p:nvPr/>
            </p:nvGrpSpPr>
            <p:grpSpPr bwMode="auto">
              <a:xfrm>
                <a:off x="587" y="3221"/>
                <a:ext cx="164" cy="327"/>
                <a:chOff x="402" y="1124"/>
                <a:chExt cx="164" cy="327"/>
              </a:xfrm>
            </p:grpSpPr>
            <p:sp>
              <p:nvSpPr>
                <p:cNvPr id="1050509" name="Oval 8"/>
                <p:cNvSpPr>
                  <a:spLocks noChangeArrowheads="1"/>
                </p:cNvSpPr>
                <p:nvPr/>
              </p:nvSpPr>
              <p:spPr bwMode="auto">
                <a:xfrm>
                  <a:off x="402" y="1124"/>
                  <a:ext cx="164" cy="327"/>
                </a:xfrm>
                <a:prstGeom prst="ellipse">
                  <a:avLst/>
                </a:prstGeom>
                <a:solidFill>
                  <a:srgbClr val="00CCFF"/>
                </a:solidFill>
                <a:ln w="38100">
                  <a:solidFill>
                    <a:srgbClr val="FF99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10" name="Line 9"/>
                <p:cNvSpPr>
                  <a:spLocks noChangeShapeType="1"/>
                </p:cNvSpPr>
                <p:nvPr/>
              </p:nvSpPr>
              <p:spPr bwMode="auto">
                <a:xfrm flipV="1">
                  <a:off x="402" y="1278"/>
                  <a:ext cx="164" cy="10"/>
                </a:xfrm>
                <a:prstGeom prst="line">
                  <a:avLst/>
                </a:prstGeom>
                <a:noFill/>
                <a:ln w="38100">
                  <a:solidFill>
                    <a:srgbClr val="FF9900"/>
                  </a:solidFill>
                  <a:round/>
                </a:ln>
                <a:effectLst/>
              </p:spPr>
              <p:txBody>
                <a:bodyPr wrap="none" anchor="ctr"/>
                <a:p>
                  <a:endParaRPr lang="zh-CN" altLang="en-US"/>
                </a:p>
              </p:txBody>
            </p:sp>
          </p:grpSp>
          <p:sp>
            <p:nvSpPr>
              <p:cNvPr id="1050511" name="Line 10"/>
              <p:cNvSpPr>
                <a:spLocks noChangeShapeType="1"/>
              </p:cNvSpPr>
              <p:nvPr/>
            </p:nvSpPr>
            <p:spPr bwMode="auto">
              <a:xfrm>
                <a:off x="676" y="3547"/>
                <a:ext cx="0" cy="288"/>
              </a:xfrm>
              <a:prstGeom prst="line">
                <a:avLst/>
              </a:prstGeom>
              <a:noFill/>
              <a:ln w="28575">
                <a:solidFill>
                  <a:srgbClr val="FFCC00"/>
                </a:solidFill>
                <a:round/>
              </a:ln>
              <a:effectLst/>
            </p:spPr>
            <p:txBody>
              <a:bodyPr wrap="none" anchor="ctr"/>
              <a:p>
                <a:endParaRPr lang="zh-CN" altLang="en-US"/>
              </a:p>
            </p:txBody>
          </p:sp>
          <p:sp>
            <p:nvSpPr>
              <p:cNvPr id="1050512" name="Line 11"/>
              <p:cNvSpPr>
                <a:spLocks noChangeShapeType="1"/>
              </p:cNvSpPr>
              <p:nvPr/>
            </p:nvSpPr>
            <p:spPr bwMode="auto">
              <a:xfrm>
                <a:off x="676" y="3835"/>
                <a:ext cx="2400" cy="0"/>
              </a:xfrm>
              <a:prstGeom prst="line">
                <a:avLst/>
              </a:prstGeom>
              <a:noFill/>
              <a:ln w="28575">
                <a:solidFill>
                  <a:srgbClr val="FFCC00"/>
                </a:solidFill>
                <a:round/>
              </a:ln>
              <a:effectLst/>
            </p:spPr>
            <p:txBody>
              <a:bodyPr wrap="none" anchor="ctr"/>
              <a:p>
                <a:endParaRPr lang="zh-CN" altLang="en-US"/>
              </a:p>
            </p:txBody>
          </p:sp>
          <p:sp>
            <p:nvSpPr>
              <p:cNvPr id="1050513" name="Line 12"/>
              <p:cNvSpPr>
                <a:spLocks noChangeShapeType="1"/>
              </p:cNvSpPr>
              <p:nvPr/>
            </p:nvSpPr>
            <p:spPr bwMode="auto">
              <a:xfrm flipH="1" flipV="1">
                <a:off x="1202" y="2750"/>
                <a:ext cx="20" cy="1085"/>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50514" name="Rectangle 13"/>
              <p:cNvSpPr>
                <a:spLocks noChangeArrowheads="1"/>
              </p:cNvSpPr>
              <p:nvPr/>
            </p:nvSpPr>
            <p:spPr bwMode="auto">
              <a:xfrm>
                <a:off x="1174" y="3268"/>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15" name="Line 14"/>
              <p:cNvSpPr>
                <a:spLocks noChangeShapeType="1"/>
              </p:cNvSpPr>
              <p:nvPr/>
            </p:nvSpPr>
            <p:spPr bwMode="auto">
              <a:xfrm>
                <a:off x="676" y="2792"/>
                <a:ext cx="2400" cy="0"/>
              </a:xfrm>
              <a:prstGeom prst="line">
                <a:avLst/>
              </a:prstGeom>
              <a:noFill/>
              <a:ln w="28575">
                <a:solidFill>
                  <a:srgbClr val="FFCC00"/>
                </a:solidFill>
                <a:round/>
                <a:tailEnd type="oval" w="med" len="med"/>
              </a:ln>
              <a:effectLst/>
            </p:spPr>
            <p:txBody>
              <a:bodyPr wrap="none" anchor="ctr"/>
              <a:p>
                <a:endParaRPr lang="zh-CN" altLang="en-US"/>
              </a:p>
            </p:txBody>
          </p:sp>
          <p:sp>
            <p:nvSpPr>
              <p:cNvPr id="1050516" name="Line 15"/>
              <p:cNvSpPr>
                <a:spLocks noChangeShapeType="1"/>
              </p:cNvSpPr>
              <p:nvPr/>
            </p:nvSpPr>
            <p:spPr bwMode="auto">
              <a:xfrm>
                <a:off x="2154" y="2795"/>
                <a:ext cx="10" cy="1040"/>
              </a:xfrm>
              <a:prstGeom prst="line">
                <a:avLst/>
              </a:prstGeom>
              <a:noFill/>
              <a:ln w="28575">
                <a:solidFill>
                  <a:srgbClr val="FFCC00"/>
                </a:solidFill>
                <a:round/>
                <a:headEnd type="oval" w="med" len="med"/>
                <a:tailEnd type="oval" w="med" len="med"/>
              </a:ln>
              <a:effectLst/>
            </p:spPr>
            <p:txBody>
              <a:bodyPr wrap="none" anchor="ctr"/>
              <a:p>
                <a:endParaRPr lang="zh-CN" altLang="en-US"/>
              </a:p>
            </p:txBody>
          </p:sp>
          <p:sp>
            <p:nvSpPr>
              <p:cNvPr id="1050517" name="Line 16"/>
              <p:cNvSpPr>
                <a:spLocks noChangeShapeType="1"/>
              </p:cNvSpPr>
              <p:nvPr/>
            </p:nvSpPr>
            <p:spPr bwMode="auto">
              <a:xfrm flipV="1">
                <a:off x="1202" y="2408"/>
                <a:ext cx="0" cy="384"/>
              </a:xfrm>
              <a:prstGeom prst="line">
                <a:avLst/>
              </a:prstGeom>
              <a:noFill/>
              <a:ln w="28575">
                <a:solidFill>
                  <a:srgbClr val="FFCC00"/>
                </a:solidFill>
                <a:round/>
              </a:ln>
              <a:effectLst/>
            </p:spPr>
            <p:txBody>
              <a:bodyPr wrap="none" anchor="ctr"/>
              <a:p>
                <a:endParaRPr lang="zh-CN" altLang="en-US"/>
              </a:p>
            </p:txBody>
          </p:sp>
          <p:sp>
            <p:nvSpPr>
              <p:cNvPr id="1050518" name="Line 17"/>
              <p:cNvSpPr>
                <a:spLocks noChangeShapeType="1"/>
              </p:cNvSpPr>
              <p:nvPr/>
            </p:nvSpPr>
            <p:spPr bwMode="auto">
              <a:xfrm>
                <a:off x="3061" y="2432"/>
                <a:ext cx="3" cy="1403"/>
              </a:xfrm>
              <a:prstGeom prst="line">
                <a:avLst/>
              </a:prstGeom>
              <a:noFill/>
              <a:ln w="28575">
                <a:solidFill>
                  <a:srgbClr val="FFCC00"/>
                </a:solidFill>
                <a:round/>
              </a:ln>
              <a:effectLst/>
            </p:spPr>
            <p:txBody>
              <a:bodyPr wrap="none" anchor="ctr"/>
              <a:p>
                <a:endParaRPr lang="zh-CN" altLang="en-US"/>
              </a:p>
            </p:txBody>
          </p:sp>
          <p:sp>
            <p:nvSpPr>
              <p:cNvPr id="1050519" name="Line 18"/>
              <p:cNvSpPr>
                <a:spLocks noChangeShapeType="1"/>
              </p:cNvSpPr>
              <p:nvPr/>
            </p:nvSpPr>
            <p:spPr bwMode="auto">
              <a:xfrm>
                <a:off x="1162" y="2873"/>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20" name="Line 19"/>
              <p:cNvSpPr>
                <a:spLocks noChangeShapeType="1"/>
              </p:cNvSpPr>
              <p:nvPr/>
            </p:nvSpPr>
            <p:spPr bwMode="auto">
              <a:xfrm flipV="1">
                <a:off x="567" y="2931"/>
                <a:ext cx="0" cy="312"/>
              </a:xfrm>
              <a:prstGeom prst="line">
                <a:avLst/>
              </a:prstGeom>
              <a:noFill/>
              <a:ln w="38100">
                <a:solidFill>
                  <a:srgbClr val="66FFFF"/>
                </a:solidFill>
                <a:round/>
                <a:tailEnd type="triangle" w="med" len="med"/>
              </a:ln>
              <a:effectLst/>
            </p:spPr>
            <p:txBody>
              <a:bodyPr wrap="none" anchor="ctr"/>
              <a:p>
                <a:endParaRPr lang="zh-CN" altLang="en-US"/>
              </a:p>
            </p:txBody>
          </p:sp>
          <p:sp>
            <p:nvSpPr>
              <p:cNvPr id="1050521" name="Text Box 20"/>
              <p:cNvSpPr txBox="1">
                <a:spLocks noChangeArrowheads="1"/>
              </p:cNvSpPr>
              <p:nvPr/>
            </p:nvSpPr>
            <p:spPr bwMode="auto">
              <a:xfrm>
                <a:off x="220" y="3205"/>
                <a:ext cx="304"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S1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2" name="Text Box 21"/>
              <p:cNvSpPr txBox="1">
                <a:spLocks noChangeArrowheads="1"/>
              </p:cNvSpPr>
              <p:nvPr/>
            </p:nvSpPr>
            <p:spPr bwMode="auto">
              <a:xfrm>
                <a:off x="2653" y="3430"/>
                <a:ext cx="294"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u</a:t>
                </a:r>
                <a:r>
                  <a:rPr kumimoji="1" lang="en-US" altLang="zh-CN" sz="2400" b="1" baseline="-25000">
                    <a:solidFill>
                      <a:schemeClr val="tx2"/>
                    </a:solidFill>
                    <a:latin typeface="Times New Roman" panose="02020603050405020304" pitchFamily="18" charset="0"/>
                    <a:ea typeface="宋体" panose="02010600030101010101" pitchFamily="2" charset="-122"/>
                  </a:rPr>
                  <a:t>S</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3" name="Text Box 22"/>
              <p:cNvSpPr txBox="1">
                <a:spLocks noChangeArrowheads="1"/>
              </p:cNvSpPr>
              <p:nvPr/>
            </p:nvSpPr>
            <p:spPr bwMode="auto">
              <a:xfrm>
                <a:off x="2164" y="2024"/>
                <a:ext cx="304"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S2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4" name="Text Box 23"/>
              <p:cNvSpPr txBox="1">
                <a:spLocks noChangeArrowheads="1"/>
              </p:cNvSpPr>
              <p:nvPr/>
            </p:nvSpPr>
            <p:spPr bwMode="auto">
              <a:xfrm>
                <a:off x="907" y="3203"/>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5" name="Text Box 24"/>
              <p:cNvSpPr txBox="1">
                <a:spLocks noChangeArrowheads="1"/>
              </p:cNvSpPr>
              <p:nvPr/>
            </p:nvSpPr>
            <p:spPr bwMode="auto">
              <a:xfrm>
                <a:off x="884" y="2795"/>
                <a:ext cx="233"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1</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6" name="Text Box 25"/>
              <p:cNvSpPr txBox="1">
                <a:spLocks noChangeArrowheads="1"/>
              </p:cNvSpPr>
              <p:nvPr/>
            </p:nvSpPr>
            <p:spPr bwMode="auto">
              <a:xfrm>
                <a:off x="1292" y="2387"/>
                <a:ext cx="233" cy="474"/>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7" name="Text Box 26"/>
              <p:cNvSpPr txBox="1">
                <a:spLocks noChangeArrowheads="1"/>
              </p:cNvSpPr>
              <p:nvPr/>
            </p:nvSpPr>
            <p:spPr bwMode="auto">
              <a:xfrm>
                <a:off x="2200" y="2432"/>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8" name="Text Box 27"/>
              <p:cNvSpPr txBox="1">
                <a:spLocks noChangeArrowheads="1"/>
              </p:cNvSpPr>
              <p:nvPr/>
            </p:nvSpPr>
            <p:spPr bwMode="auto">
              <a:xfrm>
                <a:off x="2290" y="2886"/>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4</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29" name="Text Box 28"/>
              <p:cNvSpPr txBox="1">
                <a:spLocks noChangeArrowheads="1"/>
              </p:cNvSpPr>
              <p:nvPr/>
            </p:nvSpPr>
            <p:spPr bwMode="auto">
              <a:xfrm>
                <a:off x="3130" y="2840"/>
                <a:ext cx="233"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i</a:t>
                </a:r>
                <a:r>
                  <a:rPr kumimoji="1" lang="en-US" altLang="zh-CN" sz="2400" b="1" baseline="-25000">
                    <a:solidFill>
                      <a:schemeClr val="tx2"/>
                    </a:solidFill>
                    <a:latin typeface="Times New Roman" panose="02020603050405020304" pitchFamily="18" charset="0"/>
                    <a:ea typeface="宋体" panose="02010600030101010101" pitchFamily="2" charset="-122"/>
                  </a:rPr>
                  <a:t>5</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0" name="Text Box 29"/>
              <p:cNvSpPr txBox="1">
                <a:spLocks noChangeArrowheads="1"/>
              </p:cNvSpPr>
              <p:nvPr/>
            </p:nvSpPr>
            <p:spPr bwMode="auto">
              <a:xfrm>
                <a:off x="1474" y="2477"/>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2</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1" name="Text Box 30"/>
              <p:cNvSpPr txBox="1">
                <a:spLocks noChangeArrowheads="1"/>
              </p:cNvSpPr>
              <p:nvPr/>
            </p:nvSpPr>
            <p:spPr bwMode="auto">
              <a:xfrm>
                <a:off x="2699" y="2931"/>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5</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2" name="Text Box 31"/>
              <p:cNvSpPr txBox="1">
                <a:spLocks noChangeArrowheads="1"/>
              </p:cNvSpPr>
              <p:nvPr/>
            </p:nvSpPr>
            <p:spPr bwMode="auto">
              <a:xfrm>
                <a:off x="2472" y="2477"/>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a:solidFill>
                      <a:schemeClr val="tx2"/>
                    </a:solidFill>
                    <a:latin typeface="Times New Roman" panose="02020603050405020304" pitchFamily="18" charset="0"/>
                    <a:ea typeface="宋体" panose="02010600030101010101" pitchFamily="2" charset="-122"/>
                  </a:rPr>
                  <a:t>R</a:t>
                </a:r>
                <a:r>
                  <a:rPr kumimoji="1" lang="en-US" altLang="zh-CN" sz="2400" b="1" baseline="-25000">
                    <a:solidFill>
                      <a:schemeClr val="tx2"/>
                    </a:solidFill>
                    <a:latin typeface="Times New Roman" panose="02020603050405020304" pitchFamily="18" charset="0"/>
                    <a:ea typeface="宋体" panose="02010600030101010101" pitchFamily="2" charset="-122"/>
                  </a:rPr>
                  <a:t>3</a:t>
                </a:r>
                <a:endParaRPr kumimoji="1" lang="en-US" altLang="zh-CN" sz="2400" b="1">
                  <a:solidFill>
                    <a:schemeClr val="tx2"/>
                  </a:solidFill>
                  <a:latin typeface="Times New Roman" panose="02020603050405020304" pitchFamily="18" charset="0"/>
                  <a:ea typeface="宋体" panose="02010600030101010101" pitchFamily="2" charset="-122"/>
                </a:endParaRPr>
              </a:p>
            </p:txBody>
          </p:sp>
          <p:sp>
            <p:nvSpPr>
              <p:cNvPr id="1050533" name="Text Box 32"/>
              <p:cNvSpPr txBox="1">
                <a:spLocks noChangeArrowheads="1"/>
              </p:cNvSpPr>
              <p:nvPr/>
            </p:nvSpPr>
            <p:spPr bwMode="auto">
              <a:xfrm>
                <a:off x="1837" y="3158"/>
                <a:ext cx="308" cy="288"/>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i="1" dirty="0">
                    <a:solidFill>
                      <a:schemeClr val="tx2"/>
                    </a:solidFill>
                    <a:latin typeface="Times New Roman" panose="02020603050405020304" pitchFamily="18" charset="0"/>
                    <a:ea typeface="宋体" panose="02010600030101010101" pitchFamily="2" charset="-122"/>
                  </a:rPr>
                  <a:t>R</a:t>
                </a:r>
                <a:r>
                  <a:rPr kumimoji="1" lang="en-US" altLang="zh-CN" sz="2400" b="1" baseline="-25000" dirty="0">
                    <a:solidFill>
                      <a:schemeClr val="tx2"/>
                    </a:solidFill>
                    <a:latin typeface="Times New Roman" panose="02020603050405020304" pitchFamily="18" charset="0"/>
                    <a:ea typeface="宋体" panose="02010600030101010101" pitchFamily="2" charset="-122"/>
                  </a:rPr>
                  <a:t>4</a:t>
                </a:r>
                <a:endParaRPr kumimoji="1" lang="en-US" altLang="zh-CN" sz="2400" b="1" dirty="0">
                  <a:solidFill>
                    <a:schemeClr val="tx2"/>
                  </a:solidFill>
                  <a:latin typeface="Times New Roman" panose="02020603050405020304" pitchFamily="18" charset="0"/>
                  <a:ea typeface="宋体" panose="02010600030101010101" pitchFamily="2" charset="-122"/>
                </a:endParaRPr>
              </a:p>
            </p:txBody>
          </p:sp>
          <p:sp>
            <p:nvSpPr>
              <p:cNvPr id="1050534" name="Line 33"/>
              <p:cNvSpPr>
                <a:spLocks noChangeShapeType="1"/>
              </p:cNvSpPr>
              <p:nvPr/>
            </p:nvSpPr>
            <p:spPr bwMode="auto">
              <a:xfrm>
                <a:off x="2245" y="2840"/>
                <a:ext cx="0" cy="312"/>
              </a:xfrm>
              <a:prstGeom prst="line">
                <a:avLst/>
              </a:prstGeom>
              <a:noFill/>
              <a:ln w="38100">
                <a:solidFill>
                  <a:srgbClr val="66FFFF"/>
                </a:solidFill>
                <a:round/>
                <a:tailEnd type="triangle" w="med" len="med"/>
              </a:ln>
              <a:effectLst/>
            </p:spPr>
            <p:txBody>
              <a:bodyPr wrap="none" anchor="ctr"/>
              <a:p>
                <a:endParaRPr lang="zh-CN" altLang="en-US"/>
              </a:p>
            </p:txBody>
          </p:sp>
          <p:grpSp>
            <p:nvGrpSpPr>
              <p:cNvPr id="1139" name="Group 34"/>
              <p:cNvGrpSpPr/>
              <p:nvPr/>
            </p:nvGrpSpPr>
            <p:grpSpPr bwMode="auto">
              <a:xfrm rot="5400000">
                <a:off x="1982" y="2273"/>
                <a:ext cx="164" cy="327"/>
                <a:chOff x="420" y="1124"/>
                <a:chExt cx="164" cy="327"/>
              </a:xfrm>
            </p:grpSpPr>
            <p:sp>
              <p:nvSpPr>
                <p:cNvPr id="1050535" name="Oval 35"/>
                <p:cNvSpPr>
                  <a:spLocks noChangeArrowheads="1"/>
                </p:cNvSpPr>
                <p:nvPr/>
              </p:nvSpPr>
              <p:spPr bwMode="auto">
                <a:xfrm>
                  <a:off x="420" y="1124"/>
                  <a:ext cx="164" cy="327"/>
                </a:xfrm>
                <a:prstGeom prst="ellipse">
                  <a:avLst/>
                </a:prstGeom>
                <a:solidFill>
                  <a:srgbClr val="00CCFF"/>
                </a:solidFill>
                <a:ln w="38100">
                  <a:solidFill>
                    <a:srgbClr val="FF9900"/>
                  </a:solidFill>
                  <a:round/>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6" name="Line 36"/>
                <p:cNvSpPr>
                  <a:spLocks noChangeShapeType="1"/>
                </p:cNvSpPr>
                <p:nvPr/>
              </p:nvSpPr>
              <p:spPr bwMode="auto">
                <a:xfrm flipV="1">
                  <a:off x="420" y="1289"/>
                  <a:ext cx="164" cy="0"/>
                </a:xfrm>
                <a:prstGeom prst="line">
                  <a:avLst/>
                </a:prstGeom>
                <a:noFill/>
                <a:ln w="38100">
                  <a:solidFill>
                    <a:srgbClr val="FF9900"/>
                  </a:solidFill>
                  <a:round/>
                </a:ln>
                <a:effectLst/>
              </p:spPr>
              <p:txBody>
                <a:bodyPr wrap="none" anchor="ctr"/>
                <a:p>
                  <a:endParaRPr lang="zh-CN" altLang="en-US"/>
                </a:p>
              </p:txBody>
            </p:sp>
          </p:grpSp>
          <p:sp>
            <p:nvSpPr>
              <p:cNvPr id="1050537" name="Rectangle 37"/>
              <p:cNvSpPr>
                <a:spLocks noChangeArrowheads="1"/>
              </p:cNvSpPr>
              <p:nvPr/>
            </p:nvSpPr>
            <p:spPr bwMode="auto">
              <a:xfrm>
                <a:off x="2109" y="3222"/>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8" name="Rectangle 38"/>
              <p:cNvSpPr>
                <a:spLocks noChangeArrowheads="1"/>
              </p:cNvSpPr>
              <p:nvPr/>
            </p:nvSpPr>
            <p:spPr bwMode="auto">
              <a:xfrm>
                <a:off x="3016" y="2995"/>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39" name="Rectangle 39"/>
              <p:cNvSpPr>
                <a:spLocks noChangeArrowheads="1"/>
              </p:cNvSpPr>
              <p:nvPr/>
            </p:nvSpPr>
            <p:spPr bwMode="auto">
              <a:xfrm rot="5400000">
                <a:off x="2578" y="2679"/>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40" name="Line 40"/>
              <p:cNvSpPr>
                <a:spLocks noChangeShapeType="1"/>
              </p:cNvSpPr>
              <p:nvPr/>
            </p:nvSpPr>
            <p:spPr bwMode="auto">
              <a:xfrm rot="-5400000">
                <a:off x="2326" y="2594"/>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41" name="Line 41"/>
              <p:cNvSpPr>
                <a:spLocks noChangeShapeType="1"/>
              </p:cNvSpPr>
              <p:nvPr/>
            </p:nvSpPr>
            <p:spPr bwMode="auto">
              <a:xfrm>
                <a:off x="3152" y="2795"/>
                <a:ext cx="0" cy="240"/>
              </a:xfrm>
              <a:prstGeom prst="line">
                <a:avLst/>
              </a:prstGeom>
              <a:noFill/>
              <a:ln w="38100">
                <a:solidFill>
                  <a:srgbClr val="66FFFF"/>
                </a:solidFill>
                <a:round/>
                <a:tailEnd type="triangle" w="med" len="med"/>
              </a:ln>
              <a:effectLst/>
            </p:spPr>
            <p:txBody>
              <a:bodyPr wrap="none" anchor="ctr"/>
              <a:p>
                <a:endParaRPr lang="zh-CN" altLang="en-US"/>
              </a:p>
            </p:txBody>
          </p:sp>
          <p:sp>
            <p:nvSpPr>
              <p:cNvPr id="1050542" name="Rectangle 42"/>
              <p:cNvSpPr>
                <a:spLocks noChangeArrowheads="1"/>
              </p:cNvSpPr>
              <p:nvPr/>
            </p:nvSpPr>
            <p:spPr bwMode="auto">
              <a:xfrm rot="5400000">
                <a:off x="1606" y="2676"/>
                <a:ext cx="96" cy="233"/>
              </a:xfrm>
              <a:prstGeom prst="rect">
                <a:avLst/>
              </a:prstGeom>
              <a:solidFill>
                <a:srgbClr val="FF9900"/>
              </a:solidFill>
              <a:ln w="28575">
                <a:solidFill>
                  <a:srgbClr val="FF9900"/>
                </a:solidFill>
                <a:miter lim="800000"/>
              </a:ln>
              <a:effec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43" name="Line 43"/>
              <p:cNvSpPr>
                <a:spLocks noChangeShapeType="1"/>
              </p:cNvSpPr>
              <p:nvPr/>
            </p:nvSpPr>
            <p:spPr bwMode="auto">
              <a:xfrm>
                <a:off x="1247" y="2704"/>
                <a:ext cx="227" cy="0"/>
              </a:xfrm>
              <a:prstGeom prst="line">
                <a:avLst/>
              </a:prstGeom>
              <a:noFill/>
              <a:ln w="38100">
                <a:solidFill>
                  <a:srgbClr val="66FFFF"/>
                </a:solidFill>
                <a:round/>
                <a:tailEnd type="triangle" w="med" len="med"/>
              </a:ln>
              <a:effectLst/>
            </p:spPr>
            <p:txBody>
              <a:bodyPr/>
              <a:p>
                <a:endParaRPr lang="zh-CN" altLang="en-US"/>
              </a:p>
            </p:txBody>
          </p:sp>
          <p:sp>
            <p:nvSpPr>
              <p:cNvPr id="1050544" name="Line 44"/>
              <p:cNvSpPr>
                <a:spLocks noChangeShapeType="1"/>
              </p:cNvSpPr>
              <p:nvPr/>
            </p:nvSpPr>
            <p:spPr bwMode="auto">
              <a:xfrm>
                <a:off x="657" y="2795"/>
                <a:ext cx="0" cy="454"/>
              </a:xfrm>
              <a:prstGeom prst="line">
                <a:avLst/>
              </a:prstGeom>
              <a:noFill/>
              <a:ln w="28575">
                <a:solidFill>
                  <a:srgbClr val="FFCC00"/>
                </a:solidFill>
                <a:round/>
              </a:ln>
              <a:effectLst/>
            </p:spPr>
            <p:txBody>
              <a:bodyPr/>
              <a:p>
                <a:endParaRPr lang="zh-CN" altLang="en-US"/>
              </a:p>
            </p:txBody>
          </p:sp>
          <p:sp>
            <p:nvSpPr>
              <p:cNvPr id="1050545" name="Text Box 45"/>
              <p:cNvSpPr txBox="1">
                <a:spLocks noChangeArrowheads="1"/>
              </p:cNvSpPr>
              <p:nvPr/>
            </p:nvSpPr>
            <p:spPr bwMode="auto">
              <a:xfrm>
                <a:off x="2699" y="3203"/>
                <a:ext cx="226"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a:t>
                </a:r>
                <a:endParaRPr lang="en-US" altLang="zh-CN" sz="2400" b="1">
                  <a:solidFill>
                    <a:schemeClr val="tx2"/>
                  </a:solidFill>
                  <a:ea typeface="楷体_GB2312" pitchFamily="49" charset="-122"/>
                </a:endParaRPr>
              </a:p>
            </p:txBody>
          </p:sp>
          <p:sp>
            <p:nvSpPr>
              <p:cNvPr id="1050546" name="Text Box 46"/>
              <p:cNvSpPr txBox="1">
                <a:spLocks noChangeArrowheads="1"/>
              </p:cNvSpPr>
              <p:nvPr/>
            </p:nvSpPr>
            <p:spPr bwMode="auto">
              <a:xfrm>
                <a:off x="2699" y="3550"/>
                <a:ext cx="226" cy="288"/>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b="1">
                    <a:solidFill>
                      <a:schemeClr val="tx2"/>
                    </a:solidFill>
                    <a:ea typeface="楷体_GB2312" pitchFamily="49" charset="-122"/>
                  </a:rPr>
                  <a:t>_</a:t>
                </a:r>
                <a:endParaRPr lang="en-US" altLang="zh-CN" sz="2400" b="1">
                  <a:solidFill>
                    <a:schemeClr val="tx2"/>
                  </a:solidFill>
                  <a:ea typeface="楷体_GB2312" pitchFamily="49" charset="-122"/>
                </a:endParaRPr>
              </a:p>
            </p:txBody>
          </p:sp>
        </p:grpSp>
        <p:grpSp>
          <p:nvGrpSpPr>
            <p:cNvPr id="1140" name="Group 47"/>
            <p:cNvGrpSpPr/>
            <p:nvPr/>
          </p:nvGrpSpPr>
          <p:grpSpPr bwMode="auto">
            <a:xfrm>
              <a:off x="3152" y="436"/>
              <a:ext cx="2375" cy="1587"/>
              <a:chOff x="2880" y="2523"/>
              <a:chExt cx="2375" cy="1587"/>
            </a:xfrm>
          </p:grpSpPr>
          <p:grpSp>
            <p:nvGrpSpPr>
              <p:cNvPr id="1141" name="Group 48"/>
              <p:cNvGrpSpPr/>
              <p:nvPr/>
            </p:nvGrpSpPr>
            <p:grpSpPr bwMode="auto">
              <a:xfrm>
                <a:off x="2880" y="2523"/>
                <a:ext cx="198" cy="506"/>
                <a:chOff x="612" y="981"/>
                <a:chExt cx="198" cy="506"/>
              </a:xfrm>
            </p:grpSpPr>
            <p:sp>
              <p:nvSpPr>
                <p:cNvPr id="1050547" name="Text Box 49"/>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48" name="Oval 50"/>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grpSp>
            <p:nvGrpSpPr>
              <p:cNvPr id="1142" name="Group 51"/>
              <p:cNvGrpSpPr/>
              <p:nvPr/>
            </p:nvGrpSpPr>
            <p:grpSpPr bwMode="auto">
              <a:xfrm>
                <a:off x="5057" y="2568"/>
                <a:ext cx="198" cy="506"/>
                <a:chOff x="612" y="981"/>
                <a:chExt cx="198" cy="506"/>
              </a:xfrm>
            </p:grpSpPr>
            <p:sp>
              <p:nvSpPr>
                <p:cNvPr id="1050549" name="Text Box 52"/>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50" name="Oval 53"/>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grpSp>
            <p:nvGrpSpPr>
              <p:cNvPr id="1143" name="Group 54"/>
              <p:cNvGrpSpPr/>
              <p:nvPr/>
            </p:nvGrpSpPr>
            <p:grpSpPr bwMode="auto">
              <a:xfrm>
                <a:off x="3787" y="2795"/>
                <a:ext cx="198" cy="506"/>
                <a:chOff x="612" y="981"/>
                <a:chExt cx="198" cy="506"/>
              </a:xfrm>
            </p:grpSpPr>
            <p:sp>
              <p:nvSpPr>
                <p:cNvPr id="1050551" name="Text Box 55"/>
                <p:cNvSpPr txBox="1">
                  <a:spLocks noChangeArrowheads="1"/>
                </p:cNvSpPr>
                <p:nvPr/>
              </p:nvSpPr>
              <p:spPr bwMode="auto">
                <a:xfrm>
                  <a:off x="612" y="981"/>
                  <a:ext cx="198" cy="506"/>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400" b="1">
                      <a:solidFill>
                        <a:schemeClr val="tx2"/>
                      </a:solidFill>
                      <a:latin typeface="Times New Roman" panose="02020603050405020304" pitchFamily="18" charset="0"/>
                      <a:ea typeface="宋体" panose="02010600030101010101" pitchFamily="2" charset="-122"/>
                    </a:rPr>
                    <a:t>2</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1050552" name="Oval 56"/>
                <p:cNvSpPr>
                  <a:spLocks noChangeArrowheads="1"/>
                </p:cNvSpPr>
                <p:nvPr/>
              </p:nvSpPr>
              <p:spPr bwMode="auto">
                <a:xfrm>
                  <a:off x="624" y="1041"/>
                  <a:ext cx="181" cy="181"/>
                </a:xfrm>
                <a:prstGeom prst="ellipse">
                  <a:avLst/>
                </a:prstGeom>
                <a:noFill/>
                <a:ln w="28575">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tx2"/>
                    </a:solidFill>
                    <a:ea typeface="楷体_GB2312" pitchFamily="49" charset="-122"/>
                  </a:endParaRPr>
                </a:p>
              </p:txBody>
            </p:sp>
          </p:grpSp>
          <p:sp>
            <p:nvSpPr>
              <p:cNvPr id="1050553" name="Line 57"/>
              <p:cNvSpPr>
                <a:spLocks noChangeShapeType="1"/>
              </p:cNvSpPr>
              <p:nvPr/>
            </p:nvSpPr>
            <p:spPr bwMode="auto">
              <a:xfrm>
                <a:off x="3560" y="3884"/>
                <a:ext cx="0" cy="226"/>
              </a:xfrm>
              <a:prstGeom prst="line">
                <a:avLst/>
              </a:prstGeom>
              <a:noFill/>
              <a:ln w="28575">
                <a:solidFill>
                  <a:srgbClr val="FFCC00"/>
                </a:solidFill>
                <a:round/>
              </a:ln>
              <a:effectLst/>
            </p:spPr>
            <p:txBody>
              <a:bodyPr/>
              <a:p>
                <a:endParaRPr lang="zh-CN" altLang="en-US"/>
              </a:p>
            </p:txBody>
          </p:sp>
          <p:sp>
            <p:nvSpPr>
              <p:cNvPr id="1050554" name="Line 58"/>
              <p:cNvSpPr>
                <a:spLocks noChangeShapeType="1"/>
              </p:cNvSpPr>
              <p:nvPr/>
            </p:nvSpPr>
            <p:spPr bwMode="auto">
              <a:xfrm>
                <a:off x="3424" y="4110"/>
                <a:ext cx="272" cy="0"/>
              </a:xfrm>
              <a:prstGeom prst="line">
                <a:avLst/>
              </a:prstGeom>
              <a:noFill/>
              <a:ln w="57150">
                <a:solidFill>
                  <a:srgbClr val="FFCC00"/>
                </a:solidFill>
                <a:round/>
              </a:ln>
              <a:effectLst/>
            </p:spPr>
            <p:txBody>
              <a:bodyPr/>
              <a:p>
                <a:endParaRPr lang="zh-CN" altLang="en-US"/>
              </a:p>
            </p:txBody>
          </p:sp>
        </p:grpSp>
      </p:grpSp>
      <p:sp>
        <p:nvSpPr>
          <p:cNvPr id="1050560" name="Text Box 64"/>
          <p:cNvSpPr txBox="1">
            <a:spLocks noChangeArrowheads="1"/>
          </p:cNvSpPr>
          <p:nvPr/>
        </p:nvSpPr>
        <p:spPr bwMode="auto">
          <a:xfrm>
            <a:off x="6433345" y="1002066"/>
            <a:ext cx="4248150"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Times New Roman" panose="02020603050405020304" pitchFamily="18" charset="0"/>
                <a:ea typeface="宋体" panose="02010600030101010101" pitchFamily="2" charset="-122"/>
              </a:rPr>
              <a:t>把支路电流用结点电压表示：</a:t>
            </a:r>
            <a:endParaRPr kumimoji="1" lang="zh-CN" altLang="en-US" sz="2400" b="1" dirty="0">
              <a:solidFill>
                <a:schemeClr val="bg1"/>
              </a:solidFill>
              <a:latin typeface="Times New Roman" panose="02020603050405020304" pitchFamily="18" charset="0"/>
              <a:ea typeface="宋体" panose="02010600030101010101" pitchFamily="2" charset="-122"/>
            </a:endParaRPr>
          </a:p>
        </p:txBody>
      </p:sp>
      <p:graphicFrame>
        <p:nvGraphicFramePr>
          <p:cNvPr id="4194383" name="Object 65"/>
          <p:cNvGraphicFramePr>
            <a:graphicFrameLocks noChangeAspect="1"/>
          </p:cNvGraphicFramePr>
          <p:nvPr/>
        </p:nvGraphicFramePr>
        <p:xfrm>
          <a:off x="6879273" y="2029143"/>
          <a:ext cx="4305300" cy="1089025"/>
        </p:xfrm>
        <a:graphic>
          <a:graphicData uri="http://schemas.openxmlformats.org/presentationml/2006/ole">
            <mc:AlternateContent xmlns:mc="http://schemas.openxmlformats.org/markup-compatibility/2006">
              <mc:Choice xmlns:v="urn:schemas-microsoft-com:vml" Requires="v">
                <p:oleObj spid="_x0000_s31881" name="Equation" showAsIcon="1" r:id="rId1" imgW="35052000" imgH="10363200" progId="Equation.DSMT4">
                  <p:embed/>
                </p:oleObj>
              </mc:Choice>
              <mc:Fallback>
                <p:oleObj name="Equation" showAsIcon="1" r:id="rId1" imgW="35052000" imgH="10363200" progId="Equation.DSMT4">
                  <p:embed/>
                  <p:pic>
                    <p:nvPicPr>
                      <p:cNvPr id="0" name="图片 31880"/>
                      <p:cNvPicPr>
                        <a:picLocks noChangeAspect="1" noChangeArrowheads="1"/>
                      </p:cNvPicPr>
                      <p:nvPr/>
                    </p:nvPicPr>
                    <p:blipFill>
                      <a:blip r:embed="rId2"/>
                      <a:srcRect/>
                      <a:stretch>
                        <a:fillRect/>
                      </a:stretch>
                    </p:blipFill>
                    <p:spPr bwMode="auto">
                      <a:xfrm>
                        <a:off x="6879273" y="2029143"/>
                        <a:ext cx="4305300" cy="1089025"/>
                      </a:xfrm>
                      <a:prstGeom prst="rect">
                        <a:avLst/>
                      </a:prstGeom>
                      <a:noFill/>
                      <a:ln>
                        <a:noFill/>
                      </a:ln>
                      <a:effectLst/>
                    </p:spPr>
                  </p:pic>
                </p:oleObj>
              </mc:Fallback>
            </mc:AlternateContent>
          </a:graphicData>
        </a:graphic>
      </p:graphicFrame>
      <p:graphicFrame>
        <p:nvGraphicFramePr>
          <p:cNvPr id="4194384" name="Object 66"/>
          <p:cNvGraphicFramePr>
            <a:graphicFrameLocks noChangeAspect="1"/>
          </p:cNvGraphicFramePr>
          <p:nvPr/>
        </p:nvGraphicFramePr>
        <p:xfrm>
          <a:off x="6880860" y="3184843"/>
          <a:ext cx="4445000" cy="1039812"/>
        </p:xfrm>
        <a:graphic>
          <a:graphicData uri="http://schemas.openxmlformats.org/presentationml/2006/ole">
            <mc:AlternateContent xmlns:mc="http://schemas.openxmlformats.org/markup-compatibility/2006">
              <mc:Choice xmlns:v="urn:schemas-microsoft-com:vml" Requires="v">
                <p:oleObj spid="_x0000_s31882" name="Equation" showAsIcon="1" r:id="rId3" imgW="45415200" imgH="10363200" progId="Equation.DSMT4">
                  <p:embed/>
                </p:oleObj>
              </mc:Choice>
              <mc:Fallback>
                <p:oleObj name="Equation" showAsIcon="1" r:id="rId3" imgW="45415200" imgH="10363200" progId="Equation.DSMT4">
                  <p:embed/>
                  <p:pic>
                    <p:nvPicPr>
                      <p:cNvPr id="0" name="图片 31881"/>
                      <p:cNvPicPr>
                        <a:picLocks noChangeAspect="1" noChangeArrowheads="1"/>
                      </p:cNvPicPr>
                      <p:nvPr/>
                    </p:nvPicPr>
                    <p:blipFill>
                      <a:blip r:embed="rId4"/>
                      <a:srcRect/>
                      <a:stretch>
                        <a:fillRect/>
                      </a:stretch>
                    </p:blipFill>
                    <p:spPr bwMode="auto">
                      <a:xfrm>
                        <a:off x="6880860" y="3184843"/>
                        <a:ext cx="4445000" cy="1039812"/>
                      </a:xfrm>
                      <a:prstGeom prst="rect">
                        <a:avLst/>
                      </a:prstGeom>
                      <a:noFill/>
                      <a:ln>
                        <a:noFill/>
                      </a:ln>
                      <a:effectLst/>
                    </p:spPr>
                  </p:pic>
                </p:oleObj>
              </mc:Fallback>
            </mc:AlternateContent>
          </a:graphicData>
        </a:graphic>
      </p:graphicFrame>
      <p:sp>
        <p:nvSpPr>
          <p:cNvPr id="1050561" name="AutoShape 67"/>
          <p:cNvSpPr/>
          <p:nvPr/>
        </p:nvSpPr>
        <p:spPr bwMode="auto">
          <a:xfrm>
            <a:off x="6152931" y="2313611"/>
            <a:ext cx="387350" cy="2409825"/>
          </a:xfrm>
          <a:prstGeom prst="leftBrace">
            <a:avLst>
              <a:gd name="adj1" fmla="val 51844"/>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bg1"/>
              </a:solidFill>
              <a:ea typeface="楷体_GB2312" pitchFamily="49" charset="-122"/>
            </a:endParaRPr>
          </a:p>
        </p:txBody>
      </p:sp>
      <p:graphicFrame>
        <p:nvGraphicFramePr>
          <p:cNvPr id="4194385" name="Object 69"/>
          <p:cNvGraphicFramePr>
            <a:graphicFrameLocks noChangeAspect="1"/>
          </p:cNvGraphicFramePr>
          <p:nvPr/>
        </p:nvGraphicFramePr>
        <p:xfrm>
          <a:off x="6890385" y="4262755"/>
          <a:ext cx="3935413" cy="1039813"/>
        </p:xfrm>
        <a:graphic>
          <a:graphicData uri="http://schemas.openxmlformats.org/presentationml/2006/ole">
            <mc:AlternateContent xmlns:mc="http://schemas.openxmlformats.org/markup-compatibility/2006">
              <mc:Choice xmlns:v="urn:schemas-microsoft-com:vml" Requires="v">
                <p:oleObj spid="_x0000_s31883" name="Equation" showAsIcon="1" r:id="rId5" imgW="40233600" imgH="10363200" progId="Equation.DSMT4">
                  <p:embed/>
                </p:oleObj>
              </mc:Choice>
              <mc:Fallback>
                <p:oleObj name="Equation" showAsIcon="1" r:id="rId5" imgW="40233600" imgH="10363200" progId="Equation.DSMT4">
                  <p:embed/>
                  <p:pic>
                    <p:nvPicPr>
                      <p:cNvPr id="0" name="图片 31882"/>
                      <p:cNvPicPr>
                        <a:picLocks noChangeAspect="1" noChangeArrowheads="1"/>
                      </p:cNvPicPr>
                      <p:nvPr/>
                    </p:nvPicPr>
                    <p:blipFill>
                      <a:blip r:embed="rId6"/>
                      <a:srcRect/>
                      <a:stretch>
                        <a:fillRect/>
                      </a:stretch>
                    </p:blipFill>
                    <p:spPr bwMode="auto">
                      <a:xfrm>
                        <a:off x="6890385" y="4262755"/>
                        <a:ext cx="3935413" cy="103981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bldLst>
      <p:bldP spid="1050560" grpId="0" bldLvl="0" animBg="1" autoUpdateAnimBg="0"/>
      <p:bldP spid="105056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144" name=""/>
        <p:cNvGrpSpPr/>
        <p:nvPr/>
      </p:nvGrpSpPr>
      <p:grpSpPr>
        <a:xfrm>
          <a:off x="0" y="0"/>
          <a:ext cx="0" cy="0"/>
          <a:chOff x="0" y="0"/>
          <a:chExt cx="0" cy="0"/>
        </a:xfrm>
      </p:grpSpPr>
      <p:sp>
        <p:nvSpPr>
          <p:cNvPr id="1050565" name="Text Box 2"/>
          <p:cNvSpPr txBox="1">
            <a:spLocks noChangeArrowheads="1"/>
          </p:cNvSpPr>
          <p:nvPr/>
        </p:nvSpPr>
        <p:spPr bwMode="auto">
          <a:xfrm>
            <a:off x="4958246" y="1130279"/>
            <a:ext cx="795020"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smtClean="0">
                <a:latin typeface="Times New Roman" panose="02020603050405020304" pitchFamily="18" charset="0"/>
                <a:ea typeface="仿宋_GB2312" pitchFamily="49" charset="-122"/>
              </a:rPr>
              <a:t>整理</a:t>
            </a:r>
            <a:endParaRPr kumimoji="1" lang="zh-CN" altLang="en-US" sz="2400" b="1" dirty="0">
              <a:latin typeface="Times New Roman" panose="02020603050405020304" pitchFamily="18" charset="0"/>
              <a:ea typeface="仿宋_GB2312" pitchFamily="49" charset="-122"/>
            </a:endParaRPr>
          </a:p>
        </p:txBody>
      </p:sp>
      <p:graphicFrame>
        <p:nvGraphicFramePr>
          <p:cNvPr id="4194386" name="Object 3"/>
          <p:cNvGraphicFramePr>
            <a:graphicFrameLocks noChangeAspect="1"/>
          </p:cNvGraphicFramePr>
          <p:nvPr/>
        </p:nvGraphicFramePr>
        <p:xfrm>
          <a:off x="6051379" y="1092519"/>
          <a:ext cx="4791075" cy="1042988"/>
        </p:xfrm>
        <a:graphic>
          <a:graphicData uri="http://schemas.openxmlformats.org/presentationml/2006/ole">
            <mc:AlternateContent xmlns:mc="http://schemas.openxmlformats.org/markup-compatibility/2006">
              <mc:Choice xmlns:v="urn:schemas-microsoft-com:vml" Requires="v">
                <p:oleObj spid="_x0000_s32953" name="Equation" showAsIcon="1" r:id="rId1" imgW="48768000" imgH="10363200" progId="Equation.DSMT4">
                  <p:embed/>
                </p:oleObj>
              </mc:Choice>
              <mc:Fallback>
                <p:oleObj name="Equation" showAsIcon="1" r:id="rId1" imgW="48768000" imgH="10363200" progId="Equation.DSMT4">
                  <p:embed/>
                  <p:pic>
                    <p:nvPicPr>
                      <p:cNvPr id="0" name="图片 32952"/>
                      <p:cNvPicPr>
                        <a:picLocks noChangeAspect="1" noChangeArrowheads="1"/>
                      </p:cNvPicPr>
                      <p:nvPr/>
                    </p:nvPicPr>
                    <p:blipFill>
                      <a:blip r:embed="rId2"/>
                      <a:srcRect/>
                      <a:stretch>
                        <a:fillRect/>
                      </a:stretch>
                    </p:blipFill>
                    <p:spPr bwMode="auto">
                      <a:xfrm>
                        <a:off x="6051379" y="1092519"/>
                        <a:ext cx="4791075" cy="1042988"/>
                      </a:xfrm>
                      <a:prstGeom prst="rect">
                        <a:avLst/>
                      </a:prstGeom>
                      <a:noFill/>
                      <a:ln>
                        <a:noFill/>
                      </a:ln>
                      <a:effectLst/>
                    </p:spPr>
                  </p:pic>
                </p:oleObj>
              </mc:Fallback>
            </mc:AlternateContent>
          </a:graphicData>
        </a:graphic>
      </p:graphicFrame>
      <p:graphicFrame>
        <p:nvGraphicFramePr>
          <p:cNvPr id="4194387" name="Object 4"/>
          <p:cNvGraphicFramePr>
            <a:graphicFrameLocks noChangeAspect="1"/>
          </p:cNvGraphicFramePr>
          <p:nvPr/>
        </p:nvGraphicFramePr>
        <p:xfrm>
          <a:off x="6003754" y="2027080"/>
          <a:ext cx="6188075" cy="1068387"/>
        </p:xfrm>
        <a:graphic>
          <a:graphicData uri="http://schemas.openxmlformats.org/presentationml/2006/ole">
            <mc:AlternateContent xmlns:mc="http://schemas.openxmlformats.org/markup-compatibility/2006">
              <mc:Choice xmlns:v="urn:schemas-microsoft-com:vml" Requires="v">
                <p:oleObj spid="_x0000_s32954" name="Equation" showAsIcon="1" r:id="rId3" imgW="61569600" imgH="10363200" progId="Equation.DSMT4">
                  <p:embed/>
                </p:oleObj>
              </mc:Choice>
              <mc:Fallback>
                <p:oleObj name="Equation" showAsIcon="1" r:id="rId3" imgW="61569600" imgH="10363200" progId="Equation.DSMT4">
                  <p:embed/>
                  <p:pic>
                    <p:nvPicPr>
                      <p:cNvPr id="0" name="图片 32953"/>
                      <p:cNvPicPr>
                        <a:picLocks noChangeAspect="1" noChangeArrowheads="1"/>
                      </p:cNvPicPr>
                      <p:nvPr/>
                    </p:nvPicPr>
                    <p:blipFill>
                      <a:blip r:embed="rId4"/>
                      <a:srcRect/>
                      <a:stretch>
                        <a:fillRect/>
                      </a:stretch>
                    </p:blipFill>
                    <p:spPr bwMode="auto">
                      <a:xfrm>
                        <a:off x="6003754" y="2027080"/>
                        <a:ext cx="6188075" cy="1068387"/>
                      </a:xfrm>
                      <a:prstGeom prst="rect">
                        <a:avLst/>
                      </a:prstGeom>
                      <a:noFill/>
                      <a:ln>
                        <a:noFill/>
                      </a:ln>
                      <a:effectLst/>
                    </p:spPr>
                  </p:pic>
                </p:oleObj>
              </mc:Fallback>
            </mc:AlternateContent>
          </a:graphicData>
        </a:graphic>
      </p:graphicFrame>
      <p:sp>
        <p:nvSpPr>
          <p:cNvPr id="1050566" name="AutoShape 5"/>
          <p:cNvSpPr/>
          <p:nvPr/>
        </p:nvSpPr>
        <p:spPr bwMode="auto">
          <a:xfrm>
            <a:off x="5808505" y="1314105"/>
            <a:ext cx="309562" cy="2808288"/>
          </a:xfrm>
          <a:prstGeom prst="leftBrace">
            <a:avLst>
              <a:gd name="adj1" fmla="val 75598"/>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aphicFrame>
        <p:nvGraphicFramePr>
          <p:cNvPr id="4194388" name="Object 10"/>
          <p:cNvGraphicFramePr>
            <a:graphicFrameLocks noChangeAspect="1"/>
          </p:cNvGraphicFramePr>
          <p:nvPr/>
        </p:nvGraphicFramePr>
        <p:xfrm>
          <a:off x="6051379" y="3222943"/>
          <a:ext cx="5324475" cy="1042987"/>
        </p:xfrm>
        <a:graphic>
          <a:graphicData uri="http://schemas.openxmlformats.org/presentationml/2006/ole">
            <mc:AlternateContent xmlns:mc="http://schemas.openxmlformats.org/markup-compatibility/2006">
              <mc:Choice xmlns:v="urn:schemas-microsoft-com:vml" Requires="v">
                <p:oleObj spid="_x0000_s32955" name="Equation" showAsIcon="1" r:id="rId5" imgW="54254400" imgH="10363200" progId="Equation.DSMT4">
                  <p:embed/>
                </p:oleObj>
              </mc:Choice>
              <mc:Fallback>
                <p:oleObj name="Equation" showAsIcon="1" r:id="rId5" imgW="54254400" imgH="10363200" progId="Equation.DSMT4">
                  <p:embed/>
                  <p:pic>
                    <p:nvPicPr>
                      <p:cNvPr id="0" name="图片 32954"/>
                      <p:cNvPicPr>
                        <a:picLocks noChangeAspect="1" noChangeArrowheads="1"/>
                      </p:cNvPicPr>
                      <p:nvPr/>
                    </p:nvPicPr>
                    <p:blipFill>
                      <a:blip r:embed="rId6"/>
                      <a:srcRect/>
                      <a:stretch>
                        <a:fillRect/>
                      </a:stretch>
                    </p:blipFill>
                    <p:spPr bwMode="auto">
                      <a:xfrm>
                        <a:off x="6051379" y="3222943"/>
                        <a:ext cx="5324475" cy="1042987"/>
                      </a:xfrm>
                      <a:prstGeom prst="rect">
                        <a:avLst/>
                      </a:prstGeom>
                      <a:noFill/>
                      <a:ln>
                        <a:noFill/>
                      </a:ln>
                      <a:effectLst/>
                    </p:spPr>
                  </p:pic>
                </p:oleObj>
              </mc:Fallback>
            </mc:AlternateContent>
          </a:graphicData>
        </a:graphic>
      </p:graphicFrame>
      <p:sp>
        <p:nvSpPr>
          <p:cNvPr id="1050574" name="AutoShape 14" descr="信纸"/>
          <p:cNvSpPr>
            <a:spLocks noChangeArrowheads="1"/>
          </p:cNvSpPr>
          <p:nvPr/>
        </p:nvSpPr>
        <p:spPr bwMode="auto">
          <a:xfrm>
            <a:off x="10691641" y="4452461"/>
            <a:ext cx="1368425" cy="865187"/>
          </a:xfrm>
          <a:prstGeom prst="wedgeRoundRectCallout">
            <a:avLst>
              <a:gd name="adj1" fmla="val -19871"/>
              <a:gd name="adj2" fmla="val -80855"/>
              <a:gd name="adj3" fmla="val 16667"/>
            </a:avLst>
          </a:prstGeom>
          <a:blipFill dpi="0" rotWithShape="1">
            <a:blip r:embed="rId7"/>
            <a:srcRect/>
            <a:tile tx="0" ty="0" sx="100000" sy="100000" flip="none" algn="tl"/>
          </a:blipFill>
          <a:ln>
            <a:noFill/>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sz="2400" b="1" dirty="0">
                <a:ea typeface="楷体_GB2312" pitchFamily="49" charset="-122"/>
              </a:rPr>
              <a:t>等效电流源</a:t>
            </a:r>
            <a:endParaRPr lang="zh-CN" altLang="en-US" sz="2400" b="1" dirty="0">
              <a:ea typeface="楷体_GB2312" pitchFamily="49" charset="-122"/>
            </a:endParaRPr>
          </a:p>
        </p:txBody>
      </p:sp>
      <p:graphicFrame>
        <p:nvGraphicFramePr>
          <p:cNvPr id="4194389" name="Object 65"/>
          <p:cNvGraphicFramePr>
            <a:graphicFrameLocks noChangeAspect="1"/>
          </p:cNvGraphicFramePr>
          <p:nvPr/>
        </p:nvGraphicFramePr>
        <p:xfrm>
          <a:off x="607375" y="1047432"/>
          <a:ext cx="4305300" cy="1089025"/>
        </p:xfrm>
        <a:graphic>
          <a:graphicData uri="http://schemas.openxmlformats.org/presentationml/2006/ole">
            <mc:AlternateContent xmlns:mc="http://schemas.openxmlformats.org/markup-compatibility/2006">
              <mc:Choice xmlns:v="urn:schemas-microsoft-com:vml" Requires="v">
                <p:oleObj spid="_x0000_s32956" name="Equation" showAsIcon="1" r:id="rId8" imgW="35052000" imgH="10363200" progId="Equation.DSMT4">
                  <p:embed/>
                </p:oleObj>
              </mc:Choice>
              <mc:Fallback>
                <p:oleObj name="Equation" showAsIcon="1" r:id="rId8" imgW="35052000" imgH="10363200" progId="Equation.DSMT4">
                  <p:embed/>
                  <p:pic>
                    <p:nvPicPr>
                      <p:cNvPr id="0" name="图片 32955"/>
                      <p:cNvPicPr>
                        <a:picLocks noChangeAspect="1" noChangeArrowheads="1"/>
                      </p:cNvPicPr>
                      <p:nvPr/>
                    </p:nvPicPr>
                    <p:blipFill>
                      <a:blip r:embed="rId9"/>
                      <a:srcRect/>
                      <a:stretch>
                        <a:fillRect/>
                      </a:stretch>
                    </p:blipFill>
                    <p:spPr bwMode="auto">
                      <a:xfrm>
                        <a:off x="607375" y="1047432"/>
                        <a:ext cx="4305300" cy="1089025"/>
                      </a:xfrm>
                      <a:prstGeom prst="rect">
                        <a:avLst/>
                      </a:prstGeom>
                      <a:noFill/>
                      <a:ln>
                        <a:noFill/>
                      </a:ln>
                      <a:effectLst/>
                    </p:spPr>
                  </p:pic>
                </p:oleObj>
              </mc:Fallback>
            </mc:AlternateContent>
          </a:graphicData>
        </a:graphic>
      </p:graphicFrame>
      <p:graphicFrame>
        <p:nvGraphicFramePr>
          <p:cNvPr id="4194390" name="Object 66"/>
          <p:cNvGraphicFramePr>
            <a:graphicFrameLocks noChangeAspect="1"/>
          </p:cNvGraphicFramePr>
          <p:nvPr/>
        </p:nvGraphicFramePr>
        <p:xfrm>
          <a:off x="608962" y="2203132"/>
          <a:ext cx="4445000" cy="1039812"/>
        </p:xfrm>
        <a:graphic>
          <a:graphicData uri="http://schemas.openxmlformats.org/presentationml/2006/ole">
            <mc:AlternateContent xmlns:mc="http://schemas.openxmlformats.org/markup-compatibility/2006">
              <mc:Choice xmlns:v="urn:schemas-microsoft-com:vml" Requires="v">
                <p:oleObj spid="_x0000_s32957" name="Equation" showAsIcon="1" r:id="rId10" imgW="45415200" imgH="10363200" progId="Equation.DSMT4">
                  <p:embed/>
                </p:oleObj>
              </mc:Choice>
              <mc:Fallback>
                <p:oleObj name="Equation" showAsIcon="1" r:id="rId10" imgW="45415200" imgH="10363200" progId="Equation.DSMT4">
                  <p:embed/>
                  <p:pic>
                    <p:nvPicPr>
                      <p:cNvPr id="0" name="图片 32956"/>
                      <p:cNvPicPr>
                        <a:picLocks noChangeAspect="1" noChangeArrowheads="1"/>
                      </p:cNvPicPr>
                      <p:nvPr/>
                    </p:nvPicPr>
                    <p:blipFill>
                      <a:blip r:embed="rId11"/>
                      <a:srcRect/>
                      <a:stretch>
                        <a:fillRect/>
                      </a:stretch>
                    </p:blipFill>
                    <p:spPr bwMode="auto">
                      <a:xfrm>
                        <a:off x="608962" y="2203132"/>
                        <a:ext cx="4445000" cy="1039812"/>
                      </a:xfrm>
                      <a:prstGeom prst="rect">
                        <a:avLst/>
                      </a:prstGeom>
                      <a:noFill/>
                      <a:ln>
                        <a:noFill/>
                      </a:ln>
                      <a:effectLst/>
                    </p:spPr>
                  </p:pic>
                </p:oleObj>
              </mc:Fallback>
            </mc:AlternateContent>
          </a:graphicData>
        </a:graphic>
      </p:graphicFrame>
      <p:sp>
        <p:nvSpPr>
          <p:cNvPr id="1050575" name="AutoShape 67"/>
          <p:cNvSpPr/>
          <p:nvPr/>
        </p:nvSpPr>
        <p:spPr bwMode="auto">
          <a:xfrm>
            <a:off x="221612" y="1398365"/>
            <a:ext cx="387350" cy="2409825"/>
          </a:xfrm>
          <a:prstGeom prst="leftBrace">
            <a:avLst>
              <a:gd name="adj1" fmla="val 51844"/>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zh-CN" altLang="en-US" sz="2400" b="1">
              <a:solidFill>
                <a:schemeClr val="bg1"/>
              </a:solidFill>
              <a:ea typeface="楷体_GB2312" pitchFamily="49" charset="-122"/>
            </a:endParaRPr>
          </a:p>
        </p:txBody>
      </p:sp>
      <p:graphicFrame>
        <p:nvGraphicFramePr>
          <p:cNvPr id="4194391" name="Object 69"/>
          <p:cNvGraphicFramePr>
            <a:graphicFrameLocks noChangeAspect="1"/>
          </p:cNvGraphicFramePr>
          <p:nvPr/>
        </p:nvGraphicFramePr>
        <p:xfrm>
          <a:off x="618487" y="3281044"/>
          <a:ext cx="3935413" cy="1039813"/>
        </p:xfrm>
        <a:graphic>
          <a:graphicData uri="http://schemas.openxmlformats.org/presentationml/2006/ole">
            <mc:AlternateContent xmlns:mc="http://schemas.openxmlformats.org/markup-compatibility/2006">
              <mc:Choice xmlns:v="urn:schemas-microsoft-com:vml" Requires="v">
                <p:oleObj spid="_x0000_s32958" name="Equation" showAsIcon="1" r:id="rId12" imgW="40233600" imgH="10363200" progId="Equation.DSMT4">
                  <p:embed/>
                </p:oleObj>
              </mc:Choice>
              <mc:Fallback>
                <p:oleObj name="Equation" showAsIcon="1" r:id="rId12" imgW="40233600" imgH="10363200" progId="Equation.DSMT4">
                  <p:embed/>
                  <p:pic>
                    <p:nvPicPr>
                      <p:cNvPr id="0" name="图片 32957"/>
                      <p:cNvPicPr>
                        <a:picLocks noChangeAspect="1" noChangeArrowheads="1"/>
                      </p:cNvPicPr>
                      <p:nvPr/>
                    </p:nvPicPr>
                    <p:blipFill>
                      <a:blip r:embed="rId13"/>
                      <a:srcRect/>
                      <a:stretch>
                        <a:fillRect/>
                      </a:stretch>
                    </p:blipFill>
                    <p:spPr bwMode="auto">
                      <a:xfrm>
                        <a:off x="618487" y="3281044"/>
                        <a:ext cx="3935413" cy="103981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bldLst>
      <p:bldP spid="1050566" grpId="0" bldLvl="0" animBg="1"/>
      <p:bldP spid="1050574"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144" name=""/>
        <p:cNvGrpSpPr/>
        <p:nvPr/>
      </p:nvGrpSpPr>
      <p:grpSpPr>
        <a:xfrm>
          <a:off x="0" y="0"/>
          <a:ext cx="0" cy="0"/>
          <a:chOff x="0" y="0"/>
          <a:chExt cx="0" cy="0"/>
        </a:xfrm>
      </p:grpSpPr>
      <p:sp>
        <p:nvSpPr>
          <p:cNvPr id="1050565" name="Text Box 2"/>
          <p:cNvSpPr txBox="1">
            <a:spLocks noChangeArrowheads="1"/>
          </p:cNvSpPr>
          <p:nvPr/>
        </p:nvSpPr>
        <p:spPr bwMode="auto">
          <a:xfrm>
            <a:off x="4816641" y="118724"/>
            <a:ext cx="795020"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smtClean="0">
                <a:latin typeface="Times New Roman" panose="02020603050405020304" pitchFamily="18" charset="0"/>
                <a:ea typeface="仿宋_GB2312" pitchFamily="49" charset="-122"/>
              </a:rPr>
              <a:t>整理</a:t>
            </a:r>
            <a:endParaRPr kumimoji="1" lang="zh-CN" altLang="en-US" sz="2400" b="1" dirty="0">
              <a:latin typeface="Times New Roman" panose="02020603050405020304" pitchFamily="18" charset="0"/>
              <a:ea typeface="仿宋_GB2312" pitchFamily="49" charset="-122"/>
            </a:endParaRPr>
          </a:p>
        </p:txBody>
      </p:sp>
      <p:graphicFrame>
        <p:nvGraphicFramePr>
          <p:cNvPr id="4194386" name="Object 3"/>
          <p:cNvGraphicFramePr>
            <a:graphicFrameLocks noChangeAspect="1"/>
          </p:cNvGraphicFramePr>
          <p:nvPr/>
        </p:nvGraphicFramePr>
        <p:xfrm>
          <a:off x="5909774" y="80964"/>
          <a:ext cx="4791075" cy="1042988"/>
        </p:xfrm>
        <a:graphic>
          <a:graphicData uri="http://schemas.openxmlformats.org/presentationml/2006/ole">
            <mc:AlternateContent xmlns:mc="http://schemas.openxmlformats.org/markup-compatibility/2006">
              <mc:Choice xmlns:v="urn:schemas-microsoft-com:vml" Requires="v">
                <p:oleObj spid="_x0000_s32953" name="Equation" showAsIcon="1" r:id="rId1" imgW="48768000" imgH="10363200" progId="Equation.DSMT4">
                  <p:embed/>
                </p:oleObj>
              </mc:Choice>
              <mc:Fallback>
                <p:oleObj name="Equation" showAsIcon="1" r:id="rId1" imgW="48768000" imgH="10363200" progId="Equation.DSMT4">
                  <p:embed/>
                  <p:pic>
                    <p:nvPicPr>
                      <p:cNvPr id="0" name="图片 32952"/>
                      <p:cNvPicPr>
                        <a:picLocks noChangeAspect="1" noChangeArrowheads="1"/>
                      </p:cNvPicPr>
                      <p:nvPr/>
                    </p:nvPicPr>
                    <p:blipFill>
                      <a:blip r:embed="rId2"/>
                      <a:srcRect/>
                      <a:stretch>
                        <a:fillRect/>
                      </a:stretch>
                    </p:blipFill>
                    <p:spPr bwMode="auto">
                      <a:xfrm>
                        <a:off x="5909774" y="80964"/>
                        <a:ext cx="4791075" cy="1042988"/>
                      </a:xfrm>
                      <a:prstGeom prst="rect">
                        <a:avLst/>
                      </a:prstGeom>
                      <a:noFill/>
                      <a:ln>
                        <a:noFill/>
                      </a:ln>
                      <a:effectLst/>
                    </p:spPr>
                  </p:pic>
                </p:oleObj>
              </mc:Fallback>
            </mc:AlternateContent>
          </a:graphicData>
        </a:graphic>
      </p:graphicFrame>
      <p:graphicFrame>
        <p:nvGraphicFramePr>
          <p:cNvPr id="4194387" name="Object 4"/>
          <p:cNvGraphicFramePr>
            <a:graphicFrameLocks noChangeAspect="1"/>
          </p:cNvGraphicFramePr>
          <p:nvPr/>
        </p:nvGraphicFramePr>
        <p:xfrm>
          <a:off x="5909774" y="1159670"/>
          <a:ext cx="6188075" cy="1068387"/>
        </p:xfrm>
        <a:graphic>
          <a:graphicData uri="http://schemas.openxmlformats.org/presentationml/2006/ole">
            <mc:AlternateContent xmlns:mc="http://schemas.openxmlformats.org/markup-compatibility/2006">
              <mc:Choice xmlns:v="urn:schemas-microsoft-com:vml" Requires="v">
                <p:oleObj spid="_x0000_s32954" name="Equation" showAsIcon="1" r:id="rId3" imgW="61569600" imgH="10363200" progId="Equation.DSMT4">
                  <p:embed/>
                </p:oleObj>
              </mc:Choice>
              <mc:Fallback>
                <p:oleObj name="Equation" showAsIcon="1" r:id="rId3" imgW="61569600" imgH="10363200" progId="Equation.DSMT4">
                  <p:embed/>
                  <p:pic>
                    <p:nvPicPr>
                      <p:cNvPr id="0" name="图片 32953"/>
                      <p:cNvPicPr>
                        <a:picLocks noChangeAspect="1" noChangeArrowheads="1"/>
                      </p:cNvPicPr>
                      <p:nvPr/>
                    </p:nvPicPr>
                    <p:blipFill>
                      <a:blip r:embed="rId4"/>
                      <a:srcRect/>
                      <a:stretch>
                        <a:fillRect/>
                      </a:stretch>
                    </p:blipFill>
                    <p:spPr bwMode="auto">
                      <a:xfrm>
                        <a:off x="5909774" y="1159670"/>
                        <a:ext cx="6188075" cy="1068387"/>
                      </a:xfrm>
                      <a:prstGeom prst="rect">
                        <a:avLst/>
                      </a:prstGeom>
                      <a:noFill/>
                      <a:ln>
                        <a:noFill/>
                      </a:ln>
                      <a:effectLst/>
                    </p:spPr>
                  </p:pic>
                </p:oleObj>
              </mc:Fallback>
            </mc:AlternateContent>
          </a:graphicData>
        </a:graphic>
      </p:graphicFrame>
      <p:sp>
        <p:nvSpPr>
          <p:cNvPr id="1050566" name="AutoShape 5"/>
          <p:cNvSpPr/>
          <p:nvPr/>
        </p:nvSpPr>
        <p:spPr bwMode="auto">
          <a:xfrm>
            <a:off x="5666900" y="302550"/>
            <a:ext cx="309562" cy="2808288"/>
          </a:xfrm>
          <a:prstGeom prst="leftBrace">
            <a:avLst>
              <a:gd name="adj1" fmla="val 75598"/>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050567" name="Text Box 6"/>
          <p:cNvSpPr txBox="1">
            <a:spLocks noChangeArrowheads="1"/>
          </p:cNvSpPr>
          <p:nvPr/>
        </p:nvSpPr>
        <p:spPr bwMode="auto">
          <a:xfrm>
            <a:off x="2090262" y="3592963"/>
            <a:ext cx="3886200" cy="80264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Times New Roman" panose="02020603050405020304" pitchFamily="18" charset="0"/>
                <a:ea typeface="宋体" panose="02010600030101010101" pitchFamily="2" charset="-122"/>
              </a:rPr>
              <a:t>令   </a:t>
            </a:r>
            <a:r>
              <a:rPr kumimoji="1" lang="en-US" altLang="zh-CN" sz="2400" b="1" i="1" dirty="0" err="1">
                <a:solidFill>
                  <a:schemeClr val="bg1"/>
                </a:solidFill>
                <a:latin typeface="Times New Roman" panose="02020603050405020304" pitchFamily="18" charset="0"/>
                <a:ea typeface="宋体" panose="02010600030101010101" pitchFamily="2" charset="-122"/>
              </a:rPr>
              <a:t>G</a:t>
            </a:r>
            <a:r>
              <a:rPr kumimoji="1" lang="en-US" altLang="zh-CN" sz="2400" b="1" i="1" baseline="-25000" dirty="0" err="1">
                <a:solidFill>
                  <a:schemeClr val="bg1"/>
                </a:solidFill>
                <a:latin typeface="Times New Roman" panose="02020603050405020304" pitchFamily="18" charset="0"/>
                <a:ea typeface="宋体" panose="02010600030101010101" pitchFamily="2" charset="-122"/>
              </a:rPr>
              <a:t>k</a:t>
            </a:r>
            <a:r>
              <a:rPr kumimoji="1" lang="en-US" altLang="zh-CN" sz="2400" b="1" dirty="0">
                <a:solidFill>
                  <a:schemeClr val="bg1"/>
                </a:solidFill>
                <a:latin typeface="Times New Roman" panose="02020603050405020304" pitchFamily="18" charset="0"/>
                <a:ea typeface="宋体" panose="02010600030101010101" pitchFamily="2" charset="-122"/>
              </a:rPr>
              <a:t>=1/</a:t>
            </a:r>
            <a:r>
              <a:rPr kumimoji="1" lang="en-US" altLang="zh-CN" sz="2400" b="1" i="1" dirty="0" err="1">
                <a:solidFill>
                  <a:schemeClr val="bg1"/>
                </a:solidFill>
                <a:latin typeface="Times New Roman" panose="02020603050405020304" pitchFamily="18" charset="0"/>
                <a:ea typeface="宋体" panose="02010600030101010101" pitchFamily="2" charset="-122"/>
              </a:rPr>
              <a:t>R</a:t>
            </a:r>
            <a:r>
              <a:rPr kumimoji="1" lang="en-US" altLang="zh-CN" sz="2400" b="1" i="1" baseline="-25000" dirty="0" err="1">
                <a:solidFill>
                  <a:schemeClr val="bg1"/>
                </a:solidFill>
                <a:latin typeface="Times New Roman" panose="02020603050405020304" pitchFamily="18" charset="0"/>
                <a:ea typeface="宋体" panose="02010600030101010101" pitchFamily="2" charset="-122"/>
              </a:rPr>
              <a:t>k</a:t>
            </a:r>
            <a:r>
              <a:rPr kumimoji="1" lang="zh-CN" altLang="en-US" sz="2400" b="1" dirty="0">
                <a:solidFill>
                  <a:schemeClr val="bg1"/>
                </a:solidFill>
                <a:latin typeface="Times New Roman" panose="02020603050405020304" pitchFamily="18" charset="0"/>
                <a:ea typeface="宋体" panose="02010600030101010101" pitchFamily="2" charset="-122"/>
              </a:rPr>
              <a:t>，</a:t>
            </a:r>
            <a:r>
              <a:rPr kumimoji="1" lang="en-US" altLang="zh-CN" sz="2400" b="1" i="1" dirty="0">
                <a:solidFill>
                  <a:schemeClr val="bg1"/>
                </a:solidFill>
                <a:latin typeface="Times New Roman" panose="02020603050405020304" pitchFamily="18" charset="0"/>
                <a:ea typeface="宋体" panose="02010600030101010101" pitchFamily="2" charset="-122"/>
              </a:rPr>
              <a:t>k</a:t>
            </a:r>
            <a:r>
              <a:rPr kumimoji="1" lang="en-US" altLang="zh-CN" sz="2400" b="1" dirty="0">
                <a:solidFill>
                  <a:schemeClr val="bg1"/>
                </a:solidFill>
                <a:latin typeface="Times New Roman" panose="02020603050405020304" pitchFamily="18" charset="0"/>
                <a:ea typeface="宋体" panose="02010600030101010101" pitchFamily="2" charset="-122"/>
              </a:rPr>
              <a:t>=1, 2, 3, 4, 5</a:t>
            </a:r>
            <a:endParaRPr kumimoji="1" lang="en-US" altLang="zh-CN" sz="2400" b="1" dirty="0">
              <a:solidFill>
                <a:schemeClr val="bg1"/>
              </a:solidFill>
              <a:latin typeface="Times New Roman" panose="02020603050405020304" pitchFamily="18" charset="0"/>
              <a:ea typeface="宋体" panose="02010600030101010101" pitchFamily="2" charset="-122"/>
            </a:endParaRPr>
          </a:p>
        </p:txBody>
      </p:sp>
      <p:sp>
        <p:nvSpPr>
          <p:cNvPr id="1050568" name="Text Box 7"/>
          <p:cNvSpPr txBox="1">
            <a:spLocks noChangeArrowheads="1"/>
          </p:cNvSpPr>
          <p:nvPr/>
        </p:nvSpPr>
        <p:spPr bwMode="auto">
          <a:xfrm>
            <a:off x="6001848" y="3582584"/>
            <a:ext cx="2303463"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latin typeface="Times New Roman" panose="02020603050405020304" pitchFamily="18" charset="0"/>
                <a:ea typeface="仿宋_GB2312" pitchFamily="49" charset="-122"/>
              </a:rPr>
              <a:t>上式简记为：</a:t>
            </a:r>
            <a:endParaRPr kumimoji="1" lang="zh-CN" altLang="en-US" sz="2400" b="1" dirty="0">
              <a:latin typeface="Times New Roman" panose="02020603050405020304" pitchFamily="18" charset="0"/>
              <a:ea typeface="仿宋_GB2312" pitchFamily="49" charset="-122"/>
            </a:endParaRPr>
          </a:p>
        </p:txBody>
      </p:sp>
      <p:sp>
        <p:nvSpPr>
          <p:cNvPr id="1050569" name="Text Box 8"/>
          <p:cNvSpPr txBox="1">
            <a:spLocks noChangeArrowheads="1"/>
          </p:cNvSpPr>
          <p:nvPr/>
        </p:nvSpPr>
        <p:spPr bwMode="auto">
          <a:xfrm>
            <a:off x="2108038" y="4738491"/>
            <a:ext cx="4608513"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baseline="-25000" dirty="0">
                <a:solidFill>
                  <a:schemeClr val="tx2"/>
                </a:solidFill>
                <a:latin typeface="Times New Roman" panose="02020603050405020304" pitchFamily="18" charset="0"/>
                <a:ea typeface="宋体" panose="02010600030101010101" pitchFamily="2" charset="-122"/>
              </a:rPr>
              <a:t>11</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n1</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baseline="-25000" dirty="0">
                <a:solidFill>
                  <a:schemeClr val="tx2"/>
                </a:solidFill>
                <a:latin typeface="Times New Roman" panose="02020603050405020304" pitchFamily="18" charset="0"/>
                <a:ea typeface="宋体" panose="02010600030101010101" pitchFamily="2" charset="-122"/>
              </a:rPr>
              <a:t>12</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n2</a:t>
            </a:r>
            <a:r>
              <a:rPr kumimoji="1" lang="en-US" altLang="zh-CN" sz="2800" b="1" dirty="0">
                <a:solidFill>
                  <a:schemeClr val="tx2"/>
                </a:solidFill>
                <a:latin typeface="Times New Roman" panose="02020603050405020304" pitchFamily="18" charset="0"/>
                <a:ea typeface="宋体" panose="02010600030101010101" pitchFamily="2" charset="-122"/>
              </a:rPr>
              <a:t> </a:t>
            </a:r>
            <a:r>
              <a:rPr kumimoji="1" lang="zh-CN" altLang="en-US" sz="24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楷体_GB2312" pitchFamily="49" charset="-122"/>
              </a:rPr>
              <a:t>G</a:t>
            </a:r>
            <a:r>
              <a:rPr kumimoji="1" lang="en-US" altLang="zh-CN" sz="2800" b="1" baseline="-25000" dirty="0">
                <a:solidFill>
                  <a:schemeClr val="tx2"/>
                </a:solidFill>
                <a:ea typeface="楷体_GB2312" pitchFamily="49" charset="-122"/>
              </a:rPr>
              <a:t>13</a:t>
            </a:r>
            <a:r>
              <a:rPr kumimoji="1" lang="en-US" altLang="zh-CN" sz="2800" b="1" i="1" dirty="0">
                <a:solidFill>
                  <a:schemeClr val="tx2"/>
                </a:solidFill>
                <a:latin typeface="Times New Roman" panose="02020603050405020304" pitchFamily="18" charset="0"/>
                <a:ea typeface="楷体_GB2312" pitchFamily="49" charset="-122"/>
              </a:rPr>
              <a:t>u</a:t>
            </a:r>
            <a:r>
              <a:rPr kumimoji="1" lang="en-US" altLang="zh-CN" sz="2800" b="1" baseline="-25000" dirty="0">
                <a:solidFill>
                  <a:schemeClr val="tx2"/>
                </a:solidFill>
                <a:latin typeface="Times New Roman" panose="02020603050405020304" pitchFamily="18" charset="0"/>
                <a:ea typeface="楷体_GB2312" pitchFamily="49" charset="-122"/>
              </a:rPr>
              <a:t>n3</a:t>
            </a:r>
            <a:r>
              <a:rPr kumimoji="1" lang="en-US" altLang="zh-CN" sz="2400" b="1" baseline="-25000" dirty="0">
                <a:solidFill>
                  <a:schemeClr val="tx2"/>
                </a:solidFill>
                <a:ea typeface="楷体_GB2312" pitchFamily="49" charset="-122"/>
              </a:rPr>
              <a:t> </a:t>
            </a:r>
            <a:r>
              <a:rPr kumimoji="1" lang="en-US" altLang="zh-CN" sz="2800" b="1" dirty="0">
                <a:solidFill>
                  <a:schemeClr val="tx2"/>
                </a:solidFill>
                <a:latin typeface="Times New Roman" panose="02020603050405020304" pitchFamily="18" charset="0"/>
                <a:ea typeface="宋体" panose="02010600030101010101" pitchFamily="2" charset="-122"/>
              </a:rPr>
              <a:t>= </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Sn1</a:t>
            </a:r>
            <a:endParaRPr kumimoji="1" lang="en-US" altLang="zh-CN" sz="2800" b="1" baseline="-25000" dirty="0">
              <a:solidFill>
                <a:schemeClr val="tx2"/>
              </a:solidFill>
              <a:latin typeface="Times New Roman" panose="02020603050405020304" pitchFamily="18" charset="0"/>
              <a:ea typeface="宋体" panose="02010600030101010101" pitchFamily="2" charset="-122"/>
            </a:endParaRPr>
          </a:p>
        </p:txBody>
      </p:sp>
      <p:sp>
        <p:nvSpPr>
          <p:cNvPr id="1050570" name="AutoShape 9"/>
          <p:cNvSpPr/>
          <p:nvPr/>
        </p:nvSpPr>
        <p:spPr bwMode="auto">
          <a:xfrm>
            <a:off x="1969131" y="4793418"/>
            <a:ext cx="277813" cy="1614487"/>
          </a:xfrm>
          <a:prstGeom prst="leftBrace">
            <a:avLst>
              <a:gd name="adj1" fmla="val 48428"/>
              <a:gd name="adj2" fmla="val 50000"/>
            </a:avLst>
          </a:prstGeom>
          <a:noFill/>
          <a:ln w="38100">
            <a:solidFill>
              <a:schemeClr val="tx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aphicFrame>
        <p:nvGraphicFramePr>
          <p:cNvPr id="4194388" name="Object 10"/>
          <p:cNvGraphicFramePr>
            <a:graphicFrameLocks noChangeAspect="1"/>
          </p:cNvGraphicFramePr>
          <p:nvPr/>
        </p:nvGraphicFramePr>
        <p:xfrm>
          <a:off x="5909774" y="2211388"/>
          <a:ext cx="5324475" cy="1042987"/>
        </p:xfrm>
        <a:graphic>
          <a:graphicData uri="http://schemas.openxmlformats.org/presentationml/2006/ole">
            <mc:AlternateContent xmlns:mc="http://schemas.openxmlformats.org/markup-compatibility/2006">
              <mc:Choice xmlns:v="urn:schemas-microsoft-com:vml" Requires="v">
                <p:oleObj spid="_x0000_s32955" name="Equation" showAsIcon="1" r:id="rId5" imgW="54254400" imgH="10363200" progId="Equation.DSMT4">
                  <p:embed/>
                </p:oleObj>
              </mc:Choice>
              <mc:Fallback>
                <p:oleObj name="Equation" showAsIcon="1" r:id="rId5" imgW="54254400" imgH="10363200" progId="Equation.DSMT4">
                  <p:embed/>
                  <p:pic>
                    <p:nvPicPr>
                      <p:cNvPr id="0" name="图片 32954"/>
                      <p:cNvPicPr>
                        <a:picLocks noChangeAspect="1" noChangeArrowheads="1"/>
                      </p:cNvPicPr>
                      <p:nvPr/>
                    </p:nvPicPr>
                    <p:blipFill>
                      <a:blip r:embed="rId6"/>
                      <a:srcRect/>
                      <a:stretch>
                        <a:fillRect/>
                      </a:stretch>
                    </p:blipFill>
                    <p:spPr bwMode="auto">
                      <a:xfrm>
                        <a:off x="5909774" y="2211388"/>
                        <a:ext cx="5324475" cy="1042987"/>
                      </a:xfrm>
                      <a:prstGeom prst="rect">
                        <a:avLst/>
                      </a:prstGeom>
                      <a:noFill/>
                      <a:ln>
                        <a:noFill/>
                      </a:ln>
                      <a:effectLst/>
                    </p:spPr>
                  </p:pic>
                </p:oleObj>
              </mc:Fallback>
            </mc:AlternateContent>
          </a:graphicData>
        </a:graphic>
      </p:graphicFrame>
      <p:sp>
        <p:nvSpPr>
          <p:cNvPr id="1050571" name="Text Box 11"/>
          <p:cNvSpPr txBox="1">
            <a:spLocks noChangeArrowheads="1"/>
          </p:cNvSpPr>
          <p:nvPr/>
        </p:nvSpPr>
        <p:spPr bwMode="auto">
          <a:xfrm>
            <a:off x="2108038" y="5243316"/>
            <a:ext cx="4608513"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baseline="-25000" dirty="0">
                <a:solidFill>
                  <a:schemeClr val="tx2"/>
                </a:solidFill>
                <a:latin typeface="Times New Roman" panose="02020603050405020304" pitchFamily="18" charset="0"/>
                <a:ea typeface="宋体" panose="02010600030101010101" pitchFamily="2" charset="-122"/>
              </a:rPr>
              <a:t>21</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n1</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baseline="-25000" dirty="0">
                <a:solidFill>
                  <a:schemeClr val="tx2"/>
                </a:solidFill>
                <a:latin typeface="Times New Roman" panose="02020603050405020304" pitchFamily="18" charset="0"/>
                <a:ea typeface="宋体" panose="02010600030101010101" pitchFamily="2" charset="-122"/>
              </a:rPr>
              <a:t>22</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n2</a:t>
            </a:r>
            <a:r>
              <a:rPr kumimoji="1" lang="en-US" altLang="zh-CN" sz="2800" b="1" dirty="0">
                <a:solidFill>
                  <a:schemeClr val="tx2"/>
                </a:solidFill>
                <a:latin typeface="Times New Roman" panose="02020603050405020304" pitchFamily="18" charset="0"/>
                <a:ea typeface="宋体" panose="02010600030101010101" pitchFamily="2" charset="-122"/>
              </a:rPr>
              <a:t> </a:t>
            </a:r>
            <a:r>
              <a:rPr kumimoji="1" lang="zh-CN" altLang="en-US" sz="24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楷体_GB2312" pitchFamily="49" charset="-122"/>
              </a:rPr>
              <a:t>G</a:t>
            </a:r>
            <a:r>
              <a:rPr kumimoji="1" lang="en-US" altLang="zh-CN" sz="2800" b="1" baseline="-25000" dirty="0">
                <a:solidFill>
                  <a:schemeClr val="tx2"/>
                </a:solidFill>
                <a:ea typeface="楷体_GB2312" pitchFamily="49" charset="-122"/>
              </a:rPr>
              <a:t>23</a:t>
            </a:r>
            <a:r>
              <a:rPr kumimoji="1" lang="en-US" altLang="zh-CN" sz="2800" b="1" i="1" dirty="0">
                <a:solidFill>
                  <a:schemeClr val="tx2"/>
                </a:solidFill>
                <a:latin typeface="Times New Roman" panose="02020603050405020304" pitchFamily="18" charset="0"/>
                <a:ea typeface="楷体_GB2312" pitchFamily="49" charset="-122"/>
              </a:rPr>
              <a:t>u</a:t>
            </a:r>
            <a:r>
              <a:rPr kumimoji="1" lang="en-US" altLang="zh-CN" sz="2800" b="1" baseline="-25000" dirty="0">
                <a:solidFill>
                  <a:schemeClr val="tx2"/>
                </a:solidFill>
                <a:latin typeface="Times New Roman" panose="02020603050405020304" pitchFamily="18" charset="0"/>
                <a:ea typeface="楷体_GB2312" pitchFamily="49" charset="-122"/>
              </a:rPr>
              <a:t>n3</a:t>
            </a:r>
            <a:r>
              <a:rPr kumimoji="1" lang="en-US" altLang="zh-CN" sz="2400" b="1" baseline="-25000" dirty="0">
                <a:solidFill>
                  <a:schemeClr val="tx2"/>
                </a:solidFill>
                <a:ea typeface="楷体_GB2312" pitchFamily="49" charset="-122"/>
              </a:rPr>
              <a:t> </a:t>
            </a:r>
            <a:r>
              <a:rPr kumimoji="1" lang="en-US" altLang="zh-CN" sz="2800" b="1" dirty="0">
                <a:solidFill>
                  <a:schemeClr val="tx2"/>
                </a:solidFill>
                <a:latin typeface="Times New Roman" panose="02020603050405020304" pitchFamily="18" charset="0"/>
                <a:ea typeface="宋体" panose="02010600030101010101" pitchFamily="2" charset="-122"/>
              </a:rPr>
              <a:t>= </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Sn2</a:t>
            </a:r>
            <a:endParaRPr kumimoji="1" lang="en-US" altLang="zh-CN" sz="2800" b="1" baseline="-25000" dirty="0">
              <a:solidFill>
                <a:schemeClr val="tx2"/>
              </a:solidFill>
              <a:latin typeface="Times New Roman" panose="02020603050405020304" pitchFamily="18" charset="0"/>
              <a:ea typeface="宋体" panose="02010600030101010101" pitchFamily="2" charset="-122"/>
            </a:endParaRPr>
          </a:p>
        </p:txBody>
      </p:sp>
      <p:sp>
        <p:nvSpPr>
          <p:cNvPr id="1050572" name="Text Box 12"/>
          <p:cNvSpPr txBox="1">
            <a:spLocks noChangeArrowheads="1"/>
          </p:cNvSpPr>
          <p:nvPr/>
        </p:nvSpPr>
        <p:spPr bwMode="auto">
          <a:xfrm>
            <a:off x="2108038" y="5819578"/>
            <a:ext cx="4608513"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31</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32</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n2</a:t>
            </a:r>
            <a:r>
              <a:rPr kumimoji="1" lang="en-US" altLang="zh-CN" sz="2800" b="1">
                <a:solidFill>
                  <a:schemeClr val="tx2"/>
                </a:solidFill>
                <a:latin typeface="Times New Roman" panose="02020603050405020304" pitchFamily="18" charset="0"/>
                <a:ea typeface="宋体" panose="02010600030101010101" pitchFamily="2" charset="-122"/>
              </a:rPr>
              <a:t> </a:t>
            </a:r>
            <a:r>
              <a:rPr kumimoji="1" lang="zh-CN" altLang="en-US" sz="24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楷体_GB2312" pitchFamily="49" charset="-122"/>
              </a:rPr>
              <a:t>G</a:t>
            </a:r>
            <a:r>
              <a:rPr kumimoji="1" lang="en-US" altLang="zh-CN" sz="2800" b="1" baseline="-25000">
                <a:solidFill>
                  <a:schemeClr val="tx2"/>
                </a:solidFill>
                <a:ea typeface="楷体_GB2312" pitchFamily="49" charset="-122"/>
              </a:rPr>
              <a:t>33</a:t>
            </a:r>
            <a:r>
              <a:rPr kumimoji="1" lang="en-US" altLang="zh-CN" sz="2800" b="1" i="1">
                <a:solidFill>
                  <a:schemeClr val="tx2"/>
                </a:solidFill>
                <a:latin typeface="Times New Roman" panose="02020603050405020304" pitchFamily="18" charset="0"/>
                <a:ea typeface="楷体_GB2312" pitchFamily="49" charset="-122"/>
              </a:rPr>
              <a:t>u</a:t>
            </a:r>
            <a:r>
              <a:rPr kumimoji="1" lang="en-US" altLang="zh-CN" sz="2800" b="1" baseline="-25000">
                <a:solidFill>
                  <a:schemeClr val="tx2"/>
                </a:solidFill>
                <a:latin typeface="Times New Roman" panose="02020603050405020304" pitchFamily="18" charset="0"/>
                <a:ea typeface="楷体_GB2312" pitchFamily="49" charset="-122"/>
              </a:rPr>
              <a:t>n3</a:t>
            </a:r>
            <a:r>
              <a:rPr kumimoji="1" lang="en-US" altLang="zh-CN" sz="2400" b="1" baseline="-25000">
                <a:solidFill>
                  <a:schemeClr val="tx2"/>
                </a:solidFill>
                <a:ea typeface="楷体_GB2312" pitchFamily="49" charset="-122"/>
              </a:rPr>
              <a:t> </a:t>
            </a:r>
            <a:r>
              <a:rPr kumimoji="1" lang="en-US" altLang="zh-CN" sz="2800" b="1">
                <a:solidFill>
                  <a:schemeClr val="tx2"/>
                </a:solidFill>
                <a:latin typeface="Times New Roman" panose="02020603050405020304" pitchFamily="18" charset="0"/>
                <a:ea typeface="宋体" panose="02010600030101010101" pitchFamily="2" charset="-122"/>
              </a:rPr>
              <a:t>= </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Sn3</a:t>
            </a:r>
            <a:endParaRPr kumimoji="1" lang="en-US" altLang="zh-CN" sz="2800" b="1" baseline="-25000">
              <a:solidFill>
                <a:schemeClr val="tx2"/>
              </a:solidFill>
              <a:latin typeface="Times New Roman" panose="02020603050405020304" pitchFamily="18" charset="0"/>
              <a:ea typeface="宋体" panose="02010600030101010101" pitchFamily="2" charset="-122"/>
            </a:endParaRPr>
          </a:p>
        </p:txBody>
      </p:sp>
      <p:sp>
        <p:nvSpPr>
          <p:cNvPr id="1050573" name="AutoShape 13" descr="信纸"/>
          <p:cNvSpPr>
            <a:spLocks noChangeArrowheads="1"/>
          </p:cNvSpPr>
          <p:nvPr/>
        </p:nvSpPr>
        <p:spPr bwMode="auto">
          <a:xfrm>
            <a:off x="7519256" y="4825010"/>
            <a:ext cx="2447925" cy="865187"/>
          </a:xfrm>
          <a:prstGeom prst="wedgeRoundRectCallout">
            <a:avLst>
              <a:gd name="adj1" fmla="val -66148"/>
              <a:gd name="adj2" fmla="val 42843"/>
              <a:gd name="adj3" fmla="val 16667"/>
            </a:avLst>
          </a:prstGeom>
          <a:blipFill dpi="0" rotWithShape="1">
            <a:blip r:embed="rId7"/>
            <a:srcRect/>
            <a:tile tx="0" ty="0" sx="100000" sy="100000" flip="none" algn="tl"/>
          </a:blipFill>
          <a:ln>
            <a:noFill/>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sz="2400" b="1" dirty="0">
                <a:ea typeface="楷体_GB2312" pitchFamily="49" charset="-122"/>
              </a:rPr>
              <a:t>标准形式的结点电压方程</a:t>
            </a:r>
            <a:endParaRPr lang="zh-CN" altLang="en-US" sz="2400" b="1" dirty="0">
              <a:ea typeface="楷体_GB2312" pitchFamily="49" charset="-122"/>
            </a:endParaRPr>
          </a:p>
        </p:txBody>
      </p:sp>
      <p:sp>
        <p:nvSpPr>
          <p:cNvPr id="1050574" name="AutoShape 14" descr="信纸"/>
          <p:cNvSpPr>
            <a:spLocks noChangeArrowheads="1"/>
          </p:cNvSpPr>
          <p:nvPr/>
        </p:nvSpPr>
        <p:spPr bwMode="auto">
          <a:xfrm>
            <a:off x="10550036" y="3440906"/>
            <a:ext cx="1368425" cy="865187"/>
          </a:xfrm>
          <a:prstGeom prst="wedgeRoundRectCallout">
            <a:avLst>
              <a:gd name="adj1" fmla="val -19871"/>
              <a:gd name="adj2" fmla="val -80855"/>
              <a:gd name="adj3" fmla="val 16667"/>
            </a:avLst>
          </a:prstGeom>
          <a:blipFill dpi="0" rotWithShape="1">
            <a:blip r:embed="rId7"/>
            <a:srcRect/>
            <a:tile tx="0" ty="0" sx="100000" sy="100000" flip="none" algn="tl"/>
          </a:blipFill>
          <a:ln>
            <a:noFill/>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sz="2400" b="1" dirty="0">
                <a:ea typeface="楷体_GB2312" pitchFamily="49" charset="-122"/>
              </a:rPr>
              <a:t>等效电流源</a:t>
            </a:r>
            <a:endParaRPr lang="zh-CN" altLang="en-US" sz="2400" b="1" dirty="0">
              <a:ea typeface="楷体_GB2312" pitchFamily="49" charset="-122"/>
            </a:endParaRPr>
          </a:p>
        </p:txBody>
      </p:sp>
    </p:spTree>
  </p:cSld>
  <p:clrMapOvr>
    <a:masterClrMapping/>
  </p:clrMapOvr>
  <p:timing>
    <p:tnLst>
      <p:par>
        <p:cTn id="1" dur="indefinite" restart="never" nodeType="tmRoot"/>
      </p:par>
    </p:tnLst>
    <p:bldLst>
      <p:bldP spid="1050566" grpId="0" bldLvl="0" animBg="1"/>
      <p:bldP spid="1050567" grpId="0" bldLvl="0" animBg="1" autoUpdateAnimBg="0"/>
      <p:bldP spid="1050568" grpId="0" bldLvl="0" animBg="1" autoUpdateAnimBg="0"/>
      <p:bldP spid="1050569" grpId="0" bldLvl="0" animBg="1"/>
      <p:bldP spid="1050570" grpId="0" bldLvl="0" animBg="1"/>
      <p:bldP spid="1050571" grpId="0" bldLvl="0" animBg="1"/>
      <p:bldP spid="1050572" grpId="0" bldLvl="0" animBg="1"/>
      <p:bldP spid="1050573" grpId="0" bldLvl="0" animBg="1"/>
      <p:bldP spid="1050574"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145" name=""/>
        <p:cNvGrpSpPr/>
        <p:nvPr/>
      </p:nvGrpSpPr>
      <p:grpSpPr>
        <a:xfrm>
          <a:off x="0" y="0"/>
          <a:ext cx="0" cy="0"/>
          <a:chOff x="0" y="0"/>
          <a:chExt cx="0" cy="0"/>
        </a:xfrm>
      </p:grpSpPr>
      <p:sp>
        <p:nvSpPr>
          <p:cNvPr id="1050576" name="Text Box 2"/>
          <p:cNvSpPr txBox="1">
            <a:spLocks noChangeArrowheads="1"/>
          </p:cNvSpPr>
          <p:nvPr/>
        </p:nvSpPr>
        <p:spPr bwMode="auto">
          <a:xfrm>
            <a:off x="360045" y="810261"/>
            <a:ext cx="433388" cy="1158239"/>
          </a:xfrm>
          <a:prstGeom prst="rect">
            <a:avLst/>
          </a:prstGeom>
          <a:solidFill>
            <a:srgbClr val="A50021"/>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宋体" panose="02010600030101010101" pitchFamily="2" charset="-122"/>
                <a:ea typeface="宋体" panose="02010600030101010101" pitchFamily="2" charset="-122"/>
              </a:rPr>
              <a:t>其中</a:t>
            </a:r>
            <a:endParaRPr kumimoji="1" lang="zh-CN" altLang="en-US" sz="2400" b="1" dirty="0">
              <a:solidFill>
                <a:schemeClr val="bg1"/>
              </a:solidFill>
              <a:latin typeface="宋体" panose="02010600030101010101" pitchFamily="2" charset="-122"/>
              <a:ea typeface="宋体" panose="02010600030101010101" pitchFamily="2" charset="-122"/>
            </a:endParaRPr>
          </a:p>
        </p:txBody>
      </p:sp>
      <p:sp>
        <p:nvSpPr>
          <p:cNvPr id="1050577" name="Text Box 3"/>
          <p:cNvSpPr txBox="1">
            <a:spLocks noChangeArrowheads="1"/>
          </p:cNvSpPr>
          <p:nvPr/>
        </p:nvSpPr>
        <p:spPr bwMode="auto">
          <a:xfrm>
            <a:off x="1096646" y="810261"/>
            <a:ext cx="7705725" cy="802640"/>
          </a:xfrm>
          <a:prstGeom prst="rect">
            <a:avLst/>
          </a:prstGeom>
          <a:noFill/>
          <a:ln>
            <a:noFill/>
          </a:ln>
          <a:effectLst/>
        </p:spPr>
        <p:txBody>
          <a:bodyPr>
            <a:spAutoFit/>
          </a:bodyPr>
          <a:lstStyle>
            <a:lvl1pPr marL="2857500" indent="-2857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11</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1</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                </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点1的自电导，</a:t>
            </a:r>
            <a:r>
              <a:rPr kumimoji="1" lang="zh-CN" altLang="en-US" sz="2400" b="1" dirty="0">
                <a:latin typeface="楷体_GB2312" pitchFamily="49" charset="-122"/>
                <a:ea typeface="楷体_GB2312" pitchFamily="49" charset="-122"/>
              </a:rPr>
              <a:t>等于接在结</a:t>
            </a:r>
            <a:r>
              <a:rPr kumimoji="1" lang="zh-CN" altLang="zh-CN" sz="2400" b="1" dirty="0">
                <a:latin typeface="楷体_GB2312" pitchFamily="49" charset="-122"/>
                <a:ea typeface="楷体_GB2312" pitchFamily="49" charset="-122"/>
              </a:rPr>
              <a:t>点1上所</a:t>
            </a:r>
            <a:r>
              <a:rPr kumimoji="1" lang="zh-CN" altLang="en-US" sz="2400" b="1" dirty="0">
                <a:latin typeface="楷体_GB2312" pitchFamily="49" charset="-122"/>
                <a:ea typeface="楷体_GB2312" pitchFamily="49" charset="-122"/>
              </a:rPr>
              <a:t>有</a:t>
            </a:r>
            <a:endParaRPr kumimoji="1" lang="zh-CN" altLang="en-US" sz="2400" b="1" dirty="0">
              <a:latin typeface="楷体_GB2312" pitchFamily="49" charset="-122"/>
              <a:ea typeface="楷体_GB2312" pitchFamily="49" charset="-122"/>
            </a:endParaRPr>
          </a:p>
          <a:p>
            <a:pPr algn="just" eaLnBrk="1" hangingPunct="1"/>
            <a:r>
              <a:rPr kumimoji="1" lang="zh-CN" altLang="en-US" sz="2400" b="1" dirty="0">
                <a:latin typeface="楷体_GB2312" pitchFamily="49" charset="-122"/>
                <a:ea typeface="楷体_GB2312" pitchFamily="49" charset="-122"/>
              </a:rPr>
              <a:t>              </a:t>
            </a:r>
            <a:r>
              <a:rPr kumimoji="1" lang="zh-CN" altLang="zh-CN" sz="2400" b="1" dirty="0">
                <a:latin typeface="楷体_GB2312" pitchFamily="49" charset="-122"/>
                <a:ea typeface="楷体_GB2312" pitchFamily="49" charset="-122"/>
              </a:rPr>
              <a:t>支路的电导之和。</a:t>
            </a:r>
            <a:r>
              <a:rPr kumimoji="1" lang="zh-CN" altLang="en-US" sz="2400" b="1" dirty="0">
                <a:latin typeface="楷体_GB2312" pitchFamily="49" charset="-122"/>
                <a:ea typeface="楷体_GB2312" pitchFamily="49" charset="-122"/>
              </a:rPr>
              <a:t>  </a:t>
            </a:r>
            <a:endParaRPr kumimoji="1" lang="zh-CN" altLang="en-US" sz="2400" b="1" dirty="0">
              <a:latin typeface="楷体_GB2312" pitchFamily="49" charset="-122"/>
              <a:ea typeface="楷体_GB2312" pitchFamily="49" charset="-122"/>
            </a:endParaRPr>
          </a:p>
        </p:txBody>
      </p:sp>
      <p:sp>
        <p:nvSpPr>
          <p:cNvPr id="1050578" name="Text Box 4"/>
          <p:cNvSpPr txBox="1">
            <a:spLocks noChangeArrowheads="1"/>
          </p:cNvSpPr>
          <p:nvPr/>
        </p:nvSpPr>
        <p:spPr bwMode="auto">
          <a:xfrm>
            <a:off x="1025208" y="1737916"/>
            <a:ext cx="7777163" cy="802640"/>
          </a:xfrm>
          <a:prstGeom prst="rect">
            <a:avLst/>
          </a:prstGeom>
          <a:noFill/>
          <a:ln>
            <a:noFill/>
          </a:ln>
          <a:effectLst/>
        </p:spPr>
        <p:txBody>
          <a:bodyPr>
            <a:spAutoFit/>
          </a:bodyPr>
          <a:lstStyle>
            <a:lvl1pPr marL="2571750" indent="-2571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38375" indent="-2238375" algn="just" eaLnBrk="1" hangingPunct="1">
              <a:spcBef>
                <a:spcPct val="50000"/>
              </a:spcBef>
            </a:pP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22</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3</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4  </a:t>
            </a:r>
            <a:r>
              <a:rPr kumimoji="1" lang="en-US" altLang="zh-CN" sz="2400" b="1" baseline="-25000" dirty="0" smtClean="0">
                <a:latin typeface="Times New Roman" panose="02020603050405020304" pitchFamily="18" charset="0"/>
                <a:ea typeface="楷体_GB2312" pitchFamily="49" charset="-122"/>
              </a:rPr>
              <a:t> </a:t>
            </a:r>
            <a:r>
              <a:rPr kumimoji="1" lang="zh-CN" altLang="en-US" sz="2400" b="1" dirty="0" smtClean="0">
                <a:latin typeface="楷体_GB2312" pitchFamily="49" charset="-122"/>
                <a:ea typeface="楷体_GB2312" pitchFamily="49" charset="-122"/>
              </a:rPr>
              <a:t>结</a:t>
            </a:r>
            <a:r>
              <a:rPr kumimoji="1" lang="zh-CN" altLang="zh-CN" sz="2400" b="1" dirty="0" smtClean="0">
                <a:latin typeface="楷体_GB2312" pitchFamily="49" charset="-122"/>
                <a:ea typeface="楷体_GB2312" pitchFamily="49" charset="-122"/>
              </a:rPr>
              <a:t>点</a:t>
            </a:r>
            <a:r>
              <a:rPr kumimoji="1" lang="zh-CN" altLang="zh-CN" sz="2400" b="1" dirty="0">
                <a:latin typeface="楷体_GB2312" pitchFamily="49" charset="-122"/>
                <a:ea typeface="楷体_GB2312" pitchFamily="49" charset="-122"/>
              </a:rPr>
              <a:t>2的自电导，等于接在</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点2上</a:t>
            </a:r>
            <a:r>
              <a:rPr kumimoji="1" lang="zh-CN" altLang="zh-CN" sz="2400" b="1" dirty="0" smtClean="0">
                <a:latin typeface="楷体_GB2312" pitchFamily="49" charset="-122"/>
                <a:ea typeface="楷体_GB2312" pitchFamily="49" charset="-122"/>
              </a:rPr>
              <a:t>所有</a:t>
            </a:r>
            <a:r>
              <a:rPr kumimoji="1" lang="zh-CN" altLang="en-US" sz="2400" b="1" dirty="0" smtClean="0">
                <a:latin typeface="楷体_GB2312" pitchFamily="49" charset="-122"/>
                <a:ea typeface="楷体_GB2312" pitchFamily="49" charset="-122"/>
              </a:rPr>
              <a:t>            </a:t>
            </a:r>
            <a:r>
              <a:rPr kumimoji="1" lang="zh-CN" altLang="zh-CN" sz="2400" b="1" dirty="0">
                <a:latin typeface="楷体_GB2312" pitchFamily="49" charset="-122"/>
                <a:ea typeface="楷体_GB2312" pitchFamily="49" charset="-122"/>
              </a:rPr>
              <a:t>支路的电导之和。</a:t>
            </a:r>
            <a:endParaRPr kumimoji="1" lang="zh-CN" altLang="en-US" sz="2400" b="1" dirty="0">
              <a:latin typeface="楷体_GB2312" pitchFamily="49" charset="-122"/>
              <a:ea typeface="楷体_GB2312" pitchFamily="49" charset="-122"/>
            </a:endParaRPr>
          </a:p>
        </p:txBody>
      </p:sp>
      <p:sp>
        <p:nvSpPr>
          <p:cNvPr id="1050579" name="Text Box 5"/>
          <p:cNvSpPr txBox="1">
            <a:spLocks noChangeArrowheads="1"/>
          </p:cNvSpPr>
          <p:nvPr/>
        </p:nvSpPr>
        <p:spPr bwMode="auto">
          <a:xfrm>
            <a:off x="1025208" y="3738402"/>
            <a:ext cx="7921625" cy="1158240"/>
          </a:xfrm>
          <a:prstGeom prst="rect">
            <a:avLst/>
          </a:prstGeom>
          <a:noFill/>
          <a:ln>
            <a:noFill/>
          </a:ln>
          <a:effectLst/>
        </p:spPr>
        <p:txBody>
          <a:bodyPr wrap="square">
            <a:spAutoFit/>
          </a:bodyPr>
          <a:lstStyle>
            <a:lvl1pPr marL="2857500" indent="-2857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38375" indent="-2238375" algn="just" eaLnBrk="1" hangingPunct="1"/>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12</a:t>
            </a:r>
            <a:r>
              <a:rPr kumimoji="1" lang="en-US" altLang="zh-CN" sz="2400" b="1" dirty="0">
                <a:latin typeface="Times New Roman" panose="02020603050405020304" pitchFamily="18" charset="0"/>
                <a:ea typeface="楷体_GB2312" pitchFamily="49" charset="-122"/>
              </a:rPr>
              <a:t>= </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21</a:t>
            </a:r>
            <a:r>
              <a:rPr kumimoji="1" lang="en-US" altLang="zh-CN" sz="2400" b="1" dirty="0">
                <a:latin typeface="Times New Roman" panose="02020603050405020304" pitchFamily="18" charset="0"/>
                <a:ea typeface="楷体_GB2312" pitchFamily="49" charset="-122"/>
              </a:rPr>
              <a:t> =-</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a:t>
            </a:r>
            <a:r>
              <a:rPr kumimoji="1" lang="en-US" altLang="zh-CN" sz="2400" b="1" dirty="0">
                <a:latin typeface="Times New Roman" panose="02020603050405020304" pitchFamily="18" charset="0"/>
                <a:ea typeface="楷体_GB2312" pitchFamily="49" charset="-122"/>
              </a:rPr>
              <a:t> </a:t>
            </a:r>
            <a:r>
              <a:rPr kumimoji="1" lang="zh-CN" altLang="en-US" sz="2400" b="1" dirty="0" smtClean="0">
                <a:latin typeface="楷体_GB2312" pitchFamily="49" charset="-122"/>
                <a:ea typeface="楷体_GB2312" pitchFamily="49" charset="-122"/>
              </a:rPr>
              <a:t>结</a:t>
            </a:r>
            <a:r>
              <a:rPr kumimoji="1" lang="zh-CN" altLang="zh-CN" sz="2400" b="1" dirty="0" smtClean="0">
                <a:latin typeface="楷体_GB2312" pitchFamily="49" charset="-122"/>
                <a:ea typeface="楷体_GB2312" pitchFamily="49" charset="-122"/>
              </a:rPr>
              <a:t>点</a:t>
            </a:r>
            <a:r>
              <a:rPr kumimoji="1" lang="zh-CN" altLang="zh-CN" sz="2400" b="1" dirty="0">
                <a:latin typeface="楷体_GB2312" pitchFamily="49" charset="-122"/>
                <a:ea typeface="楷体_GB2312" pitchFamily="49" charset="-122"/>
              </a:rPr>
              <a:t>1与</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点2之间的互电导，等于接</a:t>
            </a:r>
            <a:r>
              <a:rPr kumimoji="1" lang="zh-CN" altLang="zh-CN" sz="2400" b="1" dirty="0" smtClean="0">
                <a:latin typeface="楷体_GB2312" pitchFamily="49" charset="-122"/>
                <a:ea typeface="楷体_GB2312" pitchFamily="49" charset="-122"/>
              </a:rPr>
              <a:t>在</a:t>
            </a:r>
            <a:r>
              <a:rPr kumimoji="1" lang="zh-CN" altLang="en-US" sz="2400" b="1" dirty="0" smtClean="0">
                <a:latin typeface="楷体_GB2312" pitchFamily="49" charset="-122"/>
                <a:ea typeface="楷体_GB2312" pitchFamily="49" charset="-122"/>
              </a:rPr>
              <a:t>               结</a:t>
            </a:r>
            <a:r>
              <a:rPr kumimoji="1" lang="zh-CN" altLang="zh-CN" sz="2400" b="1" dirty="0" smtClean="0">
                <a:latin typeface="楷体_GB2312" pitchFamily="49" charset="-122"/>
                <a:ea typeface="楷体_GB2312" pitchFamily="49" charset="-122"/>
              </a:rPr>
              <a:t>点</a:t>
            </a:r>
            <a:r>
              <a:rPr kumimoji="1" lang="zh-CN" altLang="zh-CN" sz="2400" b="1" dirty="0">
                <a:latin typeface="楷体_GB2312" pitchFamily="49" charset="-122"/>
                <a:ea typeface="楷体_GB2312" pitchFamily="49" charset="-122"/>
              </a:rPr>
              <a:t>1与</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点2之间的所有支路的电导</a:t>
            </a:r>
            <a:r>
              <a:rPr kumimoji="1" lang="zh-CN" altLang="zh-CN" sz="2400" b="1" dirty="0" smtClean="0">
                <a:latin typeface="楷体_GB2312" pitchFamily="49" charset="-122"/>
                <a:ea typeface="楷体_GB2312" pitchFamily="49" charset="-122"/>
              </a:rPr>
              <a:t>之和</a:t>
            </a:r>
            <a:r>
              <a:rPr kumimoji="1" lang="zh-CN"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为负值</a:t>
            </a:r>
            <a:r>
              <a:rPr kumimoji="1" lang="zh-CN" altLang="zh-CN" sz="2400" b="1" dirty="0">
                <a:latin typeface="楷体_GB2312" pitchFamily="49" charset="-122"/>
                <a:ea typeface="楷体_GB2312" pitchFamily="49" charset="-122"/>
              </a:rPr>
              <a:t>。</a:t>
            </a:r>
            <a:endParaRPr kumimoji="1" lang="zh-CN" altLang="en-US" sz="2400" b="1" dirty="0">
              <a:latin typeface="楷体_GB2312" pitchFamily="49" charset="-122"/>
              <a:ea typeface="楷体_GB2312" pitchFamily="49" charset="-122"/>
            </a:endParaRPr>
          </a:p>
        </p:txBody>
      </p:sp>
      <p:sp>
        <p:nvSpPr>
          <p:cNvPr id="1050580" name="Text Box 6"/>
          <p:cNvSpPr txBox="1">
            <a:spLocks noChangeArrowheads="1"/>
          </p:cNvSpPr>
          <p:nvPr/>
        </p:nvSpPr>
        <p:spPr bwMode="auto">
          <a:xfrm>
            <a:off x="5448301" y="5922141"/>
            <a:ext cx="4608512"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dirty="0">
                <a:solidFill>
                  <a:schemeClr val="bg1"/>
                </a:solidFill>
                <a:latin typeface="宋体" panose="02010600030101010101" pitchFamily="2" charset="-122"/>
                <a:ea typeface="宋体" panose="02010600030101010101" pitchFamily="2" charset="-122"/>
              </a:rPr>
              <a:t>自电导总为正，互电导总为负。</a:t>
            </a:r>
            <a:endParaRPr kumimoji="1" lang="zh-CN" altLang="en-US" sz="2400" b="1" dirty="0">
              <a:solidFill>
                <a:schemeClr val="bg1"/>
              </a:solidFill>
              <a:latin typeface="宋体" panose="02010600030101010101" pitchFamily="2" charset="-122"/>
              <a:ea typeface="宋体" panose="02010600030101010101" pitchFamily="2" charset="-122"/>
            </a:endParaRPr>
          </a:p>
        </p:txBody>
      </p:sp>
      <p:sp>
        <p:nvSpPr>
          <p:cNvPr id="1050581" name="Text Box 7"/>
          <p:cNvSpPr txBox="1">
            <a:spLocks noChangeArrowheads="1"/>
          </p:cNvSpPr>
          <p:nvPr/>
        </p:nvSpPr>
        <p:spPr bwMode="auto">
          <a:xfrm>
            <a:off x="1025208" y="2574414"/>
            <a:ext cx="7921625" cy="802640"/>
          </a:xfrm>
          <a:prstGeom prst="rect">
            <a:avLst/>
          </a:prstGeom>
          <a:noFill/>
          <a:ln>
            <a:noFill/>
          </a:ln>
          <a:effectLst/>
        </p:spPr>
        <p:txBody>
          <a:bodyPr>
            <a:spAutoFit/>
          </a:bodyPr>
          <a:lstStyle>
            <a:lvl1pPr marL="2571750" indent="-2571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38375" indent="-2238375" algn="just" eaLnBrk="1" hangingPunct="1">
              <a:spcBef>
                <a:spcPct val="50000"/>
              </a:spcBef>
            </a:pP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33</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3</a:t>
            </a:r>
            <a:r>
              <a:rPr kumimoji="1" lang="en-US" altLang="zh-CN" sz="2400" b="1" dirty="0">
                <a:latin typeface="Times New Roman" panose="02020603050405020304" pitchFamily="18" charset="0"/>
                <a:ea typeface="楷体_GB2312" pitchFamily="49" charset="-122"/>
              </a:rPr>
              <a:t>+</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5</a:t>
            </a:r>
            <a:r>
              <a:rPr kumimoji="1" lang="en-US" altLang="zh-CN" sz="2400" b="1" dirty="0">
                <a:latin typeface="楷体_GB2312" pitchFamily="49" charset="-122"/>
                <a:ea typeface="楷体_GB2312" pitchFamily="49" charset="-122"/>
              </a:rPr>
              <a:t>    </a:t>
            </a:r>
            <a:r>
              <a:rPr kumimoji="1" lang="en-US" altLang="zh-CN" sz="2400" b="1" dirty="0" smtClean="0">
                <a:latin typeface="楷体_GB2312" pitchFamily="49" charset="-122"/>
                <a:ea typeface="楷体_GB2312" pitchFamily="49" charset="-122"/>
              </a:rPr>
              <a:t> </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a:t>
            </a:r>
            <a:r>
              <a:rPr kumimoji="1" lang="en-US" altLang="zh-CN" sz="2400" b="1" dirty="0">
                <a:latin typeface="楷体_GB2312" pitchFamily="49" charset="-122"/>
                <a:ea typeface="楷体_GB2312" pitchFamily="49" charset="-122"/>
              </a:rPr>
              <a:t>3</a:t>
            </a:r>
            <a:r>
              <a:rPr kumimoji="1" lang="zh-CN" altLang="zh-CN" sz="2400" b="1" dirty="0">
                <a:latin typeface="楷体_GB2312" pitchFamily="49" charset="-122"/>
                <a:ea typeface="楷体_GB2312" pitchFamily="49" charset="-122"/>
              </a:rPr>
              <a:t>的自电导，等于接在</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a:t>
            </a:r>
            <a:r>
              <a:rPr kumimoji="1" lang="en-US" altLang="zh-CN" sz="2400" b="1" dirty="0">
                <a:latin typeface="楷体_GB2312" pitchFamily="49" charset="-122"/>
                <a:ea typeface="楷体_GB2312" pitchFamily="49" charset="-122"/>
              </a:rPr>
              <a:t>3</a:t>
            </a:r>
            <a:r>
              <a:rPr kumimoji="1" lang="zh-CN" altLang="zh-CN" sz="2400" b="1" dirty="0">
                <a:latin typeface="楷体_GB2312" pitchFamily="49" charset="-122"/>
                <a:ea typeface="楷体_GB2312" pitchFamily="49" charset="-122"/>
              </a:rPr>
              <a:t>上所有支路的电导之和。</a:t>
            </a:r>
            <a:endParaRPr kumimoji="1" lang="zh-CN" altLang="en-US" sz="2400" b="1" dirty="0">
              <a:latin typeface="楷体_GB2312" pitchFamily="49" charset="-122"/>
              <a:ea typeface="楷体_GB2312" pitchFamily="49" charset="-122"/>
            </a:endParaRPr>
          </a:p>
        </p:txBody>
      </p:sp>
      <p:sp>
        <p:nvSpPr>
          <p:cNvPr id="1050582" name="Text Box 8"/>
          <p:cNvSpPr txBox="1">
            <a:spLocks noChangeArrowheads="1"/>
          </p:cNvSpPr>
          <p:nvPr/>
        </p:nvSpPr>
        <p:spPr bwMode="auto">
          <a:xfrm>
            <a:off x="1025208" y="4938731"/>
            <a:ext cx="8064500" cy="1513839"/>
          </a:xfrm>
          <a:prstGeom prst="rect">
            <a:avLst/>
          </a:prstGeom>
          <a:noFill/>
          <a:ln>
            <a:noFill/>
          </a:ln>
          <a:effectLst/>
        </p:spPr>
        <p:txBody>
          <a:bodyPr>
            <a:spAutoFit/>
          </a:bodyPr>
          <a:lstStyle>
            <a:lvl1pPr marL="2857500" indent="-2857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23</a:t>
            </a:r>
            <a:r>
              <a:rPr kumimoji="1" lang="en-US" altLang="zh-CN" sz="2400" b="1" dirty="0">
                <a:latin typeface="Times New Roman" panose="02020603050405020304" pitchFamily="18" charset="0"/>
                <a:ea typeface="楷体_GB2312" pitchFamily="49" charset="-122"/>
              </a:rPr>
              <a:t>= </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32</a:t>
            </a:r>
            <a:r>
              <a:rPr kumimoji="1" lang="en-US" altLang="zh-CN" sz="2400" b="1" dirty="0">
                <a:latin typeface="Times New Roman" panose="02020603050405020304" pitchFamily="18" charset="0"/>
                <a:ea typeface="楷体_GB2312" pitchFamily="49" charset="-122"/>
              </a:rPr>
              <a:t> =-</a:t>
            </a:r>
            <a:r>
              <a:rPr kumimoji="1" lang="en-US" altLang="zh-CN" sz="2400" b="1" i="1" dirty="0">
                <a:latin typeface="Times New Roman" panose="02020603050405020304" pitchFamily="18" charset="0"/>
                <a:ea typeface="楷体_GB2312" pitchFamily="49" charset="-122"/>
              </a:rPr>
              <a:t>G</a:t>
            </a:r>
            <a:r>
              <a:rPr kumimoji="1" lang="en-US" altLang="zh-CN" sz="2400" b="1" baseline="-25000" dirty="0">
                <a:latin typeface="Times New Roman" panose="02020603050405020304" pitchFamily="18" charset="0"/>
                <a:ea typeface="楷体_GB2312" pitchFamily="49" charset="-122"/>
              </a:rPr>
              <a:t>3</a:t>
            </a:r>
            <a:r>
              <a:rPr kumimoji="1" lang="en-US" altLang="zh-CN" sz="2400" b="1" dirty="0">
                <a:latin typeface="Times New Roman" panose="02020603050405020304" pitchFamily="18" charset="0"/>
                <a:ea typeface="楷体_GB2312" pitchFamily="49" charset="-122"/>
              </a:rPr>
              <a:t>       </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a:t>
            </a:r>
            <a:r>
              <a:rPr kumimoji="1" lang="en-US" altLang="zh-CN" sz="2400" b="1" dirty="0">
                <a:latin typeface="楷体_GB2312" pitchFamily="49" charset="-122"/>
                <a:ea typeface="楷体_GB2312" pitchFamily="49" charset="-122"/>
              </a:rPr>
              <a:t>2</a:t>
            </a:r>
            <a:r>
              <a:rPr kumimoji="1" lang="zh-CN" altLang="zh-CN" sz="2400" b="1" dirty="0">
                <a:latin typeface="楷体_GB2312" pitchFamily="49" charset="-122"/>
                <a:ea typeface="楷体_GB2312" pitchFamily="49" charset="-122"/>
              </a:rPr>
              <a:t>与</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a:t>
            </a:r>
            <a:r>
              <a:rPr kumimoji="1" lang="en-US" altLang="zh-CN" sz="2400" b="1" dirty="0">
                <a:latin typeface="楷体_GB2312" pitchFamily="49" charset="-122"/>
                <a:ea typeface="楷体_GB2312" pitchFamily="49" charset="-122"/>
              </a:rPr>
              <a:t>3</a:t>
            </a:r>
            <a:r>
              <a:rPr kumimoji="1" lang="zh-CN" altLang="zh-CN" sz="2400" b="1" dirty="0">
                <a:latin typeface="楷体_GB2312" pitchFamily="49" charset="-122"/>
                <a:ea typeface="楷体_GB2312" pitchFamily="49" charset="-122"/>
              </a:rPr>
              <a:t>之间的互电导，等于接在</a:t>
            </a:r>
            <a:r>
              <a:rPr kumimoji="1" lang="zh-CN" altLang="en-US" sz="2400" b="1" dirty="0">
                <a:latin typeface="楷体_GB2312" pitchFamily="49" charset="-122"/>
                <a:ea typeface="楷体_GB2312" pitchFamily="49" charset="-122"/>
              </a:rPr>
              <a:t>结</a:t>
            </a:r>
            <a:endParaRPr kumimoji="1" lang="zh-CN" altLang="en-US" sz="2400" b="1" dirty="0">
              <a:latin typeface="楷体_GB2312" pitchFamily="49" charset="-122"/>
              <a:ea typeface="楷体_GB2312" pitchFamily="49" charset="-122"/>
            </a:endParaRPr>
          </a:p>
          <a:p>
            <a:pPr algn="just" eaLnBrk="1" hangingPunct="1"/>
            <a:r>
              <a:rPr kumimoji="1" lang="zh-CN" altLang="en-US" sz="2400" b="1" dirty="0">
                <a:latin typeface="楷体_GB2312" pitchFamily="49" charset="-122"/>
                <a:ea typeface="楷体_GB2312" pitchFamily="49" charset="-122"/>
              </a:rPr>
              <a:t>               </a:t>
            </a:r>
            <a:r>
              <a:rPr kumimoji="1" lang="zh-CN" altLang="zh-CN" sz="2400" b="1" dirty="0">
                <a:latin typeface="楷体_GB2312" pitchFamily="49" charset="-122"/>
                <a:ea typeface="楷体_GB2312" pitchFamily="49" charset="-122"/>
              </a:rPr>
              <a:t>点1与</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点2之间的所有支路的电导之和，</a:t>
            </a:r>
            <a:endParaRPr kumimoji="1" lang="zh-CN" altLang="en-US" sz="2400" b="1" dirty="0">
              <a:latin typeface="楷体_GB2312" pitchFamily="49" charset="-122"/>
              <a:ea typeface="楷体_GB2312" pitchFamily="49" charset="-122"/>
            </a:endParaRPr>
          </a:p>
          <a:p>
            <a:pPr algn="just" eaLnBrk="1" hangingPunct="1"/>
            <a:r>
              <a:rPr kumimoji="1" lang="zh-CN" altLang="en-US" sz="2400" b="1" dirty="0">
                <a:latin typeface="楷体_GB2312" pitchFamily="49" charset="-122"/>
                <a:ea typeface="楷体_GB2312" pitchFamily="49" charset="-122"/>
              </a:rPr>
              <a:t>               为负值</a:t>
            </a:r>
            <a:r>
              <a:rPr kumimoji="1" lang="zh-CN" altLang="zh-CN" sz="2400" b="1" dirty="0">
                <a:latin typeface="楷体_GB2312" pitchFamily="49" charset="-122"/>
                <a:ea typeface="楷体_GB2312" pitchFamily="49" charset="-122"/>
              </a:rPr>
              <a:t>。</a:t>
            </a:r>
            <a:endParaRPr kumimoji="1" lang="zh-CN" altLang="en-US" sz="2400" b="1" dirty="0">
              <a:latin typeface="楷体_GB2312" pitchFamily="49" charset="-122"/>
              <a:ea typeface="楷体_GB2312"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146" name=""/>
        <p:cNvGrpSpPr/>
        <p:nvPr/>
      </p:nvGrpSpPr>
      <p:grpSpPr>
        <a:xfrm>
          <a:off x="0" y="0"/>
          <a:ext cx="0" cy="0"/>
          <a:chOff x="0" y="0"/>
          <a:chExt cx="0" cy="0"/>
        </a:xfrm>
      </p:grpSpPr>
      <p:sp>
        <p:nvSpPr>
          <p:cNvPr id="1050583" name="Text Box 2"/>
          <p:cNvSpPr txBox="1">
            <a:spLocks noChangeArrowheads="1"/>
          </p:cNvSpPr>
          <p:nvPr/>
        </p:nvSpPr>
        <p:spPr bwMode="auto">
          <a:xfrm>
            <a:off x="1907057" y="1446692"/>
            <a:ext cx="7993062" cy="521970"/>
          </a:xfrm>
          <a:prstGeom prst="rect">
            <a:avLst/>
          </a:prstGeom>
          <a:noFill/>
          <a:ln>
            <a:noFill/>
          </a:ln>
          <a:effectLst/>
        </p:spPr>
        <p:txBody>
          <a:bodyPr>
            <a:spAutoFit/>
          </a:bodyPr>
          <a:lstStyle>
            <a:lvl1pPr marL="2857500" indent="-2857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kumimoji="1" lang="en-US" altLang="zh-CN" sz="2800" b="1" i="1" dirty="0">
                <a:latin typeface="Times New Roman" panose="02020603050405020304" pitchFamily="18" charset="0"/>
                <a:ea typeface="楷体_GB2312" pitchFamily="49" charset="-122"/>
              </a:rPr>
              <a:t>i</a:t>
            </a:r>
            <a:r>
              <a:rPr kumimoji="1" lang="en-US" altLang="zh-CN" sz="2800" b="1" baseline="-25000" dirty="0">
                <a:latin typeface="Times New Roman" panose="02020603050405020304" pitchFamily="18" charset="0"/>
                <a:ea typeface="楷体_GB2312" pitchFamily="49" charset="-122"/>
              </a:rPr>
              <a:t>Sn2</a:t>
            </a:r>
            <a:r>
              <a:rPr kumimoji="1" lang="en-US" altLang="zh-CN" sz="2800" b="1" dirty="0">
                <a:latin typeface="Times New Roman" panose="02020603050405020304" pitchFamily="18" charset="0"/>
                <a:ea typeface="楷体_GB2312" pitchFamily="49" charset="-122"/>
              </a:rPr>
              <a:t>=-</a:t>
            </a:r>
            <a:r>
              <a:rPr kumimoji="1" lang="en-US" altLang="zh-CN" sz="2800" b="1" i="1" dirty="0">
                <a:latin typeface="Times New Roman" panose="02020603050405020304" pitchFamily="18" charset="0"/>
                <a:ea typeface="楷体_GB2312" pitchFamily="49" charset="-122"/>
              </a:rPr>
              <a:t>i</a:t>
            </a:r>
            <a:r>
              <a:rPr kumimoji="1" lang="en-US" altLang="zh-CN" sz="2800" b="1" baseline="-25000" dirty="0">
                <a:latin typeface="Times New Roman" panose="02020603050405020304" pitchFamily="18" charset="0"/>
                <a:ea typeface="楷体_GB2312" pitchFamily="49" charset="-122"/>
              </a:rPr>
              <a:t>S2</a:t>
            </a:r>
            <a:r>
              <a:rPr kumimoji="1" lang="zh-CN" altLang="en-US" sz="2800" b="1" dirty="0">
                <a:latin typeface="Times New Roman" panose="02020603050405020304" pitchFamily="18" charset="0"/>
                <a:ea typeface="楷体_GB2312" pitchFamily="49" charset="-122"/>
              </a:rPr>
              <a:t>＋</a:t>
            </a:r>
            <a:r>
              <a:rPr kumimoji="1" lang="en-US" altLang="zh-CN" sz="2800" b="1" i="1" dirty="0" err="1">
                <a:latin typeface="Times New Roman" panose="02020603050405020304" pitchFamily="18" charset="0"/>
                <a:ea typeface="楷体_GB2312" pitchFamily="49" charset="-122"/>
              </a:rPr>
              <a:t>u</a:t>
            </a:r>
            <a:r>
              <a:rPr kumimoji="1" lang="en-US" altLang="zh-CN" sz="2800" b="1" baseline="-25000" dirty="0" err="1">
                <a:latin typeface="Times New Roman" panose="02020603050405020304" pitchFamily="18" charset="0"/>
                <a:ea typeface="楷体_GB2312" pitchFamily="49" charset="-122"/>
              </a:rPr>
              <a:t>S</a:t>
            </a:r>
            <a:r>
              <a:rPr kumimoji="1" lang="en-US" altLang="zh-CN" sz="2800" b="1" dirty="0">
                <a:latin typeface="Times New Roman" panose="02020603050405020304" pitchFamily="18" charset="0"/>
                <a:ea typeface="楷体_GB2312" pitchFamily="49" charset="-122"/>
              </a:rPr>
              <a:t>/</a:t>
            </a:r>
            <a:r>
              <a:rPr kumimoji="1" lang="en-US" altLang="zh-CN" sz="2800" b="1" i="1" dirty="0">
                <a:latin typeface="Times New Roman" panose="02020603050405020304" pitchFamily="18" charset="0"/>
                <a:ea typeface="楷体_GB2312" pitchFamily="49" charset="-122"/>
              </a:rPr>
              <a:t>R</a:t>
            </a:r>
            <a:r>
              <a:rPr kumimoji="1" lang="en-US" altLang="zh-CN" sz="2800" b="1" baseline="-25000" dirty="0">
                <a:latin typeface="Times New Roman" panose="02020603050405020304" pitchFamily="18" charset="0"/>
                <a:ea typeface="楷体_GB2312" pitchFamily="49" charset="-122"/>
              </a:rPr>
              <a:t>5</a:t>
            </a:r>
            <a:r>
              <a:rPr kumimoji="1" lang="en-US" altLang="zh-CN" sz="2400" b="1" baseline="-25000" dirty="0">
                <a:latin typeface="楷体_GB2312" pitchFamily="49" charset="-122"/>
                <a:ea typeface="楷体_GB2312" pitchFamily="49" charset="-122"/>
              </a:rPr>
              <a:t>     </a:t>
            </a:r>
            <a:r>
              <a:rPr kumimoji="1" lang="zh-CN" altLang="zh-CN" sz="2400" b="1" dirty="0">
                <a:latin typeface="楷体_GB2312" pitchFamily="49" charset="-122"/>
                <a:ea typeface="楷体_GB2312" pitchFamily="49" charset="-122"/>
              </a:rPr>
              <a:t>流入</a:t>
            </a:r>
            <a:r>
              <a:rPr kumimoji="1" lang="zh-CN" altLang="en-US" sz="2400" b="1" dirty="0">
                <a:latin typeface="楷体_GB2312" pitchFamily="49" charset="-122"/>
                <a:ea typeface="楷体_GB2312" pitchFamily="49" charset="-122"/>
              </a:rPr>
              <a:t>结</a:t>
            </a:r>
            <a:r>
              <a:rPr kumimoji="1" lang="zh-CN" altLang="zh-CN" sz="2400" b="1" dirty="0">
                <a:latin typeface="楷体_GB2312" pitchFamily="49" charset="-122"/>
                <a:ea typeface="楷体_GB2312" pitchFamily="49" charset="-122"/>
              </a:rPr>
              <a:t>点2的电流源电流的代数和。</a:t>
            </a:r>
            <a:endParaRPr kumimoji="1" lang="zh-CN" altLang="en-US" sz="2400" b="1" dirty="0">
              <a:latin typeface="楷体_GB2312" pitchFamily="49" charset="-122"/>
              <a:ea typeface="楷体_GB2312" pitchFamily="49" charset="-122"/>
            </a:endParaRPr>
          </a:p>
        </p:txBody>
      </p:sp>
      <p:sp>
        <p:nvSpPr>
          <p:cNvPr id="1050584" name="Text Box 3"/>
          <p:cNvSpPr txBox="1">
            <a:spLocks noChangeArrowheads="1"/>
          </p:cNvSpPr>
          <p:nvPr/>
        </p:nvSpPr>
        <p:spPr bwMode="auto">
          <a:xfrm>
            <a:off x="1932623" y="855346"/>
            <a:ext cx="8064500"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zh-CN" sz="2800" b="1" i="1">
                <a:latin typeface="Times New Roman" panose="02020603050405020304" pitchFamily="18" charset="0"/>
                <a:ea typeface="楷体_GB2312" pitchFamily="49" charset="-122"/>
              </a:rPr>
              <a:t>i</a:t>
            </a:r>
            <a:r>
              <a:rPr lang="en-US" altLang="zh-CN" sz="2800" b="1" baseline="-25000">
                <a:latin typeface="Times New Roman" panose="02020603050405020304" pitchFamily="18" charset="0"/>
                <a:ea typeface="楷体_GB2312" pitchFamily="49" charset="-122"/>
              </a:rPr>
              <a:t>Sn1</a:t>
            </a:r>
            <a:r>
              <a:rPr lang="en-US" altLang="zh-CN" sz="2800" b="1">
                <a:latin typeface="Times New Roman" panose="02020603050405020304" pitchFamily="18" charset="0"/>
                <a:ea typeface="楷体_GB2312" pitchFamily="49" charset="-122"/>
              </a:rPr>
              <a:t>=</a:t>
            </a:r>
            <a:r>
              <a:rPr lang="en-US" altLang="zh-CN" sz="2800" b="1" i="1">
                <a:latin typeface="Times New Roman" panose="02020603050405020304" pitchFamily="18" charset="0"/>
                <a:ea typeface="楷体_GB2312" pitchFamily="49" charset="-122"/>
              </a:rPr>
              <a:t>i</a:t>
            </a:r>
            <a:r>
              <a:rPr lang="en-US" altLang="zh-CN" sz="2800" b="1" baseline="-25000">
                <a:latin typeface="Times New Roman" panose="02020603050405020304" pitchFamily="18" charset="0"/>
                <a:ea typeface="楷体_GB2312" pitchFamily="49" charset="-122"/>
              </a:rPr>
              <a:t>S1</a:t>
            </a:r>
            <a:r>
              <a:rPr lang="en-US" altLang="zh-CN" sz="2800" b="1">
                <a:latin typeface="Times New Roman" panose="02020603050405020304" pitchFamily="18" charset="0"/>
                <a:ea typeface="楷体_GB2312" pitchFamily="49" charset="-122"/>
              </a:rPr>
              <a:t>+</a:t>
            </a:r>
            <a:r>
              <a:rPr lang="en-US" altLang="zh-CN" sz="2800" b="1" i="1">
                <a:latin typeface="Times New Roman" panose="02020603050405020304" pitchFamily="18" charset="0"/>
                <a:ea typeface="楷体_GB2312" pitchFamily="49" charset="-122"/>
              </a:rPr>
              <a:t>i</a:t>
            </a:r>
            <a:r>
              <a:rPr lang="en-US" altLang="zh-CN" sz="2800" b="1" baseline="-25000">
                <a:latin typeface="Times New Roman" panose="02020603050405020304" pitchFamily="18" charset="0"/>
                <a:ea typeface="楷体_GB2312" pitchFamily="49" charset="-122"/>
              </a:rPr>
              <a:t>S2  </a:t>
            </a:r>
            <a:r>
              <a:rPr lang="en-US" altLang="zh-CN" sz="2800" b="1" baseline="-25000">
                <a:latin typeface="楷体_GB2312" pitchFamily="49" charset="-122"/>
                <a:ea typeface="楷体_GB2312" pitchFamily="49" charset="-122"/>
              </a:rPr>
              <a:t> </a:t>
            </a:r>
            <a:r>
              <a:rPr lang="en-US" altLang="zh-CN" sz="2400" b="1" baseline="-25000">
                <a:latin typeface="楷体_GB2312" pitchFamily="49" charset="-122"/>
                <a:ea typeface="楷体_GB2312" pitchFamily="49" charset="-122"/>
              </a:rPr>
              <a:t>    </a:t>
            </a:r>
            <a:r>
              <a:rPr lang="zh-CN" altLang="en-US" sz="2400" b="1">
                <a:latin typeface="楷体_GB2312" pitchFamily="49" charset="-122"/>
                <a:ea typeface="楷体_GB2312" pitchFamily="49" charset="-122"/>
              </a:rPr>
              <a:t>流入结点</a:t>
            </a:r>
            <a:r>
              <a:rPr lang="en-US" altLang="zh-CN" sz="2400" b="1">
                <a:latin typeface="楷体_GB2312" pitchFamily="49" charset="-122"/>
                <a:ea typeface="楷体_GB2312" pitchFamily="49" charset="-122"/>
              </a:rPr>
              <a:t>1</a:t>
            </a:r>
            <a:r>
              <a:rPr lang="zh-CN" altLang="en-US" sz="2400" b="1">
                <a:latin typeface="楷体_GB2312" pitchFamily="49" charset="-122"/>
                <a:ea typeface="楷体_GB2312" pitchFamily="49" charset="-122"/>
              </a:rPr>
              <a:t>的电流源电流的代数和。</a:t>
            </a:r>
            <a:endParaRPr lang="zh-CN" altLang="en-US" sz="2400" b="1">
              <a:ea typeface="楷体_GB2312" pitchFamily="49" charset="-122"/>
            </a:endParaRPr>
          </a:p>
        </p:txBody>
      </p:sp>
      <p:sp>
        <p:nvSpPr>
          <p:cNvPr id="1050585" name="Text Box 4"/>
          <p:cNvSpPr txBox="1">
            <a:spLocks noChangeArrowheads="1"/>
          </p:cNvSpPr>
          <p:nvPr/>
        </p:nvSpPr>
        <p:spPr bwMode="auto">
          <a:xfrm>
            <a:off x="4354981" y="2048352"/>
            <a:ext cx="5545138" cy="52197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dirty="0">
                <a:solidFill>
                  <a:schemeClr val="bg1"/>
                </a:solidFill>
                <a:latin typeface="楷体_GB2312" pitchFamily="49" charset="-122"/>
                <a:ea typeface="宋体" panose="02010600030101010101" pitchFamily="2" charset="-122"/>
              </a:rPr>
              <a:t>流入结点取正号，流出取负号。</a:t>
            </a:r>
            <a:endParaRPr lang="zh-CN" altLang="en-US" sz="2800" b="1" dirty="0">
              <a:solidFill>
                <a:schemeClr val="bg1"/>
              </a:solidFill>
              <a:ea typeface="宋体" panose="02010600030101010101" pitchFamily="2" charset="-122"/>
            </a:endParaRPr>
          </a:p>
        </p:txBody>
      </p:sp>
      <p:graphicFrame>
        <p:nvGraphicFramePr>
          <p:cNvPr id="4194392" name="Object 5"/>
          <p:cNvGraphicFramePr>
            <a:graphicFrameLocks noChangeAspect="1"/>
          </p:cNvGraphicFramePr>
          <p:nvPr/>
        </p:nvGraphicFramePr>
        <p:xfrm>
          <a:off x="2316798" y="4251008"/>
          <a:ext cx="1135062" cy="1017587"/>
        </p:xfrm>
        <a:graphic>
          <a:graphicData uri="http://schemas.openxmlformats.org/presentationml/2006/ole">
            <mc:AlternateContent xmlns:mc="http://schemas.openxmlformats.org/markup-compatibility/2006">
              <mc:Choice xmlns:v="urn:schemas-microsoft-com:vml" Requires="v">
                <p:oleObj spid="_x0000_s34009" name="Equation" showAsIcon="1" r:id="rId1" imgW="11582400" imgH="10363200" progId="Equation.DSMT4">
                  <p:embed/>
                </p:oleObj>
              </mc:Choice>
              <mc:Fallback>
                <p:oleObj name="Equation" showAsIcon="1" r:id="rId1" imgW="11582400" imgH="10363200" progId="Equation.DSMT4">
                  <p:embed/>
                  <p:pic>
                    <p:nvPicPr>
                      <p:cNvPr id="0" name="图片 34008"/>
                      <p:cNvPicPr>
                        <a:picLocks noChangeAspect="1" noChangeArrowheads="1"/>
                      </p:cNvPicPr>
                      <p:nvPr/>
                    </p:nvPicPr>
                    <p:blipFill>
                      <a:blip r:embed="rId2"/>
                      <a:srcRect/>
                      <a:stretch>
                        <a:fillRect/>
                      </a:stretch>
                    </p:blipFill>
                    <p:spPr bwMode="auto">
                      <a:xfrm>
                        <a:off x="2316798" y="4251008"/>
                        <a:ext cx="1135062" cy="1017587"/>
                      </a:xfrm>
                      <a:prstGeom prst="rect">
                        <a:avLst/>
                      </a:prstGeom>
                      <a:noFill/>
                      <a:ln>
                        <a:noFill/>
                      </a:ln>
                      <a:effectLst/>
                    </p:spPr>
                  </p:pic>
                </p:oleObj>
              </mc:Fallback>
            </mc:AlternateContent>
          </a:graphicData>
        </a:graphic>
      </p:graphicFrame>
      <p:graphicFrame>
        <p:nvGraphicFramePr>
          <p:cNvPr id="4194393" name="Object 6"/>
          <p:cNvGraphicFramePr>
            <a:graphicFrameLocks noChangeAspect="1"/>
          </p:cNvGraphicFramePr>
          <p:nvPr/>
        </p:nvGraphicFramePr>
        <p:xfrm>
          <a:off x="2313623" y="5530533"/>
          <a:ext cx="1166812" cy="1017587"/>
        </p:xfrm>
        <a:graphic>
          <a:graphicData uri="http://schemas.openxmlformats.org/presentationml/2006/ole">
            <mc:AlternateContent xmlns:mc="http://schemas.openxmlformats.org/markup-compatibility/2006">
              <mc:Choice xmlns:v="urn:schemas-microsoft-com:vml" Requires="v">
                <p:oleObj spid="_x0000_s34010" name="Equation" showAsIcon="1" r:id="rId3" imgW="11887200" imgH="10363200" progId="Equation.DSMT4">
                  <p:embed/>
                </p:oleObj>
              </mc:Choice>
              <mc:Fallback>
                <p:oleObj name="Equation" showAsIcon="1" r:id="rId3" imgW="11887200" imgH="10363200" progId="Equation.DSMT4">
                  <p:embed/>
                  <p:pic>
                    <p:nvPicPr>
                      <p:cNvPr id="0" name="图片 34009"/>
                      <p:cNvPicPr>
                        <a:picLocks noChangeAspect="1" noChangeArrowheads="1"/>
                      </p:cNvPicPr>
                      <p:nvPr/>
                    </p:nvPicPr>
                    <p:blipFill>
                      <a:blip r:embed="rId4"/>
                      <a:srcRect/>
                      <a:stretch>
                        <a:fillRect/>
                      </a:stretch>
                    </p:blipFill>
                    <p:spPr bwMode="auto">
                      <a:xfrm>
                        <a:off x="2313623" y="5530533"/>
                        <a:ext cx="1166812" cy="1017587"/>
                      </a:xfrm>
                      <a:prstGeom prst="rect">
                        <a:avLst/>
                      </a:prstGeom>
                      <a:noFill/>
                      <a:ln>
                        <a:noFill/>
                      </a:ln>
                      <a:effectLst/>
                    </p:spPr>
                  </p:pic>
                </p:oleObj>
              </mc:Fallback>
            </mc:AlternateContent>
          </a:graphicData>
        </a:graphic>
      </p:graphicFrame>
      <p:graphicFrame>
        <p:nvGraphicFramePr>
          <p:cNvPr id="4194394" name="Object 7"/>
          <p:cNvGraphicFramePr>
            <a:graphicFrameLocks noChangeAspect="1"/>
          </p:cNvGraphicFramePr>
          <p:nvPr/>
        </p:nvGraphicFramePr>
        <p:xfrm>
          <a:off x="7704773" y="4251008"/>
          <a:ext cx="1900237" cy="1017587"/>
        </p:xfrm>
        <a:graphic>
          <a:graphicData uri="http://schemas.openxmlformats.org/presentationml/2006/ole">
            <mc:AlternateContent xmlns:mc="http://schemas.openxmlformats.org/markup-compatibility/2006">
              <mc:Choice xmlns:v="urn:schemas-microsoft-com:vml" Requires="v">
                <p:oleObj spid="_x0000_s34011" name="Equation" showAsIcon="1" r:id="rId5" imgW="19507200" imgH="10363200" progId="Equation.DSMT4">
                  <p:embed/>
                </p:oleObj>
              </mc:Choice>
              <mc:Fallback>
                <p:oleObj name="Equation" showAsIcon="1" r:id="rId5" imgW="19507200" imgH="10363200" progId="Equation.DSMT4">
                  <p:embed/>
                  <p:pic>
                    <p:nvPicPr>
                      <p:cNvPr id="0" name="图片 34010"/>
                      <p:cNvPicPr>
                        <a:picLocks noChangeAspect="1" noChangeArrowheads="1"/>
                      </p:cNvPicPr>
                      <p:nvPr/>
                    </p:nvPicPr>
                    <p:blipFill>
                      <a:blip r:embed="rId6"/>
                      <a:srcRect/>
                      <a:stretch>
                        <a:fillRect/>
                      </a:stretch>
                    </p:blipFill>
                    <p:spPr bwMode="auto">
                      <a:xfrm>
                        <a:off x="7704773" y="4251008"/>
                        <a:ext cx="1900237" cy="1017587"/>
                      </a:xfrm>
                      <a:prstGeom prst="rect">
                        <a:avLst/>
                      </a:prstGeom>
                      <a:noFill/>
                      <a:ln>
                        <a:noFill/>
                      </a:ln>
                      <a:effectLst/>
                    </p:spPr>
                  </p:pic>
                </p:oleObj>
              </mc:Fallback>
            </mc:AlternateContent>
          </a:graphicData>
        </a:graphic>
      </p:graphicFrame>
      <p:graphicFrame>
        <p:nvGraphicFramePr>
          <p:cNvPr id="4194395" name="Object 8"/>
          <p:cNvGraphicFramePr>
            <a:graphicFrameLocks noChangeAspect="1"/>
          </p:cNvGraphicFramePr>
          <p:nvPr/>
        </p:nvGraphicFramePr>
        <p:xfrm>
          <a:off x="4680585" y="4255770"/>
          <a:ext cx="1890713" cy="1017588"/>
        </p:xfrm>
        <a:graphic>
          <a:graphicData uri="http://schemas.openxmlformats.org/presentationml/2006/ole">
            <mc:AlternateContent xmlns:mc="http://schemas.openxmlformats.org/markup-compatibility/2006">
              <mc:Choice xmlns:v="urn:schemas-microsoft-com:vml" Requires="v">
                <p:oleObj spid="_x0000_s34012" name="Equation" showAsIcon="1" r:id="rId7" imgW="19507200" imgH="10363200" progId="Equation.DSMT4">
                  <p:embed/>
                </p:oleObj>
              </mc:Choice>
              <mc:Fallback>
                <p:oleObj name="Equation" showAsIcon="1" r:id="rId7" imgW="19507200" imgH="10363200" progId="Equation.DSMT4">
                  <p:embed/>
                  <p:pic>
                    <p:nvPicPr>
                      <p:cNvPr id="0" name="图片 34011"/>
                      <p:cNvPicPr>
                        <a:picLocks noChangeAspect="1" noChangeArrowheads="1"/>
                      </p:cNvPicPr>
                      <p:nvPr/>
                    </p:nvPicPr>
                    <p:blipFill>
                      <a:blip r:embed="rId8"/>
                      <a:srcRect/>
                      <a:stretch>
                        <a:fillRect/>
                      </a:stretch>
                    </p:blipFill>
                    <p:spPr bwMode="auto">
                      <a:xfrm>
                        <a:off x="4680585" y="4255770"/>
                        <a:ext cx="1890713" cy="1017588"/>
                      </a:xfrm>
                      <a:prstGeom prst="rect">
                        <a:avLst/>
                      </a:prstGeom>
                      <a:noFill/>
                      <a:ln>
                        <a:noFill/>
                      </a:ln>
                      <a:effectLst/>
                    </p:spPr>
                  </p:pic>
                </p:oleObj>
              </mc:Fallback>
            </mc:AlternateContent>
          </a:graphicData>
        </a:graphic>
      </p:graphicFrame>
      <p:graphicFrame>
        <p:nvGraphicFramePr>
          <p:cNvPr id="4194396" name="Object 9"/>
          <p:cNvGraphicFramePr>
            <a:graphicFrameLocks noChangeAspect="1"/>
          </p:cNvGraphicFramePr>
          <p:nvPr/>
        </p:nvGraphicFramePr>
        <p:xfrm>
          <a:off x="4674235" y="5530533"/>
          <a:ext cx="1779588" cy="1017587"/>
        </p:xfrm>
        <a:graphic>
          <a:graphicData uri="http://schemas.openxmlformats.org/presentationml/2006/ole">
            <mc:AlternateContent xmlns:mc="http://schemas.openxmlformats.org/markup-compatibility/2006">
              <mc:Choice xmlns:v="urn:schemas-microsoft-com:vml" Requires="v">
                <p:oleObj spid="_x0000_s34013" name="Equation" showAsIcon="1" r:id="rId9" imgW="18288000" imgH="10363200" progId="Equation.DSMT4">
                  <p:embed/>
                </p:oleObj>
              </mc:Choice>
              <mc:Fallback>
                <p:oleObj name="Equation" showAsIcon="1" r:id="rId9" imgW="18288000" imgH="10363200" progId="Equation.DSMT4">
                  <p:embed/>
                  <p:pic>
                    <p:nvPicPr>
                      <p:cNvPr id="0" name="图片 34012"/>
                      <p:cNvPicPr>
                        <a:picLocks noChangeAspect="1" noChangeArrowheads="1"/>
                      </p:cNvPicPr>
                      <p:nvPr/>
                    </p:nvPicPr>
                    <p:blipFill>
                      <a:blip r:embed="rId10"/>
                      <a:srcRect/>
                      <a:stretch>
                        <a:fillRect/>
                      </a:stretch>
                    </p:blipFill>
                    <p:spPr bwMode="auto">
                      <a:xfrm>
                        <a:off x="4674235" y="5530533"/>
                        <a:ext cx="1779588" cy="1017587"/>
                      </a:xfrm>
                      <a:prstGeom prst="rect">
                        <a:avLst/>
                      </a:prstGeom>
                      <a:noFill/>
                      <a:ln>
                        <a:noFill/>
                      </a:ln>
                      <a:effectLst/>
                    </p:spPr>
                  </p:pic>
                </p:oleObj>
              </mc:Fallback>
            </mc:AlternateContent>
          </a:graphicData>
        </a:graphic>
      </p:graphicFrame>
      <p:sp>
        <p:nvSpPr>
          <p:cNvPr id="1050586" name="Text Box 10"/>
          <p:cNvSpPr txBox="1">
            <a:spLocks noChangeArrowheads="1"/>
          </p:cNvSpPr>
          <p:nvPr/>
        </p:nvSpPr>
        <p:spPr bwMode="auto">
          <a:xfrm>
            <a:off x="1755617" y="3006600"/>
            <a:ext cx="7867650" cy="944881"/>
          </a:xfrm>
          <a:prstGeom prst="rect">
            <a:avLst/>
          </a:prstGeom>
          <a:noFill/>
          <a:ln>
            <a:noFill/>
          </a:ln>
          <a:effectLst/>
        </p:spPr>
        <p:txBody>
          <a:bodyPr>
            <a:spAutoFit/>
          </a:bodyPr>
          <a:lstStyle>
            <a:lvl1pPr indent="5715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zh-CN" altLang="en-US" sz="2400" b="1" dirty="0">
                <a:latin typeface="Times New Roman" panose="02020603050405020304" pitchFamily="18" charset="0"/>
                <a:ea typeface="仿宋_GB2312" pitchFamily="49" charset="-122"/>
              </a:rPr>
              <a:t>由结点电压方程求得各结点电压后即可求得各支路电压，各支路电流可用结点电压表示：</a:t>
            </a:r>
            <a:endParaRPr kumimoji="1" lang="zh-CN" altLang="en-US" sz="2400" b="1" dirty="0">
              <a:latin typeface="Times New Roman" panose="02020603050405020304" pitchFamily="18" charset="0"/>
              <a:ea typeface="仿宋_GB2312" pitchFamily="49" charset="-122"/>
            </a:endParaRPr>
          </a:p>
        </p:txBody>
      </p:sp>
    </p:spTree>
  </p:cSld>
  <p:clrMapOvr>
    <a:masterClrMapping/>
  </p:clrMapOvr>
  <p:timing>
    <p:tnLst>
      <p:par>
        <p:cTn id="1" dur="indefinite" restart="never" nodeType="tmRoot"/>
      </p:par>
    </p:tnLst>
    <p:bldLst>
      <p:bldP spid="1050586" grpId="0" bldLvl="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147" name=""/>
        <p:cNvGrpSpPr/>
        <p:nvPr/>
      </p:nvGrpSpPr>
      <p:grpSpPr>
        <a:xfrm>
          <a:off x="0" y="0"/>
          <a:ext cx="0" cy="0"/>
          <a:chOff x="0" y="0"/>
          <a:chExt cx="0" cy="0"/>
        </a:xfrm>
      </p:grpSpPr>
      <p:sp>
        <p:nvSpPr>
          <p:cNvPr id="1050587" name="Text Box 2"/>
          <p:cNvSpPr txBox="1">
            <a:spLocks noChangeArrowheads="1"/>
          </p:cNvSpPr>
          <p:nvPr/>
        </p:nvSpPr>
        <p:spPr bwMode="auto">
          <a:xfrm>
            <a:off x="621984" y="944690"/>
            <a:ext cx="576262" cy="151384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solidFill>
                  <a:srgbClr val="FFFF00"/>
                </a:solidFill>
                <a:latin typeface="Times New Roman" panose="02020603050405020304" pitchFamily="18" charset="0"/>
                <a:ea typeface="宋体" panose="02010600030101010101" pitchFamily="2" charset="-122"/>
              </a:rPr>
              <a:t>一般情况</a:t>
            </a:r>
            <a:endParaRPr kumimoji="1" lang="zh-CN" altLang="en-US" sz="2400" b="1" dirty="0">
              <a:solidFill>
                <a:srgbClr val="FFFF00"/>
              </a:solidFill>
              <a:latin typeface="Times New Roman" panose="02020603050405020304" pitchFamily="18" charset="0"/>
              <a:ea typeface="宋体" panose="02010600030101010101" pitchFamily="2" charset="-122"/>
            </a:endParaRPr>
          </a:p>
        </p:txBody>
      </p:sp>
      <p:grpSp>
        <p:nvGrpSpPr>
          <p:cNvPr id="1148" name="Group 3"/>
          <p:cNvGrpSpPr/>
          <p:nvPr/>
        </p:nvGrpSpPr>
        <p:grpSpPr bwMode="auto">
          <a:xfrm>
            <a:off x="1703070" y="828675"/>
            <a:ext cx="6342063" cy="2219325"/>
            <a:chOff x="960" y="330"/>
            <a:chExt cx="3995" cy="1398"/>
          </a:xfrm>
        </p:grpSpPr>
        <p:sp>
          <p:nvSpPr>
            <p:cNvPr id="1050588" name="Text Box 4"/>
            <p:cNvSpPr txBox="1">
              <a:spLocks noChangeArrowheads="1"/>
            </p:cNvSpPr>
            <p:nvPr/>
          </p:nvSpPr>
          <p:spPr bwMode="auto">
            <a:xfrm>
              <a:off x="1104" y="330"/>
              <a:ext cx="3317" cy="32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11</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12</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n2</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1,n</a:t>
              </a:r>
              <a:r>
                <a:rPr kumimoji="1" lang="en-US" altLang="zh-CN" sz="2800" b="1" baseline="-25000">
                  <a:solidFill>
                    <a:schemeClr val="tx2"/>
                  </a:solidFill>
                  <a:latin typeface="宋体" panose="02010600030101010101" pitchFamily="2" charset="-122"/>
                  <a:ea typeface="宋体" panose="02010600030101010101" pitchFamily="2" charset="-122"/>
                </a:rPr>
                <a:t>-</a:t>
              </a:r>
              <a:r>
                <a:rPr kumimoji="1" lang="en-US" altLang="zh-CN" sz="2800" b="1" baseline="-25000">
                  <a:solidFill>
                    <a:schemeClr val="tx2"/>
                  </a:solidFill>
                  <a:latin typeface="Times New Roman" panose="02020603050405020304" pitchFamily="18" charset="0"/>
                  <a:ea typeface="宋体" panose="02010600030101010101" pitchFamily="2" charset="-122"/>
                </a:rPr>
                <a:t>1</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a:t>
              </a:r>
              <a:r>
                <a:rPr kumimoji="1" lang="en-US" altLang="zh-CN" sz="2800" b="1" i="1" baseline="-25000">
                  <a:solidFill>
                    <a:schemeClr val="tx2"/>
                  </a:solidFill>
                  <a:latin typeface="Times New Roman" panose="02020603050405020304" pitchFamily="18" charset="0"/>
                  <a:ea typeface="宋体" panose="02010600030101010101" pitchFamily="2" charset="-122"/>
                </a:rPr>
                <a:t>n</a:t>
              </a:r>
              <a:r>
                <a:rPr kumimoji="1" lang="en-US" altLang="zh-CN" sz="2800" b="1" baseline="-25000">
                  <a:solidFill>
                    <a:schemeClr val="tx2"/>
                  </a:solidFill>
                  <a:latin typeface="宋体" panose="02010600030101010101" pitchFamily="2" charset="-122"/>
                  <a:ea typeface="宋体" panose="02010600030101010101" pitchFamily="2" charset="-122"/>
                </a:rPr>
                <a:t>-</a:t>
              </a:r>
              <a:r>
                <a:rPr kumimoji="1" lang="en-US" altLang="zh-CN" sz="2800" b="1" baseline="-25000">
                  <a:solidFill>
                    <a:schemeClr val="tx2"/>
                  </a:solidFill>
                  <a:latin typeface="Times New Roman" panose="02020603050405020304" pitchFamily="18" charset="0"/>
                  <a:ea typeface="宋体" panose="02010600030101010101" pitchFamily="2" charset="-122"/>
                </a:rPr>
                <a:t>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Sn1</a:t>
              </a:r>
              <a:endParaRPr kumimoji="1" lang="en-US" altLang="zh-CN" sz="2800" b="1" i="1">
                <a:solidFill>
                  <a:schemeClr val="tx2"/>
                </a:solidFill>
                <a:latin typeface="Times New Roman" panose="02020603050405020304" pitchFamily="18" charset="0"/>
                <a:ea typeface="宋体" panose="02010600030101010101" pitchFamily="2" charset="-122"/>
              </a:endParaRPr>
            </a:p>
          </p:txBody>
        </p:sp>
        <p:sp>
          <p:nvSpPr>
            <p:cNvPr id="1050589" name="Text Box 5"/>
            <p:cNvSpPr txBox="1">
              <a:spLocks noChangeArrowheads="1"/>
            </p:cNvSpPr>
            <p:nvPr/>
          </p:nvSpPr>
          <p:spPr bwMode="auto">
            <a:xfrm>
              <a:off x="1114" y="688"/>
              <a:ext cx="3308" cy="327"/>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21</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22</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n2</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G</a:t>
              </a:r>
              <a:r>
                <a:rPr kumimoji="1" lang="en-US" altLang="zh-CN" sz="2800" b="1" baseline="-25000">
                  <a:solidFill>
                    <a:schemeClr val="tx2"/>
                  </a:solidFill>
                  <a:latin typeface="Times New Roman" panose="02020603050405020304" pitchFamily="18" charset="0"/>
                  <a:ea typeface="宋体" panose="02010600030101010101" pitchFamily="2" charset="-122"/>
                </a:rPr>
                <a:t>2,</a:t>
              </a:r>
              <a:r>
                <a:rPr kumimoji="1" lang="en-US" altLang="zh-CN" sz="2800" b="1" i="1" baseline="-25000">
                  <a:solidFill>
                    <a:schemeClr val="tx2"/>
                  </a:solidFill>
                  <a:latin typeface="Times New Roman" panose="02020603050405020304" pitchFamily="18" charset="0"/>
                  <a:ea typeface="宋体" panose="02010600030101010101" pitchFamily="2" charset="-122"/>
                </a:rPr>
                <a:t>n</a:t>
              </a:r>
              <a:r>
                <a:rPr kumimoji="1" lang="en-US" altLang="zh-CN" sz="2800" b="1" baseline="-25000">
                  <a:solidFill>
                    <a:schemeClr val="tx2"/>
                  </a:solidFill>
                  <a:latin typeface="Times New Roman" panose="02020603050405020304" pitchFamily="18" charset="0"/>
                  <a:ea typeface="宋体" panose="02010600030101010101" pitchFamily="2" charset="-122"/>
                </a:rPr>
                <a:t>-1</a:t>
              </a:r>
              <a:r>
                <a:rPr kumimoji="1" lang="en-US" altLang="zh-CN" sz="2800" b="1" i="1">
                  <a:solidFill>
                    <a:schemeClr val="tx2"/>
                  </a:solidFill>
                  <a:latin typeface="Times New Roman" panose="02020603050405020304" pitchFamily="18" charset="0"/>
                  <a:ea typeface="宋体" panose="02010600030101010101" pitchFamily="2" charset="-122"/>
                </a:rPr>
                <a:t>u</a:t>
              </a:r>
              <a:r>
                <a:rPr kumimoji="1" lang="en-US" altLang="zh-CN" sz="2800" b="1" baseline="-25000">
                  <a:solidFill>
                    <a:schemeClr val="tx2"/>
                  </a:solidFill>
                  <a:latin typeface="Times New Roman" panose="02020603050405020304" pitchFamily="18" charset="0"/>
                  <a:ea typeface="宋体" panose="02010600030101010101" pitchFamily="2" charset="-122"/>
                </a:rPr>
                <a:t>n,</a:t>
              </a:r>
              <a:r>
                <a:rPr kumimoji="1" lang="en-US" altLang="zh-CN" sz="2800" b="1" i="1" baseline="-25000">
                  <a:solidFill>
                    <a:schemeClr val="tx2"/>
                  </a:solidFill>
                  <a:latin typeface="Times New Roman" panose="02020603050405020304" pitchFamily="18" charset="0"/>
                  <a:ea typeface="宋体" panose="02010600030101010101" pitchFamily="2" charset="-122"/>
                </a:rPr>
                <a:t>n</a:t>
              </a:r>
              <a:r>
                <a:rPr kumimoji="1" lang="en-US" altLang="zh-CN" sz="2800" b="1" baseline="-25000">
                  <a:solidFill>
                    <a:schemeClr val="tx2"/>
                  </a:solidFill>
                  <a:latin typeface="Times New Roman" panose="02020603050405020304" pitchFamily="18" charset="0"/>
                  <a:ea typeface="宋体" panose="02010600030101010101" pitchFamily="2" charset="-122"/>
                </a:rPr>
                <a:t>-1</a:t>
              </a:r>
              <a:r>
                <a:rPr kumimoji="1" lang="en-US" altLang="zh-CN" sz="2800" b="1">
                  <a:solidFill>
                    <a:schemeClr val="tx2"/>
                  </a:solidFill>
                  <a:latin typeface="Times New Roman" panose="02020603050405020304" pitchFamily="18" charset="0"/>
                  <a:ea typeface="宋体" panose="02010600030101010101" pitchFamily="2" charset="-122"/>
                </a:rPr>
                <a:t>=</a:t>
              </a:r>
              <a:r>
                <a:rPr kumimoji="1" lang="en-US" altLang="zh-CN" sz="2800" b="1" i="1">
                  <a:solidFill>
                    <a:schemeClr val="tx2"/>
                  </a:solidFill>
                  <a:latin typeface="Times New Roman" panose="02020603050405020304" pitchFamily="18" charset="0"/>
                  <a:ea typeface="宋体" panose="02010600030101010101" pitchFamily="2" charset="-122"/>
                </a:rPr>
                <a:t>i</a:t>
              </a:r>
              <a:r>
                <a:rPr kumimoji="1" lang="en-US" altLang="zh-CN" sz="2800" b="1" baseline="-25000">
                  <a:solidFill>
                    <a:schemeClr val="tx2"/>
                  </a:solidFill>
                  <a:latin typeface="Times New Roman" panose="02020603050405020304" pitchFamily="18" charset="0"/>
                  <a:ea typeface="宋体" panose="02010600030101010101" pitchFamily="2" charset="-122"/>
                </a:rPr>
                <a:t>Sn2</a:t>
              </a:r>
              <a:endParaRPr kumimoji="1" lang="en-US" altLang="zh-CN" sz="2800" b="1" i="1">
                <a:solidFill>
                  <a:schemeClr val="tx2"/>
                </a:solidFill>
                <a:latin typeface="Times New Roman" panose="02020603050405020304" pitchFamily="18" charset="0"/>
                <a:ea typeface="宋体" panose="02010600030101010101" pitchFamily="2" charset="-122"/>
              </a:endParaRPr>
            </a:p>
          </p:txBody>
        </p:sp>
        <p:sp>
          <p:nvSpPr>
            <p:cNvPr id="1050590" name="Text Box 6"/>
            <p:cNvSpPr txBox="1">
              <a:spLocks noChangeArrowheads="1"/>
            </p:cNvSpPr>
            <p:nvPr/>
          </p:nvSpPr>
          <p:spPr bwMode="auto">
            <a:xfrm>
              <a:off x="1286" y="1060"/>
              <a:ext cx="1204" cy="32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800" b="1">
                  <a:solidFill>
                    <a:schemeClr val="tx2"/>
                  </a:solidFill>
                  <a:latin typeface="Times New Roman" panose="02020603050405020304" pitchFamily="18" charset="0"/>
                  <a:ea typeface="宋体" panose="02010600030101010101" pitchFamily="2" charset="-122"/>
                  <a:sym typeface="MT Extra" panose="05050102010205020202" pitchFamily="18" charset="2"/>
                </a:rPr>
                <a:t>   </a:t>
              </a:r>
              <a:endParaRPr kumimoji="1" lang="zh-CN" altLang="en-US" sz="2800" b="1">
                <a:solidFill>
                  <a:schemeClr val="tx2"/>
                </a:solidFill>
                <a:latin typeface="Times New Roman" panose="02020603050405020304" pitchFamily="18" charset="0"/>
                <a:ea typeface="宋体" panose="02010600030101010101" pitchFamily="2" charset="-122"/>
                <a:sym typeface="MT Extra" panose="05050102010205020202" pitchFamily="18" charset="2"/>
              </a:endParaRPr>
            </a:p>
          </p:txBody>
        </p:sp>
        <p:sp>
          <p:nvSpPr>
            <p:cNvPr id="1050591" name="Text Box 7"/>
            <p:cNvSpPr txBox="1">
              <a:spLocks noChangeArrowheads="1"/>
            </p:cNvSpPr>
            <p:nvPr/>
          </p:nvSpPr>
          <p:spPr bwMode="auto">
            <a:xfrm>
              <a:off x="1114" y="1323"/>
              <a:ext cx="3841" cy="322"/>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i="1" baseline="-25000" dirty="0">
                  <a:solidFill>
                    <a:schemeClr val="tx2"/>
                  </a:solidFill>
                  <a:latin typeface="Times New Roman" panose="02020603050405020304" pitchFamily="18" charset="0"/>
                  <a:ea typeface="宋体" panose="02010600030101010101" pitchFamily="2" charset="-122"/>
                </a:rPr>
                <a:t>n</a:t>
              </a:r>
              <a:r>
                <a:rPr kumimoji="1" lang="en-US" altLang="zh-CN" sz="2800" b="1" baseline="-25000" dirty="0">
                  <a:solidFill>
                    <a:schemeClr val="tx2"/>
                  </a:solidFill>
                  <a:latin typeface="宋体" panose="02010600030101010101" pitchFamily="2" charset="-122"/>
                  <a:ea typeface="宋体" panose="02010600030101010101" pitchFamily="2" charset="-122"/>
                </a:rPr>
                <a:t>-</a:t>
              </a:r>
              <a:r>
                <a:rPr kumimoji="1" lang="en-US" altLang="zh-CN" sz="2800" b="1" baseline="-25000" dirty="0">
                  <a:solidFill>
                    <a:schemeClr val="tx2"/>
                  </a:solidFill>
                  <a:latin typeface="Times New Roman" panose="02020603050405020304" pitchFamily="18" charset="0"/>
                  <a:ea typeface="宋体" panose="02010600030101010101" pitchFamily="2" charset="-122"/>
                </a:rPr>
                <a:t>1,1</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n1</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i="1" baseline="-25000" dirty="0">
                  <a:solidFill>
                    <a:schemeClr val="tx2"/>
                  </a:solidFill>
                  <a:latin typeface="Times New Roman" panose="02020603050405020304" pitchFamily="18" charset="0"/>
                  <a:ea typeface="宋体" panose="02010600030101010101" pitchFamily="2" charset="-122"/>
                </a:rPr>
                <a:t>n</a:t>
              </a:r>
              <a:r>
                <a:rPr kumimoji="1" lang="en-US" altLang="zh-CN" sz="2800" b="1" baseline="-25000" dirty="0">
                  <a:solidFill>
                    <a:schemeClr val="tx2"/>
                  </a:solidFill>
                  <a:latin typeface="宋体" panose="02010600030101010101" pitchFamily="2" charset="-122"/>
                  <a:ea typeface="宋体" panose="02010600030101010101" pitchFamily="2" charset="-122"/>
                </a:rPr>
                <a:t>-</a:t>
              </a:r>
              <a:r>
                <a:rPr kumimoji="1" lang="en-US" altLang="zh-CN" sz="2800" b="1" baseline="-25000" dirty="0">
                  <a:solidFill>
                    <a:schemeClr val="tx2"/>
                  </a:solidFill>
                  <a:latin typeface="Times New Roman" panose="02020603050405020304" pitchFamily="18" charset="0"/>
                  <a:ea typeface="宋体" panose="02010600030101010101" pitchFamily="2" charset="-122"/>
                </a:rPr>
                <a:t>1,2</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n2</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G</a:t>
              </a:r>
              <a:r>
                <a:rPr kumimoji="1" lang="en-US" altLang="zh-CN" sz="2800" b="1" i="1" baseline="-25000" dirty="0">
                  <a:solidFill>
                    <a:schemeClr val="tx2"/>
                  </a:solidFill>
                  <a:latin typeface="Times New Roman" panose="02020603050405020304" pitchFamily="18" charset="0"/>
                  <a:ea typeface="宋体" panose="02010600030101010101" pitchFamily="2" charset="-122"/>
                </a:rPr>
                <a:t>n</a:t>
              </a:r>
              <a:r>
                <a:rPr kumimoji="1" lang="en-US" altLang="zh-CN" sz="2800" b="1" baseline="-25000" dirty="0">
                  <a:solidFill>
                    <a:schemeClr val="tx2"/>
                  </a:solidFill>
                  <a:latin typeface="Times New Roman" panose="02020603050405020304" pitchFamily="18" charset="0"/>
                  <a:ea typeface="宋体" panose="02010600030101010101" pitchFamily="2" charset="-122"/>
                </a:rPr>
                <a:t>-1,n</a:t>
              </a:r>
              <a:r>
                <a:rPr kumimoji="1" lang="en-US" altLang="zh-CN" sz="2800" b="1" i="1" dirty="0">
                  <a:solidFill>
                    <a:schemeClr val="tx2"/>
                  </a:solidFill>
                  <a:latin typeface="Times New Roman" panose="02020603050405020304" pitchFamily="18" charset="0"/>
                  <a:ea typeface="宋体" panose="02010600030101010101" pitchFamily="2" charset="-122"/>
                </a:rPr>
                <a:t>u</a:t>
              </a:r>
              <a:r>
                <a:rPr kumimoji="1" lang="en-US" altLang="zh-CN" sz="2800" b="1" baseline="-25000" dirty="0">
                  <a:solidFill>
                    <a:schemeClr val="tx2"/>
                  </a:solidFill>
                  <a:latin typeface="Times New Roman" panose="02020603050405020304" pitchFamily="18" charset="0"/>
                  <a:ea typeface="宋体" panose="02010600030101010101" pitchFamily="2" charset="-122"/>
                </a:rPr>
                <a:t>n,</a:t>
              </a:r>
              <a:r>
                <a:rPr kumimoji="1" lang="en-US" altLang="zh-CN" sz="2800" b="1" i="1" baseline="-25000" dirty="0">
                  <a:solidFill>
                    <a:schemeClr val="tx2"/>
                  </a:solidFill>
                  <a:latin typeface="Times New Roman" panose="02020603050405020304" pitchFamily="18" charset="0"/>
                  <a:ea typeface="宋体" panose="02010600030101010101" pitchFamily="2" charset="-122"/>
                </a:rPr>
                <a:t>n</a:t>
              </a:r>
              <a:r>
                <a:rPr kumimoji="1" lang="en-US" altLang="zh-CN" sz="2800" b="1" baseline="-25000" dirty="0">
                  <a:solidFill>
                    <a:schemeClr val="tx2"/>
                  </a:solidFill>
                  <a:latin typeface="宋体" panose="02010600030101010101" pitchFamily="2" charset="-122"/>
                  <a:ea typeface="宋体" panose="02010600030101010101" pitchFamily="2" charset="-122"/>
                </a:rPr>
                <a:t>-</a:t>
              </a:r>
              <a:r>
                <a:rPr kumimoji="1" lang="en-US" altLang="zh-CN" sz="2800" b="1" baseline="-25000" dirty="0">
                  <a:solidFill>
                    <a:schemeClr val="tx2"/>
                  </a:solidFill>
                  <a:latin typeface="Times New Roman" panose="02020603050405020304" pitchFamily="18" charset="0"/>
                  <a:ea typeface="宋体" panose="02010600030101010101" pitchFamily="2" charset="-122"/>
                </a:rPr>
                <a:t>1</a:t>
              </a:r>
              <a:r>
                <a:rPr kumimoji="1" lang="en-US" altLang="zh-CN" sz="2800" b="1" dirty="0">
                  <a:solidFill>
                    <a:schemeClr val="tx2"/>
                  </a:solidFill>
                  <a:latin typeface="Times New Roman" panose="02020603050405020304" pitchFamily="18" charset="0"/>
                  <a:ea typeface="宋体" panose="02010600030101010101" pitchFamily="2" charset="-122"/>
                </a:rPr>
                <a:t>=</a:t>
              </a:r>
              <a:r>
                <a:rPr kumimoji="1" lang="en-US" altLang="zh-CN" sz="2800" b="1" i="1" dirty="0">
                  <a:solidFill>
                    <a:schemeClr val="tx2"/>
                  </a:solidFill>
                  <a:latin typeface="Times New Roman" panose="02020603050405020304" pitchFamily="18" charset="0"/>
                  <a:ea typeface="宋体" panose="02010600030101010101" pitchFamily="2" charset="-122"/>
                </a:rPr>
                <a:t>i</a:t>
              </a:r>
              <a:r>
                <a:rPr kumimoji="1" lang="en-US" altLang="zh-CN" sz="2800" b="1" baseline="-25000" dirty="0">
                  <a:solidFill>
                    <a:schemeClr val="tx2"/>
                  </a:solidFill>
                  <a:latin typeface="Times New Roman" panose="02020603050405020304" pitchFamily="18" charset="0"/>
                  <a:ea typeface="宋体" panose="02010600030101010101" pitchFamily="2" charset="-122"/>
                </a:rPr>
                <a:t>Sn,</a:t>
              </a:r>
              <a:r>
                <a:rPr kumimoji="1" lang="en-US" altLang="zh-CN" sz="2800" b="1" i="1" baseline="-25000" dirty="0">
                  <a:solidFill>
                    <a:schemeClr val="tx2"/>
                  </a:solidFill>
                  <a:latin typeface="Times New Roman" panose="02020603050405020304" pitchFamily="18" charset="0"/>
                  <a:ea typeface="宋体" panose="02010600030101010101" pitchFamily="2" charset="-122"/>
                </a:rPr>
                <a:t>n</a:t>
              </a:r>
              <a:r>
                <a:rPr kumimoji="1" lang="en-US" altLang="zh-CN" sz="2800" b="1" baseline="-25000" dirty="0">
                  <a:solidFill>
                    <a:schemeClr val="tx2"/>
                  </a:solidFill>
                  <a:latin typeface="宋体" panose="02010600030101010101" pitchFamily="2" charset="-122"/>
                  <a:ea typeface="宋体" panose="02010600030101010101" pitchFamily="2" charset="-122"/>
                </a:rPr>
                <a:t>-</a:t>
              </a:r>
              <a:r>
                <a:rPr kumimoji="1" lang="en-US" altLang="zh-CN" sz="2800" b="1" baseline="-25000" dirty="0">
                  <a:solidFill>
                    <a:schemeClr val="tx2"/>
                  </a:solidFill>
                  <a:latin typeface="Times New Roman" panose="02020603050405020304" pitchFamily="18" charset="0"/>
                  <a:ea typeface="宋体" panose="02010600030101010101" pitchFamily="2" charset="-122"/>
                </a:rPr>
                <a:t>1</a:t>
              </a:r>
              <a:endParaRPr kumimoji="1" lang="en-US" altLang="zh-CN" sz="2800" b="1" i="1" dirty="0">
                <a:solidFill>
                  <a:schemeClr val="tx2"/>
                </a:solidFill>
                <a:latin typeface="Times New Roman" panose="02020603050405020304" pitchFamily="18" charset="0"/>
                <a:ea typeface="宋体" panose="02010600030101010101" pitchFamily="2" charset="-122"/>
              </a:endParaRPr>
            </a:p>
          </p:txBody>
        </p:sp>
        <p:sp>
          <p:nvSpPr>
            <p:cNvPr id="1050592" name="AutoShape 8"/>
            <p:cNvSpPr/>
            <p:nvPr/>
          </p:nvSpPr>
          <p:spPr bwMode="auto">
            <a:xfrm>
              <a:off x="960" y="480"/>
              <a:ext cx="144" cy="1248"/>
            </a:xfrm>
            <a:prstGeom prst="leftBrace">
              <a:avLst>
                <a:gd name="adj1" fmla="val 72222"/>
                <a:gd name="adj2" fmla="val 50000"/>
              </a:avLst>
            </a:prstGeom>
            <a:noFill/>
            <a:ln w="38100">
              <a:solidFill>
                <a:schemeClr val="bg1"/>
              </a:solidFill>
              <a:round/>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1050593" name="Text Box 9"/>
          <p:cNvSpPr txBox="1">
            <a:spLocks noChangeArrowheads="1"/>
          </p:cNvSpPr>
          <p:nvPr/>
        </p:nvSpPr>
        <p:spPr bwMode="auto">
          <a:xfrm>
            <a:off x="2356485" y="3019744"/>
            <a:ext cx="795020" cy="460375"/>
          </a:xfrm>
          <a:prstGeom prst="rect">
            <a:avLst/>
          </a:prstGeom>
          <a:noFill/>
          <a:ln>
            <a:noFill/>
          </a:ln>
          <a:effec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zh-CN" altLang="en-US" sz="2400" b="1" dirty="0">
                <a:latin typeface="Times New Roman" panose="02020603050405020304" pitchFamily="18" charset="0"/>
                <a:ea typeface="宋体" panose="02010600030101010101" pitchFamily="2" charset="-122"/>
              </a:rPr>
              <a:t>其中</a:t>
            </a:r>
            <a:endParaRPr kumimoji="1" lang="zh-CN" altLang="en-US" sz="2400" b="1" dirty="0">
              <a:latin typeface="Times New Roman" panose="02020603050405020304" pitchFamily="18" charset="0"/>
              <a:ea typeface="宋体" panose="02010600030101010101" pitchFamily="2" charset="-122"/>
            </a:endParaRPr>
          </a:p>
        </p:txBody>
      </p:sp>
      <p:sp>
        <p:nvSpPr>
          <p:cNvPr id="1050594" name="Text Box 10"/>
          <p:cNvSpPr txBox="1">
            <a:spLocks noChangeArrowheads="1"/>
          </p:cNvSpPr>
          <p:nvPr/>
        </p:nvSpPr>
        <p:spPr bwMode="auto">
          <a:xfrm>
            <a:off x="3397885" y="2916556"/>
            <a:ext cx="7343775" cy="944881"/>
          </a:xfrm>
          <a:prstGeom prst="rect">
            <a:avLst/>
          </a:prstGeom>
          <a:noFill/>
          <a:ln>
            <a:noFill/>
          </a:ln>
          <a:effectLst/>
        </p:spPr>
        <p:txBody>
          <a:bodyPr>
            <a:spAutoFit/>
          </a:bodyPr>
          <a:lstStyle>
            <a:lvl1pPr marL="762000" indent="-762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pPr>
            <a:r>
              <a:rPr kumimoji="1" lang="en-US" altLang="zh-CN" sz="2400" b="1" i="1" dirty="0" err="1">
                <a:latin typeface="Times New Roman" panose="02020603050405020304" pitchFamily="18" charset="0"/>
                <a:ea typeface="仿宋_GB2312" pitchFamily="49" charset="-122"/>
              </a:rPr>
              <a:t>G</a:t>
            </a:r>
            <a:r>
              <a:rPr kumimoji="1" lang="en-US" altLang="zh-CN" sz="2400" b="1" i="1" baseline="-25000" dirty="0" err="1">
                <a:latin typeface="Times New Roman" panose="02020603050405020304" pitchFamily="18" charset="0"/>
                <a:ea typeface="仿宋_GB2312" pitchFamily="49" charset="-122"/>
              </a:rPr>
              <a:t>ii</a:t>
            </a:r>
            <a:r>
              <a:rPr kumimoji="1" lang="en-US" altLang="zh-CN" sz="2400" b="1" dirty="0">
                <a:latin typeface="仿宋_GB2312" pitchFamily="49" charset="-122"/>
                <a:ea typeface="仿宋_GB2312" pitchFamily="49" charset="-122"/>
              </a:rPr>
              <a:t> </a:t>
            </a:r>
            <a:r>
              <a:rPr kumimoji="1" lang="en-US" altLang="zh-CN" sz="2400" b="1" dirty="0">
                <a:latin typeface="Times New Roman" panose="02020603050405020304" pitchFamily="18" charset="0"/>
                <a:ea typeface="仿宋_GB2312" pitchFamily="49" charset="-122"/>
              </a:rPr>
              <a:t>—</a:t>
            </a:r>
            <a:r>
              <a:rPr kumimoji="1" lang="zh-CN" altLang="en-US" sz="2400" b="1" dirty="0">
                <a:latin typeface="仿宋_GB2312" pitchFamily="49" charset="-122"/>
                <a:ea typeface="仿宋_GB2312" pitchFamily="49" charset="-122"/>
              </a:rPr>
              <a:t>自电导，</a:t>
            </a:r>
            <a:r>
              <a:rPr kumimoji="1" lang="zh-CN" altLang="zh-CN" sz="2400" b="1" dirty="0">
                <a:latin typeface="仿宋_GB2312" pitchFamily="49" charset="-122"/>
                <a:ea typeface="仿宋_GB2312" pitchFamily="49" charset="-122"/>
              </a:rPr>
              <a:t>等于接在</a:t>
            </a:r>
            <a:r>
              <a:rPr kumimoji="1" lang="zh-CN" altLang="en-US" sz="2400" b="1" dirty="0">
                <a:latin typeface="仿宋_GB2312" pitchFamily="49" charset="-122"/>
                <a:ea typeface="仿宋_GB2312" pitchFamily="49" charset="-122"/>
              </a:rPr>
              <a:t>结</a:t>
            </a:r>
            <a:r>
              <a:rPr kumimoji="1" lang="zh-CN" altLang="zh-CN" sz="2400" b="1" dirty="0">
                <a:latin typeface="仿宋_GB2312" pitchFamily="49" charset="-122"/>
                <a:ea typeface="仿宋_GB2312" pitchFamily="49" charset="-122"/>
              </a:rPr>
              <a:t>点</a:t>
            </a:r>
            <a:r>
              <a:rPr kumimoji="1" lang="en-US" altLang="zh-CN" sz="2400" b="1" i="1" dirty="0" err="1">
                <a:latin typeface="Times New Roman" panose="02020603050405020304" pitchFamily="18" charset="0"/>
                <a:ea typeface="仿宋_GB2312" pitchFamily="49" charset="-122"/>
              </a:rPr>
              <a:t>i</a:t>
            </a:r>
            <a:r>
              <a:rPr kumimoji="1" lang="zh-CN" altLang="zh-CN" sz="2400" b="1" dirty="0">
                <a:latin typeface="仿宋_GB2312" pitchFamily="49" charset="-122"/>
                <a:ea typeface="仿宋_GB2312" pitchFamily="49" charset="-122"/>
              </a:rPr>
              <a:t>上所有支路的电导之和(包括电压源与电阻串联支路)。</a:t>
            </a:r>
            <a:r>
              <a:rPr kumimoji="1" lang="zh-CN" altLang="en-US" sz="2400" b="1" dirty="0">
                <a:latin typeface="仿宋_GB2312" pitchFamily="49" charset="-122"/>
                <a:ea typeface="仿宋_GB2312" pitchFamily="49" charset="-122"/>
              </a:rPr>
              <a:t>总为正。 </a:t>
            </a:r>
            <a:endParaRPr kumimoji="1" lang="zh-CN" altLang="en-US" sz="2400" b="1" dirty="0">
              <a:latin typeface="仿宋_GB2312" pitchFamily="49" charset="-122"/>
              <a:ea typeface="仿宋_GB2312" pitchFamily="49" charset="-122"/>
            </a:endParaRPr>
          </a:p>
        </p:txBody>
      </p:sp>
      <p:sp>
        <p:nvSpPr>
          <p:cNvPr id="1050595" name="Text Box 11"/>
          <p:cNvSpPr txBox="1">
            <a:spLocks noChangeArrowheads="1"/>
          </p:cNvSpPr>
          <p:nvPr/>
        </p:nvSpPr>
        <p:spPr bwMode="auto">
          <a:xfrm>
            <a:off x="4321560" y="5897051"/>
            <a:ext cx="6265862" cy="460375"/>
          </a:xfrm>
          <a:prstGeom prst="rect">
            <a:avLst/>
          </a:prstGeom>
          <a:solidFill>
            <a:schemeClr val="hlink"/>
          </a:solidFill>
          <a:ln>
            <a:noFill/>
          </a:ln>
          <a:effectLst/>
        </p:spPr>
        <p:txBody>
          <a:bodyPr>
            <a:spAutoFit/>
          </a:bodyPr>
          <a:lstStyle>
            <a:lvl1pPr marL="381000" indent="-381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kumimoji="1" lang="zh-CN" altLang="en-US" sz="2400" b="1" dirty="0">
                <a:solidFill>
                  <a:schemeClr val="bg1"/>
                </a:solidFill>
                <a:latin typeface="Times New Roman" panose="02020603050405020304" pitchFamily="18" charset="0"/>
                <a:ea typeface="宋体" panose="02010600030101010101" pitchFamily="2" charset="-122"/>
              </a:rPr>
              <a:t>  当电路不含受控源时，系数矩阵为对称阵。</a:t>
            </a:r>
            <a:endParaRPr kumimoji="1"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50596" name="Text Box 12"/>
          <p:cNvSpPr txBox="1">
            <a:spLocks noChangeArrowheads="1"/>
          </p:cNvSpPr>
          <p:nvPr/>
        </p:nvSpPr>
        <p:spPr bwMode="auto">
          <a:xfrm>
            <a:off x="3382010" y="4774690"/>
            <a:ext cx="6905625" cy="944880"/>
          </a:xfrm>
          <a:prstGeom prst="rect">
            <a:avLst/>
          </a:prstGeom>
          <a:noFill/>
          <a:ln>
            <a:noFill/>
          </a:ln>
          <a:effectLst/>
        </p:spPr>
        <p:txBody>
          <a:bodyPr>
            <a:spAutoFit/>
          </a:bodyPr>
          <a:lstStyle>
            <a:lvl1pPr marL="762000" indent="-762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pPr>
            <a:r>
              <a:rPr kumimoji="1" lang="en-US" altLang="zh-CN" sz="2400" b="1" i="1" dirty="0" err="1">
                <a:latin typeface="Times New Roman" panose="02020603050405020304" pitchFamily="18" charset="0"/>
                <a:ea typeface="宋体" panose="02010600030101010101" pitchFamily="2" charset="-122"/>
              </a:rPr>
              <a:t>i</a:t>
            </a:r>
            <a:r>
              <a:rPr kumimoji="1" lang="en-US" altLang="zh-CN" sz="2400" b="1" baseline="-25000" dirty="0" err="1">
                <a:latin typeface="Times New Roman" panose="02020603050405020304" pitchFamily="18" charset="0"/>
                <a:ea typeface="宋体" panose="02010600030101010101" pitchFamily="2" charset="-122"/>
              </a:rPr>
              <a:t>Sn</a:t>
            </a:r>
            <a:r>
              <a:rPr kumimoji="1" lang="en-US" altLang="zh-CN" sz="2400" b="1" i="1" baseline="-25000" dirty="0" err="1">
                <a:latin typeface="Times New Roman" panose="02020603050405020304" pitchFamily="18" charset="0"/>
                <a:ea typeface="宋体" panose="02010600030101010101" pitchFamily="2" charset="-122"/>
              </a:rPr>
              <a:t>i</a:t>
            </a:r>
            <a:r>
              <a:rPr kumimoji="1" lang="en-US" altLang="zh-CN" sz="2400" b="1" baseline="-25000" dirty="0">
                <a:latin typeface="Times New Roman" panose="02020603050405020304" pitchFamily="18" charset="0"/>
                <a:ea typeface="宋体" panose="02010600030101010101" pitchFamily="2" charset="-122"/>
              </a:rPr>
              <a:t> </a:t>
            </a:r>
            <a:r>
              <a:rPr kumimoji="1" lang="en-US" altLang="zh-CN" sz="2400" b="1" dirty="0">
                <a:latin typeface="Times New Roman" panose="02020603050405020304" pitchFamily="18" charset="0"/>
                <a:ea typeface="宋体" panose="02010600030101010101" pitchFamily="2" charset="-122"/>
              </a:rPr>
              <a:t>— </a:t>
            </a:r>
            <a:r>
              <a:rPr kumimoji="1" lang="zh-CN" altLang="en-US" sz="2400" b="1" dirty="0">
                <a:latin typeface="仿宋_GB2312" pitchFamily="49" charset="-122"/>
                <a:ea typeface="仿宋_GB2312" pitchFamily="49" charset="-122"/>
              </a:rPr>
              <a:t>流入结点</a:t>
            </a:r>
            <a:r>
              <a:rPr kumimoji="1" lang="en-US" altLang="zh-CN" sz="2400" b="1" i="1" dirty="0" err="1">
                <a:latin typeface="仿宋_GB2312" pitchFamily="49" charset="-122"/>
                <a:ea typeface="仿宋_GB2312" pitchFamily="49" charset="-122"/>
              </a:rPr>
              <a:t>i</a:t>
            </a:r>
            <a:r>
              <a:rPr kumimoji="1" lang="zh-CN" altLang="en-US" sz="2400" b="1" dirty="0">
                <a:latin typeface="仿宋_GB2312" pitchFamily="49" charset="-122"/>
                <a:ea typeface="仿宋_GB2312" pitchFamily="49" charset="-122"/>
              </a:rPr>
              <a:t>的所有电流源电流的代数和</a:t>
            </a:r>
            <a:r>
              <a:rPr kumimoji="1" lang="en-US" altLang="zh-CN" sz="2400" b="1" dirty="0">
                <a:latin typeface="仿宋_GB2312" pitchFamily="49" charset="-122"/>
                <a:ea typeface="仿宋_GB2312" pitchFamily="49" charset="-122"/>
              </a:rPr>
              <a:t>(</a:t>
            </a:r>
            <a:r>
              <a:rPr kumimoji="1" lang="zh-CN" altLang="en-US" sz="2400" b="1" dirty="0">
                <a:latin typeface="仿宋_GB2312" pitchFamily="49" charset="-122"/>
                <a:ea typeface="仿宋_GB2312" pitchFamily="49" charset="-122"/>
              </a:rPr>
              <a:t>包括由</a:t>
            </a:r>
            <a:r>
              <a:rPr kumimoji="1" lang="zh-CN" altLang="zh-CN" sz="2400" b="1" dirty="0">
                <a:latin typeface="仿宋_GB2312" pitchFamily="49" charset="-122"/>
                <a:ea typeface="仿宋_GB2312" pitchFamily="49" charset="-122"/>
              </a:rPr>
              <a:t>电压源与电阻串联支路等效的电流源</a:t>
            </a:r>
            <a:r>
              <a:rPr kumimoji="1" lang="en-US" altLang="zh-CN" sz="2400" b="1" dirty="0">
                <a:latin typeface="仿宋_GB2312" pitchFamily="49" charset="-122"/>
                <a:ea typeface="仿宋_GB2312" pitchFamily="49" charset="-122"/>
              </a:rPr>
              <a:t>)</a:t>
            </a:r>
            <a:r>
              <a:rPr kumimoji="1" lang="zh-CN" altLang="en-US" sz="2400" b="1" dirty="0">
                <a:latin typeface="仿宋_GB2312" pitchFamily="49" charset="-122"/>
                <a:ea typeface="仿宋_GB2312" pitchFamily="49" charset="-122"/>
              </a:rPr>
              <a:t>。</a:t>
            </a:r>
            <a:endParaRPr kumimoji="1" lang="zh-CN" altLang="en-US" sz="2400" b="1" dirty="0">
              <a:latin typeface="仿宋_GB2312" pitchFamily="49" charset="-122"/>
              <a:ea typeface="仿宋_GB2312" pitchFamily="49" charset="-122"/>
            </a:endParaRPr>
          </a:p>
        </p:txBody>
      </p:sp>
      <p:sp>
        <p:nvSpPr>
          <p:cNvPr id="1050597" name="Text Box 13"/>
          <p:cNvSpPr txBox="1">
            <a:spLocks noChangeArrowheads="1"/>
          </p:cNvSpPr>
          <p:nvPr/>
        </p:nvSpPr>
        <p:spPr bwMode="auto">
          <a:xfrm>
            <a:off x="3382010" y="3849176"/>
            <a:ext cx="6896100" cy="944880"/>
          </a:xfrm>
          <a:prstGeom prst="rect">
            <a:avLst/>
          </a:prstGeom>
          <a:noFill/>
          <a:ln>
            <a:noFill/>
          </a:ln>
          <a:effectLst/>
        </p:spPr>
        <p:txBody>
          <a:bodyPr>
            <a:spAutoFit/>
          </a:bodyPr>
          <a:lstStyle>
            <a:lvl1pPr marL="762000" indent="-7620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pPr>
            <a:r>
              <a:rPr kumimoji="1" lang="en-US" altLang="zh-CN" sz="2400" b="1" i="1" dirty="0" err="1">
                <a:latin typeface="Times New Roman" panose="02020603050405020304" pitchFamily="18" charset="0"/>
                <a:ea typeface="仿宋_GB2312" pitchFamily="49" charset="-122"/>
              </a:rPr>
              <a:t>G</a:t>
            </a:r>
            <a:r>
              <a:rPr kumimoji="1" lang="en-US" altLang="zh-CN" sz="2400" b="1" i="1" baseline="-25000" dirty="0" err="1">
                <a:latin typeface="Times New Roman" panose="02020603050405020304" pitchFamily="18" charset="0"/>
                <a:ea typeface="仿宋_GB2312" pitchFamily="49" charset="-122"/>
              </a:rPr>
              <a:t>ij</a:t>
            </a:r>
            <a:r>
              <a:rPr kumimoji="1" lang="en-US" altLang="zh-CN" sz="2400" b="1" baseline="-25000" dirty="0">
                <a:latin typeface="Times New Roman" panose="02020603050405020304" pitchFamily="18" charset="0"/>
                <a:ea typeface="仿宋_GB2312" pitchFamily="49" charset="-122"/>
              </a:rPr>
              <a:t> </a:t>
            </a:r>
            <a:r>
              <a:rPr kumimoji="1" lang="en-US" altLang="zh-CN" sz="2400" b="1" dirty="0">
                <a:latin typeface="Times New Roman" panose="02020603050405020304" pitchFamily="18" charset="0"/>
                <a:ea typeface="仿宋_GB2312" pitchFamily="49" charset="-122"/>
              </a:rPr>
              <a:t>= </a:t>
            </a:r>
            <a:r>
              <a:rPr kumimoji="1" lang="en-US" altLang="zh-CN" sz="2400" b="1" i="1" dirty="0" err="1">
                <a:latin typeface="Times New Roman" panose="02020603050405020304" pitchFamily="18" charset="0"/>
                <a:ea typeface="仿宋_GB2312" pitchFamily="49" charset="-122"/>
              </a:rPr>
              <a:t>G</a:t>
            </a:r>
            <a:r>
              <a:rPr kumimoji="1" lang="en-US" altLang="zh-CN" sz="2400" b="1" i="1" baseline="-25000" dirty="0" err="1">
                <a:latin typeface="Times New Roman" panose="02020603050405020304" pitchFamily="18" charset="0"/>
                <a:ea typeface="仿宋_GB2312" pitchFamily="49" charset="-122"/>
              </a:rPr>
              <a:t>ji</a:t>
            </a:r>
            <a:r>
              <a:rPr kumimoji="1" lang="en-US" altLang="zh-CN" sz="2400" b="1" dirty="0">
                <a:latin typeface="Times New Roman" panose="02020603050405020304" pitchFamily="18" charset="0"/>
                <a:ea typeface="仿宋_GB2312" pitchFamily="49" charset="-122"/>
              </a:rPr>
              <a:t>—</a:t>
            </a:r>
            <a:r>
              <a:rPr kumimoji="1" lang="zh-CN" altLang="en-US" sz="2400" b="1" dirty="0">
                <a:latin typeface="仿宋_GB2312" pitchFamily="49" charset="-122"/>
                <a:ea typeface="仿宋_GB2312" pitchFamily="49" charset="-122"/>
              </a:rPr>
              <a:t>互电导，</a:t>
            </a:r>
            <a:r>
              <a:rPr kumimoji="1" lang="zh-CN" altLang="zh-CN" sz="2400" b="1" dirty="0">
                <a:latin typeface="仿宋_GB2312" pitchFamily="49" charset="-122"/>
                <a:ea typeface="仿宋_GB2312" pitchFamily="49" charset="-122"/>
              </a:rPr>
              <a:t>等于接在</a:t>
            </a:r>
            <a:r>
              <a:rPr kumimoji="1" lang="zh-CN" altLang="en-US" sz="2400" b="1" dirty="0">
                <a:latin typeface="仿宋_GB2312" pitchFamily="49" charset="-122"/>
                <a:ea typeface="仿宋_GB2312" pitchFamily="49" charset="-122"/>
              </a:rPr>
              <a:t>结</a:t>
            </a:r>
            <a:r>
              <a:rPr kumimoji="1" lang="zh-CN" altLang="zh-CN" sz="2400" b="1" dirty="0">
                <a:latin typeface="仿宋_GB2312" pitchFamily="49" charset="-122"/>
                <a:ea typeface="仿宋_GB2312" pitchFamily="49" charset="-122"/>
              </a:rPr>
              <a:t>点</a:t>
            </a:r>
            <a:r>
              <a:rPr kumimoji="1" lang="en-US" altLang="zh-CN" sz="2400" b="1" i="1" dirty="0" err="1">
                <a:latin typeface="Times New Roman" panose="02020603050405020304" pitchFamily="18" charset="0"/>
                <a:ea typeface="仿宋_GB2312" pitchFamily="49" charset="-122"/>
              </a:rPr>
              <a:t>i</a:t>
            </a:r>
            <a:r>
              <a:rPr kumimoji="1" lang="zh-CN" altLang="zh-CN" sz="2400" b="1" dirty="0">
                <a:latin typeface="仿宋_GB2312" pitchFamily="49" charset="-122"/>
                <a:ea typeface="仿宋_GB2312" pitchFamily="49" charset="-122"/>
              </a:rPr>
              <a:t>与</a:t>
            </a:r>
            <a:r>
              <a:rPr kumimoji="1" lang="zh-CN" altLang="en-US" sz="2400" b="1" dirty="0">
                <a:latin typeface="仿宋_GB2312" pitchFamily="49" charset="-122"/>
                <a:ea typeface="仿宋_GB2312" pitchFamily="49" charset="-122"/>
              </a:rPr>
              <a:t>结</a:t>
            </a:r>
            <a:r>
              <a:rPr kumimoji="1" lang="zh-CN" altLang="zh-CN" sz="2400" b="1" dirty="0">
                <a:latin typeface="仿宋_GB2312" pitchFamily="49" charset="-122"/>
                <a:ea typeface="仿宋_GB2312" pitchFamily="49" charset="-122"/>
              </a:rPr>
              <a:t>点</a:t>
            </a:r>
            <a:r>
              <a:rPr kumimoji="1" lang="en-US" altLang="zh-CN" sz="2400" b="1" i="1" dirty="0">
                <a:latin typeface="Times New Roman" panose="02020603050405020304" pitchFamily="18" charset="0"/>
                <a:ea typeface="仿宋_GB2312" pitchFamily="49" charset="-122"/>
              </a:rPr>
              <a:t>j</a:t>
            </a:r>
            <a:r>
              <a:rPr kumimoji="1" lang="zh-CN" altLang="zh-CN" sz="2400" b="1" dirty="0">
                <a:latin typeface="仿宋_GB2312" pitchFamily="49" charset="-122"/>
                <a:ea typeface="仿宋_GB2312" pitchFamily="49" charset="-122"/>
              </a:rPr>
              <a:t>之间的所支路的电导之和，</a:t>
            </a:r>
            <a:r>
              <a:rPr kumimoji="1" lang="zh-CN" altLang="en-US" sz="2400" b="1" dirty="0">
                <a:latin typeface="仿宋_GB2312" pitchFamily="49" charset="-122"/>
                <a:ea typeface="仿宋_GB2312" pitchFamily="49" charset="-122"/>
              </a:rPr>
              <a:t>总为</a:t>
            </a:r>
            <a:r>
              <a:rPr kumimoji="1" lang="zh-CN" altLang="zh-CN" sz="2400" b="1" dirty="0">
                <a:latin typeface="仿宋_GB2312" pitchFamily="49" charset="-122"/>
                <a:ea typeface="仿宋_GB2312" pitchFamily="49" charset="-122"/>
              </a:rPr>
              <a:t>负。</a:t>
            </a:r>
            <a:endParaRPr kumimoji="1" lang="zh-CN" altLang="en-US" sz="2400" b="1" dirty="0">
              <a:latin typeface="仿宋_GB2312" pitchFamily="49" charset="-122"/>
              <a:ea typeface="仿宋_GB2312"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sp>
        <p:nvSpPr>
          <p:cNvPr id="1050598" name="Text Box 2"/>
          <p:cNvSpPr txBox="1">
            <a:spLocks noChangeArrowheads="1"/>
          </p:cNvSpPr>
          <p:nvPr/>
        </p:nvSpPr>
        <p:spPr bwMode="auto">
          <a:xfrm>
            <a:off x="1631950" y="936625"/>
            <a:ext cx="2952750" cy="460375"/>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FF00"/>
                </a:solidFill>
                <a:latin typeface="宋体" panose="02010600030101010101" pitchFamily="2" charset="-122"/>
                <a:ea typeface="宋体" panose="02010600030101010101" pitchFamily="2" charset="-122"/>
              </a:rPr>
              <a:t>结点法的一般步骤：</a:t>
            </a:r>
            <a:endParaRPr kumimoji="1" lang="zh-CN" altLang="en-US" sz="2400" b="1">
              <a:solidFill>
                <a:srgbClr val="FFFF00"/>
              </a:solidFill>
              <a:latin typeface="宋体" panose="02010600030101010101" pitchFamily="2" charset="-122"/>
              <a:ea typeface="宋体" panose="02010600030101010101" pitchFamily="2" charset="-122"/>
            </a:endParaRPr>
          </a:p>
        </p:txBody>
      </p:sp>
      <p:sp>
        <p:nvSpPr>
          <p:cNvPr id="1050599" name="Text Box 3"/>
          <p:cNvSpPr txBox="1">
            <a:spLocks noChangeArrowheads="1"/>
          </p:cNvSpPr>
          <p:nvPr/>
        </p:nvSpPr>
        <p:spPr bwMode="auto">
          <a:xfrm>
            <a:off x="2063750" y="1801813"/>
            <a:ext cx="6896100" cy="521970"/>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(1) </a:t>
            </a:r>
            <a:r>
              <a:rPr kumimoji="1" lang="zh-CN" altLang="en-US" sz="2400" b="1">
                <a:latin typeface="仿宋_GB2312" pitchFamily="49" charset="-122"/>
                <a:ea typeface="仿宋_GB2312" pitchFamily="49" charset="-122"/>
              </a:rPr>
              <a:t>选定参考结点，标定</a:t>
            </a:r>
            <a:r>
              <a:rPr kumimoji="1" lang="en-US" altLang="zh-CN" sz="2400" b="1" i="1">
                <a:latin typeface="Times New Roman" panose="02020603050405020304" pitchFamily="18" charset="0"/>
                <a:ea typeface="仿宋_GB2312" pitchFamily="49" charset="-122"/>
              </a:rPr>
              <a:t>n</a:t>
            </a:r>
            <a:r>
              <a:rPr kumimoji="1" lang="en-US" altLang="zh-CN" sz="2800" b="1">
                <a:latin typeface="Times New Roman" panose="02020603050405020304" pitchFamily="18" charset="0"/>
                <a:ea typeface="仿宋_GB2312" pitchFamily="49" charset="-122"/>
              </a:rPr>
              <a:t>-</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个独立结点；</a:t>
            </a:r>
            <a:endParaRPr kumimoji="1" lang="zh-CN" altLang="en-US" sz="2400" b="1">
              <a:latin typeface="仿宋_GB2312" pitchFamily="49" charset="-122"/>
              <a:ea typeface="仿宋_GB2312" pitchFamily="49" charset="-122"/>
            </a:endParaRPr>
          </a:p>
        </p:txBody>
      </p:sp>
      <p:sp>
        <p:nvSpPr>
          <p:cNvPr id="1050600" name="Text Box 4"/>
          <p:cNvSpPr txBox="1">
            <a:spLocks noChangeArrowheads="1"/>
          </p:cNvSpPr>
          <p:nvPr/>
        </p:nvSpPr>
        <p:spPr bwMode="auto">
          <a:xfrm>
            <a:off x="2082800" y="2520951"/>
            <a:ext cx="6534150" cy="944881"/>
          </a:xfrm>
          <a:prstGeom prst="rect">
            <a:avLst/>
          </a:prstGeom>
          <a:noFill/>
          <a:ln>
            <a:noFill/>
          </a:ln>
          <a:effectLst/>
        </p:spPr>
        <p:txBody>
          <a:bodyPr>
            <a:spAutoFit/>
          </a:bodyPr>
          <a:lstStyle>
            <a:lvl1pPr marL="476250" indent="-4762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20000"/>
              </a:lnSpc>
              <a:spcBef>
                <a:spcPct val="50000"/>
              </a:spcBef>
            </a:pPr>
            <a:r>
              <a:rPr kumimoji="1" lang="en-US" altLang="zh-CN" sz="2400" b="1">
                <a:latin typeface="仿宋_GB2312" pitchFamily="49" charset="-122"/>
                <a:ea typeface="仿宋_GB2312" pitchFamily="49" charset="-122"/>
              </a:rPr>
              <a:t>(2) </a:t>
            </a:r>
            <a:r>
              <a:rPr kumimoji="1" lang="zh-CN" altLang="en-US" sz="2400" b="1">
                <a:latin typeface="仿宋_GB2312" pitchFamily="49" charset="-122"/>
                <a:ea typeface="仿宋_GB2312" pitchFamily="49" charset="-122"/>
              </a:rPr>
              <a:t>对</a:t>
            </a:r>
            <a:r>
              <a:rPr kumimoji="1" lang="en-US" altLang="zh-CN" sz="2400" b="1" i="1">
                <a:latin typeface="Times New Roman" panose="02020603050405020304" pitchFamily="18" charset="0"/>
                <a:ea typeface="仿宋_GB2312" pitchFamily="49" charset="-122"/>
              </a:rPr>
              <a:t>n</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个独立结点，以结点电压为未知量，列写其</a:t>
            </a:r>
            <a:r>
              <a:rPr kumimoji="1" lang="en-US" altLang="zh-CN" sz="2400" b="1">
                <a:latin typeface="Times New Roman" panose="02020603050405020304" pitchFamily="18" charset="0"/>
                <a:ea typeface="仿宋_GB2312" pitchFamily="49" charset="-122"/>
              </a:rPr>
              <a:t>KCL</a:t>
            </a:r>
            <a:r>
              <a:rPr kumimoji="1" lang="zh-CN" altLang="zh-CN" sz="2400" b="1">
                <a:latin typeface="仿宋_GB2312" pitchFamily="49" charset="-122"/>
                <a:ea typeface="仿宋_GB2312" pitchFamily="49" charset="-122"/>
              </a:rPr>
              <a:t>方程；</a:t>
            </a:r>
            <a:endParaRPr kumimoji="1" lang="zh-CN" altLang="en-US" sz="2400" b="1">
              <a:latin typeface="仿宋_GB2312" pitchFamily="49" charset="-122"/>
              <a:ea typeface="仿宋_GB2312" pitchFamily="49" charset="-122"/>
            </a:endParaRPr>
          </a:p>
        </p:txBody>
      </p:sp>
      <p:sp>
        <p:nvSpPr>
          <p:cNvPr id="1050601" name="Text Box 5"/>
          <p:cNvSpPr txBox="1">
            <a:spLocks noChangeArrowheads="1"/>
          </p:cNvSpPr>
          <p:nvPr/>
        </p:nvSpPr>
        <p:spPr bwMode="auto">
          <a:xfrm>
            <a:off x="2063750" y="3817938"/>
            <a:ext cx="63881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(3) </a:t>
            </a:r>
            <a:r>
              <a:rPr kumimoji="1" lang="zh-CN" altLang="en-US" sz="2400" b="1">
                <a:latin typeface="仿宋_GB2312" pitchFamily="49" charset="-122"/>
                <a:ea typeface="仿宋_GB2312" pitchFamily="49" charset="-122"/>
              </a:rPr>
              <a:t>求解上述方程，得到</a:t>
            </a:r>
            <a:r>
              <a:rPr kumimoji="1" lang="en-US" altLang="zh-CN" sz="2400" b="1" i="1">
                <a:latin typeface="Times New Roman" panose="02020603050405020304" pitchFamily="18" charset="0"/>
                <a:ea typeface="仿宋_GB2312" pitchFamily="49" charset="-122"/>
              </a:rPr>
              <a:t>n</a:t>
            </a:r>
            <a:r>
              <a:rPr kumimoji="1" lang="en-US" altLang="zh-CN" sz="2400" b="1">
                <a:latin typeface="仿宋_GB2312" pitchFamily="49" charset="-122"/>
                <a:ea typeface="仿宋_GB2312" pitchFamily="49" charset="-122"/>
              </a:rPr>
              <a:t>-1</a:t>
            </a:r>
            <a:r>
              <a:rPr kumimoji="1" lang="zh-CN" altLang="en-US" sz="2400" b="1">
                <a:latin typeface="仿宋_GB2312" pitchFamily="49" charset="-122"/>
                <a:ea typeface="仿宋_GB2312" pitchFamily="49" charset="-122"/>
              </a:rPr>
              <a:t>个结点电压；</a:t>
            </a:r>
            <a:endParaRPr kumimoji="1" lang="zh-CN" altLang="en-US" sz="2400" b="1">
              <a:latin typeface="仿宋_GB2312" pitchFamily="49" charset="-122"/>
              <a:ea typeface="仿宋_GB2312" pitchFamily="49" charset="-122"/>
            </a:endParaRPr>
          </a:p>
        </p:txBody>
      </p:sp>
      <p:sp>
        <p:nvSpPr>
          <p:cNvPr id="1050602" name="Text Box 6"/>
          <p:cNvSpPr txBox="1">
            <a:spLocks noChangeArrowheads="1"/>
          </p:cNvSpPr>
          <p:nvPr/>
        </p:nvSpPr>
        <p:spPr bwMode="auto">
          <a:xfrm>
            <a:off x="2063750" y="5473700"/>
            <a:ext cx="236220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(5) </a:t>
            </a:r>
            <a:r>
              <a:rPr kumimoji="1" lang="zh-CN" altLang="en-US" sz="2400" b="1">
                <a:latin typeface="仿宋_GB2312" pitchFamily="49" charset="-122"/>
                <a:ea typeface="仿宋_GB2312" pitchFamily="49" charset="-122"/>
              </a:rPr>
              <a:t>其它分析。</a:t>
            </a:r>
            <a:endParaRPr kumimoji="1" lang="zh-CN" altLang="en-US" sz="2400" b="1">
              <a:latin typeface="仿宋_GB2312" pitchFamily="49" charset="-122"/>
              <a:ea typeface="仿宋_GB2312" pitchFamily="49" charset="-122"/>
            </a:endParaRPr>
          </a:p>
        </p:txBody>
      </p:sp>
      <p:sp>
        <p:nvSpPr>
          <p:cNvPr id="1050603" name="Text Box 7"/>
          <p:cNvSpPr txBox="1">
            <a:spLocks noChangeArrowheads="1"/>
          </p:cNvSpPr>
          <p:nvPr/>
        </p:nvSpPr>
        <p:spPr bwMode="auto">
          <a:xfrm>
            <a:off x="2063750" y="4681538"/>
            <a:ext cx="5429250" cy="460375"/>
          </a:xfrm>
          <a:prstGeom prst="rect">
            <a:avLst/>
          </a:prstGeom>
          <a:no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en-US" altLang="zh-CN" sz="2400" b="1">
                <a:latin typeface="仿宋_GB2312" pitchFamily="49" charset="-122"/>
                <a:ea typeface="仿宋_GB2312" pitchFamily="49" charset="-122"/>
              </a:rPr>
              <a:t>(4) </a:t>
            </a:r>
            <a:r>
              <a:rPr kumimoji="1" lang="zh-CN" altLang="en-US" sz="2400" b="1">
                <a:latin typeface="仿宋_GB2312" pitchFamily="49" charset="-122"/>
                <a:ea typeface="仿宋_GB2312" pitchFamily="49" charset="-122"/>
              </a:rPr>
              <a:t>求各支路电流</a:t>
            </a:r>
            <a:r>
              <a:rPr kumimoji="1" lang="en-US" altLang="zh-CN" sz="2400" b="1">
                <a:latin typeface="仿宋_GB2312" pitchFamily="49" charset="-122"/>
                <a:ea typeface="仿宋_GB2312" pitchFamily="49" charset="-122"/>
              </a:rPr>
              <a:t>(</a:t>
            </a:r>
            <a:r>
              <a:rPr kumimoji="1" lang="zh-CN" altLang="zh-CN" sz="2400" b="1">
                <a:latin typeface="仿宋_GB2312" pitchFamily="49" charset="-122"/>
                <a:ea typeface="仿宋_GB2312" pitchFamily="49" charset="-122"/>
              </a:rPr>
              <a:t>用</a:t>
            </a:r>
            <a:r>
              <a:rPr kumimoji="1" lang="zh-CN" altLang="en-US" sz="2400" b="1">
                <a:latin typeface="仿宋_GB2312" pitchFamily="49" charset="-122"/>
                <a:ea typeface="仿宋_GB2312" pitchFamily="49" charset="-122"/>
              </a:rPr>
              <a:t>结点电压</a:t>
            </a:r>
            <a:r>
              <a:rPr kumimoji="1" lang="zh-CN" altLang="zh-CN" sz="2400" b="1">
                <a:latin typeface="仿宋_GB2312" pitchFamily="49" charset="-122"/>
                <a:ea typeface="仿宋_GB2312" pitchFamily="49" charset="-122"/>
              </a:rPr>
              <a:t>表示</a:t>
            </a:r>
            <a:r>
              <a:rPr kumimoji="1" lang="en-US" altLang="zh-CN" sz="2400" b="1">
                <a:latin typeface="仿宋_GB2312" pitchFamily="49" charset="-122"/>
                <a:ea typeface="仿宋_GB2312" pitchFamily="49" charset="-122"/>
              </a:rPr>
              <a:t>)</a:t>
            </a:r>
            <a:r>
              <a:rPr kumimoji="1" lang="zh-CN" altLang="en-US" sz="2400" b="1">
                <a:latin typeface="仿宋_GB2312" pitchFamily="49" charset="-122"/>
                <a:ea typeface="仿宋_GB2312" pitchFamily="49" charset="-122"/>
              </a:rPr>
              <a:t>；</a:t>
            </a:r>
            <a:endParaRPr kumimoji="1" lang="zh-CN" altLang="en-US" sz="2400" b="1">
              <a:latin typeface="仿宋_GB2312" pitchFamily="49" charset="-122"/>
              <a:ea typeface="仿宋_GB2312"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sp>
        <p:nvSpPr>
          <p:cNvPr id="1050598" name="Text Box 2"/>
          <p:cNvSpPr txBox="1">
            <a:spLocks noChangeArrowheads="1"/>
          </p:cNvSpPr>
          <p:nvPr/>
        </p:nvSpPr>
        <p:spPr bwMode="auto">
          <a:xfrm>
            <a:off x="341630" y="1346200"/>
            <a:ext cx="2952750" cy="1568450"/>
          </a:xfrm>
          <a:prstGeom prst="rect">
            <a:avLst/>
          </a:prstGeom>
          <a:solidFill>
            <a:schemeClr val="hlink"/>
          </a:solidFill>
          <a:ln>
            <a:noFill/>
          </a:ln>
          <a:effec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FF00"/>
                </a:solidFill>
                <a:latin typeface="宋体" panose="02010600030101010101" pitchFamily="2" charset="-122"/>
                <a:ea typeface="宋体" panose="02010600030101010101" pitchFamily="2" charset="-122"/>
              </a:rPr>
              <a:t>例</a:t>
            </a:r>
            <a:r>
              <a:rPr kumimoji="1" lang="en-US" altLang="zh-CN" sz="2400" b="1">
                <a:solidFill>
                  <a:srgbClr val="FFFF00"/>
                </a:solidFill>
                <a:latin typeface="宋体" panose="02010600030101010101" pitchFamily="2" charset="-122"/>
                <a:ea typeface="宋体" panose="02010600030101010101" pitchFamily="2" charset="-122"/>
              </a:rPr>
              <a:t>3-5 </a:t>
            </a:r>
            <a:r>
              <a:rPr kumimoji="1" lang="zh-CN" altLang="en-US" sz="2400" b="1">
                <a:solidFill>
                  <a:srgbClr val="FFFF00"/>
                </a:solidFill>
                <a:latin typeface="宋体" panose="02010600030101010101" pitchFamily="2" charset="-122"/>
                <a:ea typeface="宋体" panose="02010600030101010101" pitchFamily="2" charset="-122"/>
              </a:rPr>
              <a:t>含电流源</a:t>
            </a:r>
            <a:endParaRPr kumimoji="1" lang="en-US" altLang="zh-CN" sz="2400" b="1">
              <a:solidFill>
                <a:srgbClr val="FFFF00"/>
              </a:solidFill>
              <a:latin typeface="宋体" panose="02010600030101010101" pitchFamily="2" charset="-122"/>
              <a:ea typeface="宋体" panose="02010600030101010101" pitchFamily="2" charset="-122"/>
            </a:endParaRPr>
          </a:p>
          <a:p>
            <a:pPr eaLnBrk="1" hangingPunct="1">
              <a:spcBef>
                <a:spcPct val="50000"/>
              </a:spcBef>
            </a:pPr>
            <a:endParaRPr kumimoji="1" lang="en-US" altLang="zh-CN" sz="2400" b="1">
              <a:solidFill>
                <a:srgbClr val="FFFF00"/>
              </a:solidFill>
              <a:latin typeface="宋体" panose="02010600030101010101" pitchFamily="2" charset="-122"/>
              <a:ea typeface="宋体" panose="02010600030101010101" pitchFamily="2" charset="-122"/>
            </a:endParaRPr>
          </a:p>
          <a:p>
            <a:pPr eaLnBrk="1" hangingPunct="1">
              <a:spcBef>
                <a:spcPct val="50000"/>
              </a:spcBef>
            </a:pPr>
            <a:r>
              <a:rPr kumimoji="1" lang="en-US" altLang="zh-CN" sz="2400" b="1">
                <a:solidFill>
                  <a:srgbClr val="FFFF00"/>
                </a:solidFill>
                <a:latin typeface="宋体" panose="02010600030101010101" pitchFamily="2" charset="-122"/>
                <a:ea typeface="宋体" panose="02010600030101010101" pitchFamily="2" charset="-122"/>
              </a:rPr>
              <a:t>P71</a:t>
            </a:r>
            <a:endParaRPr kumimoji="1" lang="en-US" altLang="zh-CN" sz="2400" b="1">
              <a:solidFill>
                <a:srgbClr val="FFFF00"/>
              </a:solidFill>
              <a:latin typeface="宋体" panose="02010600030101010101" pitchFamily="2" charset="-122"/>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3564890" y="0"/>
            <a:ext cx="5222875" cy="685927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647065" y="1005840"/>
            <a:ext cx="10962005" cy="410908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sp>
        <p:nvSpPr>
          <p:cNvPr id="1050598" name="Text Box 2"/>
          <p:cNvSpPr txBox="1">
            <a:spLocks noChangeArrowheads="1"/>
          </p:cNvSpPr>
          <p:nvPr/>
        </p:nvSpPr>
        <p:spPr bwMode="auto">
          <a:xfrm>
            <a:off x="341630" y="1346200"/>
            <a:ext cx="2515870" cy="1568450"/>
          </a:xfrm>
          <a:prstGeom prst="rect">
            <a:avLst/>
          </a:prstGeom>
          <a:solidFill>
            <a:schemeClr val="hlink"/>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FF00"/>
                </a:solidFill>
                <a:latin typeface="宋体" panose="02010600030101010101" pitchFamily="2" charset="-122"/>
                <a:ea typeface="宋体" panose="02010600030101010101" pitchFamily="2" charset="-122"/>
              </a:rPr>
              <a:t>例</a:t>
            </a:r>
            <a:r>
              <a:rPr kumimoji="1" lang="en-US" altLang="zh-CN" sz="2400" b="1">
                <a:solidFill>
                  <a:srgbClr val="FFFF00"/>
                </a:solidFill>
                <a:latin typeface="宋体" panose="02010600030101010101" pitchFamily="2" charset="-122"/>
                <a:ea typeface="宋体" panose="02010600030101010101" pitchFamily="2" charset="-122"/>
              </a:rPr>
              <a:t>3-6 </a:t>
            </a:r>
            <a:r>
              <a:rPr kumimoji="1" lang="zh-CN" altLang="en-US" sz="2400" b="1">
                <a:solidFill>
                  <a:srgbClr val="FFFF00"/>
                </a:solidFill>
                <a:latin typeface="宋体" panose="02010600030101010101" pitchFamily="2" charset="-122"/>
                <a:ea typeface="宋体" panose="02010600030101010101" pitchFamily="2" charset="-122"/>
              </a:rPr>
              <a:t>含电流源</a:t>
            </a:r>
            <a:endParaRPr kumimoji="1" lang="en-US" altLang="zh-CN" sz="2400" b="1">
              <a:solidFill>
                <a:srgbClr val="FFFF00"/>
              </a:solidFill>
              <a:latin typeface="宋体" panose="02010600030101010101" pitchFamily="2" charset="-122"/>
              <a:ea typeface="宋体" panose="02010600030101010101" pitchFamily="2" charset="-122"/>
            </a:endParaRPr>
          </a:p>
          <a:p>
            <a:pPr eaLnBrk="1" hangingPunct="1">
              <a:spcBef>
                <a:spcPct val="50000"/>
              </a:spcBef>
            </a:pPr>
            <a:endParaRPr kumimoji="1" lang="en-US" altLang="zh-CN" sz="2400" b="1">
              <a:solidFill>
                <a:srgbClr val="FFFF00"/>
              </a:solidFill>
              <a:latin typeface="宋体" panose="02010600030101010101" pitchFamily="2" charset="-122"/>
              <a:ea typeface="宋体" panose="02010600030101010101" pitchFamily="2" charset="-122"/>
            </a:endParaRPr>
          </a:p>
          <a:p>
            <a:pPr eaLnBrk="1" hangingPunct="1">
              <a:spcBef>
                <a:spcPct val="50000"/>
              </a:spcBef>
            </a:pPr>
            <a:r>
              <a:rPr kumimoji="1" lang="en-US" altLang="zh-CN" sz="2400" b="1">
                <a:solidFill>
                  <a:srgbClr val="FFFF00"/>
                </a:solidFill>
                <a:latin typeface="宋体" panose="02010600030101010101" pitchFamily="2" charset="-122"/>
                <a:ea typeface="宋体" panose="02010600030101010101" pitchFamily="2" charset="-122"/>
              </a:rPr>
              <a:t>P71</a:t>
            </a:r>
            <a:endParaRPr kumimoji="1" lang="en-US" altLang="zh-CN" sz="2400" b="1">
              <a:solidFill>
                <a:srgbClr val="FFFF00"/>
              </a:solidFill>
              <a:latin typeface="宋体" panose="02010600030101010101" pitchFamily="2" charset="-122"/>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3030220" y="0"/>
            <a:ext cx="6504305" cy="675830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149"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374140" y="1412240"/>
            <a:ext cx="10046970" cy="317373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5290185" y="4585970"/>
            <a:ext cx="1485900" cy="12573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048681" name="Rectangle 2"/>
          <p:cNvSpPr>
            <a:spLocks noGrp="1" noChangeArrowheads="1"/>
          </p:cNvSpPr>
          <p:nvPr>
            <p:ph type="title" idx="4294967295"/>
          </p:nvPr>
        </p:nvSpPr>
        <p:spPr bwMode="auto">
          <a:xfrm>
            <a:off x="247437" y="1077579"/>
            <a:ext cx="2487888" cy="1210484"/>
          </a:xfrm>
          <a:noFill/>
        </p:spPr>
        <p:txBody>
          <a:bodyPr vert="horz" wrap="square" lIns="91440" tIns="45720" rIns="91440" bIns="45720" numCol="1" rtlCol="0" anchor="t" anchorCtr="0" compatLnSpc="1">
            <a:normAutofit/>
          </a:bodyPr>
          <a:p>
            <a:pPr eaLnBrk="1" hangingPunct="1"/>
            <a:r>
              <a:rPr lang="zh-CN" altLang="en-US" smtClean="0">
                <a:ea typeface="宋体" panose="02010600030101010101" pitchFamily="2" charset="-122"/>
              </a:rPr>
              <a:t>练习</a:t>
            </a:r>
            <a:endParaRPr lang="zh-CN" altLang="en-US" smtClean="0">
              <a:ea typeface="宋体" panose="02010600030101010101" pitchFamily="2" charset="-122"/>
            </a:endParaRPr>
          </a:p>
        </p:txBody>
      </p:sp>
      <p:pic>
        <p:nvPicPr>
          <p:cNvPr id="2097156" name="Picture 4"/>
          <p:cNvPicPr>
            <a:picLocks noChangeAspect="1" noChangeArrowheads="1"/>
          </p:cNvPicPr>
          <p:nvPr/>
        </p:nvPicPr>
        <p:blipFill>
          <a:blip r:embed="rId1"/>
          <a:srcRect/>
          <a:stretch>
            <a:fillRect/>
          </a:stretch>
        </p:blipFill>
        <p:spPr bwMode="auto">
          <a:xfrm>
            <a:off x="2135188" y="3543300"/>
            <a:ext cx="7129463" cy="2424113"/>
          </a:xfrm>
          <a:prstGeom prst="rect">
            <a:avLst/>
          </a:prstGeom>
          <a:noFill/>
          <a:ln>
            <a:noFill/>
          </a:ln>
        </p:spPr>
      </p:pic>
      <p:sp>
        <p:nvSpPr>
          <p:cNvPr id="1048682" name="Rectangle 6"/>
          <p:cNvSpPr>
            <a:spLocks noChangeArrowheads="1"/>
          </p:cNvSpPr>
          <p:nvPr/>
        </p:nvSpPr>
        <p:spPr bwMode="auto">
          <a:xfrm>
            <a:off x="2208213" y="1255553"/>
            <a:ext cx="7334885" cy="521970"/>
          </a:xfrm>
          <a:prstGeom prst="rect">
            <a:avLst/>
          </a:prstGeom>
          <a:noFill/>
          <a:ln>
            <a:noFill/>
          </a:ln>
          <a:effec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a:latin typeface="楷体_GB2312" pitchFamily="49" charset="-122"/>
                <a:ea typeface="楷体_GB2312" pitchFamily="49" charset="-122"/>
                <a:cs typeface="Times New Roman" panose="02020603050405020304" pitchFamily="18" charset="0"/>
              </a:rPr>
              <a:t>电路如下图所示，分别列写出</a:t>
            </a:r>
            <a:r>
              <a:rPr lang="en-US" altLang="zh-CN" sz="2800" b="1">
                <a:latin typeface="楷体_GB2312" pitchFamily="49" charset="-122"/>
                <a:ea typeface="楷体_GB2312" pitchFamily="49" charset="-122"/>
                <a:cs typeface="Times New Roman" panose="02020603050405020304" pitchFamily="18" charset="0"/>
              </a:rPr>
              <a:t>a</a:t>
            </a:r>
            <a:r>
              <a:rPr lang="zh-CN" altLang="en-US" sz="2800" b="1">
                <a:latin typeface="楷体_GB2312" pitchFamily="49" charset="-122"/>
                <a:ea typeface="楷体_GB2312" pitchFamily="49" charset="-122"/>
                <a:cs typeface="Times New Roman" panose="02020603050405020304" pitchFamily="18" charset="0"/>
              </a:rPr>
              <a:t>，</a:t>
            </a:r>
            <a:r>
              <a:rPr lang="en-US" altLang="zh-CN" sz="2800" b="1">
                <a:latin typeface="楷体_GB2312" pitchFamily="49" charset="-122"/>
                <a:ea typeface="楷体_GB2312" pitchFamily="49" charset="-122"/>
                <a:cs typeface="Times New Roman" panose="02020603050405020304" pitchFamily="18" charset="0"/>
              </a:rPr>
              <a:t>b</a:t>
            </a:r>
            <a:r>
              <a:rPr lang="zh-CN" altLang="en-US" sz="2800" b="1">
                <a:latin typeface="楷体_GB2312" pitchFamily="49" charset="-122"/>
                <a:ea typeface="楷体_GB2312" pitchFamily="49" charset="-122"/>
                <a:cs typeface="Times New Roman" panose="02020603050405020304" pitchFamily="18" charset="0"/>
              </a:rPr>
              <a:t>的节点电压</a:t>
            </a:r>
            <a:endParaRPr lang="zh-CN" altLang="en-US" sz="2800" b="1">
              <a:latin typeface="楷体_GB2312" pitchFamily="49" charset="-122"/>
              <a:ea typeface="楷体_GB2312" pitchFamily="49" charset="-122"/>
              <a:cs typeface="Times New Roman" panose="02020603050405020304" pitchFamily="18" charset="0"/>
            </a:endParaRPr>
          </a:p>
        </p:txBody>
      </p:sp>
      <p:graphicFrame>
        <p:nvGraphicFramePr>
          <p:cNvPr id="4194304" name="Object 5"/>
          <p:cNvGraphicFramePr>
            <a:graphicFrameLocks noChangeAspect="1"/>
          </p:cNvGraphicFramePr>
          <p:nvPr/>
        </p:nvGraphicFramePr>
        <p:xfrm>
          <a:off x="4737101" y="3314700"/>
          <a:ext cx="161925" cy="228600"/>
        </p:xfrm>
        <a:graphic>
          <a:graphicData uri="http://schemas.openxmlformats.org/presentationml/2006/ole">
            <mc:AlternateContent xmlns:mc="http://schemas.openxmlformats.org/markup-compatibility/2006">
              <mc:Choice xmlns:v="urn:schemas-microsoft-com:vml" Requires="v">
                <p:oleObj spid="_x0000_s39980" name="Equation" r:id="rId2" imgW="165100" imgH="228600" progId="Equation.DSMT4">
                  <p:embed/>
                </p:oleObj>
              </mc:Choice>
              <mc:Fallback>
                <p:oleObj name="Equation" r:id="rId2" imgW="165100" imgH="228600" progId="Equation.DSMT4">
                  <p:embed/>
                  <p:pic>
                    <p:nvPicPr>
                      <p:cNvPr id="0" name="图片 39979"/>
                      <p:cNvPicPr>
                        <a:picLocks noChangeAspect="1" noChangeArrowheads="1"/>
                      </p:cNvPicPr>
                      <p:nvPr/>
                    </p:nvPicPr>
                    <p:blipFill>
                      <a:blip r:embed="rId3"/>
                      <a:srcRect/>
                      <a:stretch>
                        <a:fillRect/>
                      </a:stretch>
                    </p:blipFill>
                    <p:spPr bwMode="auto">
                      <a:xfrm>
                        <a:off x="4737101" y="3314700"/>
                        <a:ext cx="161925" cy="228600"/>
                      </a:xfrm>
                      <a:prstGeom prst="rect">
                        <a:avLst/>
                      </a:prstGeom>
                      <a:noFill/>
                      <a:ln>
                        <a:noFill/>
                      </a:ln>
                    </p:spPr>
                  </p:pic>
                </p:oleObj>
              </mc:Fallback>
            </mc:AlternateContent>
          </a:graphicData>
        </a:graphic>
      </p:graphicFrame>
      <p:sp>
        <p:nvSpPr>
          <p:cNvPr id="1048683" name="Rectangle 7"/>
          <p:cNvSpPr>
            <a:spLocks noChangeArrowheads="1"/>
          </p:cNvSpPr>
          <p:nvPr/>
        </p:nvSpPr>
        <p:spPr bwMode="auto">
          <a:xfrm>
            <a:off x="2208213" y="2290841"/>
            <a:ext cx="5397754" cy="510540"/>
          </a:xfrm>
          <a:prstGeom prst="rect">
            <a:avLst/>
          </a:prstGeom>
          <a:noFill/>
          <a:ln>
            <a:noFill/>
          </a:ln>
          <a:effectLst/>
        </p:spPr>
        <p:txBody>
          <a:bodyPr wrap="squar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2800" b="1">
                <a:latin typeface="楷体_GB2312" pitchFamily="49" charset="-122"/>
                <a:ea typeface="楷体_GB2312" pitchFamily="49" charset="-122"/>
                <a:cs typeface="Times New Roman" panose="02020603050405020304" pitchFamily="18" charset="0"/>
              </a:rPr>
              <a:t>的方程，并比较它们的异同</a:t>
            </a:r>
            <a:r>
              <a:rPr lang="zh-CN" altLang="en-US" sz="900">
                <a:ea typeface="楷体_GB2312" pitchFamily="49" charset="-122"/>
                <a:cs typeface="Times New Roman" panose="02020603050405020304" pitchFamily="18" charset="0"/>
              </a:rPr>
              <a:t> </a:t>
            </a:r>
            <a:endParaRPr lang="zh-CN" altLang="en-US">
              <a:ea typeface="楷体_GB2312" pitchFamily="49" charset="-122"/>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49" name=""/>
        <p:cNvGrpSpPr/>
        <p:nvPr/>
      </p:nvGrpSpPr>
      <p:grpSpPr>
        <a:xfrm>
          <a:off x="0" y="0"/>
          <a:ext cx="0" cy="0"/>
          <a:chOff x="0" y="0"/>
          <a:chExt cx="0" cy="0"/>
        </a:xfrm>
      </p:grpSpPr>
      <p:sp>
        <p:nvSpPr>
          <p:cNvPr id="2" name="文本框 1"/>
          <p:cNvSpPr txBox="1"/>
          <p:nvPr/>
        </p:nvSpPr>
        <p:spPr>
          <a:xfrm>
            <a:off x="1174750" y="1419225"/>
            <a:ext cx="6096000" cy="2553335"/>
          </a:xfrm>
          <a:prstGeom prst="rect">
            <a:avLst/>
          </a:prstGeom>
          <a:noFill/>
        </p:spPr>
        <p:txBody>
          <a:bodyPr wrap="square" rtlCol="0" anchor="t">
            <a:spAutoFit/>
          </a:bodyPr>
          <a:p>
            <a:pPr lvl="0" eaLnBrk="1" hangingPunct="1"/>
            <a:r>
              <a:rPr lang="zh-CN" altLang="en-US" sz="4000">
                <a:solidFill>
                  <a:srgbClr val="FF0000"/>
                </a:solidFill>
                <a:ea typeface="仿宋_GB2312" pitchFamily="49" charset="-122"/>
                <a:sym typeface="+mn-ea"/>
              </a:rPr>
              <a:t>第三章作业：</a:t>
            </a:r>
            <a:endParaRPr lang="zh-CN" altLang="en-US" sz="4000">
              <a:solidFill>
                <a:srgbClr val="FF0000"/>
              </a:solidFill>
              <a:ea typeface="仿宋_GB2312" pitchFamily="49" charset="-122"/>
            </a:endParaRPr>
          </a:p>
          <a:p>
            <a:pPr lvl="0" eaLnBrk="1" hangingPunct="1"/>
            <a:endParaRPr lang="en-US" altLang="zh-CN" sz="4000">
              <a:solidFill>
                <a:srgbClr val="FF0000"/>
              </a:solidFill>
              <a:ea typeface="仿宋_GB2312" pitchFamily="49" charset="-122"/>
              <a:sym typeface="+mn-ea"/>
            </a:endParaRPr>
          </a:p>
          <a:p>
            <a:pPr lvl="0" eaLnBrk="1" hangingPunct="1"/>
            <a:r>
              <a:rPr lang="zh-CN" altLang="en-US" sz="4000">
                <a:solidFill>
                  <a:srgbClr val="FF0000"/>
                </a:solidFill>
                <a:ea typeface="仿宋_GB2312" pitchFamily="49" charset="-122"/>
                <a:sym typeface="+mn-ea"/>
              </a:rPr>
              <a:t>习题</a:t>
            </a:r>
            <a:r>
              <a:rPr lang="en-US" altLang="zh-CN" sz="4000">
                <a:solidFill>
                  <a:srgbClr val="FF0000"/>
                </a:solidFill>
                <a:ea typeface="仿宋_GB2312" pitchFamily="49" charset="-122"/>
                <a:sym typeface="+mn-ea"/>
              </a:rPr>
              <a:t>3-6</a:t>
            </a:r>
            <a:r>
              <a:rPr lang="zh-CN" altLang="en-US" sz="4000">
                <a:solidFill>
                  <a:srgbClr val="FF0000"/>
                </a:solidFill>
                <a:ea typeface="仿宋_GB2312" pitchFamily="49" charset="-122"/>
                <a:sym typeface="+mn-ea"/>
              </a:rPr>
              <a:t>，</a:t>
            </a:r>
            <a:r>
              <a:rPr lang="en-US" altLang="zh-CN" sz="4000">
                <a:solidFill>
                  <a:srgbClr val="FF0000"/>
                </a:solidFill>
                <a:ea typeface="仿宋_GB2312" pitchFamily="49" charset="-122"/>
                <a:sym typeface="+mn-ea"/>
              </a:rPr>
              <a:t>3-13</a:t>
            </a:r>
            <a:r>
              <a:rPr lang="zh-CN" altLang="en-US" sz="4000">
                <a:solidFill>
                  <a:srgbClr val="FF0000"/>
                </a:solidFill>
                <a:ea typeface="仿宋_GB2312" pitchFamily="49" charset="-122"/>
                <a:sym typeface="+mn-ea"/>
              </a:rPr>
              <a:t>，</a:t>
            </a:r>
            <a:r>
              <a:rPr lang="en-US" altLang="zh-CN" sz="4000">
                <a:solidFill>
                  <a:srgbClr val="FF0000"/>
                </a:solidFill>
                <a:ea typeface="仿宋_GB2312" pitchFamily="49" charset="-122"/>
                <a:sym typeface="+mn-ea"/>
              </a:rPr>
              <a:t>3-16</a:t>
            </a:r>
            <a:r>
              <a:rPr lang="zh-CN" altLang="en-US" sz="4000">
                <a:solidFill>
                  <a:srgbClr val="FF0000"/>
                </a:solidFill>
                <a:ea typeface="仿宋_GB2312" pitchFamily="49" charset="-122"/>
                <a:sym typeface="+mn-ea"/>
              </a:rPr>
              <a:t>，</a:t>
            </a:r>
            <a:r>
              <a:rPr lang="en-US" altLang="zh-CN" sz="4000">
                <a:solidFill>
                  <a:srgbClr val="FF0000"/>
                </a:solidFill>
                <a:ea typeface="仿宋_GB2312" pitchFamily="49" charset="-122"/>
                <a:sym typeface="+mn-ea"/>
              </a:rPr>
              <a:t>3-18</a:t>
            </a:r>
            <a:endParaRPr lang="en-US" altLang="zh-CN" sz="4000">
              <a:solidFill>
                <a:srgbClr val="FF0000"/>
              </a:solidFill>
              <a:ea typeface="仿宋_GB2312" pitchFamily="49"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3530,&quot;width&quot;:6570}"/>
</p:tagLst>
</file>

<file path=ppt/tags/tag2.xml><?xml version="1.0" encoding="utf-8"?>
<p:tagLst xmlns:p="http://schemas.openxmlformats.org/presentationml/2006/main">
  <p:tag name="KSO_WM_UNIT_PLACING_PICTURE_USER_VIEWPORT" val="{&quot;height&quot;:3140,&quot;width&quot;:333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 name="KSO_WM_UNIT_PLACING_PICTURE_USER_VIEWPORT" val="{&quot;height&quot;:5520,&quot;width&quot;:11025}"/>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 name="KSO_WM_UNIT_PLACING_PICTURE_USER_VIEWPORT" val="{&quot;height&quot;:11400,&quot;width&quot;:13770}"/>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PP_MARK_KEY" val="c5b7f8e2-4e39-41fc-8d3c-5ab6d4f440cb"/>
  <p:tag name="COMMONDATA" val="eyJoZGlkIjoiMTQ3M2E0N2E3ZDg0N2M3MWRjMmFmZTY1Y2IwZmM3ZjMifQ=="/>
  <p:tag name="commondata" val="eyJoZGlkIjoiYWY3YTgwYjBkZTEwOWQ3MWQ3N2E0NjBmNzcyNDg0MjMifQ=="/>
</p:tagLst>
</file>

<file path=ppt/theme/theme1.xml><?xml version="1.0" encoding="utf-8"?>
<a:theme xmlns:a="http://schemas.openxmlformats.org/drawingml/2006/main" name="5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6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5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6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8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9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30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5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6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7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8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9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40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4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2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2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3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4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5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7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48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49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50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5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5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5870</Words>
  <Application>WPS 演示</Application>
  <PresentationFormat/>
  <Paragraphs>1132</Paragraphs>
  <Slides>83</Slides>
  <Notes>0</Notes>
  <HiddenSlides>0</HiddenSlides>
  <MMClips>0</MMClips>
  <ScaleCrop>false</ScaleCrop>
  <HeadingPairs>
    <vt:vector size="8" baseType="variant">
      <vt:variant>
        <vt:lpstr>已用的字体</vt:lpstr>
      </vt:variant>
      <vt:variant>
        <vt:i4>25</vt:i4>
      </vt:variant>
      <vt:variant>
        <vt:lpstr>主题</vt:lpstr>
      </vt:variant>
      <vt:variant>
        <vt:i4>53</vt:i4>
      </vt:variant>
      <vt:variant>
        <vt:lpstr>嵌入 OLE 服务器</vt:lpstr>
      </vt:variant>
      <vt:variant>
        <vt:i4>46</vt:i4>
      </vt:variant>
      <vt:variant>
        <vt:lpstr>幻灯片标题</vt:lpstr>
      </vt:variant>
      <vt:variant>
        <vt:i4>83</vt:i4>
      </vt:variant>
    </vt:vector>
  </HeadingPairs>
  <TitlesOfParts>
    <vt:vector size="207" baseType="lpstr">
      <vt:lpstr>Arial</vt:lpstr>
      <vt:lpstr>宋体</vt:lpstr>
      <vt:lpstr>Wingdings</vt:lpstr>
      <vt:lpstr>隶书</vt:lpstr>
      <vt:lpstr>黑体</vt:lpstr>
      <vt:lpstr>Times New Roman</vt:lpstr>
      <vt:lpstr>仿宋_GB2312</vt:lpstr>
      <vt:lpstr>仿宋</vt:lpstr>
      <vt:lpstr>Symbol</vt:lpstr>
      <vt:lpstr>微软雅黑</vt:lpstr>
      <vt:lpstr>Arial Unicode MS</vt:lpstr>
      <vt:lpstr>Calibri</vt:lpstr>
      <vt:lpstr>楷体_GB2312</vt:lpstr>
      <vt:lpstr>新宋体</vt:lpstr>
      <vt:lpstr>Arial Black</vt:lpstr>
      <vt:lpstr>楷体_GB2312</vt:lpstr>
      <vt:lpstr>华文行楷</vt:lpstr>
      <vt:lpstr>MT Extra</vt:lpstr>
      <vt:lpstr>MT Extra</vt:lpstr>
      <vt:lpstr>Symbol</vt:lpstr>
      <vt:lpstr>Wingdings</vt:lpstr>
      <vt:lpstr>仿宋_GB2312</vt:lpstr>
      <vt:lpstr>楷体_GB2312</vt:lpstr>
      <vt:lpstr>方正仿宋_GB2312</vt:lpstr>
      <vt:lpstr>方正楷体_GB2312</vt:lpstr>
      <vt:lpstr>51_默认设计模板</vt:lpstr>
      <vt:lpstr>1_默认设计模板</vt:lpstr>
      <vt:lpstr>2_默认设计模板</vt:lpstr>
      <vt:lpstr>3_默认设计模板</vt:lpstr>
      <vt:lpstr>4_默认设计模板</vt:lpstr>
      <vt:lpstr>5_默认设计模板</vt:lpstr>
      <vt:lpstr>7_默认设计模板</vt:lpstr>
      <vt:lpstr>8_默认设计模板</vt:lpstr>
      <vt:lpstr>9_默认设计模板</vt:lpstr>
      <vt:lpstr>10_默认设计模板</vt:lpstr>
      <vt:lpstr>11_默认设计模板</vt:lpstr>
      <vt:lpstr>6_默认设计模板</vt:lpstr>
      <vt:lpstr>12_默认设计模板</vt:lpstr>
      <vt:lpstr>13_默认设计模板</vt:lpstr>
      <vt:lpstr>14_默认设计模板</vt:lpstr>
      <vt:lpstr>15_默认设计模板</vt:lpstr>
      <vt:lpstr>16_默认设计模板</vt:lpstr>
      <vt:lpstr>17_默认设计模板</vt:lpstr>
      <vt:lpstr>18_默认设计模板</vt:lpstr>
      <vt:lpstr>19_默认设计模板</vt:lpstr>
      <vt:lpstr>20_默认设计模板</vt:lpstr>
      <vt:lpstr>21_默认设计模板</vt:lpstr>
      <vt:lpstr>22_默认设计模板</vt:lpstr>
      <vt:lpstr>25_默认设计模板</vt:lpstr>
      <vt:lpstr>26_默认设计模板</vt:lpstr>
      <vt:lpstr>28_默认设计模板</vt:lpstr>
      <vt:lpstr>27_默认设计模板</vt:lpstr>
      <vt:lpstr>29_默认设计模板</vt:lpstr>
      <vt:lpstr>30_默认设计模板</vt:lpstr>
      <vt:lpstr>32_默认设计模板</vt:lpstr>
      <vt:lpstr>35_默认设计模板</vt:lpstr>
      <vt:lpstr>36_默认设计模板</vt:lpstr>
      <vt:lpstr>37_默认设计模板</vt:lpstr>
      <vt:lpstr>38_默认设计模板</vt:lpstr>
      <vt:lpstr>39_默认设计模板</vt:lpstr>
      <vt:lpstr>33_默认设计模板</vt:lpstr>
      <vt:lpstr>34_默认设计模板</vt:lpstr>
      <vt:lpstr>40_默认设计模板</vt:lpstr>
      <vt:lpstr>41_默认设计模板</vt:lpstr>
      <vt:lpstr>42_默认设计模板</vt:lpstr>
      <vt:lpstr>43_默认设计模板</vt:lpstr>
      <vt:lpstr>23_默认设计模板</vt:lpstr>
      <vt:lpstr>24_默认设计模板</vt:lpstr>
      <vt:lpstr>31_默认设计模板</vt:lpstr>
      <vt:lpstr>44_默认设计模板</vt:lpstr>
      <vt:lpstr>46_默认设计模板</vt:lpstr>
      <vt:lpstr>45_默认设计模板</vt:lpstr>
      <vt:lpstr>47_默认设计模板</vt:lpstr>
      <vt:lpstr>48_默认设计模板</vt:lpstr>
      <vt:lpstr>49_默认设计模板</vt:lpstr>
      <vt:lpstr>50_默认设计模板</vt:lpstr>
      <vt:lpstr>52_默认设计模板</vt:lpstr>
      <vt:lpstr>53_默认设计模板</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Equation.KSEE3</vt:lpstr>
      <vt:lpstr>Equation.KSEE3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本章针对复杂电路</vt:lpstr>
      <vt:lpstr>本章基本知识结构框图</vt:lpstr>
      <vt:lpstr>本章知识的难点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China</dc:creator>
  <cp:lastModifiedBy>苏为</cp:lastModifiedBy>
  <cp:revision>17</cp:revision>
  <dcterms:created xsi:type="dcterms:W3CDTF">2023-03-12T08:14:00Z</dcterms:created>
  <dcterms:modified xsi:type="dcterms:W3CDTF">2026-03-13T03:25:53Z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DBB78E1AEE2849C7A9C3C5A6710A0E7C_13</vt:lpwstr>
  </property>
  <property fmtid="{D5CDD505-2E9C-101B-9397-08002B2CF9AE}" pid="3" name="KSOProductBuildVer">
    <vt:lpwstr>2052-12.1.0.24034</vt:lpwstr>
  </property>
</Properties>
</file>