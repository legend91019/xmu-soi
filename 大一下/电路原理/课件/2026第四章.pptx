
<file path=[Content_Types].xml><?xml version="1.0" encoding="utf-8"?>
<Types xmlns="http://schemas.openxmlformats.org/package/2006/content-types">
  <Default Extension="vml" ContentType="application/vnd.openxmlformats-officedocument.vmlDrawing"/>
  <Default Extension="bin" ContentType="application/vnd.openxmlformats-officedocument.oleObject"/>
  <Default Extension="jpeg" ContentType="image/jpeg"/>
  <Default Extension="JPG" ContentType="image/.jpg"/>
  <Default Extension="emf" ContentType="image/x-emf"/>
  <Default Extension="png" ContentType="image/png"/>
  <Default Extension="wmf" ContentType="image/x-w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heme/theme1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theme/theme15.xml" ContentType="application/vnd.openxmlformats-officedocument.theme+xml"/>
  <Override PartName="/ppt/theme/theme16.xml" ContentType="application/vnd.openxmlformats-officedocument.theme+xml"/>
  <Override PartName="/ppt/theme/theme17.xml" ContentType="application/vnd.openxmlformats-officedocument.theme+xml"/>
  <Override PartName="/ppt/theme/theme18.xml" ContentType="application/vnd.openxmlformats-officedocument.theme+xml"/>
  <Override PartName="/ppt/theme/theme19.xml" ContentType="application/vnd.openxmlformats-officedocument.theme+xml"/>
  <Override PartName="/ppt/theme/theme2.xml" ContentType="application/vnd.openxmlformats-officedocument.theme+xml"/>
  <Override PartName="/ppt/theme/theme20.xml" ContentType="application/vnd.openxmlformats-officedocument.theme+xml"/>
  <Override PartName="/ppt/theme/theme21.xml" ContentType="application/vnd.openxmlformats-officedocument.theme+xml"/>
  <Override PartName="/ppt/theme/theme22.xml" ContentType="application/vnd.openxmlformats-officedocument.theme+xml"/>
  <Override PartName="/ppt/theme/theme23.xml" ContentType="application/vnd.openxmlformats-officedocument.theme+xml"/>
  <Override PartName="/ppt/theme/theme24.xml" ContentType="application/vnd.openxmlformats-officedocument.theme+xml"/>
  <Override PartName="/ppt/theme/theme25.xml" ContentType="application/vnd.openxmlformats-officedocument.theme+xml"/>
  <Override PartName="/ppt/theme/theme26.xml" ContentType="application/vnd.openxmlformats-officedocument.theme+xml"/>
  <Override PartName="/ppt/theme/theme27.xml" ContentType="application/vnd.openxmlformats-officedocument.theme+xml"/>
  <Override PartName="/ppt/theme/theme28.xml" ContentType="application/vnd.openxmlformats-officedocument.theme+xml"/>
  <Override PartName="/ppt/theme/theme29.xml" ContentType="application/vnd.openxmlformats-officedocument.theme+xml"/>
  <Override PartName="/ppt/theme/theme3.xml" ContentType="application/vnd.openxmlformats-officedocument.theme+xml"/>
  <Override PartName="/ppt/theme/theme30.xml" ContentType="application/vnd.openxmlformats-officedocument.theme+xml"/>
  <Override PartName="/ppt/theme/theme31.xml" ContentType="application/vnd.openxmlformats-officedocument.theme+xml"/>
  <Override PartName="/ppt/theme/theme32.xml" ContentType="application/vnd.openxmlformats-officedocument.theme+xml"/>
  <Override PartName="/ppt/theme/theme33.xml" ContentType="application/vnd.openxmlformats-officedocument.theme+xml"/>
  <Override PartName="/ppt/theme/theme34.xml" ContentType="application/vnd.openxmlformats-officedocument.theme+xml"/>
  <Override PartName="/ppt/theme/theme35.xml" ContentType="application/vnd.openxmlformats-officedocument.theme+xml"/>
  <Override PartName="/ppt/theme/theme36.xml" ContentType="application/vnd.openxmlformats-officedocument.theme+xml"/>
  <Override PartName="/ppt/theme/theme37.xml" ContentType="application/vnd.openxmlformats-officedocument.theme+xml"/>
  <Override PartName="/ppt/theme/theme38.xml" ContentType="application/vnd.openxmlformats-officedocument.theme+xml"/>
  <Override PartName="/ppt/theme/theme39.xml" ContentType="application/vnd.openxmlformats-officedocument.theme+xml"/>
  <Override PartName="/ppt/theme/theme4.xml" ContentType="application/vnd.openxmlformats-officedocument.theme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theme/theme43.xml" ContentType="application/vnd.openxmlformats-officedocument.theme+xml"/>
  <Override PartName="/ppt/theme/theme44.xml" ContentType="application/vnd.openxmlformats-officedocument.theme+xml"/>
  <Override PartName="/ppt/theme/theme45.xml" ContentType="application/vnd.openxmlformats-officedocument.theme+xml"/>
  <Override PartName="/ppt/theme/theme46.xml" ContentType="application/vnd.openxmlformats-officedocument.theme+xml"/>
  <Override PartName="/ppt/theme/theme47.xml" ContentType="application/vnd.openxmlformats-officedocument.theme+xml"/>
  <Override PartName="/ppt/theme/theme48.xml" ContentType="application/vnd.openxmlformats-officedocument.theme+xml"/>
  <Override PartName="/ppt/theme/theme49.xml" ContentType="application/vnd.openxmlformats-officedocument.theme+xml"/>
  <Override PartName="/ppt/theme/theme5.xml" ContentType="application/vnd.openxmlformats-officedocument.theme+xml"/>
  <Override PartName="/ppt/theme/theme50.xml" ContentType="application/vnd.openxmlformats-officedocument.theme+xml"/>
  <Override PartName="/ppt/theme/theme51.xml" ContentType="application/vnd.openxmlformats-officedocument.theme+xml"/>
  <Override PartName="/ppt/theme/theme52.xml" ContentType="application/vnd.openxmlformats-officedocument.theme+xml"/>
  <Override PartName="/ppt/theme/theme53.xml" ContentType="application/vnd.openxmlformats-officedocument.theme+xml"/>
  <Override PartName="/ppt/theme/theme54.xml" ContentType="application/vnd.openxmlformats-officedocument.theme+xml"/>
  <Override PartName="/ppt/theme/theme55.xml" ContentType="application/vnd.openxmlformats-officedocument.theme+xml"/>
  <Override PartName="/ppt/theme/theme56.xml" ContentType="application/vnd.openxmlformats-officedocument.theme+xml"/>
  <Override PartName="/ppt/theme/theme57.xml" ContentType="application/vnd.openxmlformats-officedocument.theme+xml"/>
  <Override PartName="/ppt/theme/theme58.xml" ContentType="application/vnd.openxmlformats-officedocument.theme+xml"/>
  <Override PartName="/ppt/theme/theme59.xml" ContentType="application/vnd.openxmlformats-officedocument.theme+xml"/>
  <Override PartName="/ppt/theme/theme6.xml" ContentType="application/vnd.openxmlformats-officedocument.theme+xml"/>
  <Override PartName="/ppt/theme/theme60.xml" ContentType="application/vnd.openxmlformats-officedocument.theme+xml"/>
  <Override PartName="/ppt/theme/theme61.xml" ContentType="application/vnd.openxmlformats-officedocument.theme+xml"/>
  <Override PartName="/ppt/theme/theme62.xml" ContentType="application/vnd.openxmlformats-officedocument.theme+xml"/>
  <Override PartName="/ppt/theme/theme63.xml" ContentType="application/vnd.openxmlformats-officedocument.theme+xml"/>
  <Override PartName="/ppt/theme/theme64.xml" ContentType="application/vnd.openxmlformats-officedocument.theme+xml"/>
  <Override PartName="/ppt/theme/theme65.xml" ContentType="application/vnd.openxmlformats-officedocument.theme+xml"/>
  <Override PartName="/ppt/theme/theme66.xml" ContentType="application/vnd.openxmlformats-officedocument.theme+xml"/>
  <Override PartName="/ppt/theme/theme67.xml" ContentType="application/vnd.openxmlformats-officedocument.theme+xml"/>
  <Override PartName="/ppt/theme/theme68.xml" ContentType="application/vnd.openxmlformats-officedocument.theme+xml"/>
  <Override PartName="/ppt/theme/theme69.xml" ContentType="application/vnd.openxmlformats-officedocument.theme+xml"/>
  <Override PartName="/ppt/theme/theme7.xml" ContentType="application/vnd.openxmlformats-officedocument.theme+xml"/>
  <Override PartName="/ppt/theme/theme70.xml" ContentType="application/vnd.openxmlformats-officedocument.theme+xml"/>
  <Override PartName="/ppt/theme/theme71.xml" ContentType="application/vnd.openxmlformats-officedocument.theme+xml"/>
  <Override PartName="/ppt/theme/theme72.xml" ContentType="application/vnd.openxmlformats-officedocument.theme+xml"/>
  <Override PartName="/ppt/theme/theme73.xml" ContentType="application/vnd.openxmlformats-officedocument.theme+xml"/>
  <Override PartName="/ppt/theme/theme74.xml" ContentType="application/vnd.openxmlformats-officedocument.theme+xml"/>
  <Override PartName="/ppt/theme/theme75.xml" ContentType="application/vnd.openxmlformats-officedocument.theme+xml"/>
  <Override PartName="/ppt/theme/theme76.xml" ContentType="application/vnd.openxmlformats-officedocument.theme+xml"/>
  <Override PartName="/ppt/theme/theme77.xml" ContentType="application/vnd.openxmlformats-officedocument.theme+xml"/>
  <Override PartName="/ppt/theme/theme78.xml" ContentType="application/vnd.openxmlformats-officedocument.theme+xml"/>
  <Override PartName="/ppt/theme/theme79.xml" ContentType="application/vnd.openxmlformats-officedocument.theme+xml"/>
  <Override PartName="/ppt/theme/theme8.xml" ContentType="application/vnd.openxmlformats-officedocument.theme+xml"/>
  <Override PartName="/ppt/theme/theme80.xml" ContentType="application/vnd.openxmlformats-officedocument.theme+xml"/>
  <Override PartName="/ppt/theme/theme81.xml" ContentType="application/vnd.openxmlformats-officedocument.theme+xml"/>
  <Override PartName="/ppt/theme/theme82.xml" ContentType="application/vnd.openxmlformats-officedocument.theme+xml"/>
  <Override PartName="/ppt/theme/theme83.xml" ContentType="application/vnd.openxmlformats-officedocument.theme+xml"/>
  <Override PartName="/ppt/theme/theme84.xml" ContentType="application/vnd.openxmlformats-officedocument.theme+xml"/>
  <Override PartName="/ppt/theme/theme85.xml" ContentType="application/vnd.openxmlformats-officedocument.theme+xml"/>
  <Override PartName="/ppt/theme/theme86.xml" ContentType="application/vnd.openxmlformats-officedocument.theme+xml"/>
  <Override PartName="/ppt/theme/theme87.xml" ContentType="application/vnd.openxmlformats-officedocument.theme+xml"/>
  <Override PartName="/ppt/theme/theme88.xml" ContentType="application/vnd.openxmlformats-officedocument.theme+xml"/>
  <Override PartName="/ppt/theme/theme89.xml" ContentType="application/vnd.openxmlformats-officedocument.theme+xml"/>
  <Override PartName="/ppt/theme/theme9.xml" ContentType="application/vnd.openxmlformats-officedocument.theme+xml"/>
  <Override PartName="/ppt/theme/theme90.xml" ContentType="application/vnd.openxmlformats-officedocument.theme+xml"/>
  <Override PartName="/ppt/theme/theme91.xml" ContentType="application/vnd.openxmlformats-officedocument.theme+xml"/>
  <Override PartName="/ppt/theme/theme92.xml" ContentType="application/vnd.openxmlformats-officedocument.theme+xml"/>
  <Override PartName="/ppt/theme/theme9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6" r:id="rId3"/>
    <p:sldMasterId id="2147483684" r:id="rId4"/>
    <p:sldMasterId id="2147483702" r:id="rId5"/>
    <p:sldMasterId id="2147483720" r:id="rId6"/>
    <p:sldMasterId id="2147483738" r:id="rId7"/>
    <p:sldMasterId id="2147483756" r:id="rId8"/>
    <p:sldMasterId id="2147483774" r:id="rId9"/>
    <p:sldMasterId id="2147483792" r:id="rId10"/>
    <p:sldMasterId id="2147483810" r:id="rId11"/>
    <p:sldMasterId id="2147483828" r:id="rId12"/>
    <p:sldMasterId id="2147483846" r:id="rId13"/>
    <p:sldMasterId id="2147483864" r:id="rId14"/>
    <p:sldMasterId id="2147483882" r:id="rId15"/>
    <p:sldMasterId id="2147483900" r:id="rId16"/>
    <p:sldMasterId id="2147483918" r:id="rId17"/>
    <p:sldMasterId id="2147483936" r:id="rId18"/>
    <p:sldMasterId id="2147483954" r:id="rId19"/>
    <p:sldMasterId id="2147483972" r:id="rId20"/>
    <p:sldMasterId id="2147483990" r:id="rId21"/>
    <p:sldMasterId id="2147484008" r:id="rId22"/>
    <p:sldMasterId id="2147484026" r:id="rId23"/>
    <p:sldMasterId id="2147484044" r:id="rId24"/>
    <p:sldMasterId id="2147484062" r:id="rId25"/>
    <p:sldMasterId id="2147484080" r:id="rId26"/>
    <p:sldMasterId id="2147484098" r:id="rId27"/>
    <p:sldMasterId id="2147484116" r:id="rId28"/>
    <p:sldMasterId id="2147484134" r:id="rId29"/>
    <p:sldMasterId id="2147484152" r:id="rId30"/>
    <p:sldMasterId id="2147484170" r:id="rId31"/>
    <p:sldMasterId id="2147484188" r:id="rId32"/>
    <p:sldMasterId id="2147484206" r:id="rId33"/>
    <p:sldMasterId id="2147484224" r:id="rId34"/>
    <p:sldMasterId id="2147484242" r:id="rId35"/>
    <p:sldMasterId id="2147484260" r:id="rId36"/>
    <p:sldMasterId id="2147484278" r:id="rId37"/>
    <p:sldMasterId id="2147484296" r:id="rId38"/>
    <p:sldMasterId id="2147484314" r:id="rId39"/>
    <p:sldMasterId id="2147484332" r:id="rId40"/>
    <p:sldMasterId id="2147484350" r:id="rId41"/>
    <p:sldMasterId id="2147484368" r:id="rId42"/>
    <p:sldMasterId id="2147484386" r:id="rId43"/>
    <p:sldMasterId id="2147484404" r:id="rId44"/>
    <p:sldMasterId id="2147484422" r:id="rId45"/>
    <p:sldMasterId id="2147484440" r:id="rId46"/>
    <p:sldMasterId id="2147484458" r:id="rId47"/>
    <p:sldMasterId id="2147484476" r:id="rId48"/>
    <p:sldMasterId id="2147484494" r:id="rId49"/>
    <p:sldMasterId id="2147484512" r:id="rId50"/>
    <p:sldMasterId id="2147484530" r:id="rId51"/>
    <p:sldMasterId id="2147484548" r:id="rId52"/>
    <p:sldMasterId id="2147484566" r:id="rId53"/>
    <p:sldMasterId id="2147484584" r:id="rId54"/>
    <p:sldMasterId id="2147484602" r:id="rId55"/>
    <p:sldMasterId id="2147484620" r:id="rId56"/>
    <p:sldMasterId id="2147484638" r:id="rId57"/>
    <p:sldMasterId id="2147484656" r:id="rId58"/>
    <p:sldMasterId id="2147484674" r:id="rId59"/>
    <p:sldMasterId id="2147484692" r:id="rId60"/>
    <p:sldMasterId id="2147484710" r:id="rId61"/>
    <p:sldMasterId id="2147484728" r:id="rId62"/>
    <p:sldMasterId id="2147484746" r:id="rId63"/>
    <p:sldMasterId id="2147484764" r:id="rId64"/>
    <p:sldMasterId id="2147484782" r:id="rId65"/>
    <p:sldMasterId id="2147484800" r:id="rId66"/>
    <p:sldMasterId id="2147484818" r:id="rId67"/>
    <p:sldMasterId id="2147484836" r:id="rId68"/>
    <p:sldMasterId id="2147484854" r:id="rId69"/>
    <p:sldMasterId id="2147484872" r:id="rId70"/>
    <p:sldMasterId id="2147484890" r:id="rId71"/>
    <p:sldMasterId id="2147484908" r:id="rId72"/>
    <p:sldMasterId id="2147484926" r:id="rId73"/>
    <p:sldMasterId id="2147484944" r:id="rId74"/>
    <p:sldMasterId id="2147484962" r:id="rId75"/>
    <p:sldMasterId id="2147484980" r:id="rId76"/>
    <p:sldMasterId id="2147484998" r:id="rId77"/>
    <p:sldMasterId id="2147485016" r:id="rId78"/>
    <p:sldMasterId id="2147485034" r:id="rId79"/>
    <p:sldMasterId id="2147485052" r:id="rId80"/>
    <p:sldMasterId id="2147485070" r:id="rId81"/>
    <p:sldMasterId id="2147485088" r:id="rId82"/>
    <p:sldMasterId id="2147485106" r:id="rId83"/>
    <p:sldMasterId id="2147485124" r:id="rId84"/>
    <p:sldMasterId id="2147485142" r:id="rId85"/>
    <p:sldMasterId id="2147485160" r:id="rId86"/>
    <p:sldMasterId id="2147485178" r:id="rId87"/>
    <p:sldMasterId id="2147485196" r:id="rId88"/>
    <p:sldMasterId id="2147485214" r:id="rId89"/>
    <p:sldMasterId id="2147485232" r:id="rId90"/>
    <p:sldMasterId id="2147485250" r:id="rId91"/>
    <p:sldMasterId id="2147485268" r:id="rId92"/>
    <p:sldMasterId id="2147485286" r:id="rId93"/>
  </p:sldMasterIdLst>
  <p:notesMasterIdLst>
    <p:notesMasterId r:id="rId128"/>
  </p:notesMasterIdLst>
  <p:sldIdLst>
    <p:sldId id="257" r:id="rId94"/>
    <p:sldId id="258" r:id="rId95"/>
    <p:sldId id="259" r:id="rId96"/>
    <p:sldId id="260" r:id="rId97"/>
    <p:sldId id="261" r:id="rId98"/>
    <p:sldId id="262" r:id="rId99"/>
    <p:sldId id="263" r:id="rId100"/>
    <p:sldId id="264" r:id="rId101"/>
    <p:sldId id="265" r:id="rId102"/>
    <p:sldId id="266" r:id="rId103"/>
    <p:sldId id="267" r:id="rId104"/>
    <p:sldId id="268" r:id="rId105"/>
    <p:sldId id="269" r:id="rId106"/>
    <p:sldId id="379" r:id="rId107"/>
    <p:sldId id="270" r:id="rId108"/>
    <p:sldId id="271" r:id="rId109"/>
    <p:sldId id="272" r:id="rId110"/>
    <p:sldId id="380" r:id="rId111"/>
    <p:sldId id="273" r:id="rId112"/>
    <p:sldId id="274" r:id="rId113"/>
    <p:sldId id="275" r:id="rId114"/>
    <p:sldId id="276" r:id="rId115"/>
    <p:sldId id="381" r:id="rId116"/>
    <p:sldId id="277" r:id="rId117"/>
    <p:sldId id="278" r:id="rId118"/>
    <p:sldId id="279" r:id="rId119"/>
    <p:sldId id="382" r:id="rId120"/>
    <p:sldId id="280" r:id="rId121"/>
    <p:sldId id="281" r:id="rId122"/>
    <p:sldId id="282" r:id="rId123"/>
    <p:sldId id="285" r:id="rId124"/>
    <p:sldId id="287" r:id="rId125"/>
    <p:sldId id="289" r:id="rId126"/>
    <p:sldId id="290" r:id="rId127"/>
    <p:sldId id="291" r:id="rId129"/>
    <p:sldId id="292" r:id="rId130"/>
    <p:sldId id="293" r:id="rId131"/>
    <p:sldId id="294" r:id="rId132"/>
    <p:sldId id="295" r:id="rId133"/>
    <p:sldId id="296" r:id="rId134"/>
    <p:sldId id="384" r:id="rId135"/>
    <p:sldId id="297" r:id="rId136"/>
    <p:sldId id="386" r:id="rId137"/>
    <p:sldId id="339" r:id="rId138"/>
    <p:sldId id="378" r:id="rId139"/>
    <p:sldId id="387" r:id="rId140"/>
    <p:sldId id="385" r:id="rId141"/>
    <p:sldId id="300" r:id="rId142"/>
    <p:sldId id="340" r:id="rId143"/>
    <p:sldId id="388" r:id="rId144"/>
    <p:sldId id="302" r:id="rId145"/>
    <p:sldId id="395" r:id="rId146"/>
    <p:sldId id="396" r:id="rId147"/>
    <p:sldId id="305" r:id="rId148"/>
    <p:sldId id="306" r:id="rId149"/>
    <p:sldId id="307" r:id="rId150"/>
    <p:sldId id="308" r:id="rId151"/>
    <p:sldId id="311" r:id="rId152"/>
    <p:sldId id="390" r:id="rId153"/>
    <p:sldId id="312" r:id="rId154"/>
    <p:sldId id="313" r:id="rId155"/>
    <p:sldId id="314" r:id="rId156"/>
    <p:sldId id="315" r:id="rId157"/>
    <p:sldId id="316" r:id="rId158"/>
    <p:sldId id="317" r:id="rId159"/>
    <p:sldId id="397" r:id="rId160"/>
    <p:sldId id="398" r:id="rId161"/>
    <p:sldId id="399" r:id="rId162"/>
    <p:sldId id="391" r:id="rId163"/>
    <p:sldId id="318" r:id="rId164"/>
    <p:sldId id="319" r:id="rId165"/>
    <p:sldId id="320" r:id="rId166"/>
    <p:sldId id="392" r:id="rId167"/>
    <p:sldId id="321" r:id="rId168"/>
    <p:sldId id="322" r:id="rId169"/>
    <p:sldId id="323" r:id="rId170"/>
    <p:sldId id="324" r:id="rId171"/>
    <p:sldId id="328" r:id="rId172"/>
    <p:sldId id="329" r:id="rId173"/>
    <p:sldId id="330" r:id="rId174"/>
    <p:sldId id="393" r:id="rId175"/>
    <p:sldId id="331" r:id="rId176"/>
    <p:sldId id="394" r:id="rId177"/>
    <p:sldId id="332" r:id="rId178"/>
    <p:sldId id="333" r:id="rId179"/>
    <p:sldId id="334" r:id="rId180"/>
    <p:sldId id="335" r:id="rId181"/>
    <p:sldId id="336" r:id="rId182"/>
    <p:sldId id="337" r:id="rId183"/>
    <p:sldId id="400" r:id="rId184"/>
    <p:sldId id="401" r:id="rId185"/>
  </p:sldIdLst>
  <p:sldSz cx="12192000" cy="6858000" type="screen16x9"/>
  <p:notesSz cx="6858000" cy="9144000"/>
  <p:custDataLst>
    <p:tags r:id="rId190"/>
  </p:custDataLst>
  <p:defaultTextStyle>
    <a:defPPr>
      <a:defRPr lang="zh-CN"/>
    </a:defPPr>
    <a:lvl1pPr marL="0" lvl="0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1pPr>
    <a:lvl2pPr marL="457200" lvl="1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2pPr>
    <a:lvl3pPr marL="914400" lvl="2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3pPr>
    <a:lvl4pPr marL="1371600" lvl="3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4pPr>
    <a:lvl5pPr marL="1828800" lvl="4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5pPr>
    <a:lvl6pPr marL="2286000" lvl="5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6pPr>
    <a:lvl7pPr marL="2743200" lvl="6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7pPr>
    <a:lvl8pPr marL="3200400" lvl="7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8pPr>
    <a:lvl9pPr marL="3657600" lvl="8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sz="2800" b="1" i="0" u="none" kern="1200" baseline="0">
        <a:solidFill>
          <a:srgbClr val="FFFF00"/>
        </a:solidFill>
        <a:latin typeface="Arial" panose="020B0604020202020204" pitchFamily="34" charset="0"/>
        <a:ea typeface="仿宋_GB2312" pitchFamily="49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098" userDrawn="1">
          <p15:clr>
            <a:srgbClr val="A4A3A4"/>
          </p15:clr>
        </p15:guide>
        <p15:guide id="2" pos="3844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Windows User" initials="W" lastIdx="9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CCFF"/>
    <a:srgbClr val="FF9900"/>
    <a:srgbClr val="FFCC00"/>
    <a:srgbClr val="FF00FF"/>
    <a:srgbClr val="66FF33"/>
    <a:srgbClr val="0033CC"/>
    <a:srgbClr val="00FFFF"/>
    <a:srgbClr val="3333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6120"/>
    <p:restoredTop sz="88235"/>
  </p:normalViewPr>
  <p:slideViewPr>
    <p:cSldViewPr showGuides="1">
      <p:cViewPr varScale="1">
        <p:scale>
          <a:sx n="69" d="100"/>
          <a:sy n="69" d="100"/>
        </p:scale>
        <p:origin x="567" y="51"/>
      </p:cViewPr>
      <p:guideLst>
        <p:guide orient="horz" pos="2098"/>
        <p:guide pos="3844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-147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6.xml"/><Relationship Id="rId98" Type="http://schemas.openxmlformats.org/officeDocument/2006/relationships/slide" Target="slides/slide5.xml"/><Relationship Id="rId97" Type="http://schemas.openxmlformats.org/officeDocument/2006/relationships/slide" Target="slides/slide4.xml"/><Relationship Id="rId96" Type="http://schemas.openxmlformats.org/officeDocument/2006/relationships/slide" Target="slides/slide3.xml"/><Relationship Id="rId95" Type="http://schemas.openxmlformats.org/officeDocument/2006/relationships/slide" Target="slides/slide2.xml"/><Relationship Id="rId94" Type="http://schemas.openxmlformats.org/officeDocument/2006/relationships/slide" Target="slides/slide1.xml"/><Relationship Id="rId93" Type="http://schemas.openxmlformats.org/officeDocument/2006/relationships/slideMaster" Target="slideMasters/slideMaster92.xml"/><Relationship Id="rId92" Type="http://schemas.openxmlformats.org/officeDocument/2006/relationships/slideMaster" Target="slideMasters/slideMaster91.xml"/><Relationship Id="rId91" Type="http://schemas.openxmlformats.org/officeDocument/2006/relationships/slideMaster" Target="slideMasters/slideMaster90.xml"/><Relationship Id="rId90" Type="http://schemas.openxmlformats.org/officeDocument/2006/relationships/slideMaster" Target="slideMasters/slideMaster89.xml"/><Relationship Id="rId9" Type="http://schemas.openxmlformats.org/officeDocument/2006/relationships/slideMaster" Target="slideMasters/slideMaster8.xml"/><Relationship Id="rId89" Type="http://schemas.openxmlformats.org/officeDocument/2006/relationships/slideMaster" Target="slideMasters/slideMaster88.xml"/><Relationship Id="rId88" Type="http://schemas.openxmlformats.org/officeDocument/2006/relationships/slideMaster" Target="slideMasters/slideMaster87.xml"/><Relationship Id="rId87" Type="http://schemas.openxmlformats.org/officeDocument/2006/relationships/slideMaster" Target="slideMasters/slideMaster86.xml"/><Relationship Id="rId86" Type="http://schemas.openxmlformats.org/officeDocument/2006/relationships/slideMaster" Target="slideMasters/slideMaster85.xml"/><Relationship Id="rId85" Type="http://schemas.openxmlformats.org/officeDocument/2006/relationships/slideMaster" Target="slideMasters/slideMaster84.xml"/><Relationship Id="rId84" Type="http://schemas.openxmlformats.org/officeDocument/2006/relationships/slideMaster" Target="slideMasters/slideMaster83.xml"/><Relationship Id="rId83" Type="http://schemas.openxmlformats.org/officeDocument/2006/relationships/slideMaster" Target="slideMasters/slideMaster82.xml"/><Relationship Id="rId82" Type="http://schemas.openxmlformats.org/officeDocument/2006/relationships/slideMaster" Target="slideMasters/slideMaster81.xml"/><Relationship Id="rId81" Type="http://schemas.openxmlformats.org/officeDocument/2006/relationships/slideMaster" Target="slideMasters/slideMaster80.xml"/><Relationship Id="rId80" Type="http://schemas.openxmlformats.org/officeDocument/2006/relationships/slideMaster" Target="slideMasters/slideMaster79.xml"/><Relationship Id="rId8" Type="http://schemas.openxmlformats.org/officeDocument/2006/relationships/slideMaster" Target="slideMasters/slideMaster7.xml"/><Relationship Id="rId79" Type="http://schemas.openxmlformats.org/officeDocument/2006/relationships/slideMaster" Target="slideMasters/slideMaster78.xml"/><Relationship Id="rId78" Type="http://schemas.openxmlformats.org/officeDocument/2006/relationships/slideMaster" Target="slideMasters/slideMaster77.xml"/><Relationship Id="rId77" Type="http://schemas.openxmlformats.org/officeDocument/2006/relationships/slideMaster" Target="slideMasters/slideMaster76.xml"/><Relationship Id="rId76" Type="http://schemas.openxmlformats.org/officeDocument/2006/relationships/slideMaster" Target="slideMasters/slideMaster75.xml"/><Relationship Id="rId75" Type="http://schemas.openxmlformats.org/officeDocument/2006/relationships/slideMaster" Target="slideMasters/slideMaster74.xml"/><Relationship Id="rId74" Type="http://schemas.openxmlformats.org/officeDocument/2006/relationships/slideMaster" Target="slideMasters/slideMaster73.xml"/><Relationship Id="rId73" Type="http://schemas.openxmlformats.org/officeDocument/2006/relationships/slideMaster" Target="slideMasters/slideMaster72.xml"/><Relationship Id="rId72" Type="http://schemas.openxmlformats.org/officeDocument/2006/relationships/slideMaster" Target="slideMasters/slideMaster71.xml"/><Relationship Id="rId71" Type="http://schemas.openxmlformats.org/officeDocument/2006/relationships/slideMaster" Target="slideMasters/slideMaster70.xml"/><Relationship Id="rId70" Type="http://schemas.openxmlformats.org/officeDocument/2006/relationships/slideMaster" Target="slideMasters/slideMaster69.xml"/><Relationship Id="rId7" Type="http://schemas.openxmlformats.org/officeDocument/2006/relationships/slideMaster" Target="slideMasters/slideMaster6.xml"/><Relationship Id="rId69" Type="http://schemas.openxmlformats.org/officeDocument/2006/relationships/slideMaster" Target="slideMasters/slideMaster68.xml"/><Relationship Id="rId68" Type="http://schemas.openxmlformats.org/officeDocument/2006/relationships/slideMaster" Target="slideMasters/slideMaster67.xml"/><Relationship Id="rId67" Type="http://schemas.openxmlformats.org/officeDocument/2006/relationships/slideMaster" Target="slideMasters/slideMaster66.xml"/><Relationship Id="rId66" Type="http://schemas.openxmlformats.org/officeDocument/2006/relationships/slideMaster" Target="slideMasters/slideMaster65.xml"/><Relationship Id="rId65" Type="http://schemas.openxmlformats.org/officeDocument/2006/relationships/slideMaster" Target="slideMasters/slideMaster64.xml"/><Relationship Id="rId64" Type="http://schemas.openxmlformats.org/officeDocument/2006/relationships/slideMaster" Target="slideMasters/slideMaster63.xml"/><Relationship Id="rId63" Type="http://schemas.openxmlformats.org/officeDocument/2006/relationships/slideMaster" Target="slideMasters/slideMaster62.xml"/><Relationship Id="rId62" Type="http://schemas.openxmlformats.org/officeDocument/2006/relationships/slideMaster" Target="slideMasters/slideMaster61.xml"/><Relationship Id="rId61" Type="http://schemas.openxmlformats.org/officeDocument/2006/relationships/slideMaster" Target="slideMasters/slideMaster60.xml"/><Relationship Id="rId60" Type="http://schemas.openxmlformats.org/officeDocument/2006/relationships/slideMaster" Target="slideMasters/slideMaster59.xml"/><Relationship Id="rId6" Type="http://schemas.openxmlformats.org/officeDocument/2006/relationships/slideMaster" Target="slideMasters/slideMaster5.xml"/><Relationship Id="rId59" Type="http://schemas.openxmlformats.org/officeDocument/2006/relationships/slideMaster" Target="slideMasters/slideMaster58.xml"/><Relationship Id="rId58" Type="http://schemas.openxmlformats.org/officeDocument/2006/relationships/slideMaster" Target="slideMasters/slideMaster57.xml"/><Relationship Id="rId57" Type="http://schemas.openxmlformats.org/officeDocument/2006/relationships/slideMaster" Target="slideMasters/slideMaster56.xml"/><Relationship Id="rId56" Type="http://schemas.openxmlformats.org/officeDocument/2006/relationships/slideMaster" Target="slideMasters/slideMaster55.xml"/><Relationship Id="rId55" Type="http://schemas.openxmlformats.org/officeDocument/2006/relationships/slideMaster" Target="slideMasters/slideMaster54.xml"/><Relationship Id="rId54" Type="http://schemas.openxmlformats.org/officeDocument/2006/relationships/slideMaster" Target="slideMasters/slideMaster53.xml"/><Relationship Id="rId53" Type="http://schemas.openxmlformats.org/officeDocument/2006/relationships/slideMaster" Target="slideMasters/slideMaster52.xml"/><Relationship Id="rId52" Type="http://schemas.openxmlformats.org/officeDocument/2006/relationships/slideMaster" Target="slideMasters/slideMaster51.xml"/><Relationship Id="rId51" Type="http://schemas.openxmlformats.org/officeDocument/2006/relationships/slideMaster" Target="slideMasters/slideMaster50.xml"/><Relationship Id="rId50" Type="http://schemas.openxmlformats.org/officeDocument/2006/relationships/slideMaster" Target="slideMasters/slideMaster49.xml"/><Relationship Id="rId5" Type="http://schemas.openxmlformats.org/officeDocument/2006/relationships/slideMaster" Target="slideMasters/slideMaster4.xml"/><Relationship Id="rId49" Type="http://schemas.openxmlformats.org/officeDocument/2006/relationships/slideMaster" Target="slideMasters/slideMaster48.xml"/><Relationship Id="rId48" Type="http://schemas.openxmlformats.org/officeDocument/2006/relationships/slideMaster" Target="slideMasters/slideMaster47.xml"/><Relationship Id="rId47" Type="http://schemas.openxmlformats.org/officeDocument/2006/relationships/slideMaster" Target="slideMasters/slideMaster46.xml"/><Relationship Id="rId46" Type="http://schemas.openxmlformats.org/officeDocument/2006/relationships/slideMaster" Target="slideMasters/slideMaster45.xml"/><Relationship Id="rId45" Type="http://schemas.openxmlformats.org/officeDocument/2006/relationships/slideMaster" Target="slideMasters/slideMaster44.xml"/><Relationship Id="rId44" Type="http://schemas.openxmlformats.org/officeDocument/2006/relationships/slideMaster" Target="slideMasters/slideMaster43.xml"/><Relationship Id="rId43" Type="http://schemas.openxmlformats.org/officeDocument/2006/relationships/slideMaster" Target="slideMasters/slideMaster42.xml"/><Relationship Id="rId42" Type="http://schemas.openxmlformats.org/officeDocument/2006/relationships/slideMaster" Target="slideMasters/slideMaster41.xml"/><Relationship Id="rId41" Type="http://schemas.openxmlformats.org/officeDocument/2006/relationships/slideMaster" Target="slideMasters/slideMaster40.xml"/><Relationship Id="rId40" Type="http://schemas.openxmlformats.org/officeDocument/2006/relationships/slideMaster" Target="slideMasters/slideMaster39.xml"/><Relationship Id="rId4" Type="http://schemas.openxmlformats.org/officeDocument/2006/relationships/slideMaster" Target="slideMasters/slideMaster3.xml"/><Relationship Id="rId39" Type="http://schemas.openxmlformats.org/officeDocument/2006/relationships/slideMaster" Target="slideMasters/slideMaster38.xml"/><Relationship Id="rId38" Type="http://schemas.openxmlformats.org/officeDocument/2006/relationships/slideMaster" Target="slideMasters/slideMaster37.xml"/><Relationship Id="rId37" Type="http://schemas.openxmlformats.org/officeDocument/2006/relationships/slideMaster" Target="slideMasters/slideMaster36.xml"/><Relationship Id="rId36" Type="http://schemas.openxmlformats.org/officeDocument/2006/relationships/slideMaster" Target="slideMasters/slideMaster35.xml"/><Relationship Id="rId35" Type="http://schemas.openxmlformats.org/officeDocument/2006/relationships/slideMaster" Target="slideMasters/slideMaster34.xml"/><Relationship Id="rId34" Type="http://schemas.openxmlformats.org/officeDocument/2006/relationships/slideMaster" Target="slideMasters/slideMaster33.xml"/><Relationship Id="rId33" Type="http://schemas.openxmlformats.org/officeDocument/2006/relationships/slideMaster" Target="slideMasters/slideMaster32.xml"/><Relationship Id="rId32" Type="http://schemas.openxmlformats.org/officeDocument/2006/relationships/slideMaster" Target="slideMasters/slideMaster31.xml"/><Relationship Id="rId31" Type="http://schemas.openxmlformats.org/officeDocument/2006/relationships/slideMaster" Target="slideMasters/slideMaster30.xml"/><Relationship Id="rId30" Type="http://schemas.openxmlformats.org/officeDocument/2006/relationships/slideMaster" Target="slideMasters/slideMaster29.xml"/><Relationship Id="rId3" Type="http://schemas.openxmlformats.org/officeDocument/2006/relationships/slideMaster" Target="slideMasters/slideMaster2.xml"/><Relationship Id="rId29" Type="http://schemas.openxmlformats.org/officeDocument/2006/relationships/slideMaster" Target="slideMasters/slideMaster28.xml"/><Relationship Id="rId28" Type="http://schemas.openxmlformats.org/officeDocument/2006/relationships/slideMaster" Target="slideMasters/slideMaster27.xml"/><Relationship Id="rId27" Type="http://schemas.openxmlformats.org/officeDocument/2006/relationships/slideMaster" Target="slideMasters/slideMaster26.xml"/><Relationship Id="rId26" Type="http://schemas.openxmlformats.org/officeDocument/2006/relationships/slideMaster" Target="slideMasters/slideMaster25.xml"/><Relationship Id="rId25" Type="http://schemas.openxmlformats.org/officeDocument/2006/relationships/slideMaster" Target="slideMasters/slideMaster24.xml"/><Relationship Id="rId24" Type="http://schemas.openxmlformats.org/officeDocument/2006/relationships/slideMaster" Target="slideMasters/slideMaster23.xml"/><Relationship Id="rId23" Type="http://schemas.openxmlformats.org/officeDocument/2006/relationships/slideMaster" Target="slideMasters/slideMaster22.xml"/><Relationship Id="rId22" Type="http://schemas.openxmlformats.org/officeDocument/2006/relationships/slideMaster" Target="slideMasters/slideMaster21.xml"/><Relationship Id="rId21" Type="http://schemas.openxmlformats.org/officeDocument/2006/relationships/slideMaster" Target="slideMasters/slideMaster20.xml"/><Relationship Id="rId20" Type="http://schemas.openxmlformats.org/officeDocument/2006/relationships/slideMaster" Target="slideMasters/slideMaster19.xml"/><Relationship Id="rId2" Type="http://schemas.openxmlformats.org/officeDocument/2006/relationships/theme" Target="theme/theme1.xml"/><Relationship Id="rId190" Type="http://schemas.openxmlformats.org/officeDocument/2006/relationships/tags" Target="tags/tag1357.xml"/><Relationship Id="rId19" Type="http://schemas.openxmlformats.org/officeDocument/2006/relationships/slideMaster" Target="slideMasters/slideMaster18.xml"/><Relationship Id="rId189" Type="http://schemas.openxmlformats.org/officeDocument/2006/relationships/commentAuthors" Target="commentAuthors.xml"/><Relationship Id="rId188" Type="http://schemas.openxmlformats.org/officeDocument/2006/relationships/tableStyles" Target="tableStyles.xml"/><Relationship Id="rId187" Type="http://schemas.openxmlformats.org/officeDocument/2006/relationships/viewProps" Target="viewProps.xml"/><Relationship Id="rId186" Type="http://schemas.openxmlformats.org/officeDocument/2006/relationships/presProps" Target="presProps.xml"/><Relationship Id="rId185" Type="http://schemas.openxmlformats.org/officeDocument/2006/relationships/slide" Target="slides/slide91.xml"/><Relationship Id="rId184" Type="http://schemas.openxmlformats.org/officeDocument/2006/relationships/slide" Target="slides/slide90.xml"/><Relationship Id="rId183" Type="http://schemas.openxmlformats.org/officeDocument/2006/relationships/slide" Target="slides/slide89.xml"/><Relationship Id="rId182" Type="http://schemas.openxmlformats.org/officeDocument/2006/relationships/slide" Target="slides/slide88.xml"/><Relationship Id="rId181" Type="http://schemas.openxmlformats.org/officeDocument/2006/relationships/slide" Target="slides/slide87.xml"/><Relationship Id="rId180" Type="http://schemas.openxmlformats.org/officeDocument/2006/relationships/slide" Target="slides/slide86.xml"/><Relationship Id="rId18" Type="http://schemas.openxmlformats.org/officeDocument/2006/relationships/slideMaster" Target="slideMasters/slideMaster17.xml"/><Relationship Id="rId179" Type="http://schemas.openxmlformats.org/officeDocument/2006/relationships/slide" Target="slides/slide85.xml"/><Relationship Id="rId178" Type="http://schemas.openxmlformats.org/officeDocument/2006/relationships/slide" Target="slides/slide84.xml"/><Relationship Id="rId177" Type="http://schemas.openxmlformats.org/officeDocument/2006/relationships/slide" Target="slides/slide83.xml"/><Relationship Id="rId176" Type="http://schemas.openxmlformats.org/officeDocument/2006/relationships/slide" Target="slides/slide82.xml"/><Relationship Id="rId175" Type="http://schemas.openxmlformats.org/officeDocument/2006/relationships/slide" Target="slides/slide81.xml"/><Relationship Id="rId174" Type="http://schemas.openxmlformats.org/officeDocument/2006/relationships/slide" Target="slides/slide80.xml"/><Relationship Id="rId173" Type="http://schemas.openxmlformats.org/officeDocument/2006/relationships/slide" Target="slides/slide79.xml"/><Relationship Id="rId172" Type="http://schemas.openxmlformats.org/officeDocument/2006/relationships/slide" Target="slides/slide78.xml"/><Relationship Id="rId171" Type="http://schemas.openxmlformats.org/officeDocument/2006/relationships/slide" Target="slides/slide77.xml"/><Relationship Id="rId170" Type="http://schemas.openxmlformats.org/officeDocument/2006/relationships/slide" Target="slides/slide76.xml"/><Relationship Id="rId17" Type="http://schemas.openxmlformats.org/officeDocument/2006/relationships/slideMaster" Target="slideMasters/slideMaster16.xml"/><Relationship Id="rId169" Type="http://schemas.openxmlformats.org/officeDocument/2006/relationships/slide" Target="slides/slide75.xml"/><Relationship Id="rId168" Type="http://schemas.openxmlformats.org/officeDocument/2006/relationships/slide" Target="slides/slide74.xml"/><Relationship Id="rId167" Type="http://schemas.openxmlformats.org/officeDocument/2006/relationships/slide" Target="slides/slide73.xml"/><Relationship Id="rId166" Type="http://schemas.openxmlformats.org/officeDocument/2006/relationships/slide" Target="slides/slide72.xml"/><Relationship Id="rId165" Type="http://schemas.openxmlformats.org/officeDocument/2006/relationships/slide" Target="slides/slide71.xml"/><Relationship Id="rId164" Type="http://schemas.openxmlformats.org/officeDocument/2006/relationships/slide" Target="slides/slide70.xml"/><Relationship Id="rId163" Type="http://schemas.openxmlformats.org/officeDocument/2006/relationships/slide" Target="slides/slide69.xml"/><Relationship Id="rId162" Type="http://schemas.openxmlformats.org/officeDocument/2006/relationships/slide" Target="slides/slide68.xml"/><Relationship Id="rId161" Type="http://schemas.openxmlformats.org/officeDocument/2006/relationships/slide" Target="slides/slide67.xml"/><Relationship Id="rId160" Type="http://schemas.openxmlformats.org/officeDocument/2006/relationships/slide" Target="slides/slide66.xml"/><Relationship Id="rId16" Type="http://schemas.openxmlformats.org/officeDocument/2006/relationships/slideMaster" Target="slideMasters/slideMaster15.xml"/><Relationship Id="rId159" Type="http://schemas.openxmlformats.org/officeDocument/2006/relationships/slide" Target="slides/slide65.xml"/><Relationship Id="rId158" Type="http://schemas.openxmlformats.org/officeDocument/2006/relationships/slide" Target="slides/slide64.xml"/><Relationship Id="rId157" Type="http://schemas.openxmlformats.org/officeDocument/2006/relationships/slide" Target="slides/slide63.xml"/><Relationship Id="rId156" Type="http://schemas.openxmlformats.org/officeDocument/2006/relationships/slide" Target="slides/slide62.xml"/><Relationship Id="rId155" Type="http://schemas.openxmlformats.org/officeDocument/2006/relationships/slide" Target="slides/slide61.xml"/><Relationship Id="rId154" Type="http://schemas.openxmlformats.org/officeDocument/2006/relationships/slide" Target="slides/slide60.xml"/><Relationship Id="rId153" Type="http://schemas.openxmlformats.org/officeDocument/2006/relationships/slide" Target="slides/slide59.xml"/><Relationship Id="rId152" Type="http://schemas.openxmlformats.org/officeDocument/2006/relationships/slide" Target="slides/slide58.xml"/><Relationship Id="rId151" Type="http://schemas.openxmlformats.org/officeDocument/2006/relationships/slide" Target="slides/slide57.xml"/><Relationship Id="rId150" Type="http://schemas.openxmlformats.org/officeDocument/2006/relationships/slide" Target="slides/slide56.xml"/><Relationship Id="rId15" Type="http://schemas.openxmlformats.org/officeDocument/2006/relationships/slideMaster" Target="slideMasters/slideMaster14.xml"/><Relationship Id="rId149" Type="http://schemas.openxmlformats.org/officeDocument/2006/relationships/slide" Target="slides/slide55.xml"/><Relationship Id="rId148" Type="http://schemas.openxmlformats.org/officeDocument/2006/relationships/slide" Target="slides/slide54.xml"/><Relationship Id="rId147" Type="http://schemas.openxmlformats.org/officeDocument/2006/relationships/slide" Target="slides/slide53.xml"/><Relationship Id="rId146" Type="http://schemas.openxmlformats.org/officeDocument/2006/relationships/slide" Target="slides/slide52.xml"/><Relationship Id="rId145" Type="http://schemas.openxmlformats.org/officeDocument/2006/relationships/slide" Target="slides/slide51.xml"/><Relationship Id="rId144" Type="http://schemas.openxmlformats.org/officeDocument/2006/relationships/slide" Target="slides/slide50.xml"/><Relationship Id="rId143" Type="http://schemas.openxmlformats.org/officeDocument/2006/relationships/slide" Target="slides/slide49.xml"/><Relationship Id="rId142" Type="http://schemas.openxmlformats.org/officeDocument/2006/relationships/slide" Target="slides/slide48.xml"/><Relationship Id="rId141" Type="http://schemas.openxmlformats.org/officeDocument/2006/relationships/slide" Target="slides/slide47.xml"/><Relationship Id="rId140" Type="http://schemas.openxmlformats.org/officeDocument/2006/relationships/slide" Target="slides/slide46.xml"/><Relationship Id="rId14" Type="http://schemas.openxmlformats.org/officeDocument/2006/relationships/slideMaster" Target="slideMasters/slideMaster13.xml"/><Relationship Id="rId139" Type="http://schemas.openxmlformats.org/officeDocument/2006/relationships/slide" Target="slides/slide45.xml"/><Relationship Id="rId138" Type="http://schemas.openxmlformats.org/officeDocument/2006/relationships/slide" Target="slides/slide44.xml"/><Relationship Id="rId137" Type="http://schemas.openxmlformats.org/officeDocument/2006/relationships/slide" Target="slides/slide43.xml"/><Relationship Id="rId136" Type="http://schemas.openxmlformats.org/officeDocument/2006/relationships/slide" Target="slides/slide42.xml"/><Relationship Id="rId135" Type="http://schemas.openxmlformats.org/officeDocument/2006/relationships/slide" Target="slides/slide41.xml"/><Relationship Id="rId134" Type="http://schemas.openxmlformats.org/officeDocument/2006/relationships/slide" Target="slides/slide40.xml"/><Relationship Id="rId133" Type="http://schemas.openxmlformats.org/officeDocument/2006/relationships/slide" Target="slides/slide39.xml"/><Relationship Id="rId132" Type="http://schemas.openxmlformats.org/officeDocument/2006/relationships/slide" Target="slides/slide38.xml"/><Relationship Id="rId131" Type="http://schemas.openxmlformats.org/officeDocument/2006/relationships/slide" Target="slides/slide37.xml"/><Relationship Id="rId130" Type="http://schemas.openxmlformats.org/officeDocument/2006/relationships/slide" Target="slides/slide36.xml"/><Relationship Id="rId13" Type="http://schemas.openxmlformats.org/officeDocument/2006/relationships/slideMaster" Target="slideMasters/slideMaster12.xml"/><Relationship Id="rId129" Type="http://schemas.openxmlformats.org/officeDocument/2006/relationships/slide" Target="slides/slide35.xml"/><Relationship Id="rId128" Type="http://schemas.openxmlformats.org/officeDocument/2006/relationships/notesMaster" Target="notesMasters/notesMaster1.xml"/><Relationship Id="rId127" Type="http://schemas.openxmlformats.org/officeDocument/2006/relationships/slide" Target="slides/slide34.xml"/><Relationship Id="rId126" Type="http://schemas.openxmlformats.org/officeDocument/2006/relationships/slide" Target="slides/slide33.xml"/><Relationship Id="rId125" Type="http://schemas.openxmlformats.org/officeDocument/2006/relationships/slide" Target="slides/slide32.xml"/><Relationship Id="rId124" Type="http://schemas.openxmlformats.org/officeDocument/2006/relationships/slide" Target="slides/slide31.xml"/><Relationship Id="rId123" Type="http://schemas.openxmlformats.org/officeDocument/2006/relationships/slide" Target="slides/slide30.xml"/><Relationship Id="rId122" Type="http://schemas.openxmlformats.org/officeDocument/2006/relationships/slide" Target="slides/slide29.xml"/><Relationship Id="rId121" Type="http://schemas.openxmlformats.org/officeDocument/2006/relationships/slide" Target="slides/slide28.xml"/><Relationship Id="rId120" Type="http://schemas.openxmlformats.org/officeDocument/2006/relationships/slide" Target="slides/slide27.xml"/><Relationship Id="rId12" Type="http://schemas.openxmlformats.org/officeDocument/2006/relationships/slideMaster" Target="slideMasters/slideMaster11.xml"/><Relationship Id="rId119" Type="http://schemas.openxmlformats.org/officeDocument/2006/relationships/slide" Target="slides/slide26.xml"/><Relationship Id="rId118" Type="http://schemas.openxmlformats.org/officeDocument/2006/relationships/slide" Target="slides/slide25.xml"/><Relationship Id="rId117" Type="http://schemas.openxmlformats.org/officeDocument/2006/relationships/slide" Target="slides/slide24.xml"/><Relationship Id="rId116" Type="http://schemas.openxmlformats.org/officeDocument/2006/relationships/slide" Target="slides/slide23.xml"/><Relationship Id="rId115" Type="http://schemas.openxmlformats.org/officeDocument/2006/relationships/slide" Target="slides/slide22.xml"/><Relationship Id="rId114" Type="http://schemas.openxmlformats.org/officeDocument/2006/relationships/slide" Target="slides/slide21.xml"/><Relationship Id="rId113" Type="http://schemas.openxmlformats.org/officeDocument/2006/relationships/slide" Target="slides/slide20.xml"/><Relationship Id="rId112" Type="http://schemas.openxmlformats.org/officeDocument/2006/relationships/slide" Target="slides/slide19.xml"/><Relationship Id="rId111" Type="http://schemas.openxmlformats.org/officeDocument/2006/relationships/slide" Target="slides/slide18.xml"/><Relationship Id="rId110" Type="http://schemas.openxmlformats.org/officeDocument/2006/relationships/slide" Target="slides/slide17.xml"/><Relationship Id="rId11" Type="http://schemas.openxmlformats.org/officeDocument/2006/relationships/slideMaster" Target="slideMasters/slideMaster10.xml"/><Relationship Id="rId109" Type="http://schemas.openxmlformats.org/officeDocument/2006/relationships/slide" Target="slides/slide16.xml"/><Relationship Id="rId108" Type="http://schemas.openxmlformats.org/officeDocument/2006/relationships/slide" Target="slides/slide15.xml"/><Relationship Id="rId107" Type="http://schemas.openxmlformats.org/officeDocument/2006/relationships/slide" Target="slides/slide14.xml"/><Relationship Id="rId106" Type="http://schemas.openxmlformats.org/officeDocument/2006/relationships/slide" Target="slides/slide13.xml"/><Relationship Id="rId105" Type="http://schemas.openxmlformats.org/officeDocument/2006/relationships/slide" Target="slides/slide12.xml"/><Relationship Id="rId104" Type="http://schemas.openxmlformats.org/officeDocument/2006/relationships/slide" Target="slides/slide11.xml"/><Relationship Id="rId103" Type="http://schemas.openxmlformats.org/officeDocument/2006/relationships/slide" Target="slides/slide10.xml"/><Relationship Id="rId102" Type="http://schemas.openxmlformats.org/officeDocument/2006/relationships/slide" Target="slides/slide9.xml"/><Relationship Id="rId101" Type="http://schemas.openxmlformats.org/officeDocument/2006/relationships/slide" Target="slides/slide8.xml"/><Relationship Id="rId100" Type="http://schemas.openxmlformats.org/officeDocument/2006/relationships/slide" Target="slides/slide7.xml"/><Relationship Id="rId10" Type="http://schemas.openxmlformats.org/officeDocument/2006/relationships/slideMaster" Target="slideMasters/slideMaster9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e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5.wmf"/><Relationship Id="rId1" Type="http://schemas.openxmlformats.org/officeDocument/2006/relationships/image" Target="../media/image3.emf"/></Relationships>
</file>

<file path=ppt/drawings/_rels/vmlDrawing3.v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image" Target="../media/image3.e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image" Target="../media/image8.emf"/></Relationships>
</file>

<file path=ppt/drawings/_rels/vmlDrawing5.v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image" Target="../media/image10.emf"/></Relationships>
</file>

<file path=ppt/drawings/_rels/vmlDrawing6.vml.rels><?xml version="1.0" encoding="UTF-8" standalone="yes"?>
<Relationships xmlns="http://schemas.openxmlformats.org/package/2006/relationships"><Relationship Id="rId4" Type="http://schemas.openxmlformats.org/officeDocument/2006/relationships/image" Target="../media/image15.emf"/><Relationship Id="rId3" Type="http://schemas.openxmlformats.org/officeDocument/2006/relationships/image" Target="../media/image14.emf"/><Relationship Id="rId2" Type="http://schemas.openxmlformats.org/officeDocument/2006/relationships/image" Target="../media/image13.emf"/><Relationship Id="rId1" Type="http://schemas.openxmlformats.org/officeDocument/2006/relationships/image" Target="../media/image12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8.v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image" Target="../media/image17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9.e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21.emf"/></Relationships>
</file>

<file path=ppt/drawings/_rels/vmlDrawing1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4.emf"/><Relationship Id="rId1" Type="http://schemas.openxmlformats.org/officeDocument/2006/relationships/image" Target="../media/image23.e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emf"/></Relationships>
</file>

<file path=ppt/drawings/_rels/vmlDrawing13.v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image" Target="../media/image28.emf"/><Relationship Id="rId1" Type="http://schemas.openxmlformats.org/officeDocument/2006/relationships/image" Target="../media/image27.emf"/></Relationships>
</file>

<file path=ppt/drawings/_rels/vmlDrawing14.vml.rels><?xml version="1.0" encoding="UTF-8" standalone="yes"?>
<Relationships xmlns="http://schemas.openxmlformats.org/package/2006/relationships"><Relationship Id="rId5" Type="http://schemas.openxmlformats.org/officeDocument/2006/relationships/image" Target="../media/image36.emf"/><Relationship Id="rId4" Type="http://schemas.openxmlformats.org/officeDocument/2006/relationships/image" Target="../media/image35.emf"/><Relationship Id="rId3" Type="http://schemas.openxmlformats.org/officeDocument/2006/relationships/image" Target="../media/image34.emf"/><Relationship Id="rId2" Type="http://schemas.openxmlformats.org/officeDocument/2006/relationships/image" Target="../media/image33.emf"/><Relationship Id="rId1" Type="http://schemas.openxmlformats.org/officeDocument/2006/relationships/image" Target="../media/image32.emf"/></Relationships>
</file>

<file path=ppt/drawings/_rels/vmlDrawing15.vml.rels><?xml version="1.0" encoding="UTF-8" standalone="yes"?>
<Relationships xmlns="http://schemas.openxmlformats.org/package/2006/relationships"><Relationship Id="rId5" Type="http://schemas.openxmlformats.org/officeDocument/2006/relationships/image" Target="../media/image39.emf"/><Relationship Id="rId4" Type="http://schemas.openxmlformats.org/officeDocument/2006/relationships/image" Target="../media/image38.emf"/><Relationship Id="rId3" Type="http://schemas.openxmlformats.org/officeDocument/2006/relationships/image" Target="../media/image36.emf"/><Relationship Id="rId2" Type="http://schemas.openxmlformats.org/officeDocument/2006/relationships/image" Target="../media/image35.emf"/><Relationship Id="rId1" Type="http://schemas.openxmlformats.org/officeDocument/2006/relationships/image" Target="../media/image37.emf"/></Relationships>
</file>

<file path=ppt/drawings/_rels/vmlDrawing16.vml.rels><?xml version="1.0" encoding="UTF-8" standalone="yes"?>
<Relationships xmlns="http://schemas.openxmlformats.org/package/2006/relationships"><Relationship Id="rId6" Type="http://schemas.openxmlformats.org/officeDocument/2006/relationships/image" Target="../media/image45.emf"/><Relationship Id="rId5" Type="http://schemas.openxmlformats.org/officeDocument/2006/relationships/image" Target="../media/image44.emf"/><Relationship Id="rId4" Type="http://schemas.openxmlformats.org/officeDocument/2006/relationships/image" Target="../media/image43.emf"/><Relationship Id="rId3" Type="http://schemas.openxmlformats.org/officeDocument/2006/relationships/image" Target="../media/image42.emf"/><Relationship Id="rId2" Type="http://schemas.openxmlformats.org/officeDocument/2006/relationships/image" Target="../media/image41.emf"/><Relationship Id="rId1" Type="http://schemas.openxmlformats.org/officeDocument/2006/relationships/image" Target="../media/image40.e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46.emf"/></Relationships>
</file>

<file path=ppt/drawings/_rels/vmlDrawing18.vml.rels><?xml version="1.0" encoding="UTF-8" standalone="yes"?>
<Relationships xmlns="http://schemas.openxmlformats.org/package/2006/relationships"><Relationship Id="rId3" Type="http://schemas.openxmlformats.org/officeDocument/2006/relationships/image" Target="../media/image46.emf"/><Relationship Id="rId2" Type="http://schemas.openxmlformats.org/officeDocument/2006/relationships/image" Target="../media/image49.emf"/><Relationship Id="rId1" Type="http://schemas.openxmlformats.org/officeDocument/2006/relationships/image" Target="../media/image48.emf"/></Relationships>
</file>

<file path=ppt/drawings/_rels/vmlDrawing19.vml.rels><?xml version="1.0" encoding="UTF-8" standalone="yes"?>
<Relationships xmlns="http://schemas.openxmlformats.org/package/2006/relationships"><Relationship Id="rId2" Type="http://schemas.openxmlformats.org/officeDocument/2006/relationships/image" Target="../media/image46.emf"/><Relationship Id="rId1" Type="http://schemas.openxmlformats.org/officeDocument/2006/relationships/image" Target="../media/image50.e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emf"/></Relationships>
</file>

<file path=ppt/drawings/_rels/vmlDrawing2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5.emf"/></Relationships>
</file>

<file path=ppt/drawings/_rels/vmlDrawing22.vml.rels><?xml version="1.0" encoding="UTF-8" standalone="yes"?>
<Relationships xmlns="http://schemas.openxmlformats.org/package/2006/relationships"><Relationship Id="rId5" Type="http://schemas.openxmlformats.org/officeDocument/2006/relationships/image" Target="../media/image61.emf"/><Relationship Id="rId4" Type="http://schemas.openxmlformats.org/officeDocument/2006/relationships/image" Target="../media/image60.emf"/><Relationship Id="rId3" Type="http://schemas.openxmlformats.org/officeDocument/2006/relationships/image" Target="../media/image59.emf"/><Relationship Id="rId2" Type="http://schemas.openxmlformats.org/officeDocument/2006/relationships/image" Target="../media/image58.emf"/><Relationship Id="rId1" Type="http://schemas.openxmlformats.org/officeDocument/2006/relationships/image" Target="../media/image57.emf"/></Relationships>
</file>

<file path=ppt/drawings/_rels/vmlDrawing23.vml.rels><?xml version="1.0" encoding="UTF-8" standalone="yes"?>
<Relationships xmlns="http://schemas.openxmlformats.org/package/2006/relationships"><Relationship Id="rId2" Type="http://schemas.openxmlformats.org/officeDocument/2006/relationships/image" Target="../media/image66.wmf"/><Relationship Id="rId1" Type="http://schemas.openxmlformats.org/officeDocument/2006/relationships/image" Target="../media/image65.wmf"/></Relationships>
</file>

<file path=ppt/drawings/_rels/vmlDrawing2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8.wmf"/></Relationships>
</file>

<file path=ppt/drawings/_rels/vmlDrawing25.vml.rels><?xml version="1.0" encoding="UTF-8" standalone="yes"?>
<Relationships xmlns="http://schemas.openxmlformats.org/package/2006/relationships"><Relationship Id="rId3" Type="http://schemas.openxmlformats.org/officeDocument/2006/relationships/image" Target="../media/image71.emf"/><Relationship Id="rId2" Type="http://schemas.openxmlformats.org/officeDocument/2006/relationships/image" Target="../media/image70.emf"/><Relationship Id="rId1" Type="http://schemas.openxmlformats.org/officeDocument/2006/relationships/image" Target="../media/image69.emf"/></Relationships>
</file>

<file path=ppt/drawings/_rels/vmlDrawing26.vml.rels><?xml version="1.0" encoding="UTF-8" standalone="yes"?>
<Relationships xmlns="http://schemas.openxmlformats.org/package/2006/relationships"><Relationship Id="rId1" Type="http://schemas.openxmlformats.org/officeDocument/2006/relationships/image" Target="../media/image73.emf"/></Relationships>
</file>

<file path=ppt/drawings/_rels/vmlDrawing27.vml.rels><?xml version="1.0" encoding="UTF-8" standalone="yes"?>
<Relationships xmlns="http://schemas.openxmlformats.org/package/2006/relationships"><Relationship Id="rId3" Type="http://schemas.openxmlformats.org/officeDocument/2006/relationships/image" Target="../media/image76.emf"/><Relationship Id="rId2" Type="http://schemas.openxmlformats.org/officeDocument/2006/relationships/image" Target="../media/image75.emf"/><Relationship Id="rId1" Type="http://schemas.openxmlformats.org/officeDocument/2006/relationships/image" Target="../media/image74.emf"/></Relationships>
</file>

<file path=ppt/drawings/_rels/vmlDrawing28.vml.rels><?xml version="1.0" encoding="UTF-8" standalone="yes"?>
<Relationships xmlns="http://schemas.openxmlformats.org/package/2006/relationships"><Relationship Id="rId4" Type="http://schemas.openxmlformats.org/officeDocument/2006/relationships/image" Target="../media/image81.wmf"/><Relationship Id="rId3" Type="http://schemas.openxmlformats.org/officeDocument/2006/relationships/image" Target="../media/image80.wmf"/><Relationship Id="rId2" Type="http://schemas.openxmlformats.org/officeDocument/2006/relationships/image" Target="../media/image79.emf"/><Relationship Id="rId1" Type="http://schemas.openxmlformats.org/officeDocument/2006/relationships/image" Target="../media/image78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332" name=""/>
        <p:cNvGrpSpPr/>
        <p:nvPr/>
      </p:nvGrpSpPr>
      <p:grpSpPr/>
      <p:sp>
        <p:nvSpPr>
          <p:cNvPr id="1059707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sz="1200">
                <a:latin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仿宋_GB2312" pitchFamily="49" charset="-122"/>
              <a:cs typeface="+mn-cs"/>
            </a:endParaRPr>
          </a:p>
        </p:txBody>
      </p:sp>
      <p:sp>
        <p:nvSpPr>
          <p:cNvPr id="1059708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/>
          <a:lstStyle>
            <a:lvl1pPr algn="r" eaLnBrk="1" hangingPunct="1">
              <a:defRPr sz="12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B0A2BBAC-4507-469E-9B5D-1F45445385E3}" type="datetimeFigureOut">
              <a:rPr kumimoji="0" lang="zh-CN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仿宋_GB2312" pitchFamily="49" charset="-122"/>
                <a:cs typeface="+mn-cs"/>
              </a:rPr>
            </a:fld>
            <a:endParaRPr kumimoji="0" lang="zh-CN" altLang="en-US" sz="12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仿宋_GB2312" pitchFamily="49" charset="-122"/>
              <a:cs typeface="+mn-cs"/>
            </a:endParaRPr>
          </a:p>
        </p:txBody>
      </p:sp>
      <p:sp>
        <p:nvSpPr>
          <p:cNvPr id="1059709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710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编辑母版文本样式</a:t>
            </a:r>
            <a:endParaRPr kumimoji="0" lang="zh-CN" altLang="en-US" sz="12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第二级</a:t>
            </a:r>
            <a:endParaRPr kumimoji="0" lang="zh-CN" altLang="en-US" sz="12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  <a:p>
            <a:pPr marL="914400" marR="0" lvl="2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第三级</a:t>
            </a:r>
            <a:endParaRPr kumimoji="0" lang="zh-CN" altLang="en-US" sz="12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  <a:p>
            <a:pPr marL="1371600" marR="0" lvl="3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第四级</a:t>
            </a:r>
            <a:endParaRPr kumimoji="0" lang="zh-CN" altLang="en-US" sz="12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  <a:p>
            <a:pPr marL="1828800" marR="0" lvl="4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第五级</a:t>
            </a:r>
            <a:endParaRPr kumimoji="0" lang="zh-CN" altLang="en-US" sz="12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711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8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/>
          <a:lstStyle>
            <a:lvl1pPr eaLnBrk="1" hangingPunct="1">
              <a:defRPr sz="1200">
                <a:latin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仿宋_GB2312" pitchFamily="49" charset="-122"/>
              <a:cs typeface="+mn-cs"/>
            </a:endParaRPr>
          </a:p>
        </p:txBody>
      </p:sp>
      <p:sp>
        <p:nvSpPr>
          <p:cNvPr id="1059712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8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/>
          <a:lstStyle>
            <a:lvl1pPr algn="r" eaLnBrk="1" hangingPunct="1">
              <a:defRPr sz="1200"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A36C97CE-7745-4A6A-836E-6095F75F7CA1}" type="slidenum">
              <a:rPr kumimoji="0" lang="zh-CN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仿宋_GB2312" pitchFamily="49" charset="-122"/>
                <a:cs typeface="+mn-cs"/>
              </a:rPr>
            </a:fld>
            <a:endParaRPr kumimoji="0" lang="zh-CN" altLang="en-US" sz="12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仿宋_GB2312" pitchFamily="49" charset="-122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5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8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9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6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7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0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4" name=""/>
        <p:cNvGrpSpPr/>
        <p:nvPr/>
      </p:nvGrpSpPr>
      <p:grpSpPr/>
      <p:sp>
        <p:nvSpPr>
          <p:cNvPr id="104973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735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dirty="0"/>
              <a:t>替代定理是集总参数电路理论中一个重要定理</a:t>
            </a:r>
            <a:r>
              <a:rPr lang="en-US" altLang="zh-CN" dirty="0"/>
              <a:t>,</a:t>
            </a:r>
            <a:r>
              <a:rPr lang="zh-CN" altLang="en-US" dirty="0"/>
              <a:t>对线性、非线性、时变、非时变电路都成立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替代定理常用来辅佐其它分析法来求解分析电路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事实上替代定理就是电路的等效变换：以各支路的电压或电流为未知量所列出的方程是一个代数方程组</a:t>
            </a:r>
            <a:r>
              <a:rPr lang="en-US" altLang="zh-CN" dirty="0"/>
              <a:t>,</a:t>
            </a:r>
            <a:r>
              <a:rPr lang="zh-CN" altLang="en-US" dirty="0"/>
              <a:t>由于具有唯一解</a:t>
            </a:r>
            <a:r>
              <a:rPr lang="en-US" altLang="zh-CN" dirty="0"/>
              <a:t>,</a:t>
            </a:r>
            <a:r>
              <a:rPr lang="zh-CN" altLang="en-US" dirty="0"/>
              <a:t>则将其中一个未知量用其解去替代</a:t>
            </a:r>
            <a:r>
              <a:rPr lang="en-US" altLang="zh-CN" dirty="0"/>
              <a:t>,</a:t>
            </a:r>
            <a:r>
              <a:rPr lang="zh-CN" altLang="en-US" dirty="0"/>
              <a:t>不会影响其它未知量的值</a:t>
            </a:r>
            <a:r>
              <a:rPr lang="en-US" altLang="zh-CN" dirty="0"/>
              <a:t>,</a:t>
            </a:r>
            <a:r>
              <a:rPr lang="zh-CN" altLang="en-US" dirty="0"/>
              <a:t>故替代前后电压与电流均保持不变</a:t>
            </a:r>
            <a:r>
              <a:rPr lang="en-US" altLang="zh-CN" dirty="0"/>
              <a:t>.</a:t>
            </a:r>
            <a:endParaRPr lang="zh-CN" altLang="en-US" dirty="0"/>
          </a:p>
        </p:txBody>
      </p:sp>
      <p:sp>
        <p:nvSpPr>
          <p:cNvPr id="1049736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26" name=""/>
        <p:cNvGrpSpPr/>
        <p:nvPr/>
      </p:nvGrpSpPr>
      <p:grpSpPr/>
      <p:sp>
        <p:nvSpPr>
          <p:cNvPr id="1049751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752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dirty="0"/>
              <a:t>替代定理是集总参数电路理论中一个重要定理</a:t>
            </a:r>
            <a:r>
              <a:rPr lang="en-US" altLang="zh-CN" dirty="0"/>
              <a:t>,</a:t>
            </a:r>
            <a:r>
              <a:rPr lang="zh-CN" altLang="en-US" dirty="0"/>
              <a:t>对线性、非线性、时变、非时变电路都成立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替代定理常用来辅佐其它分析法来求解分析电路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事实上替代定理就是电路的等效变换：以各支路的电压或电流为未知量所列出的方程是一个代数方程组</a:t>
            </a:r>
            <a:r>
              <a:rPr lang="en-US" altLang="zh-CN" dirty="0"/>
              <a:t>,</a:t>
            </a:r>
            <a:r>
              <a:rPr lang="zh-CN" altLang="en-US" dirty="0"/>
              <a:t>由于具有唯一解</a:t>
            </a:r>
            <a:r>
              <a:rPr lang="en-US" altLang="zh-CN" dirty="0"/>
              <a:t>,</a:t>
            </a:r>
            <a:r>
              <a:rPr lang="zh-CN" altLang="en-US" dirty="0"/>
              <a:t>则将其中一个未知量用其解去替代</a:t>
            </a:r>
            <a:r>
              <a:rPr lang="en-US" altLang="zh-CN" dirty="0"/>
              <a:t>,</a:t>
            </a:r>
            <a:r>
              <a:rPr lang="zh-CN" altLang="en-US" dirty="0"/>
              <a:t>不会影响其它未知量的值</a:t>
            </a:r>
            <a:r>
              <a:rPr lang="en-US" altLang="zh-CN" dirty="0"/>
              <a:t>,</a:t>
            </a:r>
            <a:r>
              <a:rPr lang="zh-CN" altLang="en-US" dirty="0"/>
              <a:t>故替代前后电压与电流均保持不变</a:t>
            </a:r>
            <a:r>
              <a:rPr lang="en-US" altLang="zh-CN" dirty="0"/>
              <a:t>.</a:t>
            </a:r>
            <a:endParaRPr lang="zh-CN" altLang="en-US" dirty="0"/>
          </a:p>
        </p:txBody>
      </p:sp>
      <p:sp>
        <p:nvSpPr>
          <p:cNvPr id="1049753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06" name=""/>
        <p:cNvGrpSpPr/>
        <p:nvPr/>
      </p:nvGrpSpPr>
      <p:grpSpPr/>
      <p:sp>
        <p:nvSpPr>
          <p:cNvPr id="1049931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932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dirty="0"/>
              <a:t>替代定理是集总参数电路理论中一个重要定理</a:t>
            </a:r>
            <a:r>
              <a:rPr lang="en-US" altLang="zh-CN" dirty="0"/>
              <a:t>,</a:t>
            </a:r>
            <a:r>
              <a:rPr lang="zh-CN" altLang="en-US" dirty="0"/>
              <a:t>对线性、非线性、时变、非时变电路都成立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替代定理常用来辅佐其它分析法来求解分析电路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事实上替代定理就是电路的等效变换：以各支路的电压或电流为未知量所列出的方程是一个代数方程组</a:t>
            </a:r>
            <a:r>
              <a:rPr lang="en-US" altLang="zh-CN" dirty="0"/>
              <a:t>,</a:t>
            </a:r>
            <a:r>
              <a:rPr lang="zh-CN" altLang="en-US" dirty="0"/>
              <a:t>由于具有唯一解</a:t>
            </a:r>
            <a:r>
              <a:rPr lang="en-US" altLang="zh-CN" dirty="0"/>
              <a:t>,</a:t>
            </a:r>
            <a:r>
              <a:rPr lang="zh-CN" altLang="en-US" dirty="0"/>
              <a:t>则将其中一个未知量用其解去替代</a:t>
            </a:r>
            <a:r>
              <a:rPr lang="en-US" altLang="zh-CN" dirty="0"/>
              <a:t>,</a:t>
            </a:r>
            <a:r>
              <a:rPr lang="zh-CN" altLang="en-US" dirty="0"/>
              <a:t>不会影响其它未知量的值</a:t>
            </a:r>
            <a:r>
              <a:rPr lang="en-US" altLang="zh-CN" dirty="0"/>
              <a:t>,</a:t>
            </a:r>
            <a:r>
              <a:rPr lang="zh-CN" altLang="en-US" dirty="0"/>
              <a:t>故替代前后电压与电流均保持不变</a:t>
            </a:r>
            <a:r>
              <a:rPr lang="en-US" altLang="zh-CN" dirty="0"/>
              <a:t>.</a:t>
            </a:r>
            <a:endParaRPr lang="zh-CN" altLang="en-US" dirty="0"/>
          </a:p>
          <a:p>
            <a:pPr lvl="0" eaLnBrk="1" hangingPunct="1">
              <a:spcBef>
                <a:spcPct val="0"/>
              </a:spcBef>
            </a:pPr>
            <a:endParaRPr lang="zh-CN" altLang="en-US" dirty="0"/>
          </a:p>
        </p:txBody>
      </p:sp>
      <p:sp>
        <p:nvSpPr>
          <p:cNvPr id="1049933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28" name=""/>
        <p:cNvGrpSpPr/>
        <p:nvPr/>
      </p:nvGrpSpPr>
      <p:grpSpPr/>
      <p:sp>
        <p:nvSpPr>
          <p:cNvPr id="1049953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954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dirty="0"/>
              <a:t>替代定理是集总参数电路理论中一个重要定理</a:t>
            </a:r>
            <a:r>
              <a:rPr lang="en-US" altLang="zh-CN" dirty="0"/>
              <a:t>,</a:t>
            </a:r>
            <a:r>
              <a:rPr lang="zh-CN" altLang="en-US" dirty="0"/>
              <a:t>对线性、非线性、时变、非时变电路都成立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替代定理常用来辅佐其它分析法来求解分析电路</a:t>
            </a:r>
            <a:r>
              <a:rPr lang="en-US" altLang="zh-CN" dirty="0"/>
              <a:t>.</a:t>
            </a:r>
            <a:br>
              <a:rPr lang="zh-CN" altLang="en-US" dirty="0"/>
            </a:br>
            <a:r>
              <a:rPr lang="zh-CN" altLang="en-US" dirty="0"/>
              <a:t>事实上替代定理就是电路的等效变换：以各支路的电压或电流为未知量所列出的方程是一个代数方程组</a:t>
            </a:r>
            <a:r>
              <a:rPr lang="en-US" altLang="zh-CN" dirty="0"/>
              <a:t>,</a:t>
            </a:r>
            <a:r>
              <a:rPr lang="zh-CN" altLang="en-US" dirty="0"/>
              <a:t>由于具有唯一解</a:t>
            </a:r>
            <a:r>
              <a:rPr lang="en-US" altLang="zh-CN" dirty="0"/>
              <a:t>,</a:t>
            </a:r>
            <a:r>
              <a:rPr lang="zh-CN" altLang="en-US" dirty="0"/>
              <a:t>则将其中一个未知量用其解去替代</a:t>
            </a:r>
            <a:r>
              <a:rPr lang="en-US" altLang="zh-CN" dirty="0"/>
              <a:t>,</a:t>
            </a:r>
            <a:r>
              <a:rPr lang="zh-CN" altLang="en-US" dirty="0"/>
              <a:t>不会影响其它未知量的值</a:t>
            </a:r>
            <a:r>
              <a:rPr lang="en-US" altLang="zh-CN" dirty="0"/>
              <a:t>,</a:t>
            </a:r>
            <a:r>
              <a:rPr lang="zh-CN" altLang="en-US" dirty="0"/>
              <a:t>故替代前后电压与电流均保持不变</a:t>
            </a:r>
            <a:r>
              <a:rPr lang="en-US" altLang="zh-CN" dirty="0"/>
              <a:t>.</a:t>
            </a:r>
            <a:endParaRPr lang="zh-CN" altLang="en-US" dirty="0"/>
          </a:p>
          <a:p>
            <a:pPr lvl="0" eaLnBrk="1" hangingPunct="1">
              <a:spcBef>
                <a:spcPct val="0"/>
              </a:spcBef>
            </a:pPr>
            <a:endParaRPr lang="zh-CN" altLang="en-US" dirty="0"/>
          </a:p>
        </p:txBody>
      </p:sp>
      <p:sp>
        <p:nvSpPr>
          <p:cNvPr id="1049955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99" name=""/>
        <p:cNvGrpSpPr/>
        <p:nvPr/>
      </p:nvGrpSpPr>
      <p:grpSpPr/>
      <p:sp>
        <p:nvSpPr>
          <p:cNvPr id="105049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0498" name="Notes Placeholder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endParaRPr lang="en-US" altLang="zh-SG" dirty="0"/>
          </a:p>
        </p:txBody>
      </p:sp>
      <p:sp>
        <p:nvSpPr>
          <p:cNvPr id="1050499" name="Slide Number Placeholder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23" name=""/>
        <p:cNvGrpSpPr/>
        <p:nvPr/>
      </p:nvGrpSpPr>
      <p:grpSpPr/>
      <p:sp>
        <p:nvSpPr>
          <p:cNvPr id="105054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0548" name="Notes Placeholder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endParaRPr lang="en-US" altLang="zh-SG" dirty="0"/>
          </a:p>
        </p:txBody>
      </p:sp>
      <p:sp>
        <p:nvSpPr>
          <p:cNvPr id="1050549" name="Slide Number Placeholder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02" name=""/>
        <p:cNvGrpSpPr/>
        <p:nvPr/>
      </p:nvGrpSpPr>
      <p:grpSpPr/>
      <p:sp>
        <p:nvSpPr>
          <p:cNvPr id="10507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0755" name="Notes Placeholder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r>
              <a:rPr lang="zh-CN" altLang="en-US" dirty="0"/>
              <a:t>注意：替代定理只针对电路的一个特定工作点来等效，戴维宁定理则是对整个伏安特性进行等效（也就是任意给定电流</a:t>
            </a:r>
            <a:r>
              <a:rPr lang="en-US" altLang="zh-CN" dirty="0"/>
              <a:t>i</a:t>
            </a:r>
            <a:r>
              <a:rPr lang="zh-CN" altLang="en-US" dirty="0"/>
              <a:t>我都可以找到对应</a:t>
            </a:r>
            <a:r>
              <a:rPr lang="en-US" altLang="zh-CN" dirty="0"/>
              <a:t>u, </a:t>
            </a:r>
            <a:r>
              <a:rPr lang="zh-CN" altLang="en-US" dirty="0"/>
              <a:t>即</a:t>
            </a:r>
            <a:r>
              <a:rPr lang="en-US" altLang="zh-CN" dirty="0"/>
              <a:t>u=ai+b</a:t>
            </a:r>
            <a:r>
              <a:rPr lang="zh-CN" altLang="en-US" dirty="0"/>
              <a:t>的函数关系，然后整体替代）。</a:t>
            </a:r>
            <a:endParaRPr lang="en-US" altLang="zh-SG" dirty="0"/>
          </a:p>
        </p:txBody>
      </p:sp>
      <p:sp>
        <p:nvSpPr>
          <p:cNvPr id="1050756" name="Slide Number Placeholder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02" name=""/>
        <p:cNvGrpSpPr/>
        <p:nvPr/>
      </p:nvGrpSpPr>
      <p:grpSpPr/>
      <p:sp>
        <p:nvSpPr>
          <p:cNvPr id="10507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0755" name="Notes Placeholder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r>
              <a:rPr lang="zh-CN" altLang="en-US" dirty="0"/>
              <a:t>注意：替代定理只针对电路的一个特定工作点来等效，戴维宁定理则是对整个伏安特性进行等效（也就是任意给定电流</a:t>
            </a:r>
            <a:r>
              <a:rPr lang="en-US" altLang="zh-CN" dirty="0"/>
              <a:t>i</a:t>
            </a:r>
            <a:r>
              <a:rPr lang="zh-CN" altLang="en-US" dirty="0"/>
              <a:t>我都可以找到对应</a:t>
            </a:r>
            <a:r>
              <a:rPr lang="en-US" altLang="zh-CN" dirty="0"/>
              <a:t>u, </a:t>
            </a:r>
            <a:r>
              <a:rPr lang="zh-CN" altLang="en-US" dirty="0"/>
              <a:t>即</a:t>
            </a:r>
            <a:r>
              <a:rPr lang="en-US" altLang="zh-CN" dirty="0"/>
              <a:t>u=ai+b</a:t>
            </a:r>
            <a:r>
              <a:rPr lang="zh-CN" altLang="en-US" dirty="0"/>
              <a:t>的函数关系，然后整体替代）。</a:t>
            </a:r>
            <a:endParaRPr lang="en-US" altLang="zh-SG" dirty="0"/>
          </a:p>
        </p:txBody>
      </p:sp>
      <p:sp>
        <p:nvSpPr>
          <p:cNvPr id="1050756" name="Slide Number Placeholder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30" name=""/>
        <p:cNvGrpSpPr/>
        <p:nvPr/>
      </p:nvGrpSpPr>
      <p:grpSpPr/>
      <p:sp>
        <p:nvSpPr>
          <p:cNvPr id="105083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0831" name="Notes Placeholder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r>
              <a:rPr lang="zh-CN" altLang="en-US" dirty="0"/>
              <a:t>注意：替代定理只针对电路的一个特定工作点来等效，戴维宁定理则是对整个伏安特性进行等效（也就是任意给定电流</a:t>
            </a:r>
            <a:r>
              <a:rPr lang="en-US" altLang="zh-CN" dirty="0"/>
              <a:t>i</a:t>
            </a:r>
            <a:r>
              <a:rPr lang="zh-CN" altLang="en-US" dirty="0"/>
              <a:t>我都可以找到对应</a:t>
            </a:r>
            <a:r>
              <a:rPr lang="en-US" altLang="zh-CN" dirty="0"/>
              <a:t>u, </a:t>
            </a:r>
            <a:r>
              <a:rPr lang="zh-CN" altLang="en-US" dirty="0"/>
              <a:t>即</a:t>
            </a:r>
            <a:r>
              <a:rPr lang="en-US" altLang="zh-CN" dirty="0"/>
              <a:t>u=ai+b</a:t>
            </a:r>
            <a:r>
              <a:rPr lang="zh-CN" altLang="en-US" dirty="0"/>
              <a:t>的函数关系，然后整体替代）。</a:t>
            </a:r>
            <a:endParaRPr lang="en-US" altLang="zh-SG" dirty="0"/>
          </a:p>
        </p:txBody>
      </p:sp>
      <p:sp>
        <p:nvSpPr>
          <p:cNvPr id="1050832" name="Slide Number Placeholder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46" name=""/>
        <p:cNvGrpSpPr/>
        <p:nvPr/>
      </p:nvGrpSpPr>
      <p:grpSpPr/>
      <p:sp>
        <p:nvSpPr>
          <p:cNvPr id="1050971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/>
            </a:solidFill>
            <a:miter/>
          </a:ln>
        </p:spPr>
      </p:sp>
      <p:sp>
        <p:nvSpPr>
          <p:cNvPr id="1050972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r>
              <a:rPr lang="zh-CN" altLang="en-US" dirty="0"/>
              <a:t>注意：这里求短路电流</a:t>
            </a:r>
            <a:r>
              <a:rPr lang="en-US" altLang="zh-CN" dirty="0"/>
              <a:t>Isc</a:t>
            </a:r>
            <a:r>
              <a:rPr lang="zh-CN" altLang="en-US" dirty="0"/>
              <a:t>时，不能把</a:t>
            </a:r>
            <a:r>
              <a:rPr lang="en-US" altLang="zh-CN" dirty="0"/>
              <a:t>ab</a:t>
            </a:r>
            <a:r>
              <a:rPr lang="zh-CN" altLang="en-US" dirty="0"/>
              <a:t>段的导线压缩没掉，否则流过</a:t>
            </a:r>
            <a:r>
              <a:rPr lang="en-US" altLang="zh-CN" dirty="0"/>
              <a:t>ab</a:t>
            </a:r>
            <a:r>
              <a:rPr lang="zh-CN" altLang="en-US" dirty="0"/>
              <a:t>段的电路结构就消失了，只剩下整体串联结构了。而</a:t>
            </a:r>
            <a:r>
              <a:rPr lang="en-US" altLang="zh-CN" dirty="0"/>
              <a:t>ab</a:t>
            </a:r>
            <a:r>
              <a:rPr lang="zh-CN" altLang="en-US" dirty="0"/>
              <a:t>短路时的串联结构，总电流为</a:t>
            </a:r>
            <a:r>
              <a:rPr lang="en-US" altLang="zh-CN" dirty="0"/>
              <a:t>10V/(</a:t>
            </a:r>
            <a:r>
              <a:rPr lang="zh-CN" altLang="en-US" dirty="0"/>
              <a:t>（</a:t>
            </a:r>
            <a:r>
              <a:rPr lang="en-US" altLang="zh-CN" dirty="0"/>
              <a:t>4//6</a:t>
            </a:r>
            <a:r>
              <a:rPr lang="zh-CN" altLang="en-US" dirty="0"/>
              <a:t>）</a:t>
            </a:r>
            <a:r>
              <a:rPr lang="en-US" altLang="zh-CN" dirty="0"/>
              <a:t>*2)=10/4.8 A</a:t>
            </a:r>
            <a:r>
              <a:rPr lang="zh-CN" altLang="en-US" dirty="0"/>
              <a:t>。用后面</a:t>
            </a:r>
            <a:r>
              <a:rPr lang="en-US" altLang="zh-CN" dirty="0"/>
              <a:t>Uoc/Req=2/4.8 A</a:t>
            </a:r>
            <a:r>
              <a:rPr lang="zh-CN" altLang="en-US" dirty="0"/>
              <a:t>，可见不一样。</a:t>
            </a:r>
            <a:endParaRPr lang="en-US" altLang="zh-CN" dirty="0"/>
          </a:p>
          <a:p>
            <a:pPr lvl="0"/>
            <a:endParaRPr lang="en-US" altLang="zh-SG" dirty="0"/>
          </a:p>
          <a:p>
            <a:pPr lvl="0"/>
            <a:r>
              <a:rPr lang="zh-CN" altLang="en-US" dirty="0"/>
              <a:t>解法：用节点法，</a:t>
            </a:r>
            <a:r>
              <a:rPr lang="en-US" altLang="zh-CN" dirty="0"/>
              <a:t>ua=ub</a:t>
            </a:r>
            <a:r>
              <a:rPr lang="zh-CN" altLang="en-US" dirty="0"/>
              <a:t>，在</a:t>
            </a:r>
            <a:r>
              <a:rPr lang="en-US" altLang="zh-CN" dirty="0"/>
              <a:t>a,b</a:t>
            </a:r>
            <a:r>
              <a:rPr lang="zh-CN" altLang="en-US" dirty="0"/>
              <a:t>两点分别用</a:t>
            </a:r>
            <a:r>
              <a:rPr lang="en-US" altLang="zh-CN" dirty="0"/>
              <a:t>KCL</a:t>
            </a:r>
            <a:r>
              <a:rPr lang="zh-CN" altLang="en-US" dirty="0"/>
              <a:t>，假设短路电流为</a:t>
            </a:r>
            <a:r>
              <a:rPr lang="en-US" altLang="zh-CN" dirty="0"/>
              <a:t>isc</a:t>
            </a:r>
            <a:r>
              <a:rPr lang="zh-CN" altLang="en-US" dirty="0"/>
              <a:t>，代入</a:t>
            </a:r>
            <a:r>
              <a:rPr lang="en-US" altLang="zh-CN" dirty="0"/>
              <a:t>KCL</a:t>
            </a:r>
            <a:r>
              <a:rPr lang="zh-CN" altLang="en-US" dirty="0"/>
              <a:t>方程求解。类似于无伴电压源支路，假设其支路电流为</a:t>
            </a:r>
            <a:r>
              <a:rPr lang="en-US" altLang="zh-CN" dirty="0"/>
              <a:t>Ix. </a:t>
            </a:r>
            <a:r>
              <a:rPr lang="zh-CN" altLang="en-US" dirty="0"/>
              <a:t>补充一个方程，即</a:t>
            </a:r>
            <a:r>
              <a:rPr lang="en-US" altLang="zh-CN" dirty="0"/>
              <a:t>ua=ub.</a:t>
            </a:r>
            <a:endParaRPr lang="zh-SG" altLang="en-US" dirty="0"/>
          </a:p>
        </p:txBody>
      </p:sp>
      <p:sp>
        <p:nvSpPr>
          <p:cNvPr id="1050973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>
              <a:buNone/>
            </a:pPr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71" name=""/>
        <p:cNvGrpSpPr/>
        <p:nvPr/>
      </p:nvGrpSpPr>
      <p:grpSpPr/>
      <p:sp>
        <p:nvSpPr>
          <p:cNvPr id="1051049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/>
            </a:solidFill>
            <a:miter/>
          </a:ln>
        </p:spPr>
      </p:sp>
      <p:sp>
        <p:nvSpPr>
          <p:cNvPr id="1051050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/>
            <a:r>
              <a:rPr lang="zh-CN" altLang="en-US" dirty="0"/>
              <a:t>注意：这里求短路电流</a:t>
            </a:r>
            <a:r>
              <a:rPr lang="en-US" altLang="zh-CN" dirty="0"/>
              <a:t>Isc</a:t>
            </a:r>
            <a:r>
              <a:rPr lang="zh-CN" altLang="en-US" dirty="0"/>
              <a:t>时，不能把</a:t>
            </a:r>
            <a:r>
              <a:rPr lang="en-US" altLang="zh-CN" dirty="0"/>
              <a:t>ab</a:t>
            </a:r>
            <a:r>
              <a:rPr lang="zh-CN" altLang="en-US" dirty="0"/>
              <a:t>段的导线压缩没掉，否则流过</a:t>
            </a:r>
            <a:r>
              <a:rPr lang="en-US" altLang="zh-CN" dirty="0"/>
              <a:t>ab</a:t>
            </a:r>
            <a:r>
              <a:rPr lang="zh-CN" altLang="en-US" dirty="0"/>
              <a:t>段的电路结构就消失了，只剩下整体串联结构了。而</a:t>
            </a:r>
            <a:r>
              <a:rPr lang="en-US" altLang="zh-CN" dirty="0"/>
              <a:t>ab</a:t>
            </a:r>
            <a:r>
              <a:rPr lang="zh-CN" altLang="en-US" dirty="0"/>
              <a:t>短路时的串联结构，总电流为</a:t>
            </a:r>
            <a:r>
              <a:rPr lang="en-US" altLang="zh-CN" dirty="0"/>
              <a:t>10V/(</a:t>
            </a:r>
            <a:r>
              <a:rPr lang="zh-CN" altLang="en-US" dirty="0"/>
              <a:t>（</a:t>
            </a:r>
            <a:r>
              <a:rPr lang="en-US" altLang="zh-CN" dirty="0"/>
              <a:t>4//6</a:t>
            </a:r>
            <a:r>
              <a:rPr lang="zh-CN" altLang="en-US" dirty="0"/>
              <a:t>）</a:t>
            </a:r>
            <a:r>
              <a:rPr lang="en-US" altLang="zh-CN" dirty="0"/>
              <a:t>*2)=10/4.8 A</a:t>
            </a:r>
            <a:r>
              <a:rPr lang="zh-CN" altLang="en-US" dirty="0"/>
              <a:t>。用后面</a:t>
            </a:r>
            <a:r>
              <a:rPr lang="en-US" altLang="zh-CN" dirty="0"/>
              <a:t>Uoc/Req=2/4.8 A</a:t>
            </a:r>
            <a:r>
              <a:rPr lang="zh-CN" altLang="en-US" dirty="0"/>
              <a:t>，可见不一样。</a:t>
            </a:r>
            <a:endParaRPr lang="en-US" altLang="zh-CN" dirty="0"/>
          </a:p>
          <a:p>
            <a:pPr lvl="0"/>
            <a:endParaRPr lang="en-US" altLang="zh-SG" dirty="0"/>
          </a:p>
          <a:p>
            <a:pPr lvl="0"/>
            <a:r>
              <a:rPr lang="zh-CN" altLang="en-US" dirty="0"/>
              <a:t>解法：用节点法，</a:t>
            </a:r>
            <a:r>
              <a:rPr lang="en-US" altLang="zh-CN" dirty="0"/>
              <a:t>ua=ub</a:t>
            </a:r>
            <a:r>
              <a:rPr lang="zh-CN" altLang="en-US" dirty="0"/>
              <a:t>，在</a:t>
            </a:r>
            <a:r>
              <a:rPr lang="en-US" altLang="zh-CN" dirty="0"/>
              <a:t>a,b</a:t>
            </a:r>
            <a:r>
              <a:rPr lang="zh-CN" altLang="en-US" dirty="0"/>
              <a:t>两点分别用</a:t>
            </a:r>
            <a:r>
              <a:rPr lang="en-US" altLang="zh-CN" dirty="0"/>
              <a:t>KCL</a:t>
            </a:r>
            <a:r>
              <a:rPr lang="zh-CN" altLang="en-US" dirty="0"/>
              <a:t>，假设短路电流为</a:t>
            </a:r>
            <a:r>
              <a:rPr lang="en-US" altLang="zh-CN" dirty="0"/>
              <a:t>isc</a:t>
            </a:r>
            <a:r>
              <a:rPr lang="zh-CN" altLang="en-US" dirty="0"/>
              <a:t>，代入</a:t>
            </a:r>
            <a:r>
              <a:rPr lang="en-US" altLang="zh-CN" dirty="0"/>
              <a:t>KCL</a:t>
            </a:r>
            <a:r>
              <a:rPr lang="zh-CN" altLang="en-US" dirty="0"/>
              <a:t>方程求解。类似于无伴电压源支路，假设其支路电流为</a:t>
            </a:r>
            <a:r>
              <a:rPr lang="en-US" altLang="zh-CN" dirty="0"/>
              <a:t>Ix. </a:t>
            </a:r>
            <a:r>
              <a:rPr lang="zh-CN" altLang="en-US" dirty="0"/>
              <a:t>补充一个方程，即</a:t>
            </a:r>
            <a:r>
              <a:rPr lang="en-US" altLang="zh-CN" dirty="0"/>
              <a:t>ua=ub.</a:t>
            </a:r>
            <a:endParaRPr lang="zh-SG" altLang="en-US" dirty="0"/>
          </a:p>
        </p:txBody>
      </p:sp>
      <p:sp>
        <p:nvSpPr>
          <p:cNvPr id="1051051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 eaLnBrk="1" hangingPunct="1">
              <a:buNone/>
            </a:pPr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1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1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1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1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1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1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1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1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1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1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1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8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4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95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5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95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8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1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8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8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8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8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8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9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9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9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9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8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5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8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9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0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8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3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3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3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0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8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7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7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97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7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7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7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8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1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8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6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6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8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0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0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0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8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5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6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6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6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6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6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8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2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3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3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3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3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8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7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7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8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8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8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4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4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04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0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0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00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00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00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0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8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08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8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08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9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2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2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5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6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6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9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0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0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0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0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0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0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0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5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4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5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5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5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1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2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12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6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3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3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7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7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7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3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3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3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3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4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4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4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4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4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9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9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9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9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6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7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17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2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52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3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53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7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8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8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8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3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3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6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6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4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4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4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4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4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4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4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9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0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0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0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0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1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51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9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0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0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4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4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8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8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2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2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2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2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2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7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7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7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7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7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7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7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5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5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55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5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5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9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59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59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59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7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77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7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77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3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8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8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9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9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9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8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9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9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9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9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9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9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9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4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1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1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3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3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3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3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6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6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76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6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6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6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1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6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6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1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1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2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2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2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2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2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8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8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0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1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5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5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75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5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5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4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84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84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84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2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93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3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93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3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3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8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8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1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2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2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2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2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5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6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6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6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6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6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0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0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0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0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0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0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0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0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6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6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6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1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1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1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6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7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97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0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0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4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8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8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9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9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3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3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3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3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7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7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7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7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2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2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92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2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2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5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95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95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95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1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8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38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8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38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8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8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1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3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3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3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8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9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9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9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9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9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1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4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44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4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44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4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4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4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3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3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3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4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1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1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1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1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41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1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1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1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6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6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46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46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6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6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1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1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4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4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1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7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8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8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8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1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2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2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2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2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2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2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0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0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0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0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1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1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1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5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5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5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5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5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5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5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5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0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0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40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0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0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6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6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46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46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47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7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6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46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6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46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6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6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2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2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2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5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5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2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8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3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4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4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4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4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4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4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2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9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9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9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8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8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2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3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3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3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7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7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47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2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2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2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9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9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2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4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4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4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2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0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2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6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6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7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7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7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7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7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2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0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1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1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1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1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1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1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5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5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45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6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6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8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8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48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48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948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8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1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41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1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41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0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0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0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5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5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0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0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0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5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5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5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5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5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5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5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1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2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2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2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4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4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4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4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8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8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38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38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8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8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3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3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2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2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2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2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2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2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6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2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2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2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3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3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8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8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8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8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9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9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3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4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44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9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39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39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39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8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59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9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59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9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9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8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3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3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3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3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3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5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6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6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6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6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6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6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6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5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6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6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6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3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3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3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0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1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61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6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6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7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2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2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7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7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8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8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9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0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4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4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4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4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4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7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7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57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2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52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52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52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0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30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1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31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1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1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2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5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5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2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9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9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2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2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7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2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32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2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32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2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2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2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2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8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8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8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8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7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7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7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2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3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4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4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24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4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4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9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9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29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2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2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8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2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4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4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4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4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4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2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7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7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7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2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3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3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3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3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3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3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2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0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0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0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0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0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0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0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2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5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5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5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5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5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5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5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5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1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1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31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1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1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6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6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26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26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926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6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6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196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6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96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6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6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0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0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0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6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7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7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3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3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3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3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3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1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1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1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2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8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8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8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7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7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7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1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1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91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8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9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9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2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2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2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9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9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9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4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5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5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5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5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5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5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5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5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5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6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6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6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4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4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4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4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4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4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8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8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98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3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3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3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3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93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6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86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6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86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0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0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0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1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1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1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1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5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5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9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9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9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9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3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4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4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4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4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9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9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90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4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8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8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3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3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3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3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1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7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7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7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7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7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7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7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2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2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2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2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2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8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8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88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8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8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8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5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25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5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25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5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5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8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4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4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6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6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7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7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6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9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9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9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4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4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24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4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9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1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1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1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1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2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5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5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6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6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0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1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1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1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1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1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3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3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3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3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3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0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0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0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0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0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0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2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3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23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7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27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2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27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36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36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0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7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3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4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4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4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4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9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8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8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8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7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8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38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8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2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2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7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3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9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5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5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5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5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5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5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35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0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0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41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3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3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4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5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5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0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0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8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9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9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9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2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2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2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2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2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8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8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7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7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7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1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1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31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5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5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3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3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8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8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8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4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4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4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4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4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9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5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6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6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6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1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2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32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2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2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2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2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2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1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1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71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1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71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1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1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1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9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9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5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5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7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0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0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1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1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4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74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4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74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4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5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5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9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9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9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3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3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4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1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6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6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6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66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6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6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1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3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3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73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73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3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3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1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7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7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7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7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8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8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1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2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2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2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3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3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3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1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6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6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7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7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7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7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7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2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2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2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2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2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2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2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1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8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8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8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8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8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9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9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9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3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4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74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4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4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0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0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70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70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70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0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0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50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0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50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0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0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3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3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3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3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3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7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7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4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3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4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4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4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4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8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8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48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8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49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9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9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9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9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9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9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9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9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9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9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7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7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7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4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2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2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42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43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3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3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8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8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8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8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8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5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5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1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1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1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1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2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2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6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0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1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1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1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1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1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5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5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5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5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5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5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5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5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9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9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50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0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0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4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4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44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44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44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4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1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2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52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2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52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2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2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1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7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2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2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5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3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1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0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50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1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51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1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1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1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5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5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5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5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3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3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3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1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7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7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7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48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8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8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1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1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1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51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5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1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6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6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0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0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0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0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0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1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5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5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5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5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6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6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1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8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8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8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8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8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8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9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4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1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38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39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4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41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42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4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4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4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9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49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49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9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49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4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4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54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54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55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5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6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36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6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37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4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5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5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9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9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9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7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7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7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7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7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7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8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7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1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1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1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8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8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38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8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8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8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3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9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9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6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6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6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5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0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3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3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3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3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3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8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8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38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1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2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42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42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42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2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5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95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5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95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5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5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7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7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0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4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4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9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0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0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0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1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0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5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5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96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6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96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6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6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6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0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2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2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2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2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0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7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7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7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97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7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7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0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2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2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92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9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3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0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6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6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1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1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1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1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0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8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8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8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8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8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8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0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3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3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3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3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4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4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8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9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9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9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99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9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9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4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4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94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5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5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0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0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90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90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90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0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3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03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3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03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4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4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8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8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8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8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0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2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2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0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0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1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1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1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1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1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1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0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6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06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6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06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6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6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6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0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99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99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9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0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7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3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3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3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03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3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3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0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6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6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07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07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7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7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4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0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8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8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8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9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9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0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5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5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5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5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5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5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5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0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0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0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0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0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0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0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0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7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7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7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7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7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07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8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8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2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2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02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2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2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0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0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01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01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01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1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1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01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1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01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1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1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2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6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6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6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6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2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0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0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0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0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0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2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7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7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7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2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9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9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9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1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1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1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2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4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4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4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9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3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3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03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2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8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2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2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2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2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9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9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9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9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9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2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5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5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5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5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5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5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5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2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0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0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0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0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1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1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2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6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6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6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6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7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7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7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3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3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03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3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3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7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8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98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98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98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8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8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88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8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88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4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9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9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3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7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7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7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7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7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7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2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2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2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5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5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5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5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5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5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0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0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80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6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6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6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6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6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6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6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4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5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5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5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0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0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0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0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0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0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2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2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2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3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7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8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88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3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3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83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84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84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4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54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5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55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5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5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1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7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7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8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1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2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2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3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3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3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3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3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3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3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9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9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0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6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6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6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6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7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2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2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52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3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8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8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8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5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5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5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5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9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0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0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7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7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7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7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7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7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7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4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4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54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9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49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49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49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4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54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4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54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4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4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8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8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1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1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1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8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7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7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7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7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5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3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3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4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5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5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5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5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0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0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50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0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6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6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0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0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3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3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4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4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4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4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9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0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1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3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3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3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3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3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3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3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3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7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7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47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7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7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2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2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52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52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52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2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26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7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27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1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8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8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9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9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9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2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7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7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7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1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1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1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7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7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7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8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8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0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9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9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30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3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3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4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30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631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32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633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34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35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8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1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7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7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7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7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4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4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4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4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4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4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4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9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9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7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57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57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0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0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0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5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5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65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5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8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9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9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4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5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5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6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6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6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6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7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1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1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1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8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8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2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2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2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2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2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2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3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3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63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3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4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9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60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60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60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8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98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8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98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3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37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3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4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4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4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4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4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4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1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1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1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2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6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7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6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6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6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1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1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1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4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4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94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0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0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0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3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3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3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7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7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7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7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7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7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2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2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2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8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8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5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5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5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5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5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5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0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0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90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6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96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96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96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9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09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9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09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0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0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7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0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2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2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2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2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2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0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7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7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0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3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3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4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4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4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4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4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0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0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0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8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8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8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8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8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8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8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0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2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2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12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6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0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4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4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4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4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4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1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1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0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5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5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5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5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5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5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5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0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0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0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1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1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1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1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1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5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5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6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6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6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6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6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3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3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13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3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3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0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0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10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10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10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0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6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66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7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67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7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7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7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7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7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7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7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5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5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9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9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4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4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4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4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4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5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5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2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2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2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0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0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0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3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3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3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3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3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3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7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8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68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4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2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2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3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3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3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5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5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9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9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9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0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0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0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0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1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0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0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0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0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0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0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1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1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6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6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66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6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6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8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8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68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68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68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9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7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17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7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17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7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7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2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3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2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9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9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19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9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9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2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5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5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15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5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16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6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6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6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2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0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0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0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0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2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9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9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0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2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1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1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21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21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1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1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2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6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2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2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2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2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8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8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2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22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2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2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8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8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8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8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8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8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8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2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4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4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4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4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4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6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7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17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7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7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0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0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21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21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921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21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2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02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2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02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6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6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3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3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8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8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8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8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4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5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5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5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5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0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00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5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5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5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9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9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4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4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4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4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6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6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7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7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7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7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0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0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0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0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0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7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7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7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7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7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7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1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1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02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2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3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03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03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03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3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1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02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2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02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2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2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8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9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4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4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9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9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9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3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3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3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3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7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8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8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2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2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2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5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5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5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0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6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6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6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6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6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7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7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7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7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7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7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7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2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5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5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95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5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5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8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8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98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98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98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8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6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46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6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46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0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0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5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6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6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2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2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7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7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7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7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3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3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9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4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4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3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3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43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3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8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8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1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2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2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5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5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5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9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9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9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9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9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4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4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5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0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0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0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0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0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0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0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8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8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39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4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4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4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3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33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3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34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4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4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2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7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7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7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7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2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9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0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0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0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0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2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9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39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9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39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9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9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9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2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3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3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3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3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4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2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1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1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1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4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6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6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36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36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6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6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2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1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2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5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5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5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6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6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2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2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2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2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3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3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3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2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6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6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7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7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7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7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7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2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40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40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0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0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40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0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41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2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3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8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38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38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8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8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8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8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38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38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938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39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3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3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1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9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0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0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0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0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1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1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1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1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1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1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1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6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6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6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5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5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5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0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0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40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3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3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8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9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9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8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8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8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3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3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3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3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4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4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7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7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7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2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2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9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9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39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4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45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45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45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7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37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7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37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7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7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3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3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8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8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0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0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6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6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6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6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7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7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7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7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7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8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0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0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0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40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0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0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5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5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35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5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9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9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3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3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3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4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4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4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4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8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8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8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8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8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9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9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1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42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2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2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2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42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2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2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6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6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36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6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6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4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4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4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4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4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44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44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7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7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0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0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0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0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0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9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6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6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1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51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6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9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3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3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3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8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8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8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3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4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0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70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0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70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57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8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8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8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7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2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2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2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7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7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7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7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7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7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2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3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63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3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8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8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6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6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6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1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1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5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5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5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9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9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9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0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0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3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3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3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3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3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4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9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9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69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6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66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66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67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7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4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04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4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04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4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4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2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8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2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6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6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7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7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7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2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6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6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6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6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6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6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6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2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2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2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2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6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6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6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2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9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9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9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5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5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05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05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5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5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2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0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0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0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0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0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2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0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0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2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4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4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2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9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9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9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0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0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0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2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7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7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8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8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08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8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8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2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2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13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3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3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3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13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3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3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7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07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07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7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07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1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1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1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91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1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90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591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92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593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94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95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3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3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7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7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7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7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7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2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2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3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3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7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7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7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7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8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8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4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7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8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8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9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9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9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6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6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56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6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1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4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4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0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1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8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4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5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5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5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0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2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2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2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2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6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6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56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7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8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58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58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58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8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78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8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79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9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9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4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2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2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7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0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7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7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1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1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71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1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71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1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1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1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0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5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5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5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9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9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9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6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6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6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76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6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6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0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0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0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80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80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0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0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5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5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2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2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8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8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8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8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8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8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3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3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3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3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3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3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3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0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4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5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5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5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5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9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9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9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9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9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79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9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0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3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73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73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4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4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6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7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77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77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77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77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8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29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9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29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9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9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1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1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1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1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1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7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7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3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3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3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1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5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5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35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6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36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6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6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6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3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3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4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0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1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1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1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2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2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3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1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4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4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34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3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9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9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4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4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4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4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4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0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0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0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0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0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0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0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8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8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8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8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8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8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6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6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6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6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7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7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0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0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0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0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1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31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1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1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5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35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35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5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5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32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2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32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32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32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33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8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68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8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68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7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7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2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2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5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9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9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9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5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7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8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8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1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0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0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70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4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9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0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0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3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3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3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3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7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1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2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6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7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2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2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73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4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4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4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74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7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88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8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88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2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2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5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5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3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9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9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9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9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6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9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9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0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9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6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6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86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7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0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0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6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6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7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7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7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1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1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1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1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5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5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3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3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4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4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4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4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4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8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8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88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2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2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92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92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92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40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641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42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643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44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45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8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2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2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3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6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6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1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1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1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1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2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7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7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7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4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4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4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4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7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8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68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5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5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1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1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5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5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9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0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0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3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3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3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3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3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9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9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9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9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2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2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62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6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7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67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67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67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7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5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35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5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35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9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5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6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6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6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6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1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8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8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8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8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3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5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2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2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2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3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2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2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9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9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3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3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3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3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8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8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4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4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4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4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0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0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30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0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0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4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4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34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35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35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8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4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04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4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05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8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0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07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0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0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8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3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3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8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8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8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3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3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3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3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3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3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3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8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8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7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8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1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1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1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8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5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6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06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06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6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6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8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8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8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8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1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1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8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7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7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7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8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9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0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8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2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2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8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6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6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6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6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7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7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7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0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0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10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0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0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5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05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05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05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5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36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6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36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0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07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0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1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7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7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3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3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3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3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3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8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8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8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8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8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8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8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2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3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3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3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9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9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9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4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4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34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4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4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4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4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0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0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3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3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8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9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9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9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9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9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5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5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5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5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5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1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1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1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1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6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6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36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2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32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32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32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18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4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5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5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4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4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5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5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5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6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6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6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9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6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6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16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2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3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3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3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3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4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4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7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7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7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7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7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1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1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1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9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09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9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09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9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0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4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5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5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0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0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0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2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2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3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3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3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7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7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7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8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8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8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4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4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4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4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3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3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13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8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2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2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7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8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8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0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0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1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1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6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6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6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6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6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1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1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2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2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5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5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15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6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7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17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17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17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7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6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16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6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16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6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6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0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4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4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9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9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9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7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7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7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7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7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7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7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2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6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6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6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1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2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2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4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4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14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4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7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7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5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5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5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0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0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5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5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5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5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6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6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6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8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8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8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8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9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9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19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23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23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23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6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46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6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46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9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9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5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5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5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7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7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2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2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2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2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2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3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3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3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9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6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7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7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7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3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3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4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4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5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8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3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3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3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3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3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8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8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0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0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0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1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1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4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4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4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4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4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1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1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1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1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5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5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45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4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4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4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2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22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2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23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3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3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8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8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9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9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0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5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6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26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6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6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0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5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5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0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19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9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9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19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19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9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19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0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4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4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4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6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1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1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1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1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1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1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21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1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1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0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3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3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3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3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3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0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7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7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3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3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4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4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4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4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0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7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7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7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7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0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2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2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2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2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2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2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2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0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0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0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0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20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0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0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4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24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25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5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5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20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0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21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21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21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21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2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2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92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2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92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2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2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1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8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8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8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8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7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7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87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7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7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1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1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1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2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2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2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4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94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4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94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4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4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4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5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5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5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5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6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9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1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0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0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0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9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2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2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2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93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93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3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3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1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9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0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0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0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0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5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5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1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1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1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1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9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1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6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6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7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7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7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7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8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8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8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8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8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8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9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1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9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9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9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9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9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9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9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9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2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9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9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9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9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6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6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86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86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86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6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5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75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5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75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4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4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8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8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9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9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5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6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6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4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4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4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1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1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1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1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7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7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77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7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2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1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1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7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7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7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7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7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0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0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6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28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29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3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31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32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3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3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3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8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8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78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3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3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73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73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74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20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221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22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223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24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25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5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9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9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0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5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5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0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0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1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1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1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0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0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7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8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9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9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8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8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8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8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9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6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6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16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1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1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8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8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3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3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3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7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7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7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7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7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9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9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9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9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4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4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4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4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4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2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2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22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2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3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1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1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1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7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28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8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28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1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1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1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5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5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5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0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0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0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0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0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0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0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3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7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1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2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2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32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7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7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7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3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4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8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8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8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8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9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9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9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9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9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9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9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9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6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6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7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7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1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1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1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2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9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9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30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0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0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4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24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24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24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5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15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6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16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9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9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6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6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0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0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0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0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0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0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0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3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8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2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2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2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3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4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4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4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4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4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7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8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18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1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6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7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7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4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4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4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4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4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5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9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9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9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9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5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5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5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5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5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5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5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1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1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1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7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7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17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2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13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13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13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1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12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2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2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4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3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3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8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8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8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0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0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0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0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0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7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7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8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6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6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6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8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8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0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1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5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7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7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7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5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5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6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6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6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9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9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9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9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9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4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4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4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4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2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2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12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6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06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06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06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7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07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7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07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2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3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3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9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9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5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5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5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5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5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5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1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8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2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2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2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6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6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6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6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6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6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9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9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99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4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3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3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3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7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8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8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2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2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2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2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6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6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6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6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7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0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0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0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0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4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4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04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01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01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01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8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2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82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2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82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8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7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8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8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6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6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8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1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1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8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9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9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9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0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0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8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6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6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8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1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8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1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1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1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8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9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9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79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8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4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8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5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5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8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3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3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8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8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8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8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8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8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2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2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2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8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7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7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7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7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0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0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80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5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5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75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7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75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8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0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70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0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70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8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3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8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8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8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8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4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4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8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8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8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8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8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9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8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4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9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8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3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3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3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3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8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0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1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71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8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5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5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8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9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9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0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8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6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6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6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6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8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2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2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2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2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2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8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1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8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7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7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7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7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7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7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9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9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69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8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6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6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66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66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66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6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0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40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841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42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843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44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45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0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8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8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8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8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0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2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2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8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2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0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7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7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7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7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0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4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84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4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85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5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5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5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0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1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1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1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1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1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1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0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6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6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6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8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0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1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1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81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82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2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2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0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5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6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6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6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6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0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5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5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5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5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5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0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0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0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0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0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7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7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7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7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8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8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8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0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3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3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3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3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3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3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3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0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9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9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9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9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89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0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90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2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82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83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3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3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0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8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8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89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89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89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89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1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0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80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0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80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0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0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1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3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9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9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7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1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1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81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1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81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2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2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2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7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7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7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6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6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6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1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5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5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5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7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1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2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3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83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83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3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3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1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8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4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4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1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9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9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1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4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4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4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4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4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5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5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6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7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1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0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80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0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1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1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81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1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81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8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78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78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8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8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77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7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77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7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77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77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83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3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83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6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6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6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6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2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8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8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8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4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4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4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4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9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9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0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0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0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2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82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2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0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0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5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5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6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6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6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6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7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7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1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1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1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7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7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7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7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3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83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3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3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9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9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9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79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86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87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8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9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3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0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5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5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0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0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6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7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2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5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5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3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3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83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03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03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2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2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2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2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2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5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0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0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8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9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7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6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0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544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44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7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7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0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0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0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0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0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9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6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6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1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51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6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9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3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3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3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8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8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8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3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4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03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03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2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2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2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2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2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5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0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0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8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9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7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6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0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1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5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865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5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865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6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6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1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1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1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1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1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1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4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4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64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4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4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1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7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8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8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8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8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1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1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1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61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1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61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1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2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2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1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9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9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9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8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8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8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1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3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3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3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6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1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8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8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58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858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8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8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1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2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1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7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7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7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7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7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1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5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5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1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0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1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3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3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4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4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64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4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4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1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9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59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9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9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859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0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0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62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862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862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3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63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1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5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85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85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85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403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03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2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2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2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2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2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5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0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0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8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8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9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7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6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0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8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68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8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68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7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7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2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2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5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9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9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9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5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7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8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8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1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0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0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70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4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9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0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0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3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3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3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3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7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1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2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6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7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2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2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73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4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4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4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74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7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57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7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57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7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7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2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5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5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9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9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6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6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6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6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6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6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6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7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1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5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0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0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0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5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5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55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5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9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3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3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8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8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4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4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4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4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4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4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4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2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2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2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4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4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54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0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0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60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60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60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0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9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7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757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7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57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7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7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9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2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9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5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5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9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9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9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9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6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6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6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6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6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6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6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7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9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1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5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9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0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60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60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61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1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9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5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5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55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55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9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9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9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3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3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9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8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8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9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4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4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4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4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4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4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4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9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8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8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9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2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2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2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53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3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4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54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54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55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9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0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0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60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60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60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60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620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20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4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3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3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23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3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8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33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60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960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60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960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61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61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33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4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33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9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9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5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33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3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3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3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3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3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33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7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57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7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57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33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6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6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6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6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5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6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6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33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5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5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5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5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33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2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2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52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95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33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8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8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8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8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33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3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3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33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8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8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9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9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9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9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33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5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6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6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6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6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6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33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9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60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6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60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60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60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60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33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4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4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4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4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4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955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5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5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3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7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957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957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7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7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33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1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1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51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952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952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952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0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261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1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61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8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3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3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7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7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57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8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58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8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1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4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4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4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2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2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2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9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9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60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6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6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6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0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0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5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5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7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7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7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7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1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2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2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2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2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2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2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9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9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5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65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3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63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63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63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86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87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8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9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3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0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5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5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0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0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6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7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2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5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5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3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3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83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2400"/>
          </a:p>
        </p:txBody>
      </p:sp>
      <p:sp>
        <p:nvSpPr>
          <p:cNvPr id="105386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342900" indent="0" algn="ctr">
              <a:buNone/>
            </a:lvl2pPr>
            <a:lvl3pPr marL="685800" indent="0" algn="ctr">
              <a:buNone/>
            </a:lvl3pPr>
            <a:lvl4pPr marL="1028700" indent="0" algn="ctr">
              <a:buNone/>
            </a:lvl4pPr>
            <a:lvl5pPr marL="1371600" indent="0" algn="ctr">
              <a:buNone/>
            </a:lvl5pPr>
            <a:lvl6pPr marL="1714500" indent="0" algn="ctr">
              <a:buNone/>
            </a:lvl6pPr>
            <a:lvl7pPr marL="2057400" indent="0" algn="ctr">
              <a:buNone/>
            </a:lvl7pPr>
            <a:lvl8pPr marL="2400300" indent="0" algn="ctr">
              <a:buNone/>
            </a:lvl8pPr>
            <a:lvl9pPr marL="27432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87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8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9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3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9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0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5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5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0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0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6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7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2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5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5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3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05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3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83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0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6.xml"/><Relationship Id="rId8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3.xml"/><Relationship Id="rId5" Type="http://schemas.openxmlformats.org/officeDocument/2006/relationships/slideLayout" Target="../slideLayouts/slideLayout22.xml"/><Relationship Id="rId4" Type="http://schemas.openxmlformats.org/officeDocument/2006/relationships/slideLayout" Target="../slideLayouts/slideLayout21.xml"/><Relationship Id="rId3" Type="http://schemas.openxmlformats.org/officeDocument/2006/relationships/slideLayout" Target="../slideLayouts/slideLayout20.xml"/><Relationship Id="rId20" Type="http://schemas.openxmlformats.org/officeDocument/2006/relationships/theme" Target="../theme/theme2.xml"/><Relationship Id="rId2" Type="http://schemas.openxmlformats.org/officeDocument/2006/relationships/slideLayout" Target="../slideLayouts/slideLayout1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4.xml"/><Relationship Id="rId16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32.xml"/><Relationship Id="rId14" Type="http://schemas.openxmlformats.org/officeDocument/2006/relationships/slideLayout" Target="../slideLayouts/slideLayout31.xml"/><Relationship Id="rId13" Type="http://schemas.openxmlformats.org/officeDocument/2006/relationships/slideLayout" Target="../slideLayouts/slideLayout30.xml"/><Relationship Id="rId12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27.xml"/><Relationship Id="rId1" Type="http://schemas.openxmlformats.org/officeDocument/2006/relationships/slideLayout" Target="../slideLayouts/slideLayout18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.xml"/><Relationship Id="rId8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9.xml"/><Relationship Id="rId4" Type="http://schemas.openxmlformats.org/officeDocument/2006/relationships/slideLayout" Target="../slideLayouts/slideLayout38.xml"/><Relationship Id="rId3" Type="http://schemas.openxmlformats.org/officeDocument/2006/relationships/slideLayout" Target="../slideLayouts/slideLayout37.xml"/><Relationship Id="rId20" Type="http://schemas.openxmlformats.org/officeDocument/2006/relationships/theme" Target="../theme/theme3.xml"/><Relationship Id="rId2" Type="http://schemas.openxmlformats.org/officeDocument/2006/relationships/slideLayout" Target="../slideLayouts/slideLayout3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1.xml"/><Relationship Id="rId16" Type="http://schemas.openxmlformats.org/officeDocument/2006/relationships/slideLayout" Target="../slideLayouts/slideLayout50.xml"/><Relationship Id="rId15" Type="http://schemas.openxmlformats.org/officeDocument/2006/relationships/slideLayout" Target="../slideLayouts/slideLayout49.xml"/><Relationship Id="rId14" Type="http://schemas.openxmlformats.org/officeDocument/2006/relationships/slideLayout" Target="../slideLayouts/slideLayout48.xml"/><Relationship Id="rId13" Type="http://schemas.openxmlformats.org/officeDocument/2006/relationships/slideLayout" Target="../slideLayouts/slideLayout47.xml"/><Relationship Id="rId12" Type="http://schemas.openxmlformats.org/officeDocument/2006/relationships/slideLayout" Target="../slideLayouts/slideLayout46.xml"/><Relationship Id="rId11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44.xml"/><Relationship Id="rId1" Type="http://schemas.openxmlformats.org/officeDocument/2006/relationships/slideLayout" Target="../slideLayouts/slideLayout35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0.xml"/><Relationship Id="rId8" Type="http://schemas.openxmlformats.org/officeDocument/2006/relationships/slideLayout" Target="../slideLayouts/slideLayout59.xml"/><Relationship Id="rId7" Type="http://schemas.openxmlformats.org/officeDocument/2006/relationships/slideLayout" Target="../slideLayouts/slideLayout58.xml"/><Relationship Id="rId6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5.xml"/><Relationship Id="rId3" Type="http://schemas.openxmlformats.org/officeDocument/2006/relationships/slideLayout" Target="../slideLayouts/slideLayout54.xml"/><Relationship Id="rId20" Type="http://schemas.openxmlformats.org/officeDocument/2006/relationships/theme" Target="../theme/theme4.xml"/><Relationship Id="rId2" Type="http://schemas.openxmlformats.org/officeDocument/2006/relationships/slideLayout" Target="../slideLayouts/slideLayout5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65.xml"/><Relationship Id="rId13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61.xml"/><Relationship Id="rId1" Type="http://schemas.openxmlformats.org/officeDocument/2006/relationships/slideLayout" Target="../slideLayouts/slideLayout52.xml"/></Relationships>
</file>

<file path=ppt/slideMasters/_rels/slideMaster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7.xml"/><Relationship Id="rId8" Type="http://schemas.openxmlformats.org/officeDocument/2006/relationships/slideLayout" Target="../slideLayouts/slideLayout76.xml"/><Relationship Id="rId7" Type="http://schemas.openxmlformats.org/officeDocument/2006/relationships/slideLayout" Target="../slideLayouts/slideLayout75.xml"/><Relationship Id="rId6" Type="http://schemas.openxmlformats.org/officeDocument/2006/relationships/slideLayout" Target="../slideLayouts/slideLayout74.xml"/><Relationship Id="rId5" Type="http://schemas.openxmlformats.org/officeDocument/2006/relationships/slideLayout" Target="../slideLayouts/slideLayout73.xml"/><Relationship Id="rId4" Type="http://schemas.openxmlformats.org/officeDocument/2006/relationships/slideLayout" Target="../slideLayouts/slideLayout72.xml"/><Relationship Id="rId3" Type="http://schemas.openxmlformats.org/officeDocument/2006/relationships/slideLayout" Target="../slideLayouts/slideLayout71.xml"/><Relationship Id="rId20" Type="http://schemas.openxmlformats.org/officeDocument/2006/relationships/theme" Target="../theme/theme5.xml"/><Relationship Id="rId2" Type="http://schemas.openxmlformats.org/officeDocument/2006/relationships/slideLayout" Target="../slideLayouts/slideLayout7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5.xml"/><Relationship Id="rId16" Type="http://schemas.openxmlformats.org/officeDocument/2006/relationships/slideLayout" Target="../slideLayouts/slideLayout84.xml"/><Relationship Id="rId15" Type="http://schemas.openxmlformats.org/officeDocument/2006/relationships/slideLayout" Target="../slideLayouts/slideLayout83.xml"/><Relationship Id="rId14" Type="http://schemas.openxmlformats.org/officeDocument/2006/relationships/slideLayout" Target="../slideLayouts/slideLayout82.xml"/><Relationship Id="rId13" Type="http://schemas.openxmlformats.org/officeDocument/2006/relationships/slideLayout" Target="../slideLayouts/slideLayout81.xml"/><Relationship Id="rId12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78.xml"/><Relationship Id="rId1" Type="http://schemas.openxmlformats.org/officeDocument/2006/relationships/slideLayout" Target="../slideLayouts/slideLayout69.xml"/></Relationships>
</file>

<file path=ppt/slideMasters/_rels/slideMaster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4.xml"/><Relationship Id="rId8" Type="http://schemas.openxmlformats.org/officeDocument/2006/relationships/slideLayout" Target="../slideLayouts/slideLayout93.xml"/><Relationship Id="rId7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1.xml"/><Relationship Id="rId5" Type="http://schemas.openxmlformats.org/officeDocument/2006/relationships/slideLayout" Target="../slideLayouts/slideLayout90.xml"/><Relationship Id="rId4" Type="http://schemas.openxmlformats.org/officeDocument/2006/relationships/slideLayout" Target="../slideLayouts/slideLayout89.xml"/><Relationship Id="rId3" Type="http://schemas.openxmlformats.org/officeDocument/2006/relationships/slideLayout" Target="../slideLayouts/slideLayout88.xml"/><Relationship Id="rId20" Type="http://schemas.openxmlformats.org/officeDocument/2006/relationships/theme" Target="../theme/theme6.xml"/><Relationship Id="rId2" Type="http://schemas.openxmlformats.org/officeDocument/2006/relationships/slideLayout" Target="../slideLayouts/slideLayout8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2.xml"/><Relationship Id="rId16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00.xml"/><Relationship Id="rId14" Type="http://schemas.openxmlformats.org/officeDocument/2006/relationships/slideLayout" Target="../slideLayouts/slideLayout99.xml"/><Relationship Id="rId13" Type="http://schemas.openxmlformats.org/officeDocument/2006/relationships/slideLayout" Target="../slideLayouts/slideLayout98.xml"/><Relationship Id="rId12" Type="http://schemas.openxmlformats.org/officeDocument/2006/relationships/slideLayout" Target="../slideLayouts/slideLayout97.xml"/><Relationship Id="rId11" Type="http://schemas.openxmlformats.org/officeDocument/2006/relationships/slideLayout" Target="../slideLayouts/slideLayout96.xml"/><Relationship Id="rId10" Type="http://schemas.openxmlformats.org/officeDocument/2006/relationships/slideLayout" Target="../slideLayouts/slideLayout95.xml"/><Relationship Id="rId1" Type="http://schemas.openxmlformats.org/officeDocument/2006/relationships/slideLayout" Target="../slideLayouts/slideLayout86.xml"/></Relationships>
</file>

<file path=ppt/slideMasters/_rels/slideMaster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1.xml"/><Relationship Id="rId8" Type="http://schemas.openxmlformats.org/officeDocument/2006/relationships/slideLayout" Target="../slideLayouts/slideLayout110.xml"/><Relationship Id="rId7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08.xml"/><Relationship Id="rId5" Type="http://schemas.openxmlformats.org/officeDocument/2006/relationships/slideLayout" Target="../slideLayouts/slideLayout107.xml"/><Relationship Id="rId4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5.xml"/><Relationship Id="rId20" Type="http://schemas.openxmlformats.org/officeDocument/2006/relationships/theme" Target="../theme/theme7.xml"/><Relationship Id="rId2" Type="http://schemas.openxmlformats.org/officeDocument/2006/relationships/slideLayout" Target="../slideLayouts/slideLayout10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9.xml"/><Relationship Id="rId16" Type="http://schemas.openxmlformats.org/officeDocument/2006/relationships/slideLayout" Target="../slideLayouts/slideLayout118.xml"/><Relationship Id="rId15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3.xml"/><Relationship Id="rId10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103.xml"/></Relationships>
</file>

<file path=ppt/slideMasters/_rels/slideMaster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8.xml"/><Relationship Id="rId8" Type="http://schemas.openxmlformats.org/officeDocument/2006/relationships/slideLayout" Target="../slideLayouts/slideLayout127.xml"/><Relationship Id="rId7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25.xml"/><Relationship Id="rId5" Type="http://schemas.openxmlformats.org/officeDocument/2006/relationships/slideLayout" Target="../slideLayouts/slideLayout124.xml"/><Relationship Id="rId4" Type="http://schemas.openxmlformats.org/officeDocument/2006/relationships/slideLayout" Target="../slideLayouts/slideLayout123.xml"/><Relationship Id="rId3" Type="http://schemas.openxmlformats.org/officeDocument/2006/relationships/slideLayout" Target="../slideLayouts/slideLayout122.xml"/><Relationship Id="rId20" Type="http://schemas.openxmlformats.org/officeDocument/2006/relationships/theme" Target="../theme/theme8.xml"/><Relationship Id="rId2" Type="http://schemas.openxmlformats.org/officeDocument/2006/relationships/slideLayout" Target="../slideLayouts/slideLayout12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35.xml"/><Relationship Id="rId15" Type="http://schemas.openxmlformats.org/officeDocument/2006/relationships/slideLayout" Target="../slideLayouts/slideLayout134.xml"/><Relationship Id="rId14" Type="http://schemas.openxmlformats.org/officeDocument/2006/relationships/slideLayout" Target="../slideLayouts/slideLayout133.xml"/><Relationship Id="rId13" Type="http://schemas.openxmlformats.org/officeDocument/2006/relationships/slideLayout" Target="../slideLayouts/slideLayout132.xml"/><Relationship Id="rId12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29.xml"/><Relationship Id="rId1" Type="http://schemas.openxmlformats.org/officeDocument/2006/relationships/slideLayout" Target="../slideLayouts/slideLayout120.xml"/></Relationships>
</file>

<file path=ppt/slideMasters/_rels/slideMaster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5.xml"/><Relationship Id="rId8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43.xml"/><Relationship Id="rId6" Type="http://schemas.openxmlformats.org/officeDocument/2006/relationships/slideLayout" Target="../slideLayouts/slideLayout142.xml"/><Relationship Id="rId5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40.xml"/><Relationship Id="rId3" Type="http://schemas.openxmlformats.org/officeDocument/2006/relationships/slideLayout" Target="../slideLayouts/slideLayout139.xml"/><Relationship Id="rId20" Type="http://schemas.openxmlformats.org/officeDocument/2006/relationships/theme" Target="../theme/theme9.xml"/><Relationship Id="rId2" Type="http://schemas.openxmlformats.org/officeDocument/2006/relationships/slideLayout" Target="../slideLayouts/slideLayout13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53.xml"/><Relationship Id="rId16" Type="http://schemas.openxmlformats.org/officeDocument/2006/relationships/slideLayout" Target="../slideLayouts/slideLayout152.xml"/><Relationship Id="rId15" Type="http://schemas.openxmlformats.org/officeDocument/2006/relationships/slideLayout" Target="../slideLayouts/slideLayout151.xml"/><Relationship Id="rId14" Type="http://schemas.openxmlformats.org/officeDocument/2006/relationships/slideLayout" Target="../slideLayouts/slideLayout150.xml"/><Relationship Id="rId13" Type="http://schemas.openxmlformats.org/officeDocument/2006/relationships/slideLayout" Target="../slideLayouts/slideLayout149.xml"/><Relationship Id="rId12" Type="http://schemas.openxmlformats.org/officeDocument/2006/relationships/slideLayout" Target="../slideLayouts/slideLayout148.xml"/><Relationship Id="rId11" Type="http://schemas.openxmlformats.org/officeDocument/2006/relationships/slideLayout" Target="../slideLayouts/slideLayout147.xml"/><Relationship Id="rId10" Type="http://schemas.openxmlformats.org/officeDocument/2006/relationships/slideLayout" Target="../slideLayouts/slideLayout146.xml"/><Relationship Id="rId1" Type="http://schemas.openxmlformats.org/officeDocument/2006/relationships/slideLayout" Target="../slideLayouts/slideLayout137.xml"/></Relationships>
</file>

<file path=ppt/slideMasters/_rels/slideMaster1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62.xml"/><Relationship Id="rId8" Type="http://schemas.openxmlformats.org/officeDocument/2006/relationships/slideLayout" Target="../slideLayouts/slideLayout161.xml"/><Relationship Id="rId7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59.xml"/><Relationship Id="rId5" Type="http://schemas.openxmlformats.org/officeDocument/2006/relationships/slideLayout" Target="../slideLayouts/slideLayout158.xml"/><Relationship Id="rId4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56.xml"/><Relationship Id="rId20" Type="http://schemas.openxmlformats.org/officeDocument/2006/relationships/theme" Target="../theme/theme10.xml"/><Relationship Id="rId2" Type="http://schemas.openxmlformats.org/officeDocument/2006/relationships/slideLayout" Target="../slideLayouts/slideLayout15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70.xml"/><Relationship Id="rId16" Type="http://schemas.openxmlformats.org/officeDocument/2006/relationships/slideLayout" Target="../slideLayouts/slideLayout169.xml"/><Relationship Id="rId15" Type="http://schemas.openxmlformats.org/officeDocument/2006/relationships/slideLayout" Target="../slideLayouts/slideLayout168.xml"/><Relationship Id="rId14" Type="http://schemas.openxmlformats.org/officeDocument/2006/relationships/slideLayout" Target="../slideLayouts/slideLayout167.xml"/><Relationship Id="rId13" Type="http://schemas.openxmlformats.org/officeDocument/2006/relationships/slideLayout" Target="../slideLayouts/slideLayout166.xml"/><Relationship Id="rId12" Type="http://schemas.openxmlformats.org/officeDocument/2006/relationships/slideLayout" Target="../slideLayouts/slideLayout165.xml"/><Relationship Id="rId11" Type="http://schemas.openxmlformats.org/officeDocument/2006/relationships/slideLayout" Target="../slideLayouts/slideLayout164.xml"/><Relationship Id="rId10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54.xml"/></Relationships>
</file>

<file path=ppt/slideMasters/_rels/slideMaster1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79.xml"/><Relationship Id="rId8" Type="http://schemas.openxmlformats.org/officeDocument/2006/relationships/slideLayout" Target="../slideLayouts/slideLayout178.xml"/><Relationship Id="rId7" Type="http://schemas.openxmlformats.org/officeDocument/2006/relationships/slideLayout" Target="../slideLayouts/slideLayout177.xml"/><Relationship Id="rId6" Type="http://schemas.openxmlformats.org/officeDocument/2006/relationships/slideLayout" Target="../slideLayouts/slideLayout176.xml"/><Relationship Id="rId5" Type="http://schemas.openxmlformats.org/officeDocument/2006/relationships/slideLayout" Target="../slideLayouts/slideLayout175.xml"/><Relationship Id="rId4" Type="http://schemas.openxmlformats.org/officeDocument/2006/relationships/slideLayout" Target="../slideLayouts/slideLayout174.xml"/><Relationship Id="rId3" Type="http://schemas.openxmlformats.org/officeDocument/2006/relationships/slideLayout" Target="../slideLayouts/slideLayout173.xml"/><Relationship Id="rId20" Type="http://schemas.openxmlformats.org/officeDocument/2006/relationships/theme" Target="../theme/theme11.xml"/><Relationship Id="rId2" Type="http://schemas.openxmlformats.org/officeDocument/2006/relationships/slideLayout" Target="../slideLayouts/slideLayout17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87.xml"/><Relationship Id="rId16" Type="http://schemas.openxmlformats.org/officeDocument/2006/relationships/slideLayout" Target="../slideLayouts/slideLayout186.xml"/><Relationship Id="rId15" Type="http://schemas.openxmlformats.org/officeDocument/2006/relationships/slideLayout" Target="../slideLayouts/slideLayout185.xml"/><Relationship Id="rId14" Type="http://schemas.openxmlformats.org/officeDocument/2006/relationships/slideLayout" Target="../slideLayouts/slideLayout184.xml"/><Relationship Id="rId13" Type="http://schemas.openxmlformats.org/officeDocument/2006/relationships/slideLayout" Target="../slideLayouts/slideLayout183.xml"/><Relationship Id="rId12" Type="http://schemas.openxmlformats.org/officeDocument/2006/relationships/slideLayout" Target="../slideLayouts/slideLayout182.xml"/><Relationship Id="rId11" Type="http://schemas.openxmlformats.org/officeDocument/2006/relationships/slideLayout" Target="../slideLayouts/slideLayout181.xml"/><Relationship Id="rId10" Type="http://schemas.openxmlformats.org/officeDocument/2006/relationships/slideLayout" Target="../slideLayouts/slideLayout180.xml"/><Relationship Id="rId1" Type="http://schemas.openxmlformats.org/officeDocument/2006/relationships/slideLayout" Target="../slideLayouts/slideLayout171.xml"/></Relationships>
</file>

<file path=ppt/slideMasters/_rels/slideMaster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96.xml"/><Relationship Id="rId8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94.xml"/><Relationship Id="rId6" Type="http://schemas.openxmlformats.org/officeDocument/2006/relationships/slideLayout" Target="../slideLayouts/slideLayout193.xml"/><Relationship Id="rId5" Type="http://schemas.openxmlformats.org/officeDocument/2006/relationships/slideLayout" Target="../slideLayouts/slideLayout192.xml"/><Relationship Id="rId4" Type="http://schemas.openxmlformats.org/officeDocument/2006/relationships/slideLayout" Target="../slideLayouts/slideLayout191.xml"/><Relationship Id="rId3" Type="http://schemas.openxmlformats.org/officeDocument/2006/relationships/slideLayout" Target="../slideLayouts/slideLayout190.xml"/><Relationship Id="rId20" Type="http://schemas.openxmlformats.org/officeDocument/2006/relationships/theme" Target="../theme/theme12.xml"/><Relationship Id="rId2" Type="http://schemas.openxmlformats.org/officeDocument/2006/relationships/slideLayout" Target="../slideLayouts/slideLayout18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04.xml"/><Relationship Id="rId16" Type="http://schemas.openxmlformats.org/officeDocument/2006/relationships/slideLayout" Target="../slideLayouts/slideLayout203.xml"/><Relationship Id="rId15" Type="http://schemas.openxmlformats.org/officeDocument/2006/relationships/slideLayout" Target="../slideLayouts/slideLayout202.xml"/><Relationship Id="rId14" Type="http://schemas.openxmlformats.org/officeDocument/2006/relationships/slideLayout" Target="../slideLayouts/slideLayout201.xml"/><Relationship Id="rId13" Type="http://schemas.openxmlformats.org/officeDocument/2006/relationships/slideLayout" Target="../slideLayouts/slideLayout200.xml"/><Relationship Id="rId12" Type="http://schemas.openxmlformats.org/officeDocument/2006/relationships/slideLayout" Target="../slideLayouts/slideLayout199.xml"/><Relationship Id="rId11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97.xml"/><Relationship Id="rId1" Type="http://schemas.openxmlformats.org/officeDocument/2006/relationships/slideLayout" Target="../slideLayouts/slideLayout188.xml"/></Relationships>
</file>

<file path=ppt/slideMasters/_rels/slideMaster1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13.xml"/><Relationship Id="rId8" Type="http://schemas.openxmlformats.org/officeDocument/2006/relationships/slideLayout" Target="../slideLayouts/slideLayout212.xml"/><Relationship Id="rId7" Type="http://schemas.openxmlformats.org/officeDocument/2006/relationships/slideLayout" Target="../slideLayouts/slideLayout211.xml"/><Relationship Id="rId6" Type="http://schemas.openxmlformats.org/officeDocument/2006/relationships/slideLayout" Target="../slideLayouts/slideLayout210.xml"/><Relationship Id="rId5" Type="http://schemas.openxmlformats.org/officeDocument/2006/relationships/slideLayout" Target="../slideLayouts/slideLayout209.xml"/><Relationship Id="rId4" Type="http://schemas.openxmlformats.org/officeDocument/2006/relationships/slideLayout" Target="../slideLayouts/slideLayout208.xml"/><Relationship Id="rId3" Type="http://schemas.openxmlformats.org/officeDocument/2006/relationships/slideLayout" Target="../slideLayouts/slideLayout207.xml"/><Relationship Id="rId20" Type="http://schemas.openxmlformats.org/officeDocument/2006/relationships/theme" Target="../theme/theme13.xml"/><Relationship Id="rId2" Type="http://schemas.openxmlformats.org/officeDocument/2006/relationships/slideLayout" Target="../slideLayouts/slideLayout20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21.xml"/><Relationship Id="rId16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219.xml"/><Relationship Id="rId14" Type="http://schemas.openxmlformats.org/officeDocument/2006/relationships/slideLayout" Target="../slideLayouts/slideLayout218.xml"/><Relationship Id="rId13" Type="http://schemas.openxmlformats.org/officeDocument/2006/relationships/slideLayout" Target="../slideLayouts/slideLayout217.xml"/><Relationship Id="rId12" Type="http://schemas.openxmlformats.org/officeDocument/2006/relationships/slideLayout" Target="../slideLayouts/slideLayout216.xml"/><Relationship Id="rId11" Type="http://schemas.openxmlformats.org/officeDocument/2006/relationships/slideLayout" Target="../slideLayouts/slideLayout215.xml"/><Relationship Id="rId10" Type="http://schemas.openxmlformats.org/officeDocument/2006/relationships/slideLayout" Target="../slideLayouts/slideLayout214.xml"/><Relationship Id="rId1" Type="http://schemas.openxmlformats.org/officeDocument/2006/relationships/slideLayout" Target="../slideLayouts/slideLayout205.xml"/></Relationships>
</file>

<file path=ppt/slideMasters/_rels/slideMaster1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29.xml"/><Relationship Id="rId7" Type="http://schemas.openxmlformats.org/officeDocument/2006/relationships/slideLayout" Target="../slideLayouts/slideLayout228.xml"/><Relationship Id="rId6" Type="http://schemas.openxmlformats.org/officeDocument/2006/relationships/slideLayout" Target="../slideLayouts/slideLayout227.xml"/><Relationship Id="rId5" Type="http://schemas.openxmlformats.org/officeDocument/2006/relationships/slideLayout" Target="../slideLayouts/slideLayout226.xml"/><Relationship Id="rId4" Type="http://schemas.openxmlformats.org/officeDocument/2006/relationships/slideLayout" Target="../slideLayouts/slideLayout225.xml"/><Relationship Id="rId3" Type="http://schemas.openxmlformats.org/officeDocument/2006/relationships/slideLayout" Target="../slideLayouts/slideLayout224.xml"/><Relationship Id="rId20" Type="http://schemas.openxmlformats.org/officeDocument/2006/relationships/theme" Target="../theme/theme14.xml"/><Relationship Id="rId2" Type="http://schemas.openxmlformats.org/officeDocument/2006/relationships/slideLayout" Target="../slideLayouts/slideLayout22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38.xml"/><Relationship Id="rId16" Type="http://schemas.openxmlformats.org/officeDocument/2006/relationships/slideLayout" Target="../slideLayouts/slideLayout237.xml"/><Relationship Id="rId15" Type="http://schemas.openxmlformats.org/officeDocument/2006/relationships/slideLayout" Target="../slideLayouts/slideLayout236.xml"/><Relationship Id="rId14" Type="http://schemas.openxmlformats.org/officeDocument/2006/relationships/slideLayout" Target="../slideLayouts/slideLayout235.xml"/><Relationship Id="rId13" Type="http://schemas.openxmlformats.org/officeDocument/2006/relationships/slideLayout" Target="../slideLayouts/slideLayout234.xml"/><Relationship Id="rId12" Type="http://schemas.openxmlformats.org/officeDocument/2006/relationships/slideLayout" Target="../slideLayouts/slideLayout233.xml"/><Relationship Id="rId11" Type="http://schemas.openxmlformats.org/officeDocument/2006/relationships/slideLayout" Target="../slideLayouts/slideLayout232.xml"/><Relationship Id="rId10" Type="http://schemas.openxmlformats.org/officeDocument/2006/relationships/slideLayout" Target="../slideLayouts/slideLayout231.xml"/><Relationship Id="rId1" Type="http://schemas.openxmlformats.org/officeDocument/2006/relationships/slideLayout" Target="../slideLayouts/slideLayout222.xml"/></Relationships>
</file>

<file path=ppt/slideMasters/_rels/slideMaster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7.xml"/><Relationship Id="rId8" Type="http://schemas.openxmlformats.org/officeDocument/2006/relationships/slideLayout" Target="../slideLayouts/slideLayout246.xml"/><Relationship Id="rId7" Type="http://schemas.openxmlformats.org/officeDocument/2006/relationships/slideLayout" Target="../slideLayouts/slideLayout245.xml"/><Relationship Id="rId6" Type="http://schemas.openxmlformats.org/officeDocument/2006/relationships/slideLayout" Target="../slideLayouts/slideLayout244.xml"/><Relationship Id="rId5" Type="http://schemas.openxmlformats.org/officeDocument/2006/relationships/slideLayout" Target="../slideLayouts/slideLayout243.xml"/><Relationship Id="rId4" Type="http://schemas.openxmlformats.org/officeDocument/2006/relationships/slideLayout" Target="../slideLayouts/slideLayout242.xml"/><Relationship Id="rId3" Type="http://schemas.openxmlformats.org/officeDocument/2006/relationships/slideLayout" Target="../slideLayouts/slideLayout241.xml"/><Relationship Id="rId20" Type="http://schemas.openxmlformats.org/officeDocument/2006/relationships/theme" Target="../theme/theme15.xml"/><Relationship Id="rId2" Type="http://schemas.openxmlformats.org/officeDocument/2006/relationships/slideLayout" Target="../slideLayouts/slideLayout24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55.xml"/><Relationship Id="rId16" Type="http://schemas.openxmlformats.org/officeDocument/2006/relationships/slideLayout" Target="../slideLayouts/slideLayout254.xml"/><Relationship Id="rId15" Type="http://schemas.openxmlformats.org/officeDocument/2006/relationships/slideLayout" Target="../slideLayouts/slideLayout253.xml"/><Relationship Id="rId14" Type="http://schemas.openxmlformats.org/officeDocument/2006/relationships/slideLayout" Target="../slideLayouts/slideLayout252.xml"/><Relationship Id="rId13" Type="http://schemas.openxmlformats.org/officeDocument/2006/relationships/slideLayout" Target="../slideLayouts/slideLayout251.xml"/><Relationship Id="rId12" Type="http://schemas.openxmlformats.org/officeDocument/2006/relationships/slideLayout" Target="../slideLayouts/slideLayout250.xml"/><Relationship Id="rId11" Type="http://schemas.openxmlformats.org/officeDocument/2006/relationships/slideLayout" Target="../slideLayouts/slideLayout249.xml"/><Relationship Id="rId10" Type="http://schemas.openxmlformats.org/officeDocument/2006/relationships/slideLayout" Target="../slideLayouts/slideLayout248.xml"/><Relationship Id="rId1" Type="http://schemas.openxmlformats.org/officeDocument/2006/relationships/slideLayout" Target="../slideLayouts/slideLayout239.xml"/></Relationships>
</file>

<file path=ppt/slideMasters/_rels/slideMaster1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64.xml"/><Relationship Id="rId8" Type="http://schemas.openxmlformats.org/officeDocument/2006/relationships/slideLayout" Target="../slideLayouts/slideLayout263.xml"/><Relationship Id="rId7" Type="http://schemas.openxmlformats.org/officeDocument/2006/relationships/slideLayout" Target="../slideLayouts/slideLayout262.xml"/><Relationship Id="rId6" Type="http://schemas.openxmlformats.org/officeDocument/2006/relationships/slideLayout" Target="../slideLayouts/slideLayout261.xml"/><Relationship Id="rId5" Type="http://schemas.openxmlformats.org/officeDocument/2006/relationships/slideLayout" Target="../slideLayouts/slideLayout260.xml"/><Relationship Id="rId4" Type="http://schemas.openxmlformats.org/officeDocument/2006/relationships/slideLayout" Target="../slideLayouts/slideLayout259.xml"/><Relationship Id="rId3" Type="http://schemas.openxmlformats.org/officeDocument/2006/relationships/slideLayout" Target="../slideLayouts/slideLayout258.xml"/><Relationship Id="rId20" Type="http://schemas.openxmlformats.org/officeDocument/2006/relationships/theme" Target="../theme/theme16.xml"/><Relationship Id="rId2" Type="http://schemas.openxmlformats.org/officeDocument/2006/relationships/slideLayout" Target="../slideLayouts/slideLayout25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72.xml"/><Relationship Id="rId16" Type="http://schemas.openxmlformats.org/officeDocument/2006/relationships/slideLayout" Target="../slideLayouts/slideLayout271.xml"/><Relationship Id="rId15" Type="http://schemas.openxmlformats.org/officeDocument/2006/relationships/slideLayout" Target="../slideLayouts/slideLayout270.xml"/><Relationship Id="rId14" Type="http://schemas.openxmlformats.org/officeDocument/2006/relationships/slideLayout" Target="../slideLayouts/slideLayout269.xml"/><Relationship Id="rId13" Type="http://schemas.openxmlformats.org/officeDocument/2006/relationships/slideLayout" Target="../slideLayouts/slideLayout268.xml"/><Relationship Id="rId12" Type="http://schemas.openxmlformats.org/officeDocument/2006/relationships/slideLayout" Target="../slideLayouts/slideLayout267.xml"/><Relationship Id="rId11" Type="http://schemas.openxmlformats.org/officeDocument/2006/relationships/slideLayout" Target="../slideLayouts/slideLayout266.xml"/><Relationship Id="rId10" Type="http://schemas.openxmlformats.org/officeDocument/2006/relationships/slideLayout" Target="../slideLayouts/slideLayout265.xml"/><Relationship Id="rId1" Type="http://schemas.openxmlformats.org/officeDocument/2006/relationships/slideLayout" Target="../slideLayouts/slideLayout256.xml"/></Relationships>
</file>

<file path=ppt/slideMasters/_rels/slideMaster1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81.xml"/><Relationship Id="rId8" Type="http://schemas.openxmlformats.org/officeDocument/2006/relationships/slideLayout" Target="../slideLayouts/slideLayout280.xml"/><Relationship Id="rId7" Type="http://schemas.openxmlformats.org/officeDocument/2006/relationships/slideLayout" Target="../slideLayouts/slideLayout279.xml"/><Relationship Id="rId6" Type="http://schemas.openxmlformats.org/officeDocument/2006/relationships/slideLayout" Target="../slideLayouts/slideLayout278.xml"/><Relationship Id="rId5" Type="http://schemas.openxmlformats.org/officeDocument/2006/relationships/slideLayout" Target="../slideLayouts/slideLayout277.xml"/><Relationship Id="rId4" Type="http://schemas.openxmlformats.org/officeDocument/2006/relationships/slideLayout" Target="../slideLayouts/slideLayout276.xml"/><Relationship Id="rId3" Type="http://schemas.openxmlformats.org/officeDocument/2006/relationships/slideLayout" Target="../slideLayouts/slideLayout275.xml"/><Relationship Id="rId20" Type="http://schemas.openxmlformats.org/officeDocument/2006/relationships/theme" Target="../theme/theme17.xml"/><Relationship Id="rId2" Type="http://schemas.openxmlformats.org/officeDocument/2006/relationships/slideLayout" Target="../slideLayouts/slideLayout27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89.xml"/><Relationship Id="rId16" Type="http://schemas.openxmlformats.org/officeDocument/2006/relationships/slideLayout" Target="../slideLayouts/slideLayout288.xml"/><Relationship Id="rId15" Type="http://schemas.openxmlformats.org/officeDocument/2006/relationships/slideLayout" Target="../slideLayouts/slideLayout287.xml"/><Relationship Id="rId14" Type="http://schemas.openxmlformats.org/officeDocument/2006/relationships/slideLayout" Target="../slideLayouts/slideLayout286.xml"/><Relationship Id="rId13" Type="http://schemas.openxmlformats.org/officeDocument/2006/relationships/slideLayout" Target="../slideLayouts/slideLayout285.xml"/><Relationship Id="rId12" Type="http://schemas.openxmlformats.org/officeDocument/2006/relationships/slideLayout" Target="../slideLayouts/slideLayout284.xml"/><Relationship Id="rId11" Type="http://schemas.openxmlformats.org/officeDocument/2006/relationships/slideLayout" Target="../slideLayouts/slideLayout283.xml"/><Relationship Id="rId10" Type="http://schemas.openxmlformats.org/officeDocument/2006/relationships/slideLayout" Target="../slideLayouts/slideLayout282.xml"/><Relationship Id="rId1" Type="http://schemas.openxmlformats.org/officeDocument/2006/relationships/slideLayout" Target="../slideLayouts/slideLayout273.xml"/></Relationships>
</file>

<file path=ppt/slideMasters/_rels/slideMaster1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8.xml"/><Relationship Id="rId8" Type="http://schemas.openxmlformats.org/officeDocument/2006/relationships/slideLayout" Target="../slideLayouts/slideLayout297.xml"/><Relationship Id="rId7" Type="http://schemas.openxmlformats.org/officeDocument/2006/relationships/slideLayout" Target="../slideLayouts/slideLayout296.xml"/><Relationship Id="rId6" Type="http://schemas.openxmlformats.org/officeDocument/2006/relationships/slideLayout" Target="../slideLayouts/slideLayout295.xml"/><Relationship Id="rId5" Type="http://schemas.openxmlformats.org/officeDocument/2006/relationships/slideLayout" Target="../slideLayouts/slideLayout294.xml"/><Relationship Id="rId4" Type="http://schemas.openxmlformats.org/officeDocument/2006/relationships/slideLayout" Target="../slideLayouts/slideLayout293.xml"/><Relationship Id="rId3" Type="http://schemas.openxmlformats.org/officeDocument/2006/relationships/slideLayout" Target="../slideLayouts/slideLayout292.xml"/><Relationship Id="rId20" Type="http://schemas.openxmlformats.org/officeDocument/2006/relationships/theme" Target="../theme/theme18.xml"/><Relationship Id="rId2" Type="http://schemas.openxmlformats.org/officeDocument/2006/relationships/slideLayout" Target="../slideLayouts/slideLayout29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06.xml"/><Relationship Id="rId16" Type="http://schemas.openxmlformats.org/officeDocument/2006/relationships/slideLayout" Target="../slideLayouts/slideLayout305.xml"/><Relationship Id="rId15" Type="http://schemas.openxmlformats.org/officeDocument/2006/relationships/slideLayout" Target="../slideLayouts/slideLayout304.xml"/><Relationship Id="rId14" Type="http://schemas.openxmlformats.org/officeDocument/2006/relationships/slideLayout" Target="../slideLayouts/slideLayout303.xml"/><Relationship Id="rId13" Type="http://schemas.openxmlformats.org/officeDocument/2006/relationships/slideLayout" Target="../slideLayouts/slideLayout302.xml"/><Relationship Id="rId12" Type="http://schemas.openxmlformats.org/officeDocument/2006/relationships/slideLayout" Target="../slideLayouts/slideLayout301.xml"/><Relationship Id="rId11" Type="http://schemas.openxmlformats.org/officeDocument/2006/relationships/slideLayout" Target="../slideLayouts/slideLayout300.xml"/><Relationship Id="rId10" Type="http://schemas.openxmlformats.org/officeDocument/2006/relationships/slideLayout" Target="../slideLayouts/slideLayout299.xml"/><Relationship Id="rId1" Type="http://schemas.openxmlformats.org/officeDocument/2006/relationships/slideLayout" Target="../slideLayouts/slideLayout290.xml"/></Relationships>
</file>

<file path=ppt/slideMasters/_rels/slideMaster1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5.xml"/><Relationship Id="rId8" Type="http://schemas.openxmlformats.org/officeDocument/2006/relationships/slideLayout" Target="../slideLayouts/slideLayout314.xml"/><Relationship Id="rId7" Type="http://schemas.openxmlformats.org/officeDocument/2006/relationships/slideLayout" Target="../slideLayouts/slideLayout313.xml"/><Relationship Id="rId6" Type="http://schemas.openxmlformats.org/officeDocument/2006/relationships/slideLayout" Target="../slideLayouts/slideLayout312.xml"/><Relationship Id="rId5" Type="http://schemas.openxmlformats.org/officeDocument/2006/relationships/slideLayout" Target="../slideLayouts/slideLayout311.xml"/><Relationship Id="rId4" Type="http://schemas.openxmlformats.org/officeDocument/2006/relationships/slideLayout" Target="../slideLayouts/slideLayout310.xml"/><Relationship Id="rId3" Type="http://schemas.openxmlformats.org/officeDocument/2006/relationships/slideLayout" Target="../slideLayouts/slideLayout309.xml"/><Relationship Id="rId20" Type="http://schemas.openxmlformats.org/officeDocument/2006/relationships/theme" Target="../theme/theme19.xml"/><Relationship Id="rId2" Type="http://schemas.openxmlformats.org/officeDocument/2006/relationships/slideLayout" Target="../slideLayouts/slideLayout30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23.xml"/><Relationship Id="rId16" Type="http://schemas.openxmlformats.org/officeDocument/2006/relationships/slideLayout" Target="../slideLayouts/slideLayout322.xml"/><Relationship Id="rId15" Type="http://schemas.openxmlformats.org/officeDocument/2006/relationships/slideLayout" Target="../slideLayouts/slideLayout321.xml"/><Relationship Id="rId14" Type="http://schemas.openxmlformats.org/officeDocument/2006/relationships/slideLayout" Target="../slideLayouts/slideLayout320.xml"/><Relationship Id="rId13" Type="http://schemas.openxmlformats.org/officeDocument/2006/relationships/slideLayout" Target="../slideLayouts/slideLayout319.xml"/><Relationship Id="rId12" Type="http://schemas.openxmlformats.org/officeDocument/2006/relationships/slideLayout" Target="../slideLayouts/slideLayout318.xml"/><Relationship Id="rId11" Type="http://schemas.openxmlformats.org/officeDocument/2006/relationships/slideLayout" Target="../slideLayouts/slideLayout317.xml"/><Relationship Id="rId10" Type="http://schemas.openxmlformats.org/officeDocument/2006/relationships/slideLayout" Target="../slideLayouts/slideLayout316.xml"/><Relationship Id="rId1" Type="http://schemas.openxmlformats.org/officeDocument/2006/relationships/slideLayout" Target="../slideLayouts/slideLayout307.xml"/></Relationships>
</file>

<file path=ppt/slideMasters/_rels/slideMaster2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32.xml"/><Relationship Id="rId8" Type="http://schemas.openxmlformats.org/officeDocument/2006/relationships/slideLayout" Target="../slideLayouts/slideLayout331.xml"/><Relationship Id="rId7" Type="http://schemas.openxmlformats.org/officeDocument/2006/relationships/slideLayout" Target="../slideLayouts/slideLayout330.xml"/><Relationship Id="rId6" Type="http://schemas.openxmlformats.org/officeDocument/2006/relationships/slideLayout" Target="../slideLayouts/slideLayout329.xml"/><Relationship Id="rId5" Type="http://schemas.openxmlformats.org/officeDocument/2006/relationships/slideLayout" Target="../slideLayouts/slideLayout328.xml"/><Relationship Id="rId4" Type="http://schemas.openxmlformats.org/officeDocument/2006/relationships/slideLayout" Target="../slideLayouts/slideLayout327.xml"/><Relationship Id="rId3" Type="http://schemas.openxmlformats.org/officeDocument/2006/relationships/slideLayout" Target="../slideLayouts/slideLayout326.xml"/><Relationship Id="rId20" Type="http://schemas.openxmlformats.org/officeDocument/2006/relationships/theme" Target="../theme/theme20.xml"/><Relationship Id="rId2" Type="http://schemas.openxmlformats.org/officeDocument/2006/relationships/slideLayout" Target="../slideLayouts/slideLayout32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40.xml"/><Relationship Id="rId16" Type="http://schemas.openxmlformats.org/officeDocument/2006/relationships/slideLayout" Target="../slideLayouts/slideLayout339.xml"/><Relationship Id="rId15" Type="http://schemas.openxmlformats.org/officeDocument/2006/relationships/slideLayout" Target="../slideLayouts/slideLayout338.xml"/><Relationship Id="rId14" Type="http://schemas.openxmlformats.org/officeDocument/2006/relationships/slideLayout" Target="../slideLayouts/slideLayout337.xml"/><Relationship Id="rId13" Type="http://schemas.openxmlformats.org/officeDocument/2006/relationships/slideLayout" Target="../slideLayouts/slideLayout336.xml"/><Relationship Id="rId12" Type="http://schemas.openxmlformats.org/officeDocument/2006/relationships/slideLayout" Target="../slideLayouts/slideLayout335.xml"/><Relationship Id="rId11" Type="http://schemas.openxmlformats.org/officeDocument/2006/relationships/slideLayout" Target="../slideLayouts/slideLayout334.xml"/><Relationship Id="rId10" Type="http://schemas.openxmlformats.org/officeDocument/2006/relationships/slideLayout" Target="../slideLayouts/slideLayout333.xml"/><Relationship Id="rId1" Type="http://schemas.openxmlformats.org/officeDocument/2006/relationships/slideLayout" Target="../slideLayouts/slideLayout324.xml"/></Relationships>
</file>

<file path=ppt/slideMasters/_rels/slideMaster2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49.xml"/><Relationship Id="rId8" Type="http://schemas.openxmlformats.org/officeDocument/2006/relationships/slideLayout" Target="../slideLayouts/slideLayout348.xml"/><Relationship Id="rId7" Type="http://schemas.openxmlformats.org/officeDocument/2006/relationships/slideLayout" Target="../slideLayouts/slideLayout347.xml"/><Relationship Id="rId6" Type="http://schemas.openxmlformats.org/officeDocument/2006/relationships/slideLayout" Target="../slideLayouts/slideLayout346.xml"/><Relationship Id="rId5" Type="http://schemas.openxmlformats.org/officeDocument/2006/relationships/slideLayout" Target="../slideLayouts/slideLayout345.xml"/><Relationship Id="rId4" Type="http://schemas.openxmlformats.org/officeDocument/2006/relationships/slideLayout" Target="../slideLayouts/slideLayout344.xml"/><Relationship Id="rId3" Type="http://schemas.openxmlformats.org/officeDocument/2006/relationships/slideLayout" Target="../slideLayouts/slideLayout343.xml"/><Relationship Id="rId20" Type="http://schemas.openxmlformats.org/officeDocument/2006/relationships/theme" Target="../theme/theme21.xml"/><Relationship Id="rId2" Type="http://schemas.openxmlformats.org/officeDocument/2006/relationships/slideLayout" Target="../slideLayouts/slideLayout34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57.xml"/><Relationship Id="rId16" Type="http://schemas.openxmlformats.org/officeDocument/2006/relationships/slideLayout" Target="../slideLayouts/slideLayout356.xml"/><Relationship Id="rId15" Type="http://schemas.openxmlformats.org/officeDocument/2006/relationships/slideLayout" Target="../slideLayouts/slideLayout355.xml"/><Relationship Id="rId14" Type="http://schemas.openxmlformats.org/officeDocument/2006/relationships/slideLayout" Target="../slideLayouts/slideLayout354.xml"/><Relationship Id="rId13" Type="http://schemas.openxmlformats.org/officeDocument/2006/relationships/slideLayout" Target="../slideLayouts/slideLayout353.xml"/><Relationship Id="rId12" Type="http://schemas.openxmlformats.org/officeDocument/2006/relationships/slideLayout" Target="../slideLayouts/slideLayout352.xml"/><Relationship Id="rId11" Type="http://schemas.openxmlformats.org/officeDocument/2006/relationships/slideLayout" Target="../slideLayouts/slideLayout351.xml"/><Relationship Id="rId10" Type="http://schemas.openxmlformats.org/officeDocument/2006/relationships/slideLayout" Target="../slideLayouts/slideLayout350.xml"/><Relationship Id="rId1" Type="http://schemas.openxmlformats.org/officeDocument/2006/relationships/slideLayout" Target="../slideLayouts/slideLayout341.xml"/></Relationships>
</file>

<file path=ppt/slideMasters/_rels/slideMaster2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66.xml"/><Relationship Id="rId8" Type="http://schemas.openxmlformats.org/officeDocument/2006/relationships/slideLayout" Target="../slideLayouts/slideLayout365.xml"/><Relationship Id="rId7" Type="http://schemas.openxmlformats.org/officeDocument/2006/relationships/slideLayout" Target="../slideLayouts/slideLayout364.xml"/><Relationship Id="rId6" Type="http://schemas.openxmlformats.org/officeDocument/2006/relationships/slideLayout" Target="../slideLayouts/slideLayout363.xml"/><Relationship Id="rId5" Type="http://schemas.openxmlformats.org/officeDocument/2006/relationships/slideLayout" Target="../slideLayouts/slideLayout362.xml"/><Relationship Id="rId4" Type="http://schemas.openxmlformats.org/officeDocument/2006/relationships/slideLayout" Target="../slideLayouts/slideLayout361.xml"/><Relationship Id="rId3" Type="http://schemas.openxmlformats.org/officeDocument/2006/relationships/slideLayout" Target="../slideLayouts/slideLayout360.xml"/><Relationship Id="rId20" Type="http://schemas.openxmlformats.org/officeDocument/2006/relationships/theme" Target="../theme/theme22.xml"/><Relationship Id="rId2" Type="http://schemas.openxmlformats.org/officeDocument/2006/relationships/slideLayout" Target="../slideLayouts/slideLayout35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74.xml"/><Relationship Id="rId16" Type="http://schemas.openxmlformats.org/officeDocument/2006/relationships/slideLayout" Target="../slideLayouts/slideLayout373.xml"/><Relationship Id="rId15" Type="http://schemas.openxmlformats.org/officeDocument/2006/relationships/slideLayout" Target="../slideLayouts/slideLayout372.xml"/><Relationship Id="rId14" Type="http://schemas.openxmlformats.org/officeDocument/2006/relationships/slideLayout" Target="../slideLayouts/slideLayout371.xml"/><Relationship Id="rId13" Type="http://schemas.openxmlformats.org/officeDocument/2006/relationships/slideLayout" Target="../slideLayouts/slideLayout370.xml"/><Relationship Id="rId12" Type="http://schemas.openxmlformats.org/officeDocument/2006/relationships/slideLayout" Target="../slideLayouts/slideLayout369.xml"/><Relationship Id="rId11" Type="http://schemas.openxmlformats.org/officeDocument/2006/relationships/slideLayout" Target="../slideLayouts/slideLayout368.xml"/><Relationship Id="rId10" Type="http://schemas.openxmlformats.org/officeDocument/2006/relationships/slideLayout" Target="../slideLayouts/slideLayout367.xml"/><Relationship Id="rId1" Type="http://schemas.openxmlformats.org/officeDocument/2006/relationships/slideLayout" Target="../slideLayouts/slideLayout358.xml"/></Relationships>
</file>

<file path=ppt/slideMasters/_rels/slideMaster2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83.xml"/><Relationship Id="rId8" Type="http://schemas.openxmlformats.org/officeDocument/2006/relationships/slideLayout" Target="../slideLayouts/slideLayout382.xml"/><Relationship Id="rId7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0.xml"/><Relationship Id="rId5" Type="http://schemas.openxmlformats.org/officeDocument/2006/relationships/slideLayout" Target="../slideLayouts/slideLayout379.xml"/><Relationship Id="rId4" Type="http://schemas.openxmlformats.org/officeDocument/2006/relationships/slideLayout" Target="../slideLayouts/slideLayout378.xml"/><Relationship Id="rId3" Type="http://schemas.openxmlformats.org/officeDocument/2006/relationships/slideLayout" Target="../slideLayouts/slideLayout377.xml"/><Relationship Id="rId20" Type="http://schemas.openxmlformats.org/officeDocument/2006/relationships/theme" Target="../theme/theme23.xml"/><Relationship Id="rId2" Type="http://schemas.openxmlformats.org/officeDocument/2006/relationships/slideLayout" Target="../slideLayouts/slideLayout37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91.xml"/><Relationship Id="rId16" Type="http://schemas.openxmlformats.org/officeDocument/2006/relationships/slideLayout" Target="../slideLayouts/slideLayout390.xml"/><Relationship Id="rId15" Type="http://schemas.openxmlformats.org/officeDocument/2006/relationships/slideLayout" Target="../slideLayouts/slideLayout389.xml"/><Relationship Id="rId14" Type="http://schemas.openxmlformats.org/officeDocument/2006/relationships/slideLayout" Target="../slideLayouts/slideLayout388.xml"/><Relationship Id="rId13" Type="http://schemas.openxmlformats.org/officeDocument/2006/relationships/slideLayout" Target="../slideLayouts/slideLayout387.xml"/><Relationship Id="rId12" Type="http://schemas.openxmlformats.org/officeDocument/2006/relationships/slideLayout" Target="../slideLayouts/slideLayout386.xml"/><Relationship Id="rId11" Type="http://schemas.openxmlformats.org/officeDocument/2006/relationships/slideLayout" Target="../slideLayouts/slideLayout385.xml"/><Relationship Id="rId10" Type="http://schemas.openxmlformats.org/officeDocument/2006/relationships/slideLayout" Target="../slideLayouts/slideLayout384.xml"/><Relationship Id="rId1" Type="http://schemas.openxmlformats.org/officeDocument/2006/relationships/slideLayout" Target="../slideLayouts/slideLayout375.xml"/></Relationships>
</file>

<file path=ppt/slideMasters/_rels/slideMaster2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00.xml"/><Relationship Id="rId8" Type="http://schemas.openxmlformats.org/officeDocument/2006/relationships/slideLayout" Target="../slideLayouts/slideLayout399.xml"/><Relationship Id="rId7" Type="http://schemas.openxmlformats.org/officeDocument/2006/relationships/slideLayout" Target="../slideLayouts/slideLayout398.xml"/><Relationship Id="rId6" Type="http://schemas.openxmlformats.org/officeDocument/2006/relationships/slideLayout" Target="../slideLayouts/slideLayout397.xml"/><Relationship Id="rId5" Type="http://schemas.openxmlformats.org/officeDocument/2006/relationships/slideLayout" Target="../slideLayouts/slideLayout396.xml"/><Relationship Id="rId4" Type="http://schemas.openxmlformats.org/officeDocument/2006/relationships/slideLayout" Target="../slideLayouts/slideLayout395.xml"/><Relationship Id="rId3" Type="http://schemas.openxmlformats.org/officeDocument/2006/relationships/slideLayout" Target="../slideLayouts/slideLayout394.xml"/><Relationship Id="rId20" Type="http://schemas.openxmlformats.org/officeDocument/2006/relationships/theme" Target="../theme/theme24.xml"/><Relationship Id="rId2" Type="http://schemas.openxmlformats.org/officeDocument/2006/relationships/slideLayout" Target="../slideLayouts/slideLayout39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08.xml"/><Relationship Id="rId16" Type="http://schemas.openxmlformats.org/officeDocument/2006/relationships/slideLayout" Target="../slideLayouts/slideLayout407.xml"/><Relationship Id="rId15" Type="http://schemas.openxmlformats.org/officeDocument/2006/relationships/slideLayout" Target="../slideLayouts/slideLayout406.xml"/><Relationship Id="rId14" Type="http://schemas.openxmlformats.org/officeDocument/2006/relationships/slideLayout" Target="../slideLayouts/slideLayout405.xml"/><Relationship Id="rId13" Type="http://schemas.openxmlformats.org/officeDocument/2006/relationships/slideLayout" Target="../slideLayouts/slideLayout404.xml"/><Relationship Id="rId12" Type="http://schemas.openxmlformats.org/officeDocument/2006/relationships/slideLayout" Target="../slideLayouts/slideLayout403.xml"/><Relationship Id="rId11" Type="http://schemas.openxmlformats.org/officeDocument/2006/relationships/slideLayout" Target="../slideLayouts/slideLayout402.xml"/><Relationship Id="rId10" Type="http://schemas.openxmlformats.org/officeDocument/2006/relationships/slideLayout" Target="../slideLayouts/slideLayout401.xml"/><Relationship Id="rId1" Type="http://schemas.openxmlformats.org/officeDocument/2006/relationships/slideLayout" Target="../slideLayouts/slideLayout392.xml"/></Relationships>
</file>

<file path=ppt/slideMasters/_rels/slideMaster2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17.xml"/><Relationship Id="rId8" Type="http://schemas.openxmlformats.org/officeDocument/2006/relationships/slideLayout" Target="../slideLayouts/slideLayout416.xml"/><Relationship Id="rId7" Type="http://schemas.openxmlformats.org/officeDocument/2006/relationships/slideLayout" Target="../slideLayouts/slideLayout415.xml"/><Relationship Id="rId6" Type="http://schemas.openxmlformats.org/officeDocument/2006/relationships/slideLayout" Target="../slideLayouts/slideLayout414.xml"/><Relationship Id="rId5" Type="http://schemas.openxmlformats.org/officeDocument/2006/relationships/slideLayout" Target="../slideLayouts/slideLayout413.xml"/><Relationship Id="rId4" Type="http://schemas.openxmlformats.org/officeDocument/2006/relationships/slideLayout" Target="../slideLayouts/slideLayout412.xml"/><Relationship Id="rId3" Type="http://schemas.openxmlformats.org/officeDocument/2006/relationships/slideLayout" Target="../slideLayouts/slideLayout411.xml"/><Relationship Id="rId20" Type="http://schemas.openxmlformats.org/officeDocument/2006/relationships/theme" Target="../theme/theme25.xml"/><Relationship Id="rId2" Type="http://schemas.openxmlformats.org/officeDocument/2006/relationships/slideLayout" Target="../slideLayouts/slideLayout41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25.xml"/><Relationship Id="rId16" Type="http://schemas.openxmlformats.org/officeDocument/2006/relationships/slideLayout" Target="../slideLayouts/slideLayout424.xml"/><Relationship Id="rId15" Type="http://schemas.openxmlformats.org/officeDocument/2006/relationships/slideLayout" Target="../slideLayouts/slideLayout423.xml"/><Relationship Id="rId14" Type="http://schemas.openxmlformats.org/officeDocument/2006/relationships/slideLayout" Target="../slideLayouts/slideLayout422.xml"/><Relationship Id="rId13" Type="http://schemas.openxmlformats.org/officeDocument/2006/relationships/slideLayout" Target="../slideLayouts/slideLayout421.xml"/><Relationship Id="rId12" Type="http://schemas.openxmlformats.org/officeDocument/2006/relationships/slideLayout" Target="../slideLayouts/slideLayout420.xml"/><Relationship Id="rId11" Type="http://schemas.openxmlformats.org/officeDocument/2006/relationships/slideLayout" Target="../slideLayouts/slideLayout419.xml"/><Relationship Id="rId10" Type="http://schemas.openxmlformats.org/officeDocument/2006/relationships/slideLayout" Target="../slideLayouts/slideLayout418.xml"/><Relationship Id="rId1" Type="http://schemas.openxmlformats.org/officeDocument/2006/relationships/slideLayout" Target="../slideLayouts/slideLayout409.xml"/></Relationships>
</file>

<file path=ppt/slideMasters/_rels/slideMaster2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4.xml"/><Relationship Id="rId8" Type="http://schemas.openxmlformats.org/officeDocument/2006/relationships/slideLayout" Target="../slideLayouts/slideLayout433.xml"/><Relationship Id="rId7" Type="http://schemas.openxmlformats.org/officeDocument/2006/relationships/slideLayout" Target="../slideLayouts/slideLayout432.xml"/><Relationship Id="rId6" Type="http://schemas.openxmlformats.org/officeDocument/2006/relationships/slideLayout" Target="../slideLayouts/slideLayout431.xml"/><Relationship Id="rId5" Type="http://schemas.openxmlformats.org/officeDocument/2006/relationships/slideLayout" Target="../slideLayouts/slideLayout430.xml"/><Relationship Id="rId4" Type="http://schemas.openxmlformats.org/officeDocument/2006/relationships/slideLayout" Target="../slideLayouts/slideLayout429.xml"/><Relationship Id="rId3" Type="http://schemas.openxmlformats.org/officeDocument/2006/relationships/slideLayout" Target="../slideLayouts/slideLayout428.xml"/><Relationship Id="rId20" Type="http://schemas.openxmlformats.org/officeDocument/2006/relationships/theme" Target="../theme/theme26.xml"/><Relationship Id="rId2" Type="http://schemas.openxmlformats.org/officeDocument/2006/relationships/slideLayout" Target="../slideLayouts/slideLayout42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42.xml"/><Relationship Id="rId16" Type="http://schemas.openxmlformats.org/officeDocument/2006/relationships/slideLayout" Target="../slideLayouts/slideLayout441.xml"/><Relationship Id="rId15" Type="http://schemas.openxmlformats.org/officeDocument/2006/relationships/slideLayout" Target="../slideLayouts/slideLayout440.xml"/><Relationship Id="rId14" Type="http://schemas.openxmlformats.org/officeDocument/2006/relationships/slideLayout" Target="../slideLayouts/slideLayout439.xml"/><Relationship Id="rId13" Type="http://schemas.openxmlformats.org/officeDocument/2006/relationships/slideLayout" Target="../slideLayouts/slideLayout438.xml"/><Relationship Id="rId12" Type="http://schemas.openxmlformats.org/officeDocument/2006/relationships/slideLayout" Target="../slideLayouts/slideLayout437.xml"/><Relationship Id="rId11" Type="http://schemas.openxmlformats.org/officeDocument/2006/relationships/slideLayout" Target="../slideLayouts/slideLayout436.xml"/><Relationship Id="rId10" Type="http://schemas.openxmlformats.org/officeDocument/2006/relationships/slideLayout" Target="../slideLayouts/slideLayout435.xml"/><Relationship Id="rId1" Type="http://schemas.openxmlformats.org/officeDocument/2006/relationships/slideLayout" Target="../slideLayouts/slideLayout426.xml"/></Relationships>
</file>

<file path=ppt/slideMasters/_rels/slideMaster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51.xml"/><Relationship Id="rId8" Type="http://schemas.openxmlformats.org/officeDocument/2006/relationships/slideLayout" Target="../slideLayouts/slideLayout450.xml"/><Relationship Id="rId7" Type="http://schemas.openxmlformats.org/officeDocument/2006/relationships/slideLayout" Target="../slideLayouts/slideLayout449.xml"/><Relationship Id="rId6" Type="http://schemas.openxmlformats.org/officeDocument/2006/relationships/slideLayout" Target="../slideLayouts/slideLayout448.xml"/><Relationship Id="rId5" Type="http://schemas.openxmlformats.org/officeDocument/2006/relationships/slideLayout" Target="../slideLayouts/slideLayout447.xml"/><Relationship Id="rId4" Type="http://schemas.openxmlformats.org/officeDocument/2006/relationships/slideLayout" Target="../slideLayouts/slideLayout446.xml"/><Relationship Id="rId3" Type="http://schemas.openxmlformats.org/officeDocument/2006/relationships/slideLayout" Target="../slideLayouts/slideLayout445.xml"/><Relationship Id="rId20" Type="http://schemas.openxmlformats.org/officeDocument/2006/relationships/theme" Target="../theme/theme27.xml"/><Relationship Id="rId2" Type="http://schemas.openxmlformats.org/officeDocument/2006/relationships/slideLayout" Target="../slideLayouts/slideLayout44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59.xml"/><Relationship Id="rId16" Type="http://schemas.openxmlformats.org/officeDocument/2006/relationships/slideLayout" Target="../slideLayouts/slideLayout458.xml"/><Relationship Id="rId15" Type="http://schemas.openxmlformats.org/officeDocument/2006/relationships/slideLayout" Target="../slideLayouts/slideLayout457.xml"/><Relationship Id="rId14" Type="http://schemas.openxmlformats.org/officeDocument/2006/relationships/slideLayout" Target="../slideLayouts/slideLayout456.xml"/><Relationship Id="rId13" Type="http://schemas.openxmlformats.org/officeDocument/2006/relationships/slideLayout" Target="../slideLayouts/slideLayout455.xml"/><Relationship Id="rId12" Type="http://schemas.openxmlformats.org/officeDocument/2006/relationships/slideLayout" Target="../slideLayouts/slideLayout454.xml"/><Relationship Id="rId11" Type="http://schemas.openxmlformats.org/officeDocument/2006/relationships/slideLayout" Target="../slideLayouts/slideLayout453.xml"/><Relationship Id="rId10" Type="http://schemas.openxmlformats.org/officeDocument/2006/relationships/slideLayout" Target="../slideLayouts/slideLayout452.xml"/><Relationship Id="rId1" Type="http://schemas.openxmlformats.org/officeDocument/2006/relationships/slideLayout" Target="../slideLayouts/slideLayout443.xml"/></Relationships>
</file>

<file path=ppt/slideMasters/_rels/slideMaster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68.xml"/><Relationship Id="rId8" Type="http://schemas.openxmlformats.org/officeDocument/2006/relationships/slideLayout" Target="../slideLayouts/slideLayout467.xml"/><Relationship Id="rId7" Type="http://schemas.openxmlformats.org/officeDocument/2006/relationships/slideLayout" Target="../slideLayouts/slideLayout466.xml"/><Relationship Id="rId6" Type="http://schemas.openxmlformats.org/officeDocument/2006/relationships/slideLayout" Target="../slideLayouts/slideLayout465.xml"/><Relationship Id="rId5" Type="http://schemas.openxmlformats.org/officeDocument/2006/relationships/slideLayout" Target="../slideLayouts/slideLayout464.xml"/><Relationship Id="rId4" Type="http://schemas.openxmlformats.org/officeDocument/2006/relationships/slideLayout" Target="../slideLayouts/slideLayout463.xml"/><Relationship Id="rId3" Type="http://schemas.openxmlformats.org/officeDocument/2006/relationships/slideLayout" Target="../slideLayouts/slideLayout462.xml"/><Relationship Id="rId20" Type="http://schemas.openxmlformats.org/officeDocument/2006/relationships/theme" Target="../theme/theme28.xml"/><Relationship Id="rId2" Type="http://schemas.openxmlformats.org/officeDocument/2006/relationships/slideLayout" Target="../slideLayouts/slideLayout46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76.xml"/><Relationship Id="rId16" Type="http://schemas.openxmlformats.org/officeDocument/2006/relationships/slideLayout" Target="../slideLayouts/slideLayout475.xml"/><Relationship Id="rId15" Type="http://schemas.openxmlformats.org/officeDocument/2006/relationships/slideLayout" Target="../slideLayouts/slideLayout474.xml"/><Relationship Id="rId14" Type="http://schemas.openxmlformats.org/officeDocument/2006/relationships/slideLayout" Target="../slideLayouts/slideLayout473.xml"/><Relationship Id="rId13" Type="http://schemas.openxmlformats.org/officeDocument/2006/relationships/slideLayout" Target="../slideLayouts/slideLayout472.xml"/><Relationship Id="rId12" Type="http://schemas.openxmlformats.org/officeDocument/2006/relationships/slideLayout" Target="../slideLayouts/slideLayout471.xml"/><Relationship Id="rId11" Type="http://schemas.openxmlformats.org/officeDocument/2006/relationships/slideLayout" Target="../slideLayouts/slideLayout470.xml"/><Relationship Id="rId10" Type="http://schemas.openxmlformats.org/officeDocument/2006/relationships/slideLayout" Target="../slideLayouts/slideLayout469.xml"/><Relationship Id="rId1" Type="http://schemas.openxmlformats.org/officeDocument/2006/relationships/slideLayout" Target="../slideLayouts/slideLayout460.xml"/></Relationships>
</file>

<file path=ppt/slideMasters/_rels/slideMaster2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85.xml"/><Relationship Id="rId8" Type="http://schemas.openxmlformats.org/officeDocument/2006/relationships/slideLayout" Target="../slideLayouts/slideLayout484.xml"/><Relationship Id="rId7" Type="http://schemas.openxmlformats.org/officeDocument/2006/relationships/slideLayout" Target="../slideLayouts/slideLayout483.xml"/><Relationship Id="rId6" Type="http://schemas.openxmlformats.org/officeDocument/2006/relationships/slideLayout" Target="../slideLayouts/slideLayout482.xml"/><Relationship Id="rId5" Type="http://schemas.openxmlformats.org/officeDocument/2006/relationships/slideLayout" Target="../slideLayouts/slideLayout481.xml"/><Relationship Id="rId4" Type="http://schemas.openxmlformats.org/officeDocument/2006/relationships/slideLayout" Target="../slideLayouts/slideLayout480.xml"/><Relationship Id="rId3" Type="http://schemas.openxmlformats.org/officeDocument/2006/relationships/slideLayout" Target="../slideLayouts/slideLayout479.xml"/><Relationship Id="rId20" Type="http://schemas.openxmlformats.org/officeDocument/2006/relationships/theme" Target="../theme/theme29.xml"/><Relationship Id="rId2" Type="http://schemas.openxmlformats.org/officeDocument/2006/relationships/slideLayout" Target="../slideLayouts/slideLayout47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93.xml"/><Relationship Id="rId16" Type="http://schemas.openxmlformats.org/officeDocument/2006/relationships/slideLayout" Target="../slideLayouts/slideLayout492.xml"/><Relationship Id="rId15" Type="http://schemas.openxmlformats.org/officeDocument/2006/relationships/slideLayout" Target="../slideLayouts/slideLayout491.xml"/><Relationship Id="rId14" Type="http://schemas.openxmlformats.org/officeDocument/2006/relationships/slideLayout" Target="../slideLayouts/slideLayout490.xml"/><Relationship Id="rId13" Type="http://schemas.openxmlformats.org/officeDocument/2006/relationships/slideLayout" Target="../slideLayouts/slideLayout489.xml"/><Relationship Id="rId12" Type="http://schemas.openxmlformats.org/officeDocument/2006/relationships/slideLayout" Target="../slideLayouts/slideLayout488.xml"/><Relationship Id="rId11" Type="http://schemas.openxmlformats.org/officeDocument/2006/relationships/slideLayout" Target="../slideLayouts/slideLayout487.xml"/><Relationship Id="rId10" Type="http://schemas.openxmlformats.org/officeDocument/2006/relationships/slideLayout" Target="../slideLayouts/slideLayout486.xml"/><Relationship Id="rId1" Type="http://schemas.openxmlformats.org/officeDocument/2006/relationships/slideLayout" Target="../slideLayouts/slideLayout477.xml"/></Relationships>
</file>

<file path=ppt/slideMasters/_rels/slideMaster3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02.xml"/><Relationship Id="rId8" Type="http://schemas.openxmlformats.org/officeDocument/2006/relationships/slideLayout" Target="../slideLayouts/slideLayout501.xml"/><Relationship Id="rId7" Type="http://schemas.openxmlformats.org/officeDocument/2006/relationships/slideLayout" Target="../slideLayouts/slideLayout500.xml"/><Relationship Id="rId6" Type="http://schemas.openxmlformats.org/officeDocument/2006/relationships/slideLayout" Target="../slideLayouts/slideLayout499.xml"/><Relationship Id="rId5" Type="http://schemas.openxmlformats.org/officeDocument/2006/relationships/slideLayout" Target="../slideLayouts/slideLayout498.xml"/><Relationship Id="rId4" Type="http://schemas.openxmlformats.org/officeDocument/2006/relationships/slideLayout" Target="../slideLayouts/slideLayout497.xml"/><Relationship Id="rId3" Type="http://schemas.openxmlformats.org/officeDocument/2006/relationships/slideLayout" Target="../slideLayouts/slideLayout496.xml"/><Relationship Id="rId20" Type="http://schemas.openxmlformats.org/officeDocument/2006/relationships/theme" Target="../theme/theme30.xml"/><Relationship Id="rId2" Type="http://schemas.openxmlformats.org/officeDocument/2006/relationships/slideLayout" Target="../slideLayouts/slideLayout49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10.xml"/><Relationship Id="rId16" Type="http://schemas.openxmlformats.org/officeDocument/2006/relationships/slideLayout" Target="../slideLayouts/slideLayout509.xml"/><Relationship Id="rId15" Type="http://schemas.openxmlformats.org/officeDocument/2006/relationships/slideLayout" Target="../slideLayouts/slideLayout508.xml"/><Relationship Id="rId14" Type="http://schemas.openxmlformats.org/officeDocument/2006/relationships/slideLayout" Target="../slideLayouts/slideLayout507.xml"/><Relationship Id="rId13" Type="http://schemas.openxmlformats.org/officeDocument/2006/relationships/slideLayout" Target="../slideLayouts/slideLayout506.xml"/><Relationship Id="rId12" Type="http://schemas.openxmlformats.org/officeDocument/2006/relationships/slideLayout" Target="../slideLayouts/slideLayout505.xml"/><Relationship Id="rId11" Type="http://schemas.openxmlformats.org/officeDocument/2006/relationships/slideLayout" Target="../slideLayouts/slideLayout504.xml"/><Relationship Id="rId10" Type="http://schemas.openxmlformats.org/officeDocument/2006/relationships/slideLayout" Target="../slideLayouts/slideLayout503.xml"/><Relationship Id="rId1" Type="http://schemas.openxmlformats.org/officeDocument/2006/relationships/slideLayout" Target="../slideLayouts/slideLayout494.xml"/></Relationships>
</file>

<file path=ppt/slideMasters/_rels/slideMaster3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19.xml"/><Relationship Id="rId8" Type="http://schemas.openxmlformats.org/officeDocument/2006/relationships/slideLayout" Target="../slideLayouts/slideLayout518.xml"/><Relationship Id="rId7" Type="http://schemas.openxmlformats.org/officeDocument/2006/relationships/slideLayout" Target="../slideLayouts/slideLayout517.xml"/><Relationship Id="rId6" Type="http://schemas.openxmlformats.org/officeDocument/2006/relationships/slideLayout" Target="../slideLayouts/slideLayout516.xml"/><Relationship Id="rId5" Type="http://schemas.openxmlformats.org/officeDocument/2006/relationships/slideLayout" Target="../slideLayouts/slideLayout515.xml"/><Relationship Id="rId4" Type="http://schemas.openxmlformats.org/officeDocument/2006/relationships/slideLayout" Target="../slideLayouts/slideLayout514.xml"/><Relationship Id="rId3" Type="http://schemas.openxmlformats.org/officeDocument/2006/relationships/slideLayout" Target="../slideLayouts/slideLayout513.xml"/><Relationship Id="rId20" Type="http://schemas.openxmlformats.org/officeDocument/2006/relationships/theme" Target="../theme/theme31.xml"/><Relationship Id="rId2" Type="http://schemas.openxmlformats.org/officeDocument/2006/relationships/slideLayout" Target="../slideLayouts/slideLayout51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27.xml"/><Relationship Id="rId16" Type="http://schemas.openxmlformats.org/officeDocument/2006/relationships/slideLayout" Target="../slideLayouts/slideLayout526.xml"/><Relationship Id="rId15" Type="http://schemas.openxmlformats.org/officeDocument/2006/relationships/slideLayout" Target="../slideLayouts/slideLayout525.xml"/><Relationship Id="rId14" Type="http://schemas.openxmlformats.org/officeDocument/2006/relationships/slideLayout" Target="../slideLayouts/slideLayout524.xml"/><Relationship Id="rId13" Type="http://schemas.openxmlformats.org/officeDocument/2006/relationships/slideLayout" Target="../slideLayouts/slideLayout523.xml"/><Relationship Id="rId12" Type="http://schemas.openxmlformats.org/officeDocument/2006/relationships/slideLayout" Target="../slideLayouts/slideLayout522.xml"/><Relationship Id="rId11" Type="http://schemas.openxmlformats.org/officeDocument/2006/relationships/slideLayout" Target="../slideLayouts/slideLayout521.xml"/><Relationship Id="rId10" Type="http://schemas.openxmlformats.org/officeDocument/2006/relationships/slideLayout" Target="../slideLayouts/slideLayout520.xml"/><Relationship Id="rId1" Type="http://schemas.openxmlformats.org/officeDocument/2006/relationships/slideLayout" Target="../slideLayouts/slideLayout511.xml"/></Relationships>
</file>

<file path=ppt/slideMasters/_rels/slideMaster3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36.xml"/><Relationship Id="rId8" Type="http://schemas.openxmlformats.org/officeDocument/2006/relationships/slideLayout" Target="../slideLayouts/slideLayout535.xml"/><Relationship Id="rId7" Type="http://schemas.openxmlformats.org/officeDocument/2006/relationships/slideLayout" Target="../slideLayouts/slideLayout534.xml"/><Relationship Id="rId6" Type="http://schemas.openxmlformats.org/officeDocument/2006/relationships/slideLayout" Target="../slideLayouts/slideLayout533.xml"/><Relationship Id="rId5" Type="http://schemas.openxmlformats.org/officeDocument/2006/relationships/slideLayout" Target="../slideLayouts/slideLayout532.xml"/><Relationship Id="rId4" Type="http://schemas.openxmlformats.org/officeDocument/2006/relationships/slideLayout" Target="../slideLayouts/slideLayout531.xml"/><Relationship Id="rId3" Type="http://schemas.openxmlformats.org/officeDocument/2006/relationships/slideLayout" Target="../slideLayouts/slideLayout530.xml"/><Relationship Id="rId20" Type="http://schemas.openxmlformats.org/officeDocument/2006/relationships/theme" Target="../theme/theme32.xml"/><Relationship Id="rId2" Type="http://schemas.openxmlformats.org/officeDocument/2006/relationships/slideLayout" Target="../slideLayouts/slideLayout52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44.xml"/><Relationship Id="rId16" Type="http://schemas.openxmlformats.org/officeDocument/2006/relationships/slideLayout" Target="../slideLayouts/slideLayout543.xml"/><Relationship Id="rId15" Type="http://schemas.openxmlformats.org/officeDocument/2006/relationships/slideLayout" Target="../slideLayouts/slideLayout542.xml"/><Relationship Id="rId14" Type="http://schemas.openxmlformats.org/officeDocument/2006/relationships/slideLayout" Target="../slideLayouts/slideLayout541.xml"/><Relationship Id="rId13" Type="http://schemas.openxmlformats.org/officeDocument/2006/relationships/slideLayout" Target="../slideLayouts/slideLayout540.xml"/><Relationship Id="rId12" Type="http://schemas.openxmlformats.org/officeDocument/2006/relationships/slideLayout" Target="../slideLayouts/slideLayout539.xml"/><Relationship Id="rId11" Type="http://schemas.openxmlformats.org/officeDocument/2006/relationships/slideLayout" Target="../slideLayouts/slideLayout538.xml"/><Relationship Id="rId10" Type="http://schemas.openxmlformats.org/officeDocument/2006/relationships/slideLayout" Target="../slideLayouts/slideLayout537.xml"/><Relationship Id="rId1" Type="http://schemas.openxmlformats.org/officeDocument/2006/relationships/slideLayout" Target="../slideLayouts/slideLayout528.xml"/></Relationships>
</file>

<file path=ppt/slideMasters/_rels/slideMaster3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53.xml"/><Relationship Id="rId8" Type="http://schemas.openxmlformats.org/officeDocument/2006/relationships/slideLayout" Target="../slideLayouts/slideLayout552.xml"/><Relationship Id="rId7" Type="http://schemas.openxmlformats.org/officeDocument/2006/relationships/slideLayout" Target="../slideLayouts/slideLayout551.xml"/><Relationship Id="rId6" Type="http://schemas.openxmlformats.org/officeDocument/2006/relationships/slideLayout" Target="../slideLayouts/slideLayout550.xml"/><Relationship Id="rId5" Type="http://schemas.openxmlformats.org/officeDocument/2006/relationships/slideLayout" Target="../slideLayouts/slideLayout549.xml"/><Relationship Id="rId4" Type="http://schemas.openxmlformats.org/officeDocument/2006/relationships/slideLayout" Target="../slideLayouts/slideLayout548.xml"/><Relationship Id="rId3" Type="http://schemas.openxmlformats.org/officeDocument/2006/relationships/slideLayout" Target="../slideLayouts/slideLayout547.xml"/><Relationship Id="rId20" Type="http://schemas.openxmlformats.org/officeDocument/2006/relationships/theme" Target="../theme/theme33.xml"/><Relationship Id="rId2" Type="http://schemas.openxmlformats.org/officeDocument/2006/relationships/slideLayout" Target="../slideLayouts/slideLayout54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61.xml"/><Relationship Id="rId16" Type="http://schemas.openxmlformats.org/officeDocument/2006/relationships/slideLayout" Target="../slideLayouts/slideLayout560.xml"/><Relationship Id="rId15" Type="http://schemas.openxmlformats.org/officeDocument/2006/relationships/slideLayout" Target="../slideLayouts/slideLayout559.xml"/><Relationship Id="rId14" Type="http://schemas.openxmlformats.org/officeDocument/2006/relationships/slideLayout" Target="../slideLayouts/slideLayout558.xml"/><Relationship Id="rId13" Type="http://schemas.openxmlformats.org/officeDocument/2006/relationships/slideLayout" Target="../slideLayouts/slideLayout557.xml"/><Relationship Id="rId12" Type="http://schemas.openxmlformats.org/officeDocument/2006/relationships/slideLayout" Target="../slideLayouts/slideLayout556.xml"/><Relationship Id="rId11" Type="http://schemas.openxmlformats.org/officeDocument/2006/relationships/slideLayout" Target="../slideLayouts/slideLayout555.xml"/><Relationship Id="rId10" Type="http://schemas.openxmlformats.org/officeDocument/2006/relationships/slideLayout" Target="../slideLayouts/slideLayout554.xml"/><Relationship Id="rId1" Type="http://schemas.openxmlformats.org/officeDocument/2006/relationships/slideLayout" Target="../slideLayouts/slideLayout545.xml"/></Relationships>
</file>

<file path=ppt/slideMasters/_rels/slideMaster3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70.xml"/><Relationship Id="rId8" Type="http://schemas.openxmlformats.org/officeDocument/2006/relationships/slideLayout" Target="../slideLayouts/slideLayout569.xml"/><Relationship Id="rId7" Type="http://schemas.openxmlformats.org/officeDocument/2006/relationships/slideLayout" Target="../slideLayouts/slideLayout568.xml"/><Relationship Id="rId6" Type="http://schemas.openxmlformats.org/officeDocument/2006/relationships/slideLayout" Target="../slideLayouts/slideLayout567.xml"/><Relationship Id="rId5" Type="http://schemas.openxmlformats.org/officeDocument/2006/relationships/slideLayout" Target="../slideLayouts/slideLayout566.xml"/><Relationship Id="rId4" Type="http://schemas.openxmlformats.org/officeDocument/2006/relationships/slideLayout" Target="../slideLayouts/slideLayout565.xml"/><Relationship Id="rId3" Type="http://schemas.openxmlformats.org/officeDocument/2006/relationships/slideLayout" Target="../slideLayouts/slideLayout564.xml"/><Relationship Id="rId20" Type="http://schemas.openxmlformats.org/officeDocument/2006/relationships/theme" Target="../theme/theme34.xml"/><Relationship Id="rId2" Type="http://schemas.openxmlformats.org/officeDocument/2006/relationships/slideLayout" Target="../slideLayouts/slideLayout56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78.xml"/><Relationship Id="rId16" Type="http://schemas.openxmlformats.org/officeDocument/2006/relationships/slideLayout" Target="../slideLayouts/slideLayout577.xml"/><Relationship Id="rId15" Type="http://schemas.openxmlformats.org/officeDocument/2006/relationships/slideLayout" Target="../slideLayouts/slideLayout576.xml"/><Relationship Id="rId14" Type="http://schemas.openxmlformats.org/officeDocument/2006/relationships/slideLayout" Target="../slideLayouts/slideLayout575.xml"/><Relationship Id="rId13" Type="http://schemas.openxmlformats.org/officeDocument/2006/relationships/slideLayout" Target="../slideLayouts/slideLayout574.xml"/><Relationship Id="rId12" Type="http://schemas.openxmlformats.org/officeDocument/2006/relationships/slideLayout" Target="../slideLayouts/slideLayout573.xml"/><Relationship Id="rId11" Type="http://schemas.openxmlformats.org/officeDocument/2006/relationships/slideLayout" Target="../slideLayouts/slideLayout572.xml"/><Relationship Id="rId10" Type="http://schemas.openxmlformats.org/officeDocument/2006/relationships/slideLayout" Target="../slideLayouts/slideLayout571.xml"/><Relationship Id="rId1" Type="http://schemas.openxmlformats.org/officeDocument/2006/relationships/slideLayout" Target="../slideLayouts/slideLayout562.xml"/></Relationships>
</file>

<file path=ppt/slideMasters/_rels/slideMaster3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87.xml"/><Relationship Id="rId8" Type="http://schemas.openxmlformats.org/officeDocument/2006/relationships/slideLayout" Target="../slideLayouts/slideLayout586.xml"/><Relationship Id="rId7" Type="http://schemas.openxmlformats.org/officeDocument/2006/relationships/slideLayout" Target="../slideLayouts/slideLayout585.xml"/><Relationship Id="rId6" Type="http://schemas.openxmlformats.org/officeDocument/2006/relationships/slideLayout" Target="../slideLayouts/slideLayout584.xml"/><Relationship Id="rId5" Type="http://schemas.openxmlformats.org/officeDocument/2006/relationships/slideLayout" Target="../slideLayouts/slideLayout583.xml"/><Relationship Id="rId4" Type="http://schemas.openxmlformats.org/officeDocument/2006/relationships/slideLayout" Target="../slideLayouts/slideLayout582.xml"/><Relationship Id="rId3" Type="http://schemas.openxmlformats.org/officeDocument/2006/relationships/slideLayout" Target="../slideLayouts/slideLayout581.xml"/><Relationship Id="rId20" Type="http://schemas.openxmlformats.org/officeDocument/2006/relationships/theme" Target="../theme/theme35.xml"/><Relationship Id="rId2" Type="http://schemas.openxmlformats.org/officeDocument/2006/relationships/slideLayout" Target="../slideLayouts/slideLayout58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95.xml"/><Relationship Id="rId16" Type="http://schemas.openxmlformats.org/officeDocument/2006/relationships/slideLayout" Target="../slideLayouts/slideLayout594.xml"/><Relationship Id="rId15" Type="http://schemas.openxmlformats.org/officeDocument/2006/relationships/slideLayout" Target="../slideLayouts/slideLayout593.xml"/><Relationship Id="rId14" Type="http://schemas.openxmlformats.org/officeDocument/2006/relationships/slideLayout" Target="../slideLayouts/slideLayout592.xml"/><Relationship Id="rId13" Type="http://schemas.openxmlformats.org/officeDocument/2006/relationships/slideLayout" Target="../slideLayouts/slideLayout591.xml"/><Relationship Id="rId12" Type="http://schemas.openxmlformats.org/officeDocument/2006/relationships/slideLayout" Target="../slideLayouts/slideLayout590.xml"/><Relationship Id="rId11" Type="http://schemas.openxmlformats.org/officeDocument/2006/relationships/slideLayout" Target="../slideLayouts/slideLayout589.xml"/><Relationship Id="rId10" Type="http://schemas.openxmlformats.org/officeDocument/2006/relationships/slideLayout" Target="../slideLayouts/slideLayout588.xml"/><Relationship Id="rId1" Type="http://schemas.openxmlformats.org/officeDocument/2006/relationships/slideLayout" Target="../slideLayouts/slideLayout579.xml"/></Relationships>
</file>

<file path=ppt/slideMasters/_rels/slideMaster3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04.xml"/><Relationship Id="rId8" Type="http://schemas.openxmlformats.org/officeDocument/2006/relationships/slideLayout" Target="../slideLayouts/slideLayout603.xml"/><Relationship Id="rId7" Type="http://schemas.openxmlformats.org/officeDocument/2006/relationships/slideLayout" Target="../slideLayouts/slideLayout602.xml"/><Relationship Id="rId6" Type="http://schemas.openxmlformats.org/officeDocument/2006/relationships/slideLayout" Target="../slideLayouts/slideLayout601.xml"/><Relationship Id="rId5" Type="http://schemas.openxmlformats.org/officeDocument/2006/relationships/slideLayout" Target="../slideLayouts/slideLayout600.xml"/><Relationship Id="rId4" Type="http://schemas.openxmlformats.org/officeDocument/2006/relationships/slideLayout" Target="../slideLayouts/slideLayout599.xml"/><Relationship Id="rId3" Type="http://schemas.openxmlformats.org/officeDocument/2006/relationships/slideLayout" Target="../slideLayouts/slideLayout598.xml"/><Relationship Id="rId20" Type="http://schemas.openxmlformats.org/officeDocument/2006/relationships/theme" Target="../theme/theme36.xml"/><Relationship Id="rId2" Type="http://schemas.openxmlformats.org/officeDocument/2006/relationships/slideLayout" Target="../slideLayouts/slideLayout59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12.xml"/><Relationship Id="rId16" Type="http://schemas.openxmlformats.org/officeDocument/2006/relationships/slideLayout" Target="../slideLayouts/slideLayout611.xml"/><Relationship Id="rId15" Type="http://schemas.openxmlformats.org/officeDocument/2006/relationships/slideLayout" Target="../slideLayouts/slideLayout610.xml"/><Relationship Id="rId14" Type="http://schemas.openxmlformats.org/officeDocument/2006/relationships/slideLayout" Target="../slideLayouts/slideLayout609.xml"/><Relationship Id="rId13" Type="http://schemas.openxmlformats.org/officeDocument/2006/relationships/slideLayout" Target="../slideLayouts/slideLayout608.xml"/><Relationship Id="rId12" Type="http://schemas.openxmlformats.org/officeDocument/2006/relationships/slideLayout" Target="../slideLayouts/slideLayout607.xml"/><Relationship Id="rId11" Type="http://schemas.openxmlformats.org/officeDocument/2006/relationships/slideLayout" Target="../slideLayouts/slideLayout606.xml"/><Relationship Id="rId10" Type="http://schemas.openxmlformats.org/officeDocument/2006/relationships/slideLayout" Target="../slideLayouts/slideLayout605.xml"/><Relationship Id="rId1" Type="http://schemas.openxmlformats.org/officeDocument/2006/relationships/slideLayout" Target="../slideLayouts/slideLayout596.xml"/></Relationships>
</file>

<file path=ppt/slideMasters/_rels/slideMaster3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21.xml"/><Relationship Id="rId8" Type="http://schemas.openxmlformats.org/officeDocument/2006/relationships/slideLayout" Target="../slideLayouts/slideLayout620.xml"/><Relationship Id="rId7" Type="http://schemas.openxmlformats.org/officeDocument/2006/relationships/slideLayout" Target="../slideLayouts/slideLayout619.xml"/><Relationship Id="rId6" Type="http://schemas.openxmlformats.org/officeDocument/2006/relationships/slideLayout" Target="../slideLayouts/slideLayout618.xml"/><Relationship Id="rId5" Type="http://schemas.openxmlformats.org/officeDocument/2006/relationships/slideLayout" Target="../slideLayouts/slideLayout617.xml"/><Relationship Id="rId4" Type="http://schemas.openxmlformats.org/officeDocument/2006/relationships/slideLayout" Target="../slideLayouts/slideLayout616.xml"/><Relationship Id="rId3" Type="http://schemas.openxmlformats.org/officeDocument/2006/relationships/slideLayout" Target="../slideLayouts/slideLayout615.xml"/><Relationship Id="rId20" Type="http://schemas.openxmlformats.org/officeDocument/2006/relationships/theme" Target="../theme/theme37.xml"/><Relationship Id="rId2" Type="http://schemas.openxmlformats.org/officeDocument/2006/relationships/slideLayout" Target="../slideLayouts/slideLayout61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29.xml"/><Relationship Id="rId16" Type="http://schemas.openxmlformats.org/officeDocument/2006/relationships/slideLayout" Target="../slideLayouts/slideLayout628.xml"/><Relationship Id="rId15" Type="http://schemas.openxmlformats.org/officeDocument/2006/relationships/slideLayout" Target="../slideLayouts/slideLayout627.xml"/><Relationship Id="rId14" Type="http://schemas.openxmlformats.org/officeDocument/2006/relationships/slideLayout" Target="../slideLayouts/slideLayout626.xml"/><Relationship Id="rId13" Type="http://schemas.openxmlformats.org/officeDocument/2006/relationships/slideLayout" Target="../slideLayouts/slideLayout625.xml"/><Relationship Id="rId12" Type="http://schemas.openxmlformats.org/officeDocument/2006/relationships/slideLayout" Target="../slideLayouts/slideLayout624.xml"/><Relationship Id="rId11" Type="http://schemas.openxmlformats.org/officeDocument/2006/relationships/slideLayout" Target="../slideLayouts/slideLayout623.xml"/><Relationship Id="rId10" Type="http://schemas.openxmlformats.org/officeDocument/2006/relationships/slideLayout" Target="../slideLayouts/slideLayout622.xml"/><Relationship Id="rId1" Type="http://schemas.openxmlformats.org/officeDocument/2006/relationships/slideLayout" Target="../slideLayouts/slideLayout613.xml"/></Relationships>
</file>

<file path=ppt/slideMasters/_rels/slideMaster3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38.xml"/><Relationship Id="rId8" Type="http://schemas.openxmlformats.org/officeDocument/2006/relationships/slideLayout" Target="../slideLayouts/slideLayout637.xml"/><Relationship Id="rId7" Type="http://schemas.openxmlformats.org/officeDocument/2006/relationships/slideLayout" Target="../slideLayouts/slideLayout636.xml"/><Relationship Id="rId6" Type="http://schemas.openxmlformats.org/officeDocument/2006/relationships/slideLayout" Target="../slideLayouts/slideLayout635.xml"/><Relationship Id="rId5" Type="http://schemas.openxmlformats.org/officeDocument/2006/relationships/slideLayout" Target="../slideLayouts/slideLayout634.xml"/><Relationship Id="rId4" Type="http://schemas.openxmlformats.org/officeDocument/2006/relationships/slideLayout" Target="../slideLayouts/slideLayout633.xml"/><Relationship Id="rId3" Type="http://schemas.openxmlformats.org/officeDocument/2006/relationships/slideLayout" Target="../slideLayouts/slideLayout632.xml"/><Relationship Id="rId20" Type="http://schemas.openxmlformats.org/officeDocument/2006/relationships/theme" Target="../theme/theme38.xml"/><Relationship Id="rId2" Type="http://schemas.openxmlformats.org/officeDocument/2006/relationships/slideLayout" Target="../slideLayouts/slideLayout63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46.xml"/><Relationship Id="rId16" Type="http://schemas.openxmlformats.org/officeDocument/2006/relationships/slideLayout" Target="../slideLayouts/slideLayout645.xml"/><Relationship Id="rId15" Type="http://schemas.openxmlformats.org/officeDocument/2006/relationships/slideLayout" Target="../slideLayouts/slideLayout644.xml"/><Relationship Id="rId14" Type="http://schemas.openxmlformats.org/officeDocument/2006/relationships/slideLayout" Target="../slideLayouts/slideLayout643.xml"/><Relationship Id="rId13" Type="http://schemas.openxmlformats.org/officeDocument/2006/relationships/slideLayout" Target="../slideLayouts/slideLayout642.xml"/><Relationship Id="rId12" Type="http://schemas.openxmlformats.org/officeDocument/2006/relationships/slideLayout" Target="../slideLayouts/slideLayout641.xml"/><Relationship Id="rId11" Type="http://schemas.openxmlformats.org/officeDocument/2006/relationships/slideLayout" Target="../slideLayouts/slideLayout640.xml"/><Relationship Id="rId10" Type="http://schemas.openxmlformats.org/officeDocument/2006/relationships/slideLayout" Target="../slideLayouts/slideLayout639.xml"/><Relationship Id="rId1" Type="http://schemas.openxmlformats.org/officeDocument/2006/relationships/slideLayout" Target="../slideLayouts/slideLayout630.xml"/></Relationships>
</file>

<file path=ppt/slideMasters/_rels/slideMaster3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55.xml"/><Relationship Id="rId8" Type="http://schemas.openxmlformats.org/officeDocument/2006/relationships/slideLayout" Target="../slideLayouts/slideLayout654.xml"/><Relationship Id="rId7" Type="http://schemas.openxmlformats.org/officeDocument/2006/relationships/slideLayout" Target="../slideLayouts/slideLayout653.xml"/><Relationship Id="rId6" Type="http://schemas.openxmlformats.org/officeDocument/2006/relationships/slideLayout" Target="../slideLayouts/slideLayout652.xml"/><Relationship Id="rId5" Type="http://schemas.openxmlformats.org/officeDocument/2006/relationships/slideLayout" Target="../slideLayouts/slideLayout651.xml"/><Relationship Id="rId4" Type="http://schemas.openxmlformats.org/officeDocument/2006/relationships/slideLayout" Target="../slideLayouts/slideLayout650.xml"/><Relationship Id="rId3" Type="http://schemas.openxmlformats.org/officeDocument/2006/relationships/slideLayout" Target="../slideLayouts/slideLayout649.xml"/><Relationship Id="rId20" Type="http://schemas.openxmlformats.org/officeDocument/2006/relationships/theme" Target="../theme/theme39.xml"/><Relationship Id="rId2" Type="http://schemas.openxmlformats.org/officeDocument/2006/relationships/slideLayout" Target="../slideLayouts/slideLayout64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63.xml"/><Relationship Id="rId16" Type="http://schemas.openxmlformats.org/officeDocument/2006/relationships/slideLayout" Target="../slideLayouts/slideLayout662.xml"/><Relationship Id="rId15" Type="http://schemas.openxmlformats.org/officeDocument/2006/relationships/slideLayout" Target="../slideLayouts/slideLayout661.xml"/><Relationship Id="rId14" Type="http://schemas.openxmlformats.org/officeDocument/2006/relationships/slideLayout" Target="../slideLayouts/slideLayout660.xml"/><Relationship Id="rId13" Type="http://schemas.openxmlformats.org/officeDocument/2006/relationships/slideLayout" Target="../slideLayouts/slideLayout659.xml"/><Relationship Id="rId12" Type="http://schemas.openxmlformats.org/officeDocument/2006/relationships/slideLayout" Target="../slideLayouts/slideLayout658.xml"/><Relationship Id="rId11" Type="http://schemas.openxmlformats.org/officeDocument/2006/relationships/slideLayout" Target="../slideLayouts/slideLayout657.xml"/><Relationship Id="rId10" Type="http://schemas.openxmlformats.org/officeDocument/2006/relationships/slideLayout" Target="../slideLayouts/slideLayout656.xml"/><Relationship Id="rId1" Type="http://schemas.openxmlformats.org/officeDocument/2006/relationships/slideLayout" Target="../slideLayouts/slideLayout647.xml"/></Relationships>
</file>

<file path=ppt/slideMasters/_rels/slideMaster4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72.xml"/><Relationship Id="rId8" Type="http://schemas.openxmlformats.org/officeDocument/2006/relationships/slideLayout" Target="../slideLayouts/slideLayout671.xml"/><Relationship Id="rId7" Type="http://schemas.openxmlformats.org/officeDocument/2006/relationships/slideLayout" Target="../slideLayouts/slideLayout670.xml"/><Relationship Id="rId6" Type="http://schemas.openxmlformats.org/officeDocument/2006/relationships/slideLayout" Target="../slideLayouts/slideLayout669.xml"/><Relationship Id="rId5" Type="http://schemas.openxmlformats.org/officeDocument/2006/relationships/slideLayout" Target="../slideLayouts/slideLayout668.xml"/><Relationship Id="rId4" Type="http://schemas.openxmlformats.org/officeDocument/2006/relationships/slideLayout" Target="../slideLayouts/slideLayout667.xml"/><Relationship Id="rId3" Type="http://schemas.openxmlformats.org/officeDocument/2006/relationships/slideLayout" Target="../slideLayouts/slideLayout666.xml"/><Relationship Id="rId20" Type="http://schemas.openxmlformats.org/officeDocument/2006/relationships/theme" Target="../theme/theme40.xml"/><Relationship Id="rId2" Type="http://schemas.openxmlformats.org/officeDocument/2006/relationships/slideLayout" Target="../slideLayouts/slideLayout66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80.xml"/><Relationship Id="rId16" Type="http://schemas.openxmlformats.org/officeDocument/2006/relationships/slideLayout" Target="../slideLayouts/slideLayout679.xml"/><Relationship Id="rId15" Type="http://schemas.openxmlformats.org/officeDocument/2006/relationships/slideLayout" Target="../slideLayouts/slideLayout678.xml"/><Relationship Id="rId14" Type="http://schemas.openxmlformats.org/officeDocument/2006/relationships/slideLayout" Target="../slideLayouts/slideLayout677.xml"/><Relationship Id="rId13" Type="http://schemas.openxmlformats.org/officeDocument/2006/relationships/slideLayout" Target="../slideLayouts/slideLayout676.xml"/><Relationship Id="rId12" Type="http://schemas.openxmlformats.org/officeDocument/2006/relationships/slideLayout" Target="../slideLayouts/slideLayout675.xml"/><Relationship Id="rId11" Type="http://schemas.openxmlformats.org/officeDocument/2006/relationships/slideLayout" Target="../slideLayouts/slideLayout674.xml"/><Relationship Id="rId10" Type="http://schemas.openxmlformats.org/officeDocument/2006/relationships/slideLayout" Target="../slideLayouts/slideLayout673.xml"/><Relationship Id="rId1" Type="http://schemas.openxmlformats.org/officeDocument/2006/relationships/slideLayout" Target="../slideLayouts/slideLayout664.xml"/></Relationships>
</file>

<file path=ppt/slideMasters/_rels/slideMaster4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89.xml"/><Relationship Id="rId8" Type="http://schemas.openxmlformats.org/officeDocument/2006/relationships/slideLayout" Target="../slideLayouts/slideLayout688.xml"/><Relationship Id="rId7" Type="http://schemas.openxmlformats.org/officeDocument/2006/relationships/slideLayout" Target="../slideLayouts/slideLayout687.xml"/><Relationship Id="rId6" Type="http://schemas.openxmlformats.org/officeDocument/2006/relationships/slideLayout" Target="../slideLayouts/slideLayout686.xml"/><Relationship Id="rId5" Type="http://schemas.openxmlformats.org/officeDocument/2006/relationships/slideLayout" Target="../slideLayouts/slideLayout685.xml"/><Relationship Id="rId4" Type="http://schemas.openxmlformats.org/officeDocument/2006/relationships/slideLayout" Target="../slideLayouts/slideLayout684.xml"/><Relationship Id="rId3" Type="http://schemas.openxmlformats.org/officeDocument/2006/relationships/slideLayout" Target="../slideLayouts/slideLayout683.xml"/><Relationship Id="rId20" Type="http://schemas.openxmlformats.org/officeDocument/2006/relationships/theme" Target="../theme/theme41.xml"/><Relationship Id="rId2" Type="http://schemas.openxmlformats.org/officeDocument/2006/relationships/slideLayout" Target="../slideLayouts/slideLayout68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97.xml"/><Relationship Id="rId16" Type="http://schemas.openxmlformats.org/officeDocument/2006/relationships/slideLayout" Target="../slideLayouts/slideLayout696.xml"/><Relationship Id="rId15" Type="http://schemas.openxmlformats.org/officeDocument/2006/relationships/slideLayout" Target="../slideLayouts/slideLayout695.xml"/><Relationship Id="rId14" Type="http://schemas.openxmlformats.org/officeDocument/2006/relationships/slideLayout" Target="../slideLayouts/slideLayout694.xml"/><Relationship Id="rId13" Type="http://schemas.openxmlformats.org/officeDocument/2006/relationships/slideLayout" Target="../slideLayouts/slideLayout693.xml"/><Relationship Id="rId12" Type="http://schemas.openxmlformats.org/officeDocument/2006/relationships/slideLayout" Target="../slideLayouts/slideLayout692.xml"/><Relationship Id="rId11" Type="http://schemas.openxmlformats.org/officeDocument/2006/relationships/slideLayout" Target="../slideLayouts/slideLayout691.xml"/><Relationship Id="rId10" Type="http://schemas.openxmlformats.org/officeDocument/2006/relationships/slideLayout" Target="../slideLayouts/slideLayout690.xml"/><Relationship Id="rId1" Type="http://schemas.openxmlformats.org/officeDocument/2006/relationships/slideLayout" Target="../slideLayouts/slideLayout681.xml"/></Relationships>
</file>

<file path=ppt/slideMasters/_rels/slideMaster4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06.xml"/><Relationship Id="rId8" Type="http://schemas.openxmlformats.org/officeDocument/2006/relationships/slideLayout" Target="../slideLayouts/slideLayout705.xml"/><Relationship Id="rId7" Type="http://schemas.openxmlformats.org/officeDocument/2006/relationships/slideLayout" Target="../slideLayouts/slideLayout704.xml"/><Relationship Id="rId6" Type="http://schemas.openxmlformats.org/officeDocument/2006/relationships/slideLayout" Target="../slideLayouts/slideLayout703.xml"/><Relationship Id="rId5" Type="http://schemas.openxmlformats.org/officeDocument/2006/relationships/slideLayout" Target="../slideLayouts/slideLayout702.xml"/><Relationship Id="rId4" Type="http://schemas.openxmlformats.org/officeDocument/2006/relationships/slideLayout" Target="../slideLayouts/slideLayout701.xml"/><Relationship Id="rId3" Type="http://schemas.openxmlformats.org/officeDocument/2006/relationships/slideLayout" Target="../slideLayouts/slideLayout700.xml"/><Relationship Id="rId20" Type="http://schemas.openxmlformats.org/officeDocument/2006/relationships/theme" Target="../theme/theme42.xml"/><Relationship Id="rId2" Type="http://schemas.openxmlformats.org/officeDocument/2006/relationships/slideLayout" Target="../slideLayouts/slideLayout69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14.xml"/><Relationship Id="rId16" Type="http://schemas.openxmlformats.org/officeDocument/2006/relationships/slideLayout" Target="../slideLayouts/slideLayout713.xml"/><Relationship Id="rId15" Type="http://schemas.openxmlformats.org/officeDocument/2006/relationships/slideLayout" Target="../slideLayouts/slideLayout712.xml"/><Relationship Id="rId14" Type="http://schemas.openxmlformats.org/officeDocument/2006/relationships/slideLayout" Target="../slideLayouts/slideLayout711.xml"/><Relationship Id="rId13" Type="http://schemas.openxmlformats.org/officeDocument/2006/relationships/slideLayout" Target="../slideLayouts/slideLayout710.xml"/><Relationship Id="rId12" Type="http://schemas.openxmlformats.org/officeDocument/2006/relationships/slideLayout" Target="../slideLayouts/slideLayout709.xml"/><Relationship Id="rId11" Type="http://schemas.openxmlformats.org/officeDocument/2006/relationships/slideLayout" Target="../slideLayouts/slideLayout708.xml"/><Relationship Id="rId10" Type="http://schemas.openxmlformats.org/officeDocument/2006/relationships/slideLayout" Target="../slideLayouts/slideLayout707.xml"/><Relationship Id="rId1" Type="http://schemas.openxmlformats.org/officeDocument/2006/relationships/slideLayout" Target="../slideLayouts/slideLayout698.xml"/></Relationships>
</file>

<file path=ppt/slideMasters/_rels/slideMaster4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23.xml"/><Relationship Id="rId8" Type="http://schemas.openxmlformats.org/officeDocument/2006/relationships/slideLayout" Target="../slideLayouts/slideLayout722.xml"/><Relationship Id="rId7" Type="http://schemas.openxmlformats.org/officeDocument/2006/relationships/slideLayout" Target="../slideLayouts/slideLayout721.xml"/><Relationship Id="rId6" Type="http://schemas.openxmlformats.org/officeDocument/2006/relationships/slideLayout" Target="../slideLayouts/slideLayout720.xml"/><Relationship Id="rId5" Type="http://schemas.openxmlformats.org/officeDocument/2006/relationships/slideLayout" Target="../slideLayouts/slideLayout719.xml"/><Relationship Id="rId4" Type="http://schemas.openxmlformats.org/officeDocument/2006/relationships/slideLayout" Target="../slideLayouts/slideLayout718.xml"/><Relationship Id="rId3" Type="http://schemas.openxmlformats.org/officeDocument/2006/relationships/slideLayout" Target="../slideLayouts/slideLayout717.xml"/><Relationship Id="rId20" Type="http://schemas.openxmlformats.org/officeDocument/2006/relationships/theme" Target="../theme/theme43.xml"/><Relationship Id="rId2" Type="http://schemas.openxmlformats.org/officeDocument/2006/relationships/slideLayout" Target="../slideLayouts/slideLayout71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31.xml"/><Relationship Id="rId16" Type="http://schemas.openxmlformats.org/officeDocument/2006/relationships/slideLayout" Target="../slideLayouts/slideLayout730.xml"/><Relationship Id="rId15" Type="http://schemas.openxmlformats.org/officeDocument/2006/relationships/slideLayout" Target="../slideLayouts/slideLayout729.xml"/><Relationship Id="rId14" Type="http://schemas.openxmlformats.org/officeDocument/2006/relationships/slideLayout" Target="../slideLayouts/slideLayout728.xml"/><Relationship Id="rId13" Type="http://schemas.openxmlformats.org/officeDocument/2006/relationships/slideLayout" Target="../slideLayouts/slideLayout727.xml"/><Relationship Id="rId12" Type="http://schemas.openxmlformats.org/officeDocument/2006/relationships/slideLayout" Target="../slideLayouts/slideLayout726.xml"/><Relationship Id="rId11" Type="http://schemas.openxmlformats.org/officeDocument/2006/relationships/slideLayout" Target="../slideLayouts/slideLayout725.xml"/><Relationship Id="rId10" Type="http://schemas.openxmlformats.org/officeDocument/2006/relationships/slideLayout" Target="../slideLayouts/slideLayout724.xml"/><Relationship Id="rId1" Type="http://schemas.openxmlformats.org/officeDocument/2006/relationships/slideLayout" Target="../slideLayouts/slideLayout715.xml"/></Relationships>
</file>

<file path=ppt/slideMasters/_rels/slideMaster4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40.xml"/><Relationship Id="rId8" Type="http://schemas.openxmlformats.org/officeDocument/2006/relationships/slideLayout" Target="../slideLayouts/slideLayout739.xml"/><Relationship Id="rId7" Type="http://schemas.openxmlformats.org/officeDocument/2006/relationships/slideLayout" Target="../slideLayouts/slideLayout738.xml"/><Relationship Id="rId6" Type="http://schemas.openxmlformats.org/officeDocument/2006/relationships/slideLayout" Target="../slideLayouts/slideLayout737.xml"/><Relationship Id="rId5" Type="http://schemas.openxmlformats.org/officeDocument/2006/relationships/slideLayout" Target="../slideLayouts/slideLayout736.xml"/><Relationship Id="rId4" Type="http://schemas.openxmlformats.org/officeDocument/2006/relationships/slideLayout" Target="../slideLayouts/slideLayout735.xml"/><Relationship Id="rId3" Type="http://schemas.openxmlformats.org/officeDocument/2006/relationships/slideLayout" Target="../slideLayouts/slideLayout734.xml"/><Relationship Id="rId20" Type="http://schemas.openxmlformats.org/officeDocument/2006/relationships/theme" Target="../theme/theme44.xml"/><Relationship Id="rId2" Type="http://schemas.openxmlformats.org/officeDocument/2006/relationships/slideLayout" Target="../slideLayouts/slideLayout73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48.xml"/><Relationship Id="rId16" Type="http://schemas.openxmlformats.org/officeDocument/2006/relationships/slideLayout" Target="../slideLayouts/slideLayout747.xml"/><Relationship Id="rId15" Type="http://schemas.openxmlformats.org/officeDocument/2006/relationships/slideLayout" Target="../slideLayouts/slideLayout746.xml"/><Relationship Id="rId14" Type="http://schemas.openxmlformats.org/officeDocument/2006/relationships/slideLayout" Target="../slideLayouts/slideLayout745.xml"/><Relationship Id="rId13" Type="http://schemas.openxmlformats.org/officeDocument/2006/relationships/slideLayout" Target="../slideLayouts/slideLayout744.xml"/><Relationship Id="rId12" Type="http://schemas.openxmlformats.org/officeDocument/2006/relationships/slideLayout" Target="../slideLayouts/slideLayout743.xml"/><Relationship Id="rId11" Type="http://schemas.openxmlformats.org/officeDocument/2006/relationships/slideLayout" Target="../slideLayouts/slideLayout742.xml"/><Relationship Id="rId10" Type="http://schemas.openxmlformats.org/officeDocument/2006/relationships/slideLayout" Target="../slideLayouts/slideLayout741.xml"/><Relationship Id="rId1" Type="http://schemas.openxmlformats.org/officeDocument/2006/relationships/slideLayout" Target="../slideLayouts/slideLayout732.xml"/></Relationships>
</file>

<file path=ppt/slideMasters/_rels/slideMaster4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57.xml"/><Relationship Id="rId8" Type="http://schemas.openxmlformats.org/officeDocument/2006/relationships/slideLayout" Target="../slideLayouts/slideLayout756.xml"/><Relationship Id="rId7" Type="http://schemas.openxmlformats.org/officeDocument/2006/relationships/slideLayout" Target="../slideLayouts/slideLayout755.xml"/><Relationship Id="rId6" Type="http://schemas.openxmlformats.org/officeDocument/2006/relationships/slideLayout" Target="../slideLayouts/slideLayout754.xml"/><Relationship Id="rId5" Type="http://schemas.openxmlformats.org/officeDocument/2006/relationships/slideLayout" Target="../slideLayouts/slideLayout753.xml"/><Relationship Id="rId4" Type="http://schemas.openxmlformats.org/officeDocument/2006/relationships/slideLayout" Target="../slideLayouts/slideLayout752.xml"/><Relationship Id="rId3" Type="http://schemas.openxmlformats.org/officeDocument/2006/relationships/slideLayout" Target="../slideLayouts/slideLayout751.xml"/><Relationship Id="rId20" Type="http://schemas.openxmlformats.org/officeDocument/2006/relationships/theme" Target="../theme/theme45.xml"/><Relationship Id="rId2" Type="http://schemas.openxmlformats.org/officeDocument/2006/relationships/slideLayout" Target="../slideLayouts/slideLayout75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65.xml"/><Relationship Id="rId16" Type="http://schemas.openxmlformats.org/officeDocument/2006/relationships/slideLayout" Target="../slideLayouts/slideLayout764.xml"/><Relationship Id="rId15" Type="http://schemas.openxmlformats.org/officeDocument/2006/relationships/slideLayout" Target="../slideLayouts/slideLayout763.xml"/><Relationship Id="rId14" Type="http://schemas.openxmlformats.org/officeDocument/2006/relationships/slideLayout" Target="../slideLayouts/slideLayout762.xml"/><Relationship Id="rId13" Type="http://schemas.openxmlformats.org/officeDocument/2006/relationships/slideLayout" Target="../slideLayouts/slideLayout761.xml"/><Relationship Id="rId12" Type="http://schemas.openxmlformats.org/officeDocument/2006/relationships/slideLayout" Target="../slideLayouts/slideLayout760.xml"/><Relationship Id="rId11" Type="http://schemas.openxmlformats.org/officeDocument/2006/relationships/slideLayout" Target="../slideLayouts/slideLayout759.xml"/><Relationship Id="rId10" Type="http://schemas.openxmlformats.org/officeDocument/2006/relationships/slideLayout" Target="../slideLayouts/slideLayout758.xml"/><Relationship Id="rId1" Type="http://schemas.openxmlformats.org/officeDocument/2006/relationships/slideLayout" Target="../slideLayouts/slideLayout749.xml"/></Relationships>
</file>

<file path=ppt/slideMasters/_rels/slideMaster4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74.xml"/><Relationship Id="rId8" Type="http://schemas.openxmlformats.org/officeDocument/2006/relationships/slideLayout" Target="../slideLayouts/slideLayout773.xml"/><Relationship Id="rId7" Type="http://schemas.openxmlformats.org/officeDocument/2006/relationships/slideLayout" Target="../slideLayouts/slideLayout772.xml"/><Relationship Id="rId6" Type="http://schemas.openxmlformats.org/officeDocument/2006/relationships/slideLayout" Target="../slideLayouts/slideLayout771.xml"/><Relationship Id="rId5" Type="http://schemas.openxmlformats.org/officeDocument/2006/relationships/slideLayout" Target="../slideLayouts/slideLayout770.xml"/><Relationship Id="rId4" Type="http://schemas.openxmlformats.org/officeDocument/2006/relationships/slideLayout" Target="../slideLayouts/slideLayout769.xml"/><Relationship Id="rId3" Type="http://schemas.openxmlformats.org/officeDocument/2006/relationships/slideLayout" Target="../slideLayouts/slideLayout768.xml"/><Relationship Id="rId20" Type="http://schemas.openxmlformats.org/officeDocument/2006/relationships/theme" Target="../theme/theme46.xml"/><Relationship Id="rId2" Type="http://schemas.openxmlformats.org/officeDocument/2006/relationships/slideLayout" Target="../slideLayouts/slideLayout76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82.xml"/><Relationship Id="rId16" Type="http://schemas.openxmlformats.org/officeDocument/2006/relationships/slideLayout" Target="../slideLayouts/slideLayout781.xml"/><Relationship Id="rId15" Type="http://schemas.openxmlformats.org/officeDocument/2006/relationships/slideLayout" Target="../slideLayouts/slideLayout780.xml"/><Relationship Id="rId14" Type="http://schemas.openxmlformats.org/officeDocument/2006/relationships/slideLayout" Target="../slideLayouts/slideLayout779.xml"/><Relationship Id="rId13" Type="http://schemas.openxmlformats.org/officeDocument/2006/relationships/slideLayout" Target="../slideLayouts/slideLayout778.xml"/><Relationship Id="rId12" Type="http://schemas.openxmlformats.org/officeDocument/2006/relationships/slideLayout" Target="../slideLayouts/slideLayout777.xml"/><Relationship Id="rId11" Type="http://schemas.openxmlformats.org/officeDocument/2006/relationships/slideLayout" Target="../slideLayouts/slideLayout776.xml"/><Relationship Id="rId10" Type="http://schemas.openxmlformats.org/officeDocument/2006/relationships/slideLayout" Target="../slideLayouts/slideLayout775.xml"/><Relationship Id="rId1" Type="http://schemas.openxmlformats.org/officeDocument/2006/relationships/slideLayout" Target="../slideLayouts/slideLayout766.xml"/></Relationships>
</file>

<file path=ppt/slideMasters/_rels/slideMaster4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91.xml"/><Relationship Id="rId8" Type="http://schemas.openxmlformats.org/officeDocument/2006/relationships/slideLayout" Target="../slideLayouts/slideLayout790.xml"/><Relationship Id="rId7" Type="http://schemas.openxmlformats.org/officeDocument/2006/relationships/slideLayout" Target="../slideLayouts/slideLayout789.xml"/><Relationship Id="rId6" Type="http://schemas.openxmlformats.org/officeDocument/2006/relationships/slideLayout" Target="../slideLayouts/slideLayout788.xml"/><Relationship Id="rId5" Type="http://schemas.openxmlformats.org/officeDocument/2006/relationships/slideLayout" Target="../slideLayouts/slideLayout787.xml"/><Relationship Id="rId4" Type="http://schemas.openxmlformats.org/officeDocument/2006/relationships/slideLayout" Target="../slideLayouts/slideLayout786.xml"/><Relationship Id="rId3" Type="http://schemas.openxmlformats.org/officeDocument/2006/relationships/slideLayout" Target="../slideLayouts/slideLayout785.xml"/><Relationship Id="rId20" Type="http://schemas.openxmlformats.org/officeDocument/2006/relationships/theme" Target="../theme/theme47.xml"/><Relationship Id="rId2" Type="http://schemas.openxmlformats.org/officeDocument/2006/relationships/slideLayout" Target="../slideLayouts/slideLayout78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99.xml"/><Relationship Id="rId16" Type="http://schemas.openxmlformats.org/officeDocument/2006/relationships/slideLayout" Target="../slideLayouts/slideLayout798.xml"/><Relationship Id="rId15" Type="http://schemas.openxmlformats.org/officeDocument/2006/relationships/slideLayout" Target="../slideLayouts/slideLayout797.xml"/><Relationship Id="rId14" Type="http://schemas.openxmlformats.org/officeDocument/2006/relationships/slideLayout" Target="../slideLayouts/slideLayout796.xml"/><Relationship Id="rId13" Type="http://schemas.openxmlformats.org/officeDocument/2006/relationships/slideLayout" Target="../slideLayouts/slideLayout795.xml"/><Relationship Id="rId12" Type="http://schemas.openxmlformats.org/officeDocument/2006/relationships/slideLayout" Target="../slideLayouts/slideLayout794.xml"/><Relationship Id="rId11" Type="http://schemas.openxmlformats.org/officeDocument/2006/relationships/slideLayout" Target="../slideLayouts/slideLayout793.xml"/><Relationship Id="rId10" Type="http://schemas.openxmlformats.org/officeDocument/2006/relationships/slideLayout" Target="../slideLayouts/slideLayout792.xml"/><Relationship Id="rId1" Type="http://schemas.openxmlformats.org/officeDocument/2006/relationships/slideLayout" Target="../slideLayouts/slideLayout783.xml"/></Relationships>
</file>

<file path=ppt/slideMasters/_rels/slideMaster4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08.xml"/><Relationship Id="rId8" Type="http://schemas.openxmlformats.org/officeDocument/2006/relationships/slideLayout" Target="../slideLayouts/slideLayout807.xml"/><Relationship Id="rId7" Type="http://schemas.openxmlformats.org/officeDocument/2006/relationships/slideLayout" Target="../slideLayouts/slideLayout806.xml"/><Relationship Id="rId6" Type="http://schemas.openxmlformats.org/officeDocument/2006/relationships/slideLayout" Target="../slideLayouts/slideLayout805.xml"/><Relationship Id="rId5" Type="http://schemas.openxmlformats.org/officeDocument/2006/relationships/slideLayout" Target="../slideLayouts/slideLayout804.xml"/><Relationship Id="rId4" Type="http://schemas.openxmlformats.org/officeDocument/2006/relationships/slideLayout" Target="../slideLayouts/slideLayout803.xml"/><Relationship Id="rId3" Type="http://schemas.openxmlformats.org/officeDocument/2006/relationships/slideLayout" Target="../slideLayouts/slideLayout802.xml"/><Relationship Id="rId20" Type="http://schemas.openxmlformats.org/officeDocument/2006/relationships/theme" Target="../theme/theme48.xml"/><Relationship Id="rId2" Type="http://schemas.openxmlformats.org/officeDocument/2006/relationships/slideLayout" Target="../slideLayouts/slideLayout80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16.xml"/><Relationship Id="rId16" Type="http://schemas.openxmlformats.org/officeDocument/2006/relationships/slideLayout" Target="../slideLayouts/slideLayout815.xml"/><Relationship Id="rId15" Type="http://schemas.openxmlformats.org/officeDocument/2006/relationships/slideLayout" Target="../slideLayouts/slideLayout814.xml"/><Relationship Id="rId14" Type="http://schemas.openxmlformats.org/officeDocument/2006/relationships/slideLayout" Target="../slideLayouts/slideLayout813.xml"/><Relationship Id="rId13" Type="http://schemas.openxmlformats.org/officeDocument/2006/relationships/slideLayout" Target="../slideLayouts/slideLayout812.xml"/><Relationship Id="rId12" Type="http://schemas.openxmlformats.org/officeDocument/2006/relationships/slideLayout" Target="../slideLayouts/slideLayout811.xml"/><Relationship Id="rId11" Type="http://schemas.openxmlformats.org/officeDocument/2006/relationships/slideLayout" Target="../slideLayouts/slideLayout810.xml"/><Relationship Id="rId10" Type="http://schemas.openxmlformats.org/officeDocument/2006/relationships/slideLayout" Target="../slideLayouts/slideLayout809.xml"/><Relationship Id="rId1" Type="http://schemas.openxmlformats.org/officeDocument/2006/relationships/slideLayout" Target="../slideLayouts/slideLayout800.xml"/></Relationships>
</file>

<file path=ppt/slideMasters/_rels/slideMaster4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25.xml"/><Relationship Id="rId8" Type="http://schemas.openxmlformats.org/officeDocument/2006/relationships/slideLayout" Target="../slideLayouts/slideLayout824.xml"/><Relationship Id="rId7" Type="http://schemas.openxmlformats.org/officeDocument/2006/relationships/slideLayout" Target="../slideLayouts/slideLayout823.xml"/><Relationship Id="rId6" Type="http://schemas.openxmlformats.org/officeDocument/2006/relationships/slideLayout" Target="../slideLayouts/slideLayout822.xml"/><Relationship Id="rId5" Type="http://schemas.openxmlformats.org/officeDocument/2006/relationships/slideLayout" Target="../slideLayouts/slideLayout821.xml"/><Relationship Id="rId4" Type="http://schemas.openxmlformats.org/officeDocument/2006/relationships/slideLayout" Target="../slideLayouts/slideLayout820.xml"/><Relationship Id="rId3" Type="http://schemas.openxmlformats.org/officeDocument/2006/relationships/slideLayout" Target="../slideLayouts/slideLayout819.xml"/><Relationship Id="rId20" Type="http://schemas.openxmlformats.org/officeDocument/2006/relationships/theme" Target="../theme/theme49.xml"/><Relationship Id="rId2" Type="http://schemas.openxmlformats.org/officeDocument/2006/relationships/slideLayout" Target="../slideLayouts/slideLayout81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33.xml"/><Relationship Id="rId16" Type="http://schemas.openxmlformats.org/officeDocument/2006/relationships/slideLayout" Target="../slideLayouts/slideLayout832.xml"/><Relationship Id="rId15" Type="http://schemas.openxmlformats.org/officeDocument/2006/relationships/slideLayout" Target="../slideLayouts/slideLayout831.xml"/><Relationship Id="rId14" Type="http://schemas.openxmlformats.org/officeDocument/2006/relationships/slideLayout" Target="../slideLayouts/slideLayout830.xml"/><Relationship Id="rId13" Type="http://schemas.openxmlformats.org/officeDocument/2006/relationships/slideLayout" Target="../slideLayouts/slideLayout829.xml"/><Relationship Id="rId12" Type="http://schemas.openxmlformats.org/officeDocument/2006/relationships/slideLayout" Target="../slideLayouts/slideLayout828.xml"/><Relationship Id="rId11" Type="http://schemas.openxmlformats.org/officeDocument/2006/relationships/slideLayout" Target="../slideLayouts/slideLayout827.xml"/><Relationship Id="rId10" Type="http://schemas.openxmlformats.org/officeDocument/2006/relationships/slideLayout" Target="../slideLayouts/slideLayout826.xml"/><Relationship Id="rId1" Type="http://schemas.openxmlformats.org/officeDocument/2006/relationships/slideLayout" Target="../slideLayouts/slideLayout817.xml"/></Relationships>
</file>

<file path=ppt/slideMasters/_rels/slideMaster5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42.xml"/><Relationship Id="rId8" Type="http://schemas.openxmlformats.org/officeDocument/2006/relationships/slideLayout" Target="../slideLayouts/slideLayout841.xml"/><Relationship Id="rId7" Type="http://schemas.openxmlformats.org/officeDocument/2006/relationships/slideLayout" Target="../slideLayouts/slideLayout840.xml"/><Relationship Id="rId6" Type="http://schemas.openxmlformats.org/officeDocument/2006/relationships/slideLayout" Target="../slideLayouts/slideLayout839.xml"/><Relationship Id="rId5" Type="http://schemas.openxmlformats.org/officeDocument/2006/relationships/slideLayout" Target="../slideLayouts/slideLayout838.xml"/><Relationship Id="rId4" Type="http://schemas.openxmlformats.org/officeDocument/2006/relationships/slideLayout" Target="../slideLayouts/slideLayout837.xml"/><Relationship Id="rId3" Type="http://schemas.openxmlformats.org/officeDocument/2006/relationships/slideLayout" Target="../slideLayouts/slideLayout836.xml"/><Relationship Id="rId20" Type="http://schemas.openxmlformats.org/officeDocument/2006/relationships/theme" Target="../theme/theme50.xml"/><Relationship Id="rId2" Type="http://schemas.openxmlformats.org/officeDocument/2006/relationships/slideLayout" Target="../slideLayouts/slideLayout83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50.xml"/><Relationship Id="rId16" Type="http://schemas.openxmlformats.org/officeDocument/2006/relationships/slideLayout" Target="../slideLayouts/slideLayout849.xml"/><Relationship Id="rId15" Type="http://schemas.openxmlformats.org/officeDocument/2006/relationships/slideLayout" Target="../slideLayouts/slideLayout848.xml"/><Relationship Id="rId14" Type="http://schemas.openxmlformats.org/officeDocument/2006/relationships/slideLayout" Target="../slideLayouts/slideLayout847.xml"/><Relationship Id="rId13" Type="http://schemas.openxmlformats.org/officeDocument/2006/relationships/slideLayout" Target="../slideLayouts/slideLayout846.xml"/><Relationship Id="rId12" Type="http://schemas.openxmlformats.org/officeDocument/2006/relationships/slideLayout" Target="../slideLayouts/slideLayout845.xml"/><Relationship Id="rId11" Type="http://schemas.openxmlformats.org/officeDocument/2006/relationships/slideLayout" Target="../slideLayouts/slideLayout844.xml"/><Relationship Id="rId10" Type="http://schemas.openxmlformats.org/officeDocument/2006/relationships/slideLayout" Target="../slideLayouts/slideLayout843.xml"/><Relationship Id="rId1" Type="http://schemas.openxmlformats.org/officeDocument/2006/relationships/slideLayout" Target="../slideLayouts/slideLayout834.xml"/></Relationships>
</file>

<file path=ppt/slideMasters/_rels/slideMaster5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59.xml"/><Relationship Id="rId8" Type="http://schemas.openxmlformats.org/officeDocument/2006/relationships/slideLayout" Target="../slideLayouts/slideLayout858.xml"/><Relationship Id="rId7" Type="http://schemas.openxmlformats.org/officeDocument/2006/relationships/slideLayout" Target="../slideLayouts/slideLayout857.xml"/><Relationship Id="rId6" Type="http://schemas.openxmlformats.org/officeDocument/2006/relationships/slideLayout" Target="../slideLayouts/slideLayout856.xml"/><Relationship Id="rId5" Type="http://schemas.openxmlformats.org/officeDocument/2006/relationships/slideLayout" Target="../slideLayouts/slideLayout855.xml"/><Relationship Id="rId4" Type="http://schemas.openxmlformats.org/officeDocument/2006/relationships/slideLayout" Target="../slideLayouts/slideLayout854.xml"/><Relationship Id="rId3" Type="http://schemas.openxmlformats.org/officeDocument/2006/relationships/slideLayout" Target="../slideLayouts/slideLayout853.xml"/><Relationship Id="rId20" Type="http://schemas.openxmlformats.org/officeDocument/2006/relationships/theme" Target="../theme/theme51.xml"/><Relationship Id="rId2" Type="http://schemas.openxmlformats.org/officeDocument/2006/relationships/slideLayout" Target="../slideLayouts/slideLayout85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67.xml"/><Relationship Id="rId16" Type="http://schemas.openxmlformats.org/officeDocument/2006/relationships/slideLayout" Target="../slideLayouts/slideLayout866.xml"/><Relationship Id="rId15" Type="http://schemas.openxmlformats.org/officeDocument/2006/relationships/slideLayout" Target="../slideLayouts/slideLayout865.xml"/><Relationship Id="rId14" Type="http://schemas.openxmlformats.org/officeDocument/2006/relationships/slideLayout" Target="../slideLayouts/slideLayout864.xml"/><Relationship Id="rId13" Type="http://schemas.openxmlformats.org/officeDocument/2006/relationships/slideLayout" Target="../slideLayouts/slideLayout863.xml"/><Relationship Id="rId12" Type="http://schemas.openxmlformats.org/officeDocument/2006/relationships/slideLayout" Target="../slideLayouts/slideLayout862.xml"/><Relationship Id="rId11" Type="http://schemas.openxmlformats.org/officeDocument/2006/relationships/slideLayout" Target="../slideLayouts/slideLayout861.xml"/><Relationship Id="rId10" Type="http://schemas.openxmlformats.org/officeDocument/2006/relationships/slideLayout" Target="../slideLayouts/slideLayout860.xml"/><Relationship Id="rId1" Type="http://schemas.openxmlformats.org/officeDocument/2006/relationships/slideLayout" Target="../slideLayouts/slideLayout851.xml"/></Relationships>
</file>

<file path=ppt/slideMasters/_rels/slideMaster5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76.xml"/><Relationship Id="rId8" Type="http://schemas.openxmlformats.org/officeDocument/2006/relationships/slideLayout" Target="../slideLayouts/slideLayout875.xml"/><Relationship Id="rId7" Type="http://schemas.openxmlformats.org/officeDocument/2006/relationships/slideLayout" Target="../slideLayouts/slideLayout874.xml"/><Relationship Id="rId6" Type="http://schemas.openxmlformats.org/officeDocument/2006/relationships/slideLayout" Target="../slideLayouts/slideLayout873.xml"/><Relationship Id="rId5" Type="http://schemas.openxmlformats.org/officeDocument/2006/relationships/slideLayout" Target="../slideLayouts/slideLayout872.xml"/><Relationship Id="rId4" Type="http://schemas.openxmlformats.org/officeDocument/2006/relationships/slideLayout" Target="../slideLayouts/slideLayout871.xml"/><Relationship Id="rId3" Type="http://schemas.openxmlformats.org/officeDocument/2006/relationships/slideLayout" Target="../slideLayouts/slideLayout870.xml"/><Relationship Id="rId20" Type="http://schemas.openxmlformats.org/officeDocument/2006/relationships/theme" Target="../theme/theme52.xml"/><Relationship Id="rId2" Type="http://schemas.openxmlformats.org/officeDocument/2006/relationships/slideLayout" Target="../slideLayouts/slideLayout86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84.xml"/><Relationship Id="rId16" Type="http://schemas.openxmlformats.org/officeDocument/2006/relationships/slideLayout" Target="../slideLayouts/slideLayout883.xml"/><Relationship Id="rId15" Type="http://schemas.openxmlformats.org/officeDocument/2006/relationships/slideLayout" Target="../slideLayouts/slideLayout882.xml"/><Relationship Id="rId14" Type="http://schemas.openxmlformats.org/officeDocument/2006/relationships/slideLayout" Target="../slideLayouts/slideLayout881.xml"/><Relationship Id="rId13" Type="http://schemas.openxmlformats.org/officeDocument/2006/relationships/slideLayout" Target="../slideLayouts/slideLayout880.xml"/><Relationship Id="rId12" Type="http://schemas.openxmlformats.org/officeDocument/2006/relationships/slideLayout" Target="../slideLayouts/slideLayout879.xml"/><Relationship Id="rId11" Type="http://schemas.openxmlformats.org/officeDocument/2006/relationships/slideLayout" Target="../slideLayouts/slideLayout878.xml"/><Relationship Id="rId10" Type="http://schemas.openxmlformats.org/officeDocument/2006/relationships/slideLayout" Target="../slideLayouts/slideLayout877.xml"/><Relationship Id="rId1" Type="http://schemas.openxmlformats.org/officeDocument/2006/relationships/slideLayout" Target="../slideLayouts/slideLayout868.xml"/></Relationships>
</file>

<file path=ppt/slideMasters/_rels/slideMaster5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93.xml"/><Relationship Id="rId8" Type="http://schemas.openxmlformats.org/officeDocument/2006/relationships/slideLayout" Target="../slideLayouts/slideLayout892.xml"/><Relationship Id="rId7" Type="http://schemas.openxmlformats.org/officeDocument/2006/relationships/slideLayout" Target="../slideLayouts/slideLayout891.xml"/><Relationship Id="rId6" Type="http://schemas.openxmlformats.org/officeDocument/2006/relationships/slideLayout" Target="../slideLayouts/slideLayout890.xml"/><Relationship Id="rId5" Type="http://schemas.openxmlformats.org/officeDocument/2006/relationships/slideLayout" Target="../slideLayouts/slideLayout889.xml"/><Relationship Id="rId4" Type="http://schemas.openxmlformats.org/officeDocument/2006/relationships/slideLayout" Target="../slideLayouts/slideLayout888.xml"/><Relationship Id="rId3" Type="http://schemas.openxmlformats.org/officeDocument/2006/relationships/slideLayout" Target="../slideLayouts/slideLayout887.xml"/><Relationship Id="rId20" Type="http://schemas.openxmlformats.org/officeDocument/2006/relationships/theme" Target="../theme/theme53.xml"/><Relationship Id="rId2" Type="http://schemas.openxmlformats.org/officeDocument/2006/relationships/slideLayout" Target="../slideLayouts/slideLayout88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01.xml"/><Relationship Id="rId16" Type="http://schemas.openxmlformats.org/officeDocument/2006/relationships/slideLayout" Target="../slideLayouts/slideLayout900.xml"/><Relationship Id="rId15" Type="http://schemas.openxmlformats.org/officeDocument/2006/relationships/slideLayout" Target="../slideLayouts/slideLayout899.xml"/><Relationship Id="rId14" Type="http://schemas.openxmlformats.org/officeDocument/2006/relationships/slideLayout" Target="../slideLayouts/slideLayout898.xml"/><Relationship Id="rId13" Type="http://schemas.openxmlformats.org/officeDocument/2006/relationships/slideLayout" Target="../slideLayouts/slideLayout897.xml"/><Relationship Id="rId12" Type="http://schemas.openxmlformats.org/officeDocument/2006/relationships/slideLayout" Target="../slideLayouts/slideLayout896.xml"/><Relationship Id="rId11" Type="http://schemas.openxmlformats.org/officeDocument/2006/relationships/slideLayout" Target="../slideLayouts/slideLayout895.xml"/><Relationship Id="rId10" Type="http://schemas.openxmlformats.org/officeDocument/2006/relationships/slideLayout" Target="../slideLayouts/slideLayout894.xml"/><Relationship Id="rId1" Type="http://schemas.openxmlformats.org/officeDocument/2006/relationships/slideLayout" Target="../slideLayouts/slideLayout885.xml"/></Relationships>
</file>

<file path=ppt/slideMasters/_rels/slideMaster5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10.xml"/><Relationship Id="rId8" Type="http://schemas.openxmlformats.org/officeDocument/2006/relationships/slideLayout" Target="../slideLayouts/slideLayout909.xml"/><Relationship Id="rId7" Type="http://schemas.openxmlformats.org/officeDocument/2006/relationships/slideLayout" Target="../slideLayouts/slideLayout908.xml"/><Relationship Id="rId6" Type="http://schemas.openxmlformats.org/officeDocument/2006/relationships/slideLayout" Target="../slideLayouts/slideLayout907.xml"/><Relationship Id="rId5" Type="http://schemas.openxmlformats.org/officeDocument/2006/relationships/slideLayout" Target="../slideLayouts/slideLayout906.xml"/><Relationship Id="rId4" Type="http://schemas.openxmlformats.org/officeDocument/2006/relationships/slideLayout" Target="../slideLayouts/slideLayout905.xml"/><Relationship Id="rId3" Type="http://schemas.openxmlformats.org/officeDocument/2006/relationships/slideLayout" Target="../slideLayouts/slideLayout904.xml"/><Relationship Id="rId20" Type="http://schemas.openxmlformats.org/officeDocument/2006/relationships/theme" Target="../theme/theme54.xml"/><Relationship Id="rId2" Type="http://schemas.openxmlformats.org/officeDocument/2006/relationships/slideLayout" Target="../slideLayouts/slideLayout90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18.xml"/><Relationship Id="rId16" Type="http://schemas.openxmlformats.org/officeDocument/2006/relationships/slideLayout" Target="../slideLayouts/slideLayout917.xml"/><Relationship Id="rId15" Type="http://schemas.openxmlformats.org/officeDocument/2006/relationships/slideLayout" Target="../slideLayouts/slideLayout916.xml"/><Relationship Id="rId14" Type="http://schemas.openxmlformats.org/officeDocument/2006/relationships/slideLayout" Target="../slideLayouts/slideLayout915.xml"/><Relationship Id="rId13" Type="http://schemas.openxmlformats.org/officeDocument/2006/relationships/slideLayout" Target="../slideLayouts/slideLayout914.xml"/><Relationship Id="rId12" Type="http://schemas.openxmlformats.org/officeDocument/2006/relationships/slideLayout" Target="../slideLayouts/slideLayout913.xml"/><Relationship Id="rId11" Type="http://schemas.openxmlformats.org/officeDocument/2006/relationships/slideLayout" Target="../slideLayouts/slideLayout912.xml"/><Relationship Id="rId10" Type="http://schemas.openxmlformats.org/officeDocument/2006/relationships/slideLayout" Target="../slideLayouts/slideLayout911.xml"/><Relationship Id="rId1" Type="http://schemas.openxmlformats.org/officeDocument/2006/relationships/slideLayout" Target="../slideLayouts/slideLayout902.xml"/></Relationships>
</file>

<file path=ppt/slideMasters/_rels/slideMaster5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27.xml"/><Relationship Id="rId8" Type="http://schemas.openxmlformats.org/officeDocument/2006/relationships/slideLayout" Target="../slideLayouts/slideLayout926.xml"/><Relationship Id="rId7" Type="http://schemas.openxmlformats.org/officeDocument/2006/relationships/slideLayout" Target="../slideLayouts/slideLayout925.xml"/><Relationship Id="rId6" Type="http://schemas.openxmlformats.org/officeDocument/2006/relationships/slideLayout" Target="../slideLayouts/slideLayout924.xml"/><Relationship Id="rId5" Type="http://schemas.openxmlformats.org/officeDocument/2006/relationships/slideLayout" Target="../slideLayouts/slideLayout923.xml"/><Relationship Id="rId4" Type="http://schemas.openxmlformats.org/officeDocument/2006/relationships/slideLayout" Target="../slideLayouts/slideLayout922.xml"/><Relationship Id="rId3" Type="http://schemas.openxmlformats.org/officeDocument/2006/relationships/slideLayout" Target="../slideLayouts/slideLayout921.xml"/><Relationship Id="rId20" Type="http://schemas.openxmlformats.org/officeDocument/2006/relationships/theme" Target="../theme/theme55.xml"/><Relationship Id="rId2" Type="http://schemas.openxmlformats.org/officeDocument/2006/relationships/slideLayout" Target="../slideLayouts/slideLayout92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35.xml"/><Relationship Id="rId16" Type="http://schemas.openxmlformats.org/officeDocument/2006/relationships/slideLayout" Target="../slideLayouts/slideLayout934.xml"/><Relationship Id="rId15" Type="http://schemas.openxmlformats.org/officeDocument/2006/relationships/slideLayout" Target="../slideLayouts/slideLayout933.xml"/><Relationship Id="rId14" Type="http://schemas.openxmlformats.org/officeDocument/2006/relationships/slideLayout" Target="../slideLayouts/slideLayout932.xml"/><Relationship Id="rId13" Type="http://schemas.openxmlformats.org/officeDocument/2006/relationships/slideLayout" Target="../slideLayouts/slideLayout931.xml"/><Relationship Id="rId12" Type="http://schemas.openxmlformats.org/officeDocument/2006/relationships/slideLayout" Target="../slideLayouts/slideLayout930.xml"/><Relationship Id="rId11" Type="http://schemas.openxmlformats.org/officeDocument/2006/relationships/slideLayout" Target="../slideLayouts/slideLayout929.xml"/><Relationship Id="rId10" Type="http://schemas.openxmlformats.org/officeDocument/2006/relationships/slideLayout" Target="../slideLayouts/slideLayout928.xml"/><Relationship Id="rId1" Type="http://schemas.openxmlformats.org/officeDocument/2006/relationships/slideLayout" Target="../slideLayouts/slideLayout919.xml"/></Relationships>
</file>

<file path=ppt/slideMasters/_rels/slideMaster5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44.xml"/><Relationship Id="rId8" Type="http://schemas.openxmlformats.org/officeDocument/2006/relationships/slideLayout" Target="../slideLayouts/slideLayout943.xml"/><Relationship Id="rId7" Type="http://schemas.openxmlformats.org/officeDocument/2006/relationships/slideLayout" Target="../slideLayouts/slideLayout942.xml"/><Relationship Id="rId6" Type="http://schemas.openxmlformats.org/officeDocument/2006/relationships/slideLayout" Target="../slideLayouts/slideLayout941.xml"/><Relationship Id="rId5" Type="http://schemas.openxmlformats.org/officeDocument/2006/relationships/slideLayout" Target="../slideLayouts/slideLayout940.xml"/><Relationship Id="rId4" Type="http://schemas.openxmlformats.org/officeDocument/2006/relationships/slideLayout" Target="../slideLayouts/slideLayout939.xml"/><Relationship Id="rId3" Type="http://schemas.openxmlformats.org/officeDocument/2006/relationships/slideLayout" Target="../slideLayouts/slideLayout938.xml"/><Relationship Id="rId20" Type="http://schemas.openxmlformats.org/officeDocument/2006/relationships/theme" Target="../theme/theme56.xml"/><Relationship Id="rId2" Type="http://schemas.openxmlformats.org/officeDocument/2006/relationships/slideLayout" Target="../slideLayouts/slideLayout93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52.xml"/><Relationship Id="rId16" Type="http://schemas.openxmlformats.org/officeDocument/2006/relationships/slideLayout" Target="../slideLayouts/slideLayout951.xml"/><Relationship Id="rId15" Type="http://schemas.openxmlformats.org/officeDocument/2006/relationships/slideLayout" Target="../slideLayouts/slideLayout950.xml"/><Relationship Id="rId14" Type="http://schemas.openxmlformats.org/officeDocument/2006/relationships/slideLayout" Target="../slideLayouts/slideLayout949.xml"/><Relationship Id="rId13" Type="http://schemas.openxmlformats.org/officeDocument/2006/relationships/slideLayout" Target="../slideLayouts/slideLayout948.xml"/><Relationship Id="rId12" Type="http://schemas.openxmlformats.org/officeDocument/2006/relationships/slideLayout" Target="../slideLayouts/slideLayout947.xml"/><Relationship Id="rId11" Type="http://schemas.openxmlformats.org/officeDocument/2006/relationships/slideLayout" Target="../slideLayouts/slideLayout946.xml"/><Relationship Id="rId10" Type="http://schemas.openxmlformats.org/officeDocument/2006/relationships/slideLayout" Target="../slideLayouts/slideLayout945.xml"/><Relationship Id="rId1" Type="http://schemas.openxmlformats.org/officeDocument/2006/relationships/slideLayout" Target="../slideLayouts/slideLayout936.xml"/></Relationships>
</file>

<file path=ppt/slideMasters/_rels/slideMaster5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61.xml"/><Relationship Id="rId8" Type="http://schemas.openxmlformats.org/officeDocument/2006/relationships/slideLayout" Target="../slideLayouts/slideLayout960.xml"/><Relationship Id="rId7" Type="http://schemas.openxmlformats.org/officeDocument/2006/relationships/slideLayout" Target="../slideLayouts/slideLayout959.xml"/><Relationship Id="rId6" Type="http://schemas.openxmlformats.org/officeDocument/2006/relationships/slideLayout" Target="../slideLayouts/slideLayout958.xml"/><Relationship Id="rId5" Type="http://schemas.openxmlformats.org/officeDocument/2006/relationships/slideLayout" Target="../slideLayouts/slideLayout957.xml"/><Relationship Id="rId4" Type="http://schemas.openxmlformats.org/officeDocument/2006/relationships/slideLayout" Target="../slideLayouts/slideLayout956.xml"/><Relationship Id="rId3" Type="http://schemas.openxmlformats.org/officeDocument/2006/relationships/slideLayout" Target="../slideLayouts/slideLayout955.xml"/><Relationship Id="rId20" Type="http://schemas.openxmlformats.org/officeDocument/2006/relationships/theme" Target="../theme/theme57.xml"/><Relationship Id="rId2" Type="http://schemas.openxmlformats.org/officeDocument/2006/relationships/slideLayout" Target="../slideLayouts/slideLayout95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69.xml"/><Relationship Id="rId16" Type="http://schemas.openxmlformats.org/officeDocument/2006/relationships/slideLayout" Target="../slideLayouts/slideLayout968.xml"/><Relationship Id="rId15" Type="http://schemas.openxmlformats.org/officeDocument/2006/relationships/slideLayout" Target="../slideLayouts/slideLayout967.xml"/><Relationship Id="rId14" Type="http://schemas.openxmlformats.org/officeDocument/2006/relationships/slideLayout" Target="../slideLayouts/slideLayout966.xml"/><Relationship Id="rId13" Type="http://schemas.openxmlformats.org/officeDocument/2006/relationships/slideLayout" Target="../slideLayouts/slideLayout965.xml"/><Relationship Id="rId12" Type="http://schemas.openxmlformats.org/officeDocument/2006/relationships/slideLayout" Target="../slideLayouts/slideLayout964.xml"/><Relationship Id="rId11" Type="http://schemas.openxmlformats.org/officeDocument/2006/relationships/slideLayout" Target="../slideLayouts/slideLayout963.xml"/><Relationship Id="rId10" Type="http://schemas.openxmlformats.org/officeDocument/2006/relationships/slideLayout" Target="../slideLayouts/slideLayout962.xml"/><Relationship Id="rId1" Type="http://schemas.openxmlformats.org/officeDocument/2006/relationships/slideLayout" Target="../slideLayouts/slideLayout953.xml"/></Relationships>
</file>

<file path=ppt/slideMasters/_rels/slideMaster5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78.xml"/><Relationship Id="rId8" Type="http://schemas.openxmlformats.org/officeDocument/2006/relationships/slideLayout" Target="../slideLayouts/slideLayout977.xml"/><Relationship Id="rId7" Type="http://schemas.openxmlformats.org/officeDocument/2006/relationships/slideLayout" Target="../slideLayouts/slideLayout976.xml"/><Relationship Id="rId6" Type="http://schemas.openxmlformats.org/officeDocument/2006/relationships/slideLayout" Target="../slideLayouts/slideLayout975.xml"/><Relationship Id="rId5" Type="http://schemas.openxmlformats.org/officeDocument/2006/relationships/slideLayout" Target="../slideLayouts/slideLayout974.xml"/><Relationship Id="rId4" Type="http://schemas.openxmlformats.org/officeDocument/2006/relationships/slideLayout" Target="../slideLayouts/slideLayout973.xml"/><Relationship Id="rId3" Type="http://schemas.openxmlformats.org/officeDocument/2006/relationships/slideLayout" Target="../slideLayouts/slideLayout972.xml"/><Relationship Id="rId20" Type="http://schemas.openxmlformats.org/officeDocument/2006/relationships/theme" Target="../theme/theme58.xml"/><Relationship Id="rId2" Type="http://schemas.openxmlformats.org/officeDocument/2006/relationships/slideLayout" Target="../slideLayouts/slideLayout97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86.xml"/><Relationship Id="rId16" Type="http://schemas.openxmlformats.org/officeDocument/2006/relationships/slideLayout" Target="../slideLayouts/slideLayout985.xml"/><Relationship Id="rId15" Type="http://schemas.openxmlformats.org/officeDocument/2006/relationships/slideLayout" Target="../slideLayouts/slideLayout984.xml"/><Relationship Id="rId14" Type="http://schemas.openxmlformats.org/officeDocument/2006/relationships/slideLayout" Target="../slideLayouts/slideLayout983.xml"/><Relationship Id="rId13" Type="http://schemas.openxmlformats.org/officeDocument/2006/relationships/slideLayout" Target="../slideLayouts/slideLayout982.xml"/><Relationship Id="rId12" Type="http://schemas.openxmlformats.org/officeDocument/2006/relationships/slideLayout" Target="../slideLayouts/slideLayout981.xml"/><Relationship Id="rId11" Type="http://schemas.openxmlformats.org/officeDocument/2006/relationships/slideLayout" Target="../slideLayouts/slideLayout980.xml"/><Relationship Id="rId10" Type="http://schemas.openxmlformats.org/officeDocument/2006/relationships/slideLayout" Target="../slideLayouts/slideLayout979.xml"/><Relationship Id="rId1" Type="http://schemas.openxmlformats.org/officeDocument/2006/relationships/slideLayout" Target="../slideLayouts/slideLayout970.xml"/></Relationships>
</file>

<file path=ppt/slideMasters/_rels/slideMaster5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95.xml"/><Relationship Id="rId8" Type="http://schemas.openxmlformats.org/officeDocument/2006/relationships/slideLayout" Target="../slideLayouts/slideLayout994.xml"/><Relationship Id="rId7" Type="http://schemas.openxmlformats.org/officeDocument/2006/relationships/slideLayout" Target="../slideLayouts/slideLayout993.xml"/><Relationship Id="rId6" Type="http://schemas.openxmlformats.org/officeDocument/2006/relationships/slideLayout" Target="../slideLayouts/slideLayout992.xml"/><Relationship Id="rId5" Type="http://schemas.openxmlformats.org/officeDocument/2006/relationships/slideLayout" Target="../slideLayouts/slideLayout991.xml"/><Relationship Id="rId4" Type="http://schemas.openxmlformats.org/officeDocument/2006/relationships/slideLayout" Target="../slideLayouts/slideLayout990.xml"/><Relationship Id="rId3" Type="http://schemas.openxmlformats.org/officeDocument/2006/relationships/slideLayout" Target="../slideLayouts/slideLayout989.xml"/><Relationship Id="rId20" Type="http://schemas.openxmlformats.org/officeDocument/2006/relationships/theme" Target="../theme/theme59.xml"/><Relationship Id="rId2" Type="http://schemas.openxmlformats.org/officeDocument/2006/relationships/slideLayout" Target="../slideLayouts/slideLayout98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03.xml"/><Relationship Id="rId16" Type="http://schemas.openxmlformats.org/officeDocument/2006/relationships/slideLayout" Target="../slideLayouts/slideLayout1002.xml"/><Relationship Id="rId15" Type="http://schemas.openxmlformats.org/officeDocument/2006/relationships/slideLayout" Target="../slideLayouts/slideLayout1001.xml"/><Relationship Id="rId14" Type="http://schemas.openxmlformats.org/officeDocument/2006/relationships/slideLayout" Target="../slideLayouts/slideLayout1000.xml"/><Relationship Id="rId13" Type="http://schemas.openxmlformats.org/officeDocument/2006/relationships/slideLayout" Target="../slideLayouts/slideLayout999.xml"/><Relationship Id="rId12" Type="http://schemas.openxmlformats.org/officeDocument/2006/relationships/slideLayout" Target="../slideLayouts/slideLayout998.xml"/><Relationship Id="rId11" Type="http://schemas.openxmlformats.org/officeDocument/2006/relationships/slideLayout" Target="../slideLayouts/slideLayout997.xml"/><Relationship Id="rId10" Type="http://schemas.openxmlformats.org/officeDocument/2006/relationships/slideLayout" Target="../slideLayouts/slideLayout996.xml"/><Relationship Id="rId1" Type="http://schemas.openxmlformats.org/officeDocument/2006/relationships/slideLayout" Target="../slideLayouts/slideLayout987.xml"/></Relationships>
</file>

<file path=ppt/slideMasters/_rels/slideMaster6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12.xml"/><Relationship Id="rId8" Type="http://schemas.openxmlformats.org/officeDocument/2006/relationships/slideLayout" Target="../slideLayouts/slideLayout1011.xml"/><Relationship Id="rId7" Type="http://schemas.openxmlformats.org/officeDocument/2006/relationships/slideLayout" Target="../slideLayouts/slideLayout1010.xml"/><Relationship Id="rId6" Type="http://schemas.openxmlformats.org/officeDocument/2006/relationships/slideLayout" Target="../slideLayouts/slideLayout1009.xml"/><Relationship Id="rId5" Type="http://schemas.openxmlformats.org/officeDocument/2006/relationships/slideLayout" Target="../slideLayouts/slideLayout1008.xml"/><Relationship Id="rId4" Type="http://schemas.openxmlformats.org/officeDocument/2006/relationships/slideLayout" Target="../slideLayouts/slideLayout1007.xml"/><Relationship Id="rId3" Type="http://schemas.openxmlformats.org/officeDocument/2006/relationships/slideLayout" Target="../slideLayouts/slideLayout1006.xml"/><Relationship Id="rId20" Type="http://schemas.openxmlformats.org/officeDocument/2006/relationships/theme" Target="../theme/theme60.xml"/><Relationship Id="rId2" Type="http://schemas.openxmlformats.org/officeDocument/2006/relationships/slideLayout" Target="../slideLayouts/slideLayout100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20.xml"/><Relationship Id="rId16" Type="http://schemas.openxmlformats.org/officeDocument/2006/relationships/slideLayout" Target="../slideLayouts/slideLayout1019.xml"/><Relationship Id="rId15" Type="http://schemas.openxmlformats.org/officeDocument/2006/relationships/slideLayout" Target="../slideLayouts/slideLayout1018.xml"/><Relationship Id="rId14" Type="http://schemas.openxmlformats.org/officeDocument/2006/relationships/slideLayout" Target="../slideLayouts/slideLayout1017.xml"/><Relationship Id="rId13" Type="http://schemas.openxmlformats.org/officeDocument/2006/relationships/slideLayout" Target="../slideLayouts/slideLayout1016.xml"/><Relationship Id="rId12" Type="http://schemas.openxmlformats.org/officeDocument/2006/relationships/slideLayout" Target="../slideLayouts/slideLayout1015.xml"/><Relationship Id="rId11" Type="http://schemas.openxmlformats.org/officeDocument/2006/relationships/slideLayout" Target="../slideLayouts/slideLayout1014.xml"/><Relationship Id="rId10" Type="http://schemas.openxmlformats.org/officeDocument/2006/relationships/slideLayout" Target="../slideLayouts/slideLayout1013.xml"/><Relationship Id="rId1" Type="http://schemas.openxmlformats.org/officeDocument/2006/relationships/slideLayout" Target="../slideLayouts/slideLayout1004.xml"/></Relationships>
</file>

<file path=ppt/slideMasters/_rels/slideMaster6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29.xml"/><Relationship Id="rId8" Type="http://schemas.openxmlformats.org/officeDocument/2006/relationships/slideLayout" Target="../slideLayouts/slideLayout1028.xml"/><Relationship Id="rId7" Type="http://schemas.openxmlformats.org/officeDocument/2006/relationships/slideLayout" Target="../slideLayouts/slideLayout1027.xml"/><Relationship Id="rId6" Type="http://schemas.openxmlformats.org/officeDocument/2006/relationships/slideLayout" Target="../slideLayouts/slideLayout1026.xml"/><Relationship Id="rId5" Type="http://schemas.openxmlformats.org/officeDocument/2006/relationships/slideLayout" Target="../slideLayouts/slideLayout1025.xml"/><Relationship Id="rId4" Type="http://schemas.openxmlformats.org/officeDocument/2006/relationships/slideLayout" Target="../slideLayouts/slideLayout1024.xml"/><Relationship Id="rId3" Type="http://schemas.openxmlformats.org/officeDocument/2006/relationships/slideLayout" Target="../slideLayouts/slideLayout1023.xml"/><Relationship Id="rId20" Type="http://schemas.openxmlformats.org/officeDocument/2006/relationships/theme" Target="../theme/theme61.xml"/><Relationship Id="rId2" Type="http://schemas.openxmlformats.org/officeDocument/2006/relationships/slideLayout" Target="../slideLayouts/slideLayout102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37.xml"/><Relationship Id="rId16" Type="http://schemas.openxmlformats.org/officeDocument/2006/relationships/slideLayout" Target="../slideLayouts/slideLayout1036.xml"/><Relationship Id="rId15" Type="http://schemas.openxmlformats.org/officeDocument/2006/relationships/slideLayout" Target="../slideLayouts/slideLayout1035.xml"/><Relationship Id="rId14" Type="http://schemas.openxmlformats.org/officeDocument/2006/relationships/slideLayout" Target="../slideLayouts/slideLayout1034.xml"/><Relationship Id="rId13" Type="http://schemas.openxmlformats.org/officeDocument/2006/relationships/slideLayout" Target="../slideLayouts/slideLayout1033.xml"/><Relationship Id="rId12" Type="http://schemas.openxmlformats.org/officeDocument/2006/relationships/slideLayout" Target="../slideLayouts/slideLayout1032.xml"/><Relationship Id="rId11" Type="http://schemas.openxmlformats.org/officeDocument/2006/relationships/slideLayout" Target="../slideLayouts/slideLayout1031.xml"/><Relationship Id="rId10" Type="http://schemas.openxmlformats.org/officeDocument/2006/relationships/slideLayout" Target="../slideLayouts/slideLayout1030.xml"/><Relationship Id="rId1" Type="http://schemas.openxmlformats.org/officeDocument/2006/relationships/slideLayout" Target="../slideLayouts/slideLayout1021.xml"/></Relationships>
</file>

<file path=ppt/slideMasters/_rels/slideMaster6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46.xml"/><Relationship Id="rId8" Type="http://schemas.openxmlformats.org/officeDocument/2006/relationships/slideLayout" Target="../slideLayouts/slideLayout1045.xml"/><Relationship Id="rId7" Type="http://schemas.openxmlformats.org/officeDocument/2006/relationships/slideLayout" Target="../slideLayouts/slideLayout1044.xml"/><Relationship Id="rId6" Type="http://schemas.openxmlformats.org/officeDocument/2006/relationships/slideLayout" Target="../slideLayouts/slideLayout1043.xml"/><Relationship Id="rId5" Type="http://schemas.openxmlformats.org/officeDocument/2006/relationships/slideLayout" Target="../slideLayouts/slideLayout1042.xml"/><Relationship Id="rId4" Type="http://schemas.openxmlformats.org/officeDocument/2006/relationships/slideLayout" Target="../slideLayouts/slideLayout1041.xml"/><Relationship Id="rId3" Type="http://schemas.openxmlformats.org/officeDocument/2006/relationships/slideLayout" Target="../slideLayouts/slideLayout1040.xml"/><Relationship Id="rId20" Type="http://schemas.openxmlformats.org/officeDocument/2006/relationships/theme" Target="../theme/theme62.xml"/><Relationship Id="rId2" Type="http://schemas.openxmlformats.org/officeDocument/2006/relationships/slideLayout" Target="../slideLayouts/slideLayout103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54.xml"/><Relationship Id="rId16" Type="http://schemas.openxmlformats.org/officeDocument/2006/relationships/slideLayout" Target="../slideLayouts/slideLayout1053.xml"/><Relationship Id="rId15" Type="http://schemas.openxmlformats.org/officeDocument/2006/relationships/slideLayout" Target="../slideLayouts/slideLayout1052.xml"/><Relationship Id="rId14" Type="http://schemas.openxmlformats.org/officeDocument/2006/relationships/slideLayout" Target="../slideLayouts/slideLayout1051.xml"/><Relationship Id="rId13" Type="http://schemas.openxmlformats.org/officeDocument/2006/relationships/slideLayout" Target="../slideLayouts/slideLayout1050.xml"/><Relationship Id="rId12" Type="http://schemas.openxmlformats.org/officeDocument/2006/relationships/slideLayout" Target="../slideLayouts/slideLayout1049.xml"/><Relationship Id="rId11" Type="http://schemas.openxmlformats.org/officeDocument/2006/relationships/slideLayout" Target="../slideLayouts/slideLayout1048.xml"/><Relationship Id="rId10" Type="http://schemas.openxmlformats.org/officeDocument/2006/relationships/slideLayout" Target="../slideLayouts/slideLayout1047.xml"/><Relationship Id="rId1" Type="http://schemas.openxmlformats.org/officeDocument/2006/relationships/slideLayout" Target="../slideLayouts/slideLayout1038.xml"/></Relationships>
</file>

<file path=ppt/slideMasters/_rels/slideMaster6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63.xml"/><Relationship Id="rId8" Type="http://schemas.openxmlformats.org/officeDocument/2006/relationships/slideLayout" Target="../slideLayouts/slideLayout1062.xml"/><Relationship Id="rId7" Type="http://schemas.openxmlformats.org/officeDocument/2006/relationships/slideLayout" Target="../slideLayouts/slideLayout1061.xml"/><Relationship Id="rId6" Type="http://schemas.openxmlformats.org/officeDocument/2006/relationships/slideLayout" Target="../slideLayouts/slideLayout1060.xml"/><Relationship Id="rId5" Type="http://schemas.openxmlformats.org/officeDocument/2006/relationships/slideLayout" Target="../slideLayouts/slideLayout1059.xml"/><Relationship Id="rId4" Type="http://schemas.openxmlformats.org/officeDocument/2006/relationships/slideLayout" Target="../slideLayouts/slideLayout1058.xml"/><Relationship Id="rId3" Type="http://schemas.openxmlformats.org/officeDocument/2006/relationships/slideLayout" Target="../slideLayouts/slideLayout1057.xml"/><Relationship Id="rId20" Type="http://schemas.openxmlformats.org/officeDocument/2006/relationships/theme" Target="../theme/theme63.xml"/><Relationship Id="rId2" Type="http://schemas.openxmlformats.org/officeDocument/2006/relationships/slideLayout" Target="../slideLayouts/slideLayout105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71.xml"/><Relationship Id="rId16" Type="http://schemas.openxmlformats.org/officeDocument/2006/relationships/slideLayout" Target="../slideLayouts/slideLayout1070.xml"/><Relationship Id="rId15" Type="http://schemas.openxmlformats.org/officeDocument/2006/relationships/slideLayout" Target="../slideLayouts/slideLayout1069.xml"/><Relationship Id="rId14" Type="http://schemas.openxmlformats.org/officeDocument/2006/relationships/slideLayout" Target="../slideLayouts/slideLayout1068.xml"/><Relationship Id="rId13" Type="http://schemas.openxmlformats.org/officeDocument/2006/relationships/slideLayout" Target="../slideLayouts/slideLayout1067.xml"/><Relationship Id="rId12" Type="http://schemas.openxmlformats.org/officeDocument/2006/relationships/slideLayout" Target="../slideLayouts/slideLayout1066.xml"/><Relationship Id="rId11" Type="http://schemas.openxmlformats.org/officeDocument/2006/relationships/slideLayout" Target="../slideLayouts/slideLayout1065.xml"/><Relationship Id="rId10" Type="http://schemas.openxmlformats.org/officeDocument/2006/relationships/slideLayout" Target="../slideLayouts/slideLayout1064.xml"/><Relationship Id="rId1" Type="http://schemas.openxmlformats.org/officeDocument/2006/relationships/slideLayout" Target="../slideLayouts/slideLayout1055.xml"/></Relationships>
</file>

<file path=ppt/slideMasters/_rels/slideMaster6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80.xml"/><Relationship Id="rId8" Type="http://schemas.openxmlformats.org/officeDocument/2006/relationships/slideLayout" Target="../slideLayouts/slideLayout1079.xml"/><Relationship Id="rId7" Type="http://schemas.openxmlformats.org/officeDocument/2006/relationships/slideLayout" Target="../slideLayouts/slideLayout1078.xml"/><Relationship Id="rId6" Type="http://schemas.openxmlformats.org/officeDocument/2006/relationships/slideLayout" Target="../slideLayouts/slideLayout1077.xml"/><Relationship Id="rId5" Type="http://schemas.openxmlformats.org/officeDocument/2006/relationships/slideLayout" Target="../slideLayouts/slideLayout1076.xml"/><Relationship Id="rId4" Type="http://schemas.openxmlformats.org/officeDocument/2006/relationships/slideLayout" Target="../slideLayouts/slideLayout1075.xml"/><Relationship Id="rId3" Type="http://schemas.openxmlformats.org/officeDocument/2006/relationships/slideLayout" Target="../slideLayouts/slideLayout1074.xml"/><Relationship Id="rId20" Type="http://schemas.openxmlformats.org/officeDocument/2006/relationships/theme" Target="../theme/theme64.xml"/><Relationship Id="rId2" Type="http://schemas.openxmlformats.org/officeDocument/2006/relationships/slideLayout" Target="../slideLayouts/slideLayout107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88.xml"/><Relationship Id="rId16" Type="http://schemas.openxmlformats.org/officeDocument/2006/relationships/slideLayout" Target="../slideLayouts/slideLayout1087.xml"/><Relationship Id="rId15" Type="http://schemas.openxmlformats.org/officeDocument/2006/relationships/slideLayout" Target="../slideLayouts/slideLayout1086.xml"/><Relationship Id="rId14" Type="http://schemas.openxmlformats.org/officeDocument/2006/relationships/slideLayout" Target="../slideLayouts/slideLayout1085.xml"/><Relationship Id="rId13" Type="http://schemas.openxmlformats.org/officeDocument/2006/relationships/slideLayout" Target="../slideLayouts/slideLayout1084.xml"/><Relationship Id="rId12" Type="http://schemas.openxmlformats.org/officeDocument/2006/relationships/slideLayout" Target="../slideLayouts/slideLayout1083.xml"/><Relationship Id="rId11" Type="http://schemas.openxmlformats.org/officeDocument/2006/relationships/slideLayout" Target="../slideLayouts/slideLayout1082.xml"/><Relationship Id="rId10" Type="http://schemas.openxmlformats.org/officeDocument/2006/relationships/slideLayout" Target="../slideLayouts/slideLayout1081.xml"/><Relationship Id="rId1" Type="http://schemas.openxmlformats.org/officeDocument/2006/relationships/slideLayout" Target="../slideLayouts/slideLayout1072.xml"/></Relationships>
</file>

<file path=ppt/slideMasters/_rels/slideMaster6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97.xml"/><Relationship Id="rId8" Type="http://schemas.openxmlformats.org/officeDocument/2006/relationships/slideLayout" Target="../slideLayouts/slideLayout1096.xml"/><Relationship Id="rId7" Type="http://schemas.openxmlformats.org/officeDocument/2006/relationships/slideLayout" Target="../slideLayouts/slideLayout1095.xml"/><Relationship Id="rId6" Type="http://schemas.openxmlformats.org/officeDocument/2006/relationships/slideLayout" Target="../slideLayouts/slideLayout1094.xml"/><Relationship Id="rId5" Type="http://schemas.openxmlformats.org/officeDocument/2006/relationships/slideLayout" Target="../slideLayouts/slideLayout1093.xml"/><Relationship Id="rId4" Type="http://schemas.openxmlformats.org/officeDocument/2006/relationships/slideLayout" Target="../slideLayouts/slideLayout1092.xml"/><Relationship Id="rId3" Type="http://schemas.openxmlformats.org/officeDocument/2006/relationships/slideLayout" Target="../slideLayouts/slideLayout1091.xml"/><Relationship Id="rId20" Type="http://schemas.openxmlformats.org/officeDocument/2006/relationships/theme" Target="../theme/theme65.xml"/><Relationship Id="rId2" Type="http://schemas.openxmlformats.org/officeDocument/2006/relationships/slideLayout" Target="../slideLayouts/slideLayout109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05.xml"/><Relationship Id="rId16" Type="http://schemas.openxmlformats.org/officeDocument/2006/relationships/slideLayout" Target="../slideLayouts/slideLayout1104.xml"/><Relationship Id="rId15" Type="http://schemas.openxmlformats.org/officeDocument/2006/relationships/slideLayout" Target="../slideLayouts/slideLayout1103.xml"/><Relationship Id="rId14" Type="http://schemas.openxmlformats.org/officeDocument/2006/relationships/slideLayout" Target="../slideLayouts/slideLayout1102.xml"/><Relationship Id="rId13" Type="http://schemas.openxmlformats.org/officeDocument/2006/relationships/slideLayout" Target="../slideLayouts/slideLayout1101.xml"/><Relationship Id="rId12" Type="http://schemas.openxmlformats.org/officeDocument/2006/relationships/slideLayout" Target="../slideLayouts/slideLayout1100.xml"/><Relationship Id="rId11" Type="http://schemas.openxmlformats.org/officeDocument/2006/relationships/slideLayout" Target="../slideLayouts/slideLayout1099.xml"/><Relationship Id="rId10" Type="http://schemas.openxmlformats.org/officeDocument/2006/relationships/slideLayout" Target="../slideLayouts/slideLayout1098.xml"/><Relationship Id="rId1" Type="http://schemas.openxmlformats.org/officeDocument/2006/relationships/slideLayout" Target="../slideLayouts/slideLayout1089.xml"/></Relationships>
</file>

<file path=ppt/slideMasters/_rels/slideMaster6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14.xml"/><Relationship Id="rId8" Type="http://schemas.openxmlformats.org/officeDocument/2006/relationships/slideLayout" Target="../slideLayouts/slideLayout1113.xml"/><Relationship Id="rId7" Type="http://schemas.openxmlformats.org/officeDocument/2006/relationships/slideLayout" Target="../slideLayouts/slideLayout1112.xml"/><Relationship Id="rId6" Type="http://schemas.openxmlformats.org/officeDocument/2006/relationships/slideLayout" Target="../slideLayouts/slideLayout1111.xml"/><Relationship Id="rId5" Type="http://schemas.openxmlformats.org/officeDocument/2006/relationships/slideLayout" Target="../slideLayouts/slideLayout1110.xml"/><Relationship Id="rId4" Type="http://schemas.openxmlformats.org/officeDocument/2006/relationships/slideLayout" Target="../slideLayouts/slideLayout1109.xml"/><Relationship Id="rId3" Type="http://schemas.openxmlformats.org/officeDocument/2006/relationships/slideLayout" Target="../slideLayouts/slideLayout1108.xml"/><Relationship Id="rId20" Type="http://schemas.openxmlformats.org/officeDocument/2006/relationships/theme" Target="../theme/theme66.xml"/><Relationship Id="rId2" Type="http://schemas.openxmlformats.org/officeDocument/2006/relationships/slideLayout" Target="../slideLayouts/slideLayout110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22.xml"/><Relationship Id="rId16" Type="http://schemas.openxmlformats.org/officeDocument/2006/relationships/slideLayout" Target="../slideLayouts/slideLayout1121.xml"/><Relationship Id="rId15" Type="http://schemas.openxmlformats.org/officeDocument/2006/relationships/slideLayout" Target="../slideLayouts/slideLayout1120.xml"/><Relationship Id="rId14" Type="http://schemas.openxmlformats.org/officeDocument/2006/relationships/slideLayout" Target="../slideLayouts/slideLayout1119.xml"/><Relationship Id="rId13" Type="http://schemas.openxmlformats.org/officeDocument/2006/relationships/slideLayout" Target="../slideLayouts/slideLayout1118.xml"/><Relationship Id="rId12" Type="http://schemas.openxmlformats.org/officeDocument/2006/relationships/slideLayout" Target="../slideLayouts/slideLayout1117.xml"/><Relationship Id="rId11" Type="http://schemas.openxmlformats.org/officeDocument/2006/relationships/slideLayout" Target="../slideLayouts/slideLayout1116.xml"/><Relationship Id="rId10" Type="http://schemas.openxmlformats.org/officeDocument/2006/relationships/slideLayout" Target="../slideLayouts/slideLayout1115.xml"/><Relationship Id="rId1" Type="http://schemas.openxmlformats.org/officeDocument/2006/relationships/slideLayout" Target="../slideLayouts/slideLayout1106.xml"/></Relationships>
</file>

<file path=ppt/slideMasters/_rels/slideMaster6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31.xml"/><Relationship Id="rId8" Type="http://schemas.openxmlformats.org/officeDocument/2006/relationships/slideLayout" Target="../slideLayouts/slideLayout1130.xml"/><Relationship Id="rId7" Type="http://schemas.openxmlformats.org/officeDocument/2006/relationships/slideLayout" Target="../slideLayouts/slideLayout1129.xml"/><Relationship Id="rId6" Type="http://schemas.openxmlformats.org/officeDocument/2006/relationships/slideLayout" Target="../slideLayouts/slideLayout1128.xml"/><Relationship Id="rId5" Type="http://schemas.openxmlformats.org/officeDocument/2006/relationships/slideLayout" Target="../slideLayouts/slideLayout1127.xml"/><Relationship Id="rId4" Type="http://schemas.openxmlformats.org/officeDocument/2006/relationships/slideLayout" Target="../slideLayouts/slideLayout1126.xml"/><Relationship Id="rId3" Type="http://schemas.openxmlformats.org/officeDocument/2006/relationships/slideLayout" Target="../slideLayouts/slideLayout1125.xml"/><Relationship Id="rId20" Type="http://schemas.openxmlformats.org/officeDocument/2006/relationships/theme" Target="../theme/theme67.xml"/><Relationship Id="rId2" Type="http://schemas.openxmlformats.org/officeDocument/2006/relationships/slideLayout" Target="../slideLayouts/slideLayout112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39.xml"/><Relationship Id="rId16" Type="http://schemas.openxmlformats.org/officeDocument/2006/relationships/slideLayout" Target="../slideLayouts/slideLayout1138.xml"/><Relationship Id="rId15" Type="http://schemas.openxmlformats.org/officeDocument/2006/relationships/slideLayout" Target="../slideLayouts/slideLayout1137.xml"/><Relationship Id="rId14" Type="http://schemas.openxmlformats.org/officeDocument/2006/relationships/slideLayout" Target="../slideLayouts/slideLayout1136.xml"/><Relationship Id="rId13" Type="http://schemas.openxmlformats.org/officeDocument/2006/relationships/slideLayout" Target="../slideLayouts/slideLayout1135.xml"/><Relationship Id="rId12" Type="http://schemas.openxmlformats.org/officeDocument/2006/relationships/slideLayout" Target="../slideLayouts/slideLayout1134.xml"/><Relationship Id="rId11" Type="http://schemas.openxmlformats.org/officeDocument/2006/relationships/slideLayout" Target="../slideLayouts/slideLayout1133.xml"/><Relationship Id="rId10" Type="http://schemas.openxmlformats.org/officeDocument/2006/relationships/slideLayout" Target="../slideLayouts/slideLayout1132.xml"/><Relationship Id="rId1" Type="http://schemas.openxmlformats.org/officeDocument/2006/relationships/slideLayout" Target="../slideLayouts/slideLayout1123.xml"/></Relationships>
</file>

<file path=ppt/slideMasters/_rels/slideMaster6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48.xml"/><Relationship Id="rId8" Type="http://schemas.openxmlformats.org/officeDocument/2006/relationships/slideLayout" Target="../slideLayouts/slideLayout1147.xml"/><Relationship Id="rId7" Type="http://schemas.openxmlformats.org/officeDocument/2006/relationships/slideLayout" Target="../slideLayouts/slideLayout1146.xml"/><Relationship Id="rId6" Type="http://schemas.openxmlformats.org/officeDocument/2006/relationships/slideLayout" Target="../slideLayouts/slideLayout1145.xml"/><Relationship Id="rId5" Type="http://schemas.openxmlformats.org/officeDocument/2006/relationships/slideLayout" Target="../slideLayouts/slideLayout1144.xml"/><Relationship Id="rId4" Type="http://schemas.openxmlformats.org/officeDocument/2006/relationships/slideLayout" Target="../slideLayouts/slideLayout1143.xml"/><Relationship Id="rId3" Type="http://schemas.openxmlformats.org/officeDocument/2006/relationships/slideLayout" Target="../slideLayouts/slideLayout1142.xml"/><Relationship Id="rId20" Type="http://schemas.openxmlformats.org/officeDocument/2006/relationships/theme" Target="../theme/theme68.xml"/><Relationship Id="rId2" Type="http://schemas.openxmlformats.org/officeDocument/2006/relationships/slideLayout" Target="../slideLayouts/slideLayout114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56.xml"/><Relationship Id="rId16" Type="http://schemas.openxmlformats.org/officeDocument/2006/relationships/slideLayout" Target="../slideLayouts/slideLayout1155.xml"/><Relationship Id="rId15" Type="http://schemas.openxmlformats.org/officeDocument/2006/relationships/slideLayout" Target="../slideLayouts/slideLayout1154.xml"/><Relationship Id="rId14" Type="http://schemas.openxmlformats.org/officeDocument/2006/relationships/slideLayout" Target="../slideLayouts/slideLayout1153.xml"/><Relationship Id="rId13" Type="http://schemas.openxmlformats.org/officeDocument/2006/relationships/slideLayout" Target="../slideLayouts/slideLayout1152.xml"/><Relationship Id="rId12" Type="http://schemas.openxmlformats.org/officeDocument/2006/relationships/slideLayout" Target="../slideLayouts/slideLayout1151.xml"/><Relationship Id="rId11" Type="http://schemas.openxmlformats.org/officeDocument/2006/relationships/slideLayout" Target="../slideLayouts/slideLayout1150.xml"/><Relationship Id="rId10" Type="http://schemas.openxmlformats.org/officeDocument/2006/relationships/slideLayout" Target="../slideLayouts/slideLayout1149.xml"/><Relationship Id="rId1" Type="http://schemas.openxmlformats.org/officeDocument/2006/relationships/slideLayout" Target="../slideLayouts/slideLayout1140.xml"/></Relationships>
</file>

<file path=ppt/slideMasters/_rels/slideMaster6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65.xml"/><Relationship Id="rId8" Type="http://schemas.openxmlformats.org/officeDocument/2006/relationships/slideLayout" Target="../slideLayouts/slideLayout1164.xml"/><Relationship Id="rId7" Type="http://schemas.openxmlformats.org/officeDocument/2006/relationships/slideLayout" Target="../slideLayouts/slideLayout1163.xml"/><Relationship Id="rId6" Type="http://schemas.openxmlformats.org/officeDocument/2006/relationships/slideLayout" Target="../slideLayouts/slideLayout1162.xml"/><Relationship Id="rId5" Type="http://schemas.openxmlformats.org/officeDocument/2006/relationships/slideLayout" Target="../slideLayouts/slideLayout1161.xml"/><Relationship Id="rId4" Type="http://schemas.openxmlformats.org/officeDocument/2006/relationships/slideLayout" Target="../slideLayouts/slideLayout1160.xml"/><Relationship Id="rId3" Type="http://schemas.openxmlformats.org/officeDocument/2006/relationships/slideLayout" Target="../slideLayouts/slideLayout1159.xml"/><Relationship Id="rId20" Type="http://schemas.openxmlformats.org/officeDocument/2006/relationships/theme" Target="../theme/theme69.xml"/><Relationship Id="rId2" Type="http://schemas.openxmlformats.org/officeDocument/2006/relationships/slideLayout" Target="../slideLayouts/slideLayout115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73.xml"/><Relationship Id="rId16" Type="http://schemas.openxmlformats.org/officeDocument/2006/relationships/slideLayout" Target="../slideLayouts/slideLayout1172.xml"/><Relationship Id="rId15" Type="http://schemas.openxmlformats.org/officeDocument/2006/relationships/slideLayout" Target="../slideLayouts/slideLayout1171.xml"/><Relationship Id="rId14" Type="http://schemas.openxmlformats.org/officeDocument/2006/relationships/slideLayout" Target="../slideLayouts/slideLayout1170.xml"/><Relationship Id="rId13" Type="http://schemas.openxmlformats.org/officeDocument/2006/relationships/slideLayout" Target="../slideLayouts/slideLayout1169.xml"/><Relationship Id="rId12" Type="http://schemas.openxmlformats.org/officeDocument/2006/relationships/slideLayout" Target="../slideLayouts/slideLayout1168.xml"/><Relationship Id="rId11" Type="http://schemas.openxmlformats.org/officeDocument/2006/relationships/slideLayout" Target="../slideLayouts/slideLayout1167.xml"/><Relationship Id="rId10" Type="http://schemas.openxmlformats.org/officeDocument/2006/relationships/slideLayout" Target="../slideLayouts/slideLayout1166.xml"/><Relationship Id="rId1" Type="http://schemas.openxmlformats.org/officeDocument/2006/relationships/slideLayout" Target="../slideLayouts/slideLayout1157.xml"/></Relationships>
</file>

<file path=ppt/slideMasters/_rels/slideMaster7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82.xml"/><Relationship Id="rId8" Type="http://schemas.openxmlformats.org/officeDocument/2006/relationships/slideLayout" Target="../slideLayouts/slideLayout1181.xml"/><Relationship Id="rId7" Type="http://schemas.openxmlformats.org/officeDocument/2006/relationships/slideLayout" Target="../slideLayouts/slideLayout1180.xml"/><Relationship Id="rId6" Type="http://schemas.openxmlformats.org/officeDocument/2006/relationships/slideLayout" Target="../slideLayouts/slideLayout1179.xml"/><Relationship Id="rId5" Type="http://schemas.openxmlformats.org/officeDocument/2006/relationships/slideLayout" Target="../slideLayouts/slideLayout1178.xml"/><Relationship Id="rId4" Type="http://schemas.openxmlformats.org/officeDocument/2006/relationships/slideLayout" Target="../slideLayouts/slideLayout1177.xml"/><Relationship Id="rId3" Type="http://schemas.openxmlformats.org/officeDocument/2006/relationships/slideLayout" Target="../slideLayouts/slideLayout1176.xml"/><Relationship Id="rId20" Type="http://schemas.openxmlformats.org/officeDocument/2006/relationships/theme" Target="../theme/theme70.xml"/><Relationship Id="rId2" Type="http://schemas.openxmlformats.org/officeDocument/2006/relationships/slideLayout" Target="../slideLayouts/slideLayout117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90.xml"/><Relationship Id="rId16" Type="http://schemas.openxmlformats.org/officeDocument/2006/relationships/slideLayout" Target="../slideLayouts/slideLayout1189.xml"/><Relationship Id="rId15" Type="http://schemas.openxmlformats.org/officeDocument/2006/relationships/slideLayout" Target="../slideLayouts/slideLayout1188.xml"/><Relationship Id="rId14" Type="http://schemas.openxmlformats.org/officeDocument/2006/relationships/slideLayout" Target="../slideLayouts/slideLayout1187.xml"/><Relationship Id="rId13" Type="http://schemas.openxmlformats.org/officeDocument/2006/relationships/slideLayout" Target="../slideLayouts/slideLayout1186.xml"/><Relationship Id="rId12" Type="http://schemas.openxmlformats.org/officeDocument/2006/relationships/slideLayout" Target="../slideLayouts/slideLayout1185.xml"/><Relationship Id="rId11" Type="http://schemas.openxmlformats.org/officeDocument/2006/relationships/slideLayout" Target="../slideLayouts/slideLayout1184.xml"/><Relationship Id="rId10" Type="http://schemas.openxmlformats.org/officeDocument/2006/relationships/slideLayout" Target="../slideLayouts/slideLayout1183.xml"/><Relationship Id="rId1" Type="http://schemas.openxmlformats.org/officeDocument/2006/relationships/slideLayout" Target="../slideLayouts/slideLayout1174.xml"/></Relationships>
</file>

<file path=ppt/slideMasters/_rels/slideMaster7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99.xml"/><Relationship Id="rId8" Type="http://schemas.openxmlformats.org/officeDocument/2006/relationships/slideLayout" Target="../slideLayouts/slideLayout1198.xml"/><Relationship Id="rId7" Type="http://schemas.openxmlformats.org/officeDocument/2006/relationships/slideLayout" Target="../slideLayouts/slideLayout1197.xml"/><Relationship Id="rId6" Type="http://schemas.openxmlformats.org/officeDocument/2006/relationships/slideLayout" Target="../slideLayouts/slideLayout1196.xml"/><Relationship Id="rId5" Type="http://schemas.openxmlformats.org/officeDocument/2006/relationships/slideLayout" Target="../slideLayouts/slideLayout1195.xml"/><Relationship Id="rId4" Type="http://schemas.openxmlformats.org/officeDocument/2006/relationships/slideLayout" Target="../slideLayouts/slideLayout1194.xml"/><Relationship Id="rId3" Type="http://schemas.openxmlformats.org/officeDocument/2006/relationships/slideLayout" Target="../slideLayouts/slideLayout1193.xml"/><Relationship Id="rId20" Type="http://schemas.openxmlformats.org/officeDocument/2006/relationships/theme" Target="../theme/theme71.xml"/><Relationship Id="rId2" Type="http://schemas.openxmlformats.org/officeDocument/2006/relationships/slideLayout" Target="../slideLayouts/slideLayout119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07.xml"/><Relationship Id="rId16" Type="http://schemas.openxmlformats.org/officeDocument/2006/relationships/slideLayout" Target="../slideLayouts/slideLayout1206.xml"/><Relationship Id="rId15" Type="http://schemas.openxmlformats.org/officeDocument/2006/relationships/slideLayout" Target="../slideLayouts/slideLayout1205.xml"/><Relationship Id="rId14" Type="http://schemas.openxmlformats.org/officeDocument/2006/relationships/slideLayout" Target="../slideLayouts/slideLayout1204.xml"/><Relationship Id="rId13" Type="http://schemas.openxmlformats.org/officeDocument/2006/relationships/slideLayout" Target="../slideLayouts/slideLayout1203.xml"/><Relationship Id="rId12" Type="http://schemas.openxmlformats.org/officeDocument/2006/relationships/slideLayout" Target="../slideLayouts/slideLayout1202.xml"/><Relationship Id="rId11" Type="http://schemas.openxmlformats.org/officeDocument/2006/relationships/slideLayout" Target="../slideLayouts/slideLayout1201.xml"/><Relationship Id="rId10" Type="http://schemas.openxmlformats.org/officeDocument/2006/relationships/slideLayout" Target="../slideLayouts/slideLayout1200.xml"/><Relationship Id="rId1" Type="http://schemas.openxmlformats.org/officeDocument/2006/relationships/slideLayout" Target="../slideLayouts/slideLayout1191.xml"/></Relationships>
</file>

<file path=ppt/slideMasters/_rels/slideMaster7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16.xml"/><Relationship Id="rId8" Type="http://schemas.openxmlformats.org/officeDocument/2006/relationships/slideLayout" Target="../slideLayouts/slideLayout1215.xml"/><Relationship Id="rId7" Type="http://schemas.openxmlformats.org/officeDocument/2006/relationships/slideLayout" Target="../slideLayouts/slideLayout1214.xml"/><Relationship Id="rId6" Type="http://schemas.openxmlformats.org/officeDocument/2006/relationships/slideLayout" Target="../slideLayouts/slideLayout1213.xml"/><Relationship Id="rId5" Type="http://schemas.openxmlformats.org/officeDocument/2006/relationships/slideLayout" Target="../slideLayouts/slideLayout1212.xml"/><Relationship Id="rId4" Type="http://schemas.openxmlformats.org/officeDocument/2006/relationships/slideLayout" Target="../slideLayouts/slideLayout1211.xml"/><Relationship Id="rId3" Type="http://schemas.openxmlformats.org/officeDocument/2006/relationships/slideLayout" Target="../slideLayouts/slideLayout1210.xml"/><Relationship Id="rId20" Type="http://schemas.openxmlformats.org/officeDocument/2006/relationships/theme" Target="../theme/theme72.xml"/><Relationship Id="rId2" Type="http://schemas.openxmlformats.org/officeDocument/2006/relationships/slideLayout" Target="../slideLayouts/slideLayout120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24.xml"/><Relationship Id="rId16" Type="http://schemas.openxmlformats.org/officeDocument/2006/relationships/slideLayout" Target="../slideLayouts/slideLayout1223.xml"/><Relationship Id="rId15" Type="http://schemas.openxmlformats.org/officeDocument/2006/relationships/slideLayout" Target="../slideLayouts/slideLayout1222.xml"/><Relationship Id="rId14" Type="http://schemas.openxmlformats.org/officeDocument/2006/relationships/slideLayout" Target="../slideLayouts/slideLayout1221.xml"/><Relationship Id="rId13" Type="http://schemas.openxmlformats.org/officeDocument/2006/relationships/slideLayout" Target="../slideLayouts/slideLayout1220.xml"/><Relationship Id="rId12" Type="http://schemas.openxmlformats.org/officeDocument/2006/relationships/slideLayout" Target="../slideLayouts/slideLayout1219.xml"/><Relationship Id="rId11" Type="http://schemas.openxmlformats.org/officeDocument/2006/relationships/slideLayout" Target="../slideLayouts/slideLayout1218.xml"/><Relationship Id="rId10" Type="http://schemas.openxmlformats.org/officeDocument/2006/relationships/slideLayout" Target="../slideLayouts/slideLayout1217.xml"/><Relationship Id="rId1" Type="http://schemas.openxmlformats.org/officeDocument/2006/relationships/slideLayout" Target="../slideLayouts/slideLayout1208.xml"/></Relationships>
</file>

<file path=ppt/slideMasters/_rels/slideMaster7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33.xml"/><Relationship Id="rId8" Type="http://schemas.openxmlformats.org/officeDocument/2006/relationships/slideLayout" Target="../slideLayouts/slideLayout1232.xml"/><Relationship Id="rId7" Type="http://schemas.openxmlformats.org/officeDocument/2006/relationships/slideLayout" Target="../slideLayouts/slideLayout1231.xml"/><Relationship Id="rId6" Type="http://schemas.openxmlformats.org/officeDocument/2006/relationships/slideLayout" Target="../slideLayouts/slideLayout1230.xml"/><Relationship Id="rId5" Type="http://schemas.openxmlformats.org/officeDocument/2006/relationships/slideLayout" Target="../slideLayouts/slideLayout1229.xml"/><Relationship Id="rId4" Type="http://schemas.openxmlformats.org/officeDocument/2006/relationships/slideLayout" Target="../slideLayouts/slideLayout1228.xml"/><Relationship Id="rId3" Type="http://schemas.openxmlformats.org/officeDocument/2006/relationships/slideLayout" Target="../slideLayouts/slideLayout1227.xml"/><Relationship Id="rId20" Type="http://schemas.openxmlformats.org/officeDocument/2006/relationships/theme" Target="../theme/theme73.xml"/><Relationship Id="rId2" Type="http://schemas.openxmlformats.org/officeDocument/2006/relationships/slideLayout" Target="../slideLayouts/slideLayout122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41.xml"/><Relationship Id="rId16" Type="http://schemas.openxmlformats.org/officeDocument/2006/relationships/slideLayout" Target="../slideLayouts/slideLayout1240.xml"/><Relationship Id="rId15" Type="http://schemas.openxmlformats.org/officeDocument/2006/relationships/slideLayout" Target="../slideLayouts/slideLayout1239.xml"/><Relationship Id="rId14" Type="http://schemas.openxmlformats.org/officeDocument/2006/relationships/slideLayout" Target="../slideLayouts/slideLayout1238.xml"/><Relationship Id="rId13" Type="http://schemas.openxmlformats.org/officeDocument/2006/relationships/slideLayout" Target="../slideLayouts/slideLayout1237.xml"/><Relationship Id="rId12" Type="http://schemas.openxmlformats.org/officeDocument/2006/relationships/slideLayout" Target="../slideLayouts/slideLayout1236.xml"/><Relationship Id="rId11" Type="http://schemas.openxmlformats.org/officeDocument/2006/relationships/slideLayout" Target="../slideLayouts/slideLayout1235.xml"/><Relationship Id="rId10" Type="http://schemas.openxmlformats.org/officeDocument/2006/relationships/slideLayout" Target="../slideLayouts/slideLayout1234.xml"/><Relationship Id="rId1" Type="http://schemas.openxmlformats.org/officeDocument/2006/relationships/slideLayout" Target="../slideLayouts/slideLayout1225.xml"/></Relationships>
</file>

<file path=ppt/slideMasters/_rels/slideMaster7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50.xml"/><Relationship Id="rId8" Type="http://schemas.openxmlformats.org/officeDocument/2006/relationships/slideLayout" Target="../slideLayouts/slideLayout1249.xml"/><Relationship Id="rId7" Type="http://schemas.openxmlformats.org/officeDocument/2006/relationships/slideLayout" Target="../slideLayouts/slideLayout1248.xml"/><Relationship Id="rId6" Type="http://schemas.openxmlformats.org/officeDocument/2006/relationships/slideLayout" Target="../slideLayouts/slideLayout1247.xml"/><Relationship Id="rId5" Type="http://schemas.openxmlformats.org/officeDocument/2006/relationships/slideLayout" Target="../slideLayouts/slideLayout1246.xml"/><Relationship Id="rId4" Type="http://schemas.openxmlformats.org/officeDocument/2006/relationships/slideLayout" Target="../slideLayouts/slideLayout1245.xml"/><Relationship Id="rId3" Type="http://schemas.openxmlformats.org/officeDocument/2006/relationships/slideLayout" Target="../slideLayouts/slideLayout1244.xml"/><Relationship Id="rId20" Type="http://schemas.openxmlformats.org/officeDocument/2006/relationships/theme" Target="../theme/theme74.xml"/><Relationship Id="rId2" Type="http://schemas.openxmlformats.org/officeDocument/2006/relationships/slideLayout" Target="../slideLayouts/slideLayout124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58.xml"/><Relationship Id="rId16" Type="http://schemas.openxmlformats.org/officeDocument/2006/relationships/slideLayout" Target="../slideLayouts/slideLayout1257.xml"/><Relationship Id="rId15" Type="http://schemas.openxmlformats.org/officeDocument/2006/relationships/slideLayout" Target="../slideLayouts/slideLayout1256.xml"/><Relationship Id="rId14" Type="http://schemas.openxmlformats.org/officeDocument/2006/relationships/slideLayout" Target="../slideLayouts/slideLayout1255.xml"/><Relationship Id="rId13" Type="http://schemas.openxmlformats.org/officeDocument/2006/relationships/slideLayout" Target="../slideLayouts/slideLayout1254.xml"/><Relationship Id="rId12" Type="http://schemas.openxmlformats.org/officeDocument/2006/relationships/slideLayout" Target="../slideLayouts/slideLayout1253.xml"/><Relationship Id="rId11" Type="http://schemas.openxmlformats.org/officeDocument/2006/relationships/slideLayout" Target="../slideLayouts/slideLayout1252.xml"/><Relationship Id="rId10" Type="http://schemas.openxmlformats.org/officeDocument/2006/relationships/slideLayout" Target="../slideLayouts/slideLayout1251.xml"/><Relationship Id="rId1" Type="http://schemas.openxmlformats.org/officeDocument/2006/relationships/slideLayout" Target="../slideLayouts/slideLayout1242.xml"/></Relationships>
</file>

<file path=ppt/slideMasters/_rels/slideMaster7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67.xml"/><Relationship Id="rId8" Type="http://schemas.openxmlformats.org/officeDocument/2006/relationships/slideLayout" Target="../slideLayouts/slideLayout1266.xml"/><Relationship Id="rId7" Type="http://schemas.openxmlformats.org/officeDocument/2006/relationships/slideLayout" Target="../slideLayouts/slideLayout1265.xml"/><Relationship Id="rId6" Type="http://schemas.openxmlformats.org/officeDocument/2006/relationships/slideLayout" Target="../slideLayouts/slideLayout1264.xml"/><Relationship Id="rId5" Type="http://schemas.openxmlformats.org/officeDocument/2006/relationships/slideLayout" Target="../slideLayouts/slideLayout1263.xml"/><Relationship Id="rId4" Type="http://schemas.openxmlformats.org/officeDocument/2006/relationships/slideLayout" Target="../slideLayouts/slideLayout1262.xml"/><Relationship Id="rId3" Type="http://schemas.openxmlformats.org/officeDocument/2006/relationships/slideLayout" Target="../slideLayouts/slideLayout1261.xml"/><Relationship Id="rId20" Type="http://schemas.openxmlformats.org/officeDocument/2006/relationships/theme" Target="../theme/theme75.xml"/><Relationship Id="rId2" Type="http://schemas.openxmlformats.org/officeDocument/2006/relationships/slideLayout" Target="../slideLayouts/slideLayout126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75.xml"/><Relationship Id="rId16" Type="http://schemas.openxmlformats.org/officeDocument/2006/relationships/slideLayout" Target="../slideLayouts/slideLayout1274.xml"/><Relationship Id="rId15" Type="http://schemas.openxmlformats.org/officeDocument/2006/relationships/slideLayout" Target="../slideLayouts/slideLayout1273.xml"/><Relationship Id="rId14" Type="http://schemas.openxmlformats.org/officeDocument/2006/relationships/slideLayout" Target="../slideLayouts/slideLayout1272.xml"/><Relationship Id="rId13" Type="http://schemas.openxmlformats.org/officeDocument/2006/relationships/slideLayout" Target="../slideLayouts/slideLayout1271.xml"/><Relationship Id="rId12" Type="http://schemas.openxmlformats.org/officeDocument/2006/relationships/slideLayout" Target="../slideLayouts/slideLayout1270.xml"/><Relationship Id="rId11" Type="http://schemas.openxmlformats.org/officeDocument/2006/relationships/slideLayout" Target="../slideLayouts/slideLayout1269.xml"/><Relationship Id="rId10" Type="http://schemas.openxmlformats.org/officeDocument/2006/relationships/slideLayout" Target="../slideLayouts/slideLayout1268.xml"/><Relationship Id="rId1" Type="http://schemas.openxmlformats.org/officeDocument/2006/relationships/slideLayout" Target="../slideLayouts/slideLayout1259.xml"/></Relationships>
</file>

<file path=ppt/slideMasters/_rels/slideMaster7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84.xml"/><Relationship Id="rId8" Type="http://schemas.openxmlformats.org/officeDocument/2006/relationships/slideLayout" Target="../slideLayouts/slideLayout1283.xml"/><Relationship Id="rId7" Type="http://schemas.openxmlformats.org/officeDocument/2006/relationships/slideLayout" Target="../slideLayouts/slideLayout1282.xml"/><Relationship Id="rId6" Type="http://schemas.openxmlformats.org/officeDocument/2006/relationships/slideLayout" Target="../slideLayouts/slideLayout1281.xml"/><Relationship Id="rId5" Type="http://schemas.openxmlformats.org/officeDocument/2006/relationships/slideLayout" Target="../slideLayouts/slideLayout1280.xml"/><Relationship Id="rId4" Type="http://schemas.openxmlformats.org/officeDocument/2006/relationships/slideLayout" Target="../slideLayouts/slideLayout1279.xml"/><Relationship Id="rId3" Type="http://schemas.openxmlformats.org/officeDocument/2006/relationships/slideLayout" Target="../slideLayouts/slideLayout1278.xml"/><Relationship Id="rId20" Type="http://schemas.openxmlformats.org/officeDocument/2006/relationships/theme" Target="../theme/theme76.xml"/><Relationship Id="rId2" Type="http://schemas.openxmlformats.org/officeDocument/2006/relationships/slideLayout" Target="../slideLayouts/slideLayout127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92.xml"/><Relationship Id="rId16" Type="http://schemas.openxmlformats.org/officeDocument/2006/relationships/slideLayout" Target="../slideLayouts/slideLayout1291.xml"/><Relationship Id="rId15" Type="http://schemas.openxmlformats.org/officeDocument/2006/relationships/slideLayout" Target="../slideLayouts/slideLayout1290.xml"/><Relationship Id="rId14" Type="http://schemas.openxmlformats.org/officeDocument/2006/relationships/slideLayout" Target="../slideLayouts/slideLayout1289.xml"/><Relationship Id="rId13" Type="http://schemas.openxmlformats.org/officeDocument/2006/relationships/slideLayout" Target="../slideLayouts/slideLayout1288.xml"/><Relationship Id="rId12" Type="http://schemas.openxmlformats.org/officeDocument/2006/relationships/slideLayout" Target="../slideLayouts/slideLayout1287.xml"/><Relationship Id="rId11" Type="http://schemas.openxmlformats.org/officeDocument/2006/relationships/slideLayout" Target="../slideLayouts/slideLayout1286.xml"/><Relationship Id="rId10" Type="http://schemas.openxmlformats.org/officeDocument/2006/relationships/slideLayout" Target="../slideLayouts/slideLayout1285.xml"/><Relationship Id="rId1" Type="http://schemas.openxmlformats.org/officeDocument/2006/relationships/slideLayout" Target="../slideLayouts/slideLayout1276.xml"/></Relationships>
</file>

<file path=ppt/slideMasters/_rels/slideMaster7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01.xml"/><Relationship Id="rId8" Type="http://schemas.openxmlformats.org/officeDocument/2006/relationships/slideLayout" Target="../slideLayouts/slideLayout1300.xml"/><Relationship Id="rId7" Type="http://schemas.openxmlformats.org/officeDocument/2006/relationships/slideLayout" Target="../slideLayouts/slideLayout1299.xml"/><Relationship Id="rId6" Type="http://schemas.openxmlformats.org/officeDocument/2006/relationships/slideLayout" Target="../slideLayouts/slideLayout1298.xml"/><Relationship Id="rId5" Type="http://schemas.openxmlformats.org/officeDocument/2006/relationships/slideLayout" Target="../slideLayouts/slideLayout1297.xml"/><Relationship Id="rId4" Type="http://schemas.openxmlformats.org/officeDocument/2006/relationships/slideLayout" Target="../slideLayouts/slideLayout1296.xml"/><Relationship Id="rId3" Type="http://schemas.openxmlformats.org/officeDocument/2006/relationships/slideLayout" Target="../slideLayouts/slideLayout1295.xml"/><Relationship Id="rId20" Type="http://schemas.openxmlformats.org/officeDocument/2006/relationships/theme" Target="../theme/theme77.xml"/><Relationship Id="rId2" Type="http://schemas.openxmlformats.org/officeDocument/2006/relationships/slideLayout" Target="../slideLayouts/slideLayout129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09.xml"/><Relationship Id="rId16" Type="http://schemas.openxmlformats.org/officeDocument/2006/relationships/slideLayout" Target="../slideLayouts/slideLayout1308.xml"/><Relationship Id="rId15" Type="http://schemas.openxmlformats.org/officeDocument/2006/relationships/slideLayout" Target="../slideLayouts/slideLayout1307.xml"/><Relationship Id="rId14" Type="http://schemas.openxmlformats.org/officeDocument/2006/relationships/slideLayout" Target="../slideLayouts/slideLayout1306.xml"/><Relationship Id="rId13" Type="http://schemas.openxmlformats.org/officeDocument/2006/relationships/slideLayout" Target="../slideLayouts/slideLayout1305.xml"/><Relationship Id="rId12" Type="http://schemas.openxmlformats.org/officeDocument/2006/relationships/slideLayout" Target="../slideLayouts/slideLayout1304.xml"/><Relationship Id="rId11" Type="http://schemas.openxmlformats.org/officeDocument/2006/relationships/slideLayout" Target="../slideLayouts/slideLayout1303.xml"/><Relationship Id="rId10" Type="http://schemas.openxmlformats.org/officeDocument/2006/relationships/slideLayout" Target="../slideLayouts/slideLayout1302.xml"/><Relationship Id="rId1" Type="http://schemas.openxmlformats.org/officeDocument/2006/relationships/slideLayout" Target="../slideLayouts/slideLayout1293.xml"/></Relationships>
</file>

<file path=ppt/slideMasters/_rels/slideMaster7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18.xml"/><Relationship Id="rId8" Type="http://schemas.openxmlformats.org/officeDocument/2006/relationships/slideLayout" Target="../slideLayouts/slideLayout1317.xml"/><Relationship Id="rId7" Type="http://schemas.openxmlformats.org/officeDocument/2006/relationships/slideLayout" Target="../slideLayouts/slideLayout1316.xml"/><Relationship Id="rId6" Type="http://schemas.openxmlformats.org/officeDocument/2006/relationships/slideLayout" Target="../slideLayouts/slideLayout1315.xml"/><Relationship Id="rId5" Type="http://schemas.openxmlformats.org/officeDocument/2006/relationships/slideLayout" Target="../slideLayouts/slideLayout1314.xml"/><Relationship Id="rId4" Type="http://schemas.openxmlformats.org/officeDocument/2006/relationships/slideLayout" Target="../slideLayouts/slideLayout1313.xml"/><Relationship Id="rId3" Type="http://schemas.openxmlformats.org/officeDocument/2006/relationships/slideLayout" Target="../slideLayouts/slideLayout1312.xml"/><Relationship Id="rId20" Type="http://schemas.openxmlformats.org/officeDocument/2006/relationships/theme" Target="../theme/theme78.xml"/><Relationship Id="rId2" Type="http://schemas.openxmlformats.org/officeDocument/2006/relationships/slideLayout" Target="../slideLayouts/slideLayout131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26.xml"/><Relationship Id="rId16" Type="http://schemas.openxmlformats.org/officeDocument/2006/relationships/slideLayout" Target="../slideLayouts/slideLayout1325.xml"/><Relationship Id="rId15" Type="http://schemas.openxmlformats.org/officeDocument/2006/relationships/slideLayout" Target="../slideLayouts/slideLayout1324.xml"/><Relationship Id="rId14" Type="http://schemas.openxmlformats.org/officeDocument/2006/relationships/slideLayout" Target="../slideLayouts/slideLayout1323.xml"/><Relationship Id="rId13" Type="http://schemas.openxmlformats.org/officeDocument/2006/relationships/slideLayout" Target="../slideLayouts/slideLayout1322.xml"/><Relationship Id="rId12" Type="http://schemas.openxmlformats.org/officeDocument/2006/relationships/slideLayout" Target="../slideLayouts/slideLayout1321.xml"/><Relationship Id="rId11" Type="http://schemas.openxmlformats.org/officeDocument/2006/relationships/slideLayout" Target="../slideLayouts/slideLayout1320.xml"/><Relationship Id="rId10" Type="http://schemas.openxmlformats.org/officeDocument/2006/relationships/slideLayout" Target="../slideLayouts/slideLayout1319.xml"/><Relationship Id="rId1" Type="http://schemas.openxmlformats.org/officeDocument/2006/relationships/slideLayout" Target="../slideLayouts/slideLayout1310.xml"/></Relationships>
</file>

<file path=ppt/slideMasters/_rels/slideMaster7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35.xml"/><Relationship Id="rId8" Type="http://schemas.openxmlformats.org/officeDocument/2006/relationships/slideLayout" Target="../slideLayouts/slideLayout1334.xml"/><Relationship Id="rId7" Type="http://schemas.openxmlformats.org/officeDocument/2006/relationships/slideLayout" Target="../slideLayouts/slideLayout1333.xml"/><Relationship Id="rId6" Type="http://schemas.openxmlformats.org/officeDocument/2006/relationships/slideLayout" Target="../slideLayouts/slideLayout1332.xml"/><Relationship Id="rId5" Type="http://schemas.openxmlformats.org/officeDocument/2006/relationships/slideLayout" Target="../slideLayouts/slideLayout1331.xml"/><Relationship Id="rId4" Type="http://schemas.openxmlformats.org/officeDocument/2006/relationships/slideLayout" Target="../slideLayouts/slideLayout1330.xml"/><Relationship Id="rId3" Type="http://schemas.openxmlformats.org/officeDocument/2006/relationships/slideLayout" Target="../slideLayouts/slideLayout1329.xml"/><Relationship Id="rId20" Type="http://schemas.openxmlformats.org/officeDocument/2006/relationships/theme" Target="../theme/theme79.xml"/><Relationship Id="rId2" Type="http://schemas.openxmlformats.org/officeDocument/2006/relationships/slideLayout" Target="../slideLayouts/slideLayout132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43.xml"/><Relationship Id="rId16" Type="http://schemas.openxmlformats.org/officeDocument/2006/relationships/slideLayout" Target="../slideLayouts/slideLayout1342.xml"/><Relationship Id="rId15" Type="http://schemas.openxmlformats.org/officeDocument/2006/relationships/slideLayout" Target="../slideLayouts/slideLayout1341.xml"/><Relationship Id="rId14" Type="http://schemas.openxmlformats.org/officeDocument/2006/relationships/slideLayout" Target="../slideLayouts/slideLayout1340.xml"/><Relationship Id="rId13" Type="http://schemas.openxmlformats.org/officeDocument/2006/relationships/slideLayout" Target="../slideLayouts/slideLayout1339.xml"/><Relationship Id="rId12" Type="http://schemas.openxmlformats.org/officeDocument/2006/relationships/slideLayout" Target="../slideLayouts/slideLayout1338.xml"/><Relationship Id="rId11" Type="http://schemas.openxmlformats.org/officeDocument/2006/relationships/slideLayout" Target="../slideLayouts/slideLayout1337.xml"/><Relationship Id="rId10" Type="http://schemas.openxmlformats.org/officeDocument/2006/relationships/slideLayout" Target="../slideLayouts/slideLayout1336.xml"/><Relationship Id="rId1" Type="http://schemas.openxmlformats.org/officeDocument/2006/relationships/slideLayout" Target="../slideLayouts/slideLayout1327.xml"/></Relationships>
</file>

<file path=ppt/slideMasters/_rels/slideMaster8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52.xml"/><Relationship Id="rId8" Type="http://schemas.openxmlformats.org/officeDocument/2006/relationships/slideLayout" Target="../slideLayouts/slideLayout1351.xml"/><Relationship Id="rId7" Type="http://schemas.openxmlformats.org/officeDocument/2006/relationships/slideLayout" Target="../slideLayouts/slideLayout1350.xml"/><Relationship Id="rId6" Type="http://schemas.openxmlformats.org/officeDocument/2006/relationships/slideLayout" Target="../slideLayouts/slideLayout1349.xml"/><Relationship Id="rId5" Type="http://schemas.openxmlformats.org/officeDocument/2006/relationships/slideLayout" Target="../slideLayouts/slideLayout1348.xml"/><Relationship Id="rId4" Type="http://schemas.openxmlformats.org/officeDocument/2006/relationships/slideLayout" Target="../slideLayouts/slideLayout1347.xml"/><Relationship Id="rId3" Type="http://schemas.openxmlformats.org/officeDocument/2006/relationships/slideLayout" Target="../slideLayouts/slideLayout1346.xml"/><Relationship Id="rId20" Type="http://schemas.openxmlformats.org/officeDocument/2006/relationships/theme" Target="../theme/theme80.xml"/><Relationship Id="rId2" Type="http://schemas.openxmlformats.org/officeDocument/2006/relationships/slideLayout" Target="../slideLayouts/slideLayout134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60.xml"/><Relationship Id="rId16" Type="http://schemas.openxmlformats.org/officeDocument/2006/relationships/slideLayout" Target="../slideLayouts/slideLayout1359.xml"/><Relationship Id="rId15" Type="http://schemas.openxmlformats.org/officeDocument/2006/relationships/slideLayout" Target="../slideLayouts/slideLayout1358.xml"/><Relationship Id="rId14" Type="http://schemas.openxmlformats.org/officeDocument/2006/relationships/slideLayout" Target="../slideLayouts/slideLayout1357.xml"/><Relationship Id="rId13" Type="http://schemas.openxmlformats.org/officeDocument/2006/relationships/slideLayout" Target="../slideLayouts/slideLayout1356.xml"/><Relationship Id="rId12" Type="http://schemas.openxmlformats.org/officeDocument/2006/relationships/slideLayout" Target="../slideLayouts/slideLayout1355.xml"/><Relationship Id="rId11" Type="http://schemas.openxmlformats.org/officeDocument/2006/relationships/slideLayout" Target="../slideLayouts/slideLayout1354.xml"/><Relationship Id="rId10" Type="http://schemas.openxmlformats.org/officeDocument/2006/relationships/slideLayout" Target="../slideLayouts/slideLayout1353.xml"/><Relationship Id="rId1" Type="http://schemas.openxmlformats.org/officeDocument/2006/relationships/slideLayout" Target="../slideLayouts/slideLayout1344.xml"/></Relationships>
</file>

<file path=ppt/slideMasters/_rels/slideMaster8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69.xml"/><Relationship Id="rId8" Type="http://schemas.openxmlformats.org/officeDocument/2006/relationships/slideLayout" Target="../slideLayouts/slideLayout1368.xml"/><Relationship Id="rId7" Type="http://schemas.openxmlformats.org/officeDocument/2006/relationships/slideLayout" Target="../slideLayouts/slideLayout1367.xml"/><Relationship Id="rId6" Type="http://schemas.openxmlformats.org/officeDocument/2006/relationships/slideLayout" Target="../slideLayouts/slideLayout1366.xml"/><Relationship Id="rId5" Type="http://schemas.openxmlformats.org/officeDocument/2006/relationships/slideLayout" Target="../slideLayouts/slideLayout1365.xml"/><Relationship Id="rId4" Type="http://schemas.openxmlformats.org/officeDocument/2006/relationships/slideLayout" Target="../slideLayouts/slideLayout1364.xml"/><Relationship Id="rId3" Type="http://schemas.openxmlformats.org/officeDocument/2006/relationships/slideLayout" Target="../slideLayouts/slideLayout1363.xml"/><Relationship Id="rId20" Type="http://schemas.openxmlformats.org/officeDocument/2006/relationships/theme" Target="../theme/theme81.xml"/><Relationship Id="rId2" Type="http://schemas.openxmlformats.org/officeDocument/2006/relationships/slideLayout" Target="../slideLayouts/slideLayout136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77.xml"/><Relationship Id="rId16" Type="http://schemas.openxmlformats.org/officeDocument/2006/relationships/slideLayout" Target="../slideLayouts/slideLayout1376.xml"/><Relationship Id="rId15" Type="http://schemas.openxmlformats.org/officeDocument/2006/relationships/slideLayout" Target="../slideLayouts/slideLayout1375.xml"/><Relationship Id="rId14" Type="http://schemas.openxmlformats.org/officeDocument/2006/relationships/slideLayout" Target="../slideLayouts/slideLayout1374.xml"/><Relationship Id="rId13" Type="http://schemas.openxmlformats.org/officeDocument/2006/relationships/slideLayout" Target="../slideLayouts/slideLayout1373.xml"/><Relationship Id="rId12" Type="http://schemas.openxmlformats.org/officeDocument/2006/relationships/slideLayout" Target="../slideLayouts/slideLayout1372.xml"/><Relationship Id="rId11" Type="http://schemas.openxmlformats.org/officeDocument/2006/relationships/slideLayout" Target="../slideLayouts/slideLayout1371.xml"/><Relationship Id="rId10" Type="http://schemas.openxmlformats.org/officeDocument/2006/relationships/slideLayout" Target="../slideLayouts/slideLayout1370.xml"/><Relationship Id="rId1" Type="http://schemas.openxmlformats.org/officeDocument/2006/relationships/slideLayout" Target="../slideLayouts/slideLayout1361.xml"/></Relationships>
</file>

<file path=ppt/slideMasters/_rels/slideMaster8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86.xml"/><Relationship Id="rId8" Type="http://schemas.openxmlformats.org/officeDocument/2006/relationships/slideLayout" Target="../slideLayouts/slideLayout1385.xml"/><Relationship Id="rId7" Type="http://schemas.openxmlformats.org/officeDocument/2006/relationships/slideLayout" Target="../slideLayouts/slideLayout1384.xml"/><Relationship Id="rId6" Type="http://schemas.openxmlformats.org/officeDocument/2006/relationships/slideLayout" Target="../slideLayouts/slideLayout1383.xml"/><Relationship Id="rId5" Type="http://schemas.openxmlformats.org/officeDocument/2006/relationships/slideLayout" Target="../slideLayouts/slideLayout1382.xml"/><Relationship Id="rId4" Type="http://schemas.openxmlformats.org/officeDocument/2006/relationships/slideLayout" Target="../slideLayouts/slideLayout1381.xml"/><Relationship Id="rId3" Type="http://schemas.openxmlformats.org/officeDocument/2006/relationships/slideLayout" Target="../slideLayouts/slideLayout1380.xml"/><Relationship Id="rId20" Type="http://schemas.openxmlformats.org/officeDocument/2006/relationships/theme" Target="../theme/theme82.xml"/><Relationship Id="rId2" Type="http://schemas.openxmlformats.org/officeDocument/2006/relationships/slideLayout" Target="../slideLayouts/slideLayout137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94.xml"/><Relationship Id="rId16" Type="http://schemas.openxmlformats.org/officeDocument/2006/relationships/slideLayout" Target="../slideLayouts/slideLayout1393.xml"/><Relationship Id="rId15" Type="http://schemas.openxmlformats.org/officeDocument/2006/relationships/slideLayout" Target="../slideLayouts/slideLayout1392.xml"/><Relationship Id="rId14" Type="http://schemas.openxmlformats.org/officeDocument/2006/relationships/slideLayout" Target="../slideLayouts/slideLayout1391.xml"/><Relationship Id="rId13" Type="http://schemas.openxmlformats.org/officeDocument/2006/relationships/slideLayout" Target="../slideLayouts/slideLayout1390.xml"/><Relationship Id="rId12" Type="http://schemas.openxmlformats.org/officeDocument/2006/relationships/slideLayout" Target="../slideLayouts/slideLayout1389.xml"/><Relationship Id="rId11" Type="http://schemas.openxmlformats.org/officeDocument/2006/relationships/slideLayout" Target="../slideLayouts/slideLayout1388.xml"/><Relationship Id="rId10" Type="http://schemas.openxmlformats.org/officeDocument/2006/relationships/slideLayout" Target="../slideLayouts/slideLayout1387.xml"/><Relationship Id="rId1" Type="http://schemas.openxmlformats.org/officeDocument/2006/relationships/slideLayout" Target="../slideLayouts/slideLayout1378.xml"/></Relationships>
</file>

<file path=ppt/slideMasters/_rels/slideMaster8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03.xml"/><Relationship Id="rId8" Type="http://schemas.openxmlformats.org/officeDocument/2006/relationships/slideLayout" Target="../slideLayouts/slideLayout1402.xml"/><Relationship Id="rId7" Type="http://schemas.openxmlformats.org/officeDocument/2006/relationships/slideLayout" Target="../slideLayouts/slideLayout1401.xml"/><Relationship Id="rId6" Type="http://schemas.openxmlformats.org/officeDocument/2006/relationships/slideLayout" Target="../slideLayouts/slideLayout1400.xml"/><Relationship Id="rId5" Type="http://schemas.openxmlformats.org/officeDocument/2006/relationships/slideLayout" Target="../slideLayouts/slideLayout1399.xml"/><Relationship Id="rId4" Type="http://schemas.openxmlformats.org/officeDocument/2006/relationships/slideLayout" Target="../slideLayouts/slideLayout1398.xml"/><Relationship Id="rId3" Type="http://schemas.openxmlformats.org/officeDocument/2006/relationships/slideLayout" Target="../slideLayouts/slideLayout1397.xml"/><Relationship Id="rId20" Type="http://schemas.openxmlformats.org/officeDocument/2006/relationships/theme" Target="../theme/theme83.xml"/><Relationship Id="rId2" Type="http://schemas.openxmlformats.org/officeDocument/2006/relationships/slideLayout" Target="../slideLayouts/slideLayout139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411.xml"/><Relationship Id="rId16" Type="http://schemas.openxmlformats.org/officeDocument/2006/relationships/slideLayout" Target="../slideLayouts/slideLayout1410.xml"/><Relationship Id="rId15" Type="http://schemas.openxmlformats.org/officeDocument/2006/relationships/slideLayout" Target="../slideLayouts/slideLayout1409.xml"/><Relationship Id="rId14" Type="http://schemas.openxmlformats.org/officeDocument/2006/relationships/slideLayout" Target="../slideLayouts/slideLayout1408.xml"/><Relationship Id="rId13" Type="http://schemas.openxmlformats.org/officeDocument/2006/relationships/slideLayout" Target="../slideLayouts/slideLayout1407.xml"/><Relationship Id="rId12" Type="http://schemas.openxmlformats.org/officeDocument/2006/relationships/slideLayout" Target="../slideLayouts/slideLayout1406.xml"/><Relationship Id="rId11" Type="http://schemas.openxmlformats.org/officeDocument/2006/relationships/slideLayout" Target="../slideLayouts/slideLayout1405.xml"/><Relationship Id="rId10" Type="http://schemas.openxmlformats.org/officeDocument/2006/relationships/slideLayout" Target="../slideLayouts/slideLayout1404.xml"/><Relationship Id="rId1" Type="http://schemas.openxmlformats.org/officeDocument/2006/relationships/slideLayout" Target="../slideLayouts/slideLayout1395.xml"/></Relationships>
</file>

<file path=ppt/slideMasters/_rels/slideMaster8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20.xml"/><Relationship Id="rId8" Type="http://schemas.openxmlformats.org/officeDocument/2006/relationships/slideLayout" Target="../slideLayouts/slideLayout1419.xml"/><Relationship Id="rId7" Type="http://schemas.openxmlformats.org/officeDocument/2006/relationships/slideLayout" Target="../slideLayouts/slideLayout1418.xml"/><Relationship Id="rId6" Type="http://schemas.openxmlformats.org/officeDocument/2006/relationships/slideLayout" Target="../slideLayouts/slideLayout1417.xml"/><Relationship Id="rId5" Type="http://schemas.openxmlformats.org/officeDocument/2006/relationships/slideLayout" Target="../slideLayouts/slideLayout1416.xml"/><Relationship Id="rId4" Type="http://schemas.openxmlformats.org/officeDocument/2006/relationships/slideLayout" Target="../slideLayouts/slideLayout1415.xml"/><Relationship Id="rId3" Type="http://schemas.openxmlformats.org/officeDocument/2006/relationships/slideLayout" Target="../slideLayouts/slideLayout1414.xml"/><Relationship Id="rId20" Type="http://schemas.openxmlformats.org/officeDocument/2006/relationships/theme" Target="../theme/theme84.xml"/><Relationship Id="rId2" Type="http://schemas.openxmlformats.org/officeDocument/2006/relationships/slideLayout" Target="../slideLayouts/slideLayout141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428.xml"/><Relationship Id="rId16" Type="http://schemas.openxmlformats.org/officeDocument/2006/relationships/slideLayout" Target="../slideLayouts/slideLayout1427.xml"/><Relationship Id="rId15" Type="http://schemas.openxmlformats.org/officeDocument/2006/relationships/slideLayout" Target="../slideLayouts/slideLayout1426.xml"/><Relationship Id="rId14" Type="http://schemas.openxmlformats.org/officeDocument/2006/relationships/slideLayout" Target="../slideLayouts/slideLayout1425.xml"/><Relationship Id="rId13" Type="http://schemas.openxmlformats.org/officeDocument/2006/relationships/slideLayout" Target="../slideLayouts/slideLayout1424.xml"/><Relationship Id="rId12" Type="http://schemas.openxmlformats.org/officeDocument/2006/relationships/slideLayout" Target="../slideLayouts/slideLayout1423.xml"/><Relationship Id="rId11" Type="http://schemas.openxmlformats.org/officeDocument/2006/relationships/slideLayout" Target="../slideLayouts/slideLayout1422.xml"/><Relationship Id="rId10" Type="http://schemas.openxmlformats.org/officeDocument/2006/relationships/slideLayout" Target="../slideLayouts/slideLayout1421.xml"/><Relationship Id="rId1" Type="http://schemas.openxmlformats.org/officeDocument/2006/relationships/slideLayout" Target="../slideLayouts/slideLayout1412.xml"/></Relationships>
</file>

<file path=ppt/slideMasters/_rels/slideMaster8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37.xml"/><Relationship Id="rId8" Type="http://schemas.openxmlformats.org/officeDocument/2006/relationships/slideLayout" Target="../slideLayouts/slideLayout1436.xml"/><Relationship Id="rId7" Type="http://schemas.openxmlformats.org/officeDocument/2006/relationships/slideLayout" Target="../slideLayouts/slideLayout1435.xml"/><Relationship Id="rId6" Type="http://schemas.openxmlformats.org/officeDocument/2006/relationships/slideLayout" Target="../slideLayouts/slideLayout1434.xml"/><Relationship Id="rId5" Type="http://schemas.openxmlformats.org/officeDocument/2006/relationships/slideLayout" Target="../slideLayouts/slideLayout1433.xml"/><Relationship Id="rId4" Type="http://schemas.openxmlformats.org/officeDocument/2006/relationships/slideLayout" Target="../slideLayouts/slideLayout1432.xml"/><Relationship Id="rId3" Type="http://schemas.openxmlformats.org/officeDocument/2006/relationships/slideLayout" Target="../slideLayouts/slideLayout1431.xml"/><Relationship Id="rId20" Type="http://schemas.openxmlformats.org/officeDocument/2006/relationships/theme" Target="../theme/theme85.xml"/><Relationship Id="rId2" Type="http://schemas.openxmlformats.org/officeDocument/2006/relationships/slideLayout" Target="../slideLayouts/slideLayout143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445.xml"/><Relationship Id="rId16" Type="http://schemas.openxmlformats.org/officeDocument/2006/relationships/slideLayout" Target="../slideLayouts/slideLayout1444.xml"/><Relationship Id="rId15" Type="http://schemas.openxmlformats.org/officeDocument/2006/relationships/slideLayout" Target="../slideLayouts/slideLayout1443.xml"/><Relationship Id="rId14" Type="http://schemas.openxmlformats.org/officeDocument/2006/relationships/slideLayout" Target="../slideLayouts/slideLayout1442.xml"/><Relationship Id="rId13" Type="http://schemas.openxmlformats.org/officeDocument/2006/relationships/slideLayout" Target="../slideLayouts/slideLayout1441.xml"/><Relationship Id="rId12" Type="http://schemas.openxmlformats.org/officeDocument/2006/relationships/slideLayout" Target="../slideLayouts/slideLayout1440.xml"/><Relationship Id="rId11" Type="http://schemas.openxmlformats.org/officeDocument/2006/relationships/slideLayout" Target="../slideLayouts/slideLayout1439.xml"/><Relationship Id="rId10" Type="http://schemas.openxmlformats.org/officeDocument/2006/relationships/slideLayout" Target="../slideLayouts/slideLayout1438.xml"/><Relationship Id="rId1" Type="http://schemas.openxmlformats.org/officeDocument/2006/relationships/slideLayout" Target="../slideLayouts/slideLayout1429.xml"/></Relationships>
</file>

<file path=ppt/slideMasters/_rels/slideMaster8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54.xml"/><Relationship Id="rId8" Type="http://schemas.openxmlformats.org/officeDocument/2006/relationships/slideLayout" Target="../slideLayouts/slideLayout1453.xml"/><Relationship Id="rId7" Type="http://schemas.openxmlformats.org/officeDocument/2006/relationships/slideLayout" Target="../slideLayouts/slideLayout1452.xml"/><Relationship Id="rId6" Type="http://schemas.openxmlformats.org/officeDocument/2006/relationships/slideLayout" Target="../slideLayouts/slideLayout1451.xml"/><Relationship Id="rId5" Type="http://schemas.openxmlformats.org/officeDocument/2006/relationships/slideLayout" Target="../slideLayouts/slideLayout1450.xml"/><Relationship Id="rId4" Type="http://schemas.openxmlformats.org/officeDocument/2006/relationships/slideLayout" Target="../slideLayouts/slideLayout1449.xml"/><Relationship Id="rId3" Type="http://schemas.openxmlformats.org/officeDocument/2006/relationships/slideLayout" Target="../slideLayouts/slideLayout1448.xml"/><Relationship Id="rId20" Type="http://schemas.openxmlformats.org/officeDocument/2006/relationships/theme" Target="../theme/theme86.xml"/><Relationship Id="rId2" Type="http://schemas.openxmlformats.org/officeDocument/2006/relationships/slideLayout" Target="../slideLayouts/slideLayout144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462.xml"/><Relationship Id="rId16" Type="http://schemas.openxmlformats.org/officeDocument/2006/relationships/slideLayout" Target="../slideLayouts/slideLayout1461.xml"/><Relationship Id="rId15" Type="http://schemas.openxmlformats.org/officeDocument/2006/relationships/slideLayout" Target="../slideLayouts/slideLayout1460.xml"/><Relationship Id="rId14" Type="http://schemas.openxmlformats.org/officeDocument/2006/relationships/slideLayout" Target="../slideLayouts/slideLayout1459.xml"/><Relationship Id="rId13" Type="http://schemas.openxmlformats.org/officeDocument/2006/relationships/slideLayout" Target="../slideLayouts/slideLayout1458.xml"/><Relationship Id="rId12" Type="http://schemas.openxmlformats.org/officeDocument/2006/relationships/slideLayout" Target="../slideLayouts/slideLayout1457.xml"/><Relationship Id="rId11" Type="http://schemas.openxmlformats.org/officeDocument/2006/relationships/slideLayout" Target="../slideLayouts/slideLayout1456.xml"/><Relationship Id="rId10" Type="http://schemas.openxmlformats.org/officeDocument/2006/relationships/slideLayout" Target="../slideLayouts/slideLayout1455.xml"/><Relationship Id="rId1" Type="http://schemas.openxmlformats.org/officeDocument/2006/relationships/slideLayout" Target="../slideLayouts/slideLayout1446.xml"/></Relationships>
</file>

<file path=ppt/slideMasters/_rels/slideMaster8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71.xml"/><Relationship Id="rId8" Type="http://schemas.openxmlformats.org/officeDocument/2006/relationships/slideLayout" Target="../slideLayouts/slideLayout1470.xml"/><Relationship Id="rId7" Type="http://schemas.openxmlformats.org/officeDocument/2006/relationships/slideLayout" Target="../slideLayouts/slideLayout1469.xml"/><Relationship Id="rId6" Type="http://schemas.openxmlformats.org/officeDocument/2006/relationships/slideLayout" Target="../slideLayouts/slideLayout1468.xml"/><Relationship Id="rId5" Type="http://schemas.openxmlformats.org/officeDocument/2006/relationships/slideLayout" Target="../slideLayouts/slideLayout1467.xml"/><Relationship Id="rId4" Type="http://schemas.openxmlformats.org/officeDocument/2006/relationships/slideLayout" Target="../slideLayouts/slideLayout1466.xml"/><Relationship Id="rId3" Type="http://schemas.openxmlformats.org/officeDocument/2006/relationships/slideLayout" Target="../slideLayouts/slideLayout1465.xml"/><Relationship Id="rId20" Type="http://schemas.openxmlformats.org/officeDocument/2006/relationships/theme" Target="../theme/theme87.xml"/><Relationship Id="rId2" Type="http://schemas.openxmlformats.org/officeDocument/2006/relationships/slideLayout" Target="../slideLayouts/slideLayout146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479.xml"/><Relationship Id="rId16" Type="http://schemas.openxmlformats.org/officeDocument/2006/relationships/slideLayout" Target="../slideLayouts/slideLayout1478.xml"/><Relationship Id="rId15" Type="http://schemas.openxmlformats.org/officeDocument/2006/relationships/slideLayout" Target="../slideLayouts/slideLayout1477.xml"/><Relationship Id="rId14" Type="http://schemas.openxmlformats.org/officeDocument/2006/relationships/slideLayout" Target="../slideLayouts/slideLayout1476.xml"/><Relationship Id="rId13" Type="http://schemas.openxmlformats.org/officeDocument/2006/relationships/slideLayout" Target="../slideLayouts/slideLayout1475.xml"/><Relationship Id="rId12" Type="http://schemas.openxmlformats.org/officeDocument/2006/relationships/slideLayout" Target="../slideLayouts/slideLayout1474.xml"/><Relationship Id="rId11" Type="http://schemas.openxmlformats.org/officeDocument/2006/relationships/slideLayout" Target="../slideLayouts/slideLayout1473.xml"/><Relationship Id="rId10" Type="http://schemas.openxmlformats.org/officeDocument/2006/relationships/slideLayout" Target="../slideLayouts/slideLayout1472.xml"/><Relationship Id="rId1" Type="http://schemas.openxmlformats.org/officeDocument/2006/relationships/slideLayout" Target="../slideLayouts/slideLayout1463.xml"/></Relationships>
</file>

<file path=ppt/slideMasters/_rels/slideMaster8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88.xml"/><Relationship Id="rId8" Type="http://schemas.openxmlformats.org/officeDocument/2006/relationships/slideLayout" Target="../slideLayouts/slideLayout1487.xml"/><Relationship Id="rId7" Type="http://schemas.openxmlformats.org/officeDocument/2006/relationships/slideLayout" Target="../slideLayouts/slideLayout1486.xml"/><Relationship Id="rId6" Type="http://schemas.openxmlformats.org/officeDocument/2006/relationships/slideLayout" Target="../slideLayouts/slideLayout1485.xml"/><Relationship Id="rId5" Type="http://schemas.openxmlformats.org/officeDocument/2006/relationships/slideLayout" Target="../slideLayouts/slideLayout1484.xml"/><Relationship Id="rId4" Type="http://schemas.openxmlformats.org/officeDocument/2006/relationships/slideLayout" Target="../slideLayouts/slideLayout1483.xml"/><Relationship Id="rId3" Type="http://schemas.openxmlformats.org/officeDocument/2006/relationships/slideLayout" Target="../slideLayouts/slideLayout1482.xml"/><Relationship Id="rId20" Type="http://schemas.openxmlformats.org/officeDocument/2006/relationships/theme" Target="../theme/theme88.xml"/><Relationship Id="rId2" Type="http://schemas.openxmlformats.org/officeDocument/2006/relationships/slideLayout" Target="../slideLayouts/slideLayout148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496.xml"/><Relationship Id="rId16" Type="http://schemas.openxmlformats.org/officeDocument/2006/relationships/slideLayout" Target="../slideLayouts/slideLayout1495.xml"/><Relationship Id="rId15" Type="http://schemas.openxmlformats.org/officeDocument/2006/relationships/slideLayout" Target="../slideLayouts/slideLayout1494.xml"/><Relationship Id="rId14" Type="http://schemas.openxmlformats.org/officeDocument/2006/relationships/slideLayout" Target="../slideLayouts/slideLayout1493.xml"/><Relationship Id="rId13" Type="http://schemas.openxmlformats.org/officeDocument/2006/relationships/slideLayout" Target="../slideLayouts/slideLayout1492.xml"/><Relationship Id="rId12" Type="http://schemas.openxmlformats.org/officeDocument/2006/relationships/slideLayout" Target="../slideLayouts/slideLayout1491.xml"/><Relationship Id="rId11" Type="http://schemas.openxmlformats.org/officeDocument/2006/relationships/slideLayout" Target="../slideLayouts/slideLayout1490.xml"/><Relationship Id="rId10" Type="http://schemas.openxmlformats.org/officeDocument/2006/relationships/slideLayout" Target="../slideLayouts/slideLayout1489.xml"/><Relationship Id="rId1" Type="http://schemas.openxmlformats.org/officeDocument/2006/relationships/slideLayout" Target="../slideLayouts/slideLayout1480.xml"/></Relationships>
</file>

<file path=ppt/slideMasters/_rels/slideMaster8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505.xml"/><Relationship Id="rId8" Type="http://schemas.openxmlformats.org/officeDocument/2006/relationships/slideLayout" Target="../slideLayouts/slideLayout1504.xml"/><Relationship Id="rId7" Type="http://schemas.openxmlformats.org/officeDocument/2006/relationships/slideLayout" Target="../slideLayouts/slideLayout1503.xml"/><Relationship Id="rId6" Type="http://schemas.openxmlformats.org/officeDocument/2006/relationships/slideLayout" Target="../slideLayouts/slideLayout1502.xml"/><Relationship Id="rId5" Type="http://schemas.openxmlformats.org/officeDocument/2006/relationships/slideLayout" Target="../slideLayouts/slideLayout1501.xml"/><Relationship Id="rId4" Type="http://schemas.openxmlformats.org/officeDocument/2006/relationships/slideLayout" Target="../slideLayouts/slideLayout1500.xml"/><Relationship Id="rId3" Type="http://schemas.openxmlformats.org/officeDocument/2006/relationships/slideLayout" Target="../slideLayouts/slideLayout1499.xml"/><Relationship Id="rId20" Type="http://schemas.openxmlformats.org/officeDocument/2006/relationships/theme" Target="../theme/theme89.xml"/><Relationship Id="rId2" Type="http://schemas.openxmlformats.org/officeDocument/2006/relationships/slideLayout" Target="../slideLayouts/slideLayout149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513.xml"/><Relationship Id="rId16" Type="http://schemas.openxmlformats.org/officeDocument/2006/relationships/slideLayout" Target="../slideLayouts/slideLayout1512.xml"/><Relationship Id="rId15" Type="http://schemas.openxmlformats.org/officeDocument/2006/relationships/slideLayout" Target="../slideLayouts/slideLayout1511.xml"/><Relationship Id="rId14" Type="http://schemas.openxmlformats.org/officeDocument/2006/relationships/slideLayout" Target="../slideLayouts/slideLayout1510.xml"/><Relationship Id="rId13" Type="http://schemas.openxmlformats.org/officeDocument/2006/relationships/slideLayout" Target="../slideLayouts/slideLayout1509.xml"/><Relationship Id="rId12" Type="http://schemas.openxmlformats.org/officeDocument/2006/relationships/slideLayout" Target="../slideLayouts/slideLayout1508.xml"/><Relationship Id="rId11" Type="http://schemas.openxmlformats.org/officeDocument/2006/relationships/slideLayout" Target="../slideLayouts/slideLayout1507.xml"/><Relationship Id="rId10" Type="http://schemas.openxmlformats.org/officeDocument/2006/relationships/slideLayout" Target="../slideLayouts/slideLayout1506.xml"/><Relationship Id="rId1" Type="http://schemas.openxmlformats.org/officeDocument/2006/relationships/slideLayout" Target="../slideLayouts/slideLayout1497.xml"/></Relationships>
</file>

<file path=ppt/slideMasters/_rels/slideMaster9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522.xml"/><Relationship Id="rId8" Type="http://schemas.openxmlformats.org/officeDocument/2006/relationships/slideLayout" Target="../slideLayouts/slideLayout1521.xml"/><Relationship Id="rId7" Type="http://schemas.openxmlformats.org/officeDocument/2006/relationships/slideLayout" Target="../slideLayouts/slideLayout1520.xml"/><Relationship Id="rId6" Type="http://schemas.openxmlformats.org/officeDocument/2006/relationships/slideLayout" Target="../slideLayouts/slideLayout1519.xml"/><Relationship Id="rId5" Type="http://schemas.openxmlformats.org/officeDocument/2006/relationships/slideLayout" Target="../slideLayouts/slideLayout1518.xml"/><Relationship Id="rId4" Type="http://schemas.openxmlformats.org/officeDocument/2006/relationships/slideLayout" Target="../slideLayouts/slideLayout1517.xml"/><Relationship Id="rId3" Type="http://schemas.openxmlformats.org/officeDocument/2006/relationships/slideLayout" Target="../slideLayouts/slideLayout1516.xml"/><Relationship Id="rId20" Type="http://schemas.openxmlformats.org/officeDocument/2006/relationships/theme" Target="../theme/theme90.xml"/><Relationship Id="rId2" Type="http://schemas.openxmlformats.org/officeDocument/2006/relationships/slideLayout" Target="../slideLayouts/slideLayout151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530.xml"/><Relationship Id="rId16" Type="http://schemas.openxmlformats.org/officeDocument/2006/relationships/slideLayout" Target="../slideLayouts/slideLayout1529.xml"/><Relationship Id="rId15" Type="http://schemas.openxmlformats.org/officeDocument/2006/relationships/slideLayout" Target="../slideLayouts/slideLayout1528.xml"/><Relationship Id="rId14" Type="http://schemas.openxmlformats.org/officeDocument/2006/relationships/slideLayout" Target="../slideLayouts/slideLayout1527.xml"/><Relationship Id="rId13" Type="http://schemas.openxmlformats.org/officeDocument/2006/relationships/slideLayout" Target="../slideLayouts/slideLayout1526.xml"/><Relationship Id="rId12" Type="http://schemas.openxmlformats.org/officeDocument/2006/relationships/slideLayout" Target="../slideLayouts/slideLayout1525.xml"/><Relationship Id="rId11" Type="http://schemas.openxmlformats.org/officeDocument/2006/relationships/slideLayout" Target="../slideLayouts/slideLayout1524.xml"/><Relationship Id="rId10" Type="http://schemas.openxmlformats.org/officeDocument/2006/relationships/slideLayout" Target="../slideLayouts/slideLayout1523.xml"/><Relationship Id="rId1" Type="http://schemas.openxmlformats.org/officeDocument/2006/relationships/slideLayout" Target="../slideLayouts/slideLayout1514.xml"/></Relationships>
</file>

<file path=ppt/slideMasters/_rels/slideMaster9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539.xml"/><Relationship Id="rId8" Type="http://schemas.openxmlformats.org/officeDocument/2006/relationships/slideLayout" Target="../slideLayouts/slideLayout1538.xml"/><Relationship Id="rId7" Type="http://schemas.openxmlformats.org/officeDocument/2006/relationships/slideLayout" Target="../slideLayouts/slideLayout1537.xml"/><Relationship Id="rId6" Type="http://schemas.openxmlformats.org/officeDocument/2006/relationships/slideLayout" Target="../slideLayouts/slideLayout1536.xml"/><Relationship Id="rId5" Type="http://schemas.openxmlformats.org/officeDocument/2006/relationships/slideLayout" Target="../slideLayouts/slideLayout1535.xml"/><Relationship Id="rId4" Type="http://schemas.openxmlformats.org/officeDocument/2006/relationships/slideLayout" Target="../slideLayouts/slideLayout1534.xml"/><Relationship Id="rId3" Type="http://schemas.openxmlformats.org/officeDocument/2006/relationships/slideLayout" Target="../slideLayouts/slideLayout1533.xml"/><Relationship Id="rId20" Type="http://schemas.openxmlformats.org/officeDocument/2006/relationships/theme" Target="../theme/theme91.xml"/><Relationship Id="rId2" Type="http://schemas.openxmlformats.org/officeDocument/2006/relationships/slideLayout" Target="../slideLayouts/slideLayout153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547.xml"/><Relationship Id="rId16" Type="http://schemas.openxmlformats.org/officeDocument/2006/relationships/slideLayout" Target="../slideLayouts/slideLayout1546.xml"/><Relationship Id="rId15" Type="http://schemas.openxmlformats.org/officeDocument/2006/relationships/slideLayout" Target="../slideLayouts/slideLayout1545.xml"/><Relationship Id="rId14" Type="http://schemas.openxmlformats.org/officeDocument/2006/relationships/slideLayout" Target="../slideLayouts/slideLayout1544.xml"/><Relationship Id="rId13" Type="http://schemas.openxmlformats.org/officeDocument/2006/relationships/slideLayout" Target="../slideLayouts/slideLayout1543.xml"/><Relationship Id="rId12" Type="http://schemas.openxmlformats.org/officeDocument/2006/relationships/slideLayout" Target="../slideLayouts/slideLayout1542.xml"/><Relationship Id="rId11" Type="http://schemas.openxmlformats.org/officeDocument/2006/relationships/slideLayout" Target="../slideLayouts/slideLayout1541.xml"/><Relationship Id="rId10" Type="http://schemas.openxmlformats.org/officeDocument/2006/relationships/slideLayout" Target="../slideLayouts/slideLayout1540.xml"/><Relationship Id="rId1" Type="http://schemas.openxmlformats.org/officeDocument/2006/relationships/slideLayout" Target="../slideLayouts/slideLayout1531.xml"/></Relationships>
</file>

<file path=ppt/slideMasters/_rels/slideMaster9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556.xml"/><Relationship Id="rId8" Type="http://schemas.openxmlformats.org/officeDocument/2006/relationships/slideLayout" Target="../slideLayouts/slideLayout1555.xml"/><Relationship Id="rId7" Type="http://schemas.openxmlformats.org/officeDocument/2006/relationships/slideLayout" Target="../slideLayouts/slideLayout1554.xml"/><Relationship Id="rId6" Type="http://schemas.openxmlformats.org/officeDocument/2006/relationships/slideLayout" Target="../slideLayouts/slideLayout1553.xml"/><Relationship Id="rId5" Type="http://schemas.openxmlformats.org/officeDocument/2006/relationships/slideLayout" Target="../slideLayouts/slideLayout1552.xml"/><Relationship Id="rId4" Type="http://schemas.openxmlformats.org/officeDocument/2006/relationships/slideLayout" Target="../slideLayouts/slideLayout1551.xml"/><Relationship Id="rId3" Type="http://schemas.openxmlformats.org/officeDocument/2006/relationships/slideLayout" Target="../slideLayouts/slideLayout1550.xml"/><Relationship Id="rId20" Type="http://schemas.openxmlformats.org/officeDocument/2006/relationships/theme" Target="../theme/theme92.xml"/><Relationship Id="rId2" Type="http://schemas.openxmlformats.org/officeDocument/2006/relationships/slideLayout" Target="../slideLayouts/slideLayout154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564.xml"/><Relationship Id="rId16" Type="http://schemas.openxmlformats.org/officeDocument/2006/relationships/slideLayout" Target="../slideLayouts/slideLayout1563.xml"/><Relationship Id="rId15" Type="http://schemas.openxmlformats.org/officeDocument/2006/relationships/slideLayout" Target="../slideLayouts/slideLayout1562.xml"/><Relationship Id="rId14" Type="http://schemas.openxmlformats.org/officeDocument/2006/relationships/slideLayout" Target="../slideLayouts/slideLayout1561.xml"/><Relationship Id="rId13" Type="http://schemas.openxmlformats.org/officeDocument/2006/relationships/slideLayout" Target="../slideLayouts/slideLayout1560.xml"/><Relationship Id="rId12" Type="http://schemas.openxmlformats.org/officeDocument/2006/relationships/slideLayout" Target="../slideLayouts/slideLayout1559.xml"/><Relationship Id="rId11" Type="http://schemas.openxmlformats.org/officeDocument/2006/relationships/slideLayout" Target="../slideLayouts/slideLayout1558.xml"/><Relationship Id="rId10" Type="http://schemas.openxmlformats.org/officeDocument/2006/relationships/slideLayout" Target="../slideLayouts/slideLayout1557.xml"/><Relationship Id="rId1" Type="http://schemas.openxmlformats.org/officeDocument/2006/relationships/slideLayout" Target="../slideLayouts/slideLayout154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2849" name=""/>
        <p:cNvGrpSpPr/>
        <p:nvPr/>
      </p:nvGrpSpPr>
      <p:grpSpPr/>
      <p:sp>
        <p:nvSpPr>
          <p:cNvPr id="105694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/>
          </a:p>
        </p:txBody>
      </p:sp>
      <p:sp>
        <p:nvSpPr>
          <p:cNvPr id="105694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694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694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94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3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93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668" r:id="rId2"/>
    <p:sldLayoutId id="2147483669" r:id="rId3"/>
    <p:sldLayoutId id="2147483670" r:id="rId4"/>
    <p:sldLayoutId id="2147483671" r:id="rId5"/>
    <p:sldLayoutId id="2147483672" r:id="rId6"/>
    <p:sldLayoutId id="2147483673" r:id="rId7"/>
    <p:sldLayoutId id="2147483674" r:id="rId8"/>
    <p:sldLayoutId id="2147483675" r:id="rId9"/>
    <p:sldLayoutId id="2147483676" r:id="rId10"/>
    <p:sldLayoutId id="2147483677" r:id="rId11"/>
    <p:sldLayoutId id="2147483678" r:id="rId12"/>
    <p:sldLayoutId id="2147483679" r:id="rId13"/>
    <p:sldLayoutId id="2147483680" r:id="rId14"/>
    <p:sldLayoutId id="2147483681" r:id="rId15"/>
    <p:sldLayoutId id="2147483682" r:id="rId16"/>
    <p:sldLayoutId id="214748368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84" name=""/>
        <p:cNvGrpSpPr/>
        <p:nvPr/>
      </p:nvGrpSpPr>
      <p:grpSpPr/>
      <p:sp>
        <p:nvSpPr>
          <p:cNvPr id="104858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59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9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9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9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9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9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9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9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0" r:id="rId16"/>
    <p:sldLayoutId id="214748370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204" name=""/>
        <p:cNvGrpSpPr/>
        <p:nvPr/>
      </p:nvGrpSpPr>
      <p:grpSpPr/>
      <p:sp>
        <p:nvSpPr>
          <p:cNvPr id="104860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60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60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60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0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0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0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0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61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03" r:id="rId1"/>
    <p:sldLayoutId id="2147483704" r:id="rId2"/>
    <p:sldLayoutId id="2147483705" r:id="rId3"/>
    <p:sldLayoutId id="2147483706" r:id="rId4"/>
    <p:sldLayoutId id="2147483707" r:id="rId5"/>
    <p:sldLayoutId id="2147483708" r:id="rId6"/>
    <p:sldLayoutId id="2147483709" r:id="rId7"/>
    <p:sldLayoutId id="2147483710" r:id="rId8"/>
    <p:sldLayoutId id="2147483711" r:id="rId9"/>
    <p:sldLayoutId id="2147483712" r:id="rId10"/>
    <p:sldLayoutId id="2147483713" r:id="rId11"/>
    <p:sldLayoutId id="2147483714" r:id="rId12"/>
    <p:sldLayoutId id="2147483715" r:id="rId13"/>
    <p:sldLayoutId id="2147483716" r:id="rId14"/>
    <p:sldLayoutId id="2147483717" r:id="rId15"/>
    <p:sldLayoutId id="2147483718" r:id="rId16"/>
    <p:sldLayoutId id="214748371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224" name=""/>
        <p:cNvGrpSpPr/>
        <p:nvPr/>
      </p:nvGrpSpPr>
      <p:grpSpPr/>
      <p:sp>
        <p:nvSpPr>
          <p:cNvPr id="104861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61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61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61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62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  <p:sldLayoutId id="2147483732" r:id="rId12"/>
    <p:sldLayoutId id="2147483733" r:id="rId13"/>
    <p:sldLayoutId id="2147483734" r:id="rId14"/>
    <p:sldLayoutId id="2147483735" r:id="rId15"/>
    <p:sldLayoutId id="2147483736" r:id="rId16"/>
    <p:sldLayoutId id="214748373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244" name=""/>
        <p:cNvGrpSpPr/>
        <p:nvPr/>
      </p:nvGrpSpPr>
      <p:grpSpPr/>
      <p:sp>
        <p:nvSpPr>
          <p:cNvPr id="104862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63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63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6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63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  <p:sldLayoutId id="2147483742" r:id="rId4"/>
    <p:sldLayoutId id="2147483743" r:id="rId5"/>
    <p:sldLayoutId id="2147483744" r:id="rId6"/>
    <p:sldLayoutId id="2147483745" r:id="rId7"/>
    <p:sldLayoutId id="2147483746" r:id="rId8"/>
    <p:sldLayoutId id="2147483747" r:id="rId9"/>
    <p:sldLayoutId id="2147483748" r:id="rId10"/>
    <p:sldLayoutId id="2147483749" r:id="rId11"/>
    <p:sldLayoutId id="2147483750" r:id="rId12"/>
    <p:sldLayoutId id="2147483751" r:id="rId13"/>
    <p:sldLayoutId id="2147483752" r:id="rId14"/>
    <p:sldLayoutId id="2147483753" r:id="rId15"/>
    <p:sldLayoutId id="2147483754" r:id="rId16"/>
    <p:sldLayoutId id="214748375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265" name=""/>
        <p:cNvGrpSpPr/>
        <p:nvPr/>
      </p:nvGrpSpPr>
      <p:grpSpPr/>
      <p:sp>
        <p:nvSpPr>
          <p:cNvPr id="104867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67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67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67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7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7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7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7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67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  <p:sldLayoutId id="2147483768" r:id="rId12"/>
    <p:sldLayoutId id="2147483769" r:id="rId13"/>
    <p:sldLayoutId id="2147483770" r:id="rId14"/>
    <p:sldLayoutId id="2147483771" r:id="rId15"/>
    <p:sldLayoutId id="2147483772" r:id="rId16"/>
    <p:sldLayoutId id="214748377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286" name=""/>
        <p:cNvGrpSpPr/>
        <p:nvPr/>
      </p:nvGrpSpPr>
      <p:grpSpPr/>
      <p:sp>
        <p:nvSpPr>
          <p:cNvPr id="104871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71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1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1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1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1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1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2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2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75" r:id="rId1"/>
    <p:sldLayoutId id="2147483776" r:id="rId2"/>
    <p:sldLayoutId id="2147483777" r:id="rId3"/>
    <p:sldLayoutId id="2147483778" r:id="rId4"/>
    <p:sldLayoutId id="2147483779" r:id="rId5"/>
    <p:sldLayoutId id="2147483780" r:id="rId6"/>
    <p:sldLayoutId id="2147483781" r:id="rId7"/>
    <p:sldLayoutId id="2147483782" r:id="rId8"/>
    <p:sldLayoutId id="2147483783" r:id="rId9"/>
    <p:sldLayoutId id="2147483784" r:id="rId10"/>
    <p:sldLayoutId id="2147483785" r:id="rId11"/>
    <p:sldLayoutId id="2147483786" r:id="rId12"/>
    <p:sldLayoutId id="2147483787" r:id="rId13"/>
    <p:sldLayoutId id="2147483788" r:id="rId14"/>
    <p:sldLayoutId id="2147483789" r:id="rId15"/>
    <p:sldLayoutId id="2147483790" r:id="rId16"/>
    <p:sldLayoutId id="214748379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307" name=""/>
        <p:cNvGrpSpPr/>
        <p:nvPr/>
      </p:nvGrpSpPr>
      <p:grpSpPr/>
      <p:sp>
        <p:nvSpPr>
          <p:cNvPr id="104875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75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5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5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6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6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6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93" r:id="rId1"/>
    <p:sldLayoutId id="2147483794" r:id="rId2"/>
    <p:sldLayoutId id="2147483795" r:id="rId3"/>
    <p:sldLayoutId id="2147483796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  <p:sldLayoutId id="2147483804" r:id="rId12"/>
    <p:sldLayoutId id="2147483805" r:id="rId13"/>
    <p:sldLayoutId id="2147483806" r:id="rId14"/>
    <p:sldLayoutId id="2147483807" r:id="rId15"/>
    <p:sldLayoutId id="2147483808" r:id="rId16"/>
    <p:sldLayoutId id="214748380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327" name=""/>
        <p:cNvGrpSpPr/>
        <p:nvPr/>
      </p:nvGrpSpPr>
      <p:grpSpPr/>
      <p:sp>
        <p:nvSpPr>
          <p:cNvPr id="104876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76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6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6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7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7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7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7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7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6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11" r:id="rId1"/>
    <p:sldLayoutId id="2147483812" r:id="rId2"/>
    <p:sldLayoutId id="2147483813" r:id="rId3"/>
    <p:sldLayoutId id="2147483814" r:id="rId4"/>
    <p:sldLayoutId id="2147483815" r:id="rId5"/>
    <p:sldLayoutId id="2147483816" r:id="rId6"/>
    <p:sldLayoutId id="2147483817" r:id="rId7"/>
    <p:sldLayoutId id="2147483818" r:id="rId8"/>
    <p:sldLayoutId id="2147483819" r:id="rId9"/>
    <p:sldLayoutId id="2147483820" r:id="rId10"/>
    <p:sldLayoutId id="2147483821" r:id="rId11"/>
    <p:sldLayoutId id="2147483822" r:id="rId12"/>
    <p:sldLayoutId id="2147483823" r:id="rId13"/>
    <p:sldLayoutId id="2147483824" r:id="rId14"/>
    <p:sldLayoutId id="2147483825" r:id="rId15"/>
    <p:sldLayoutId id="2147483826" r:id="rId16"/>
    <p:sldLayoutId id="214748382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347" name=""/>
        <p:cNvGrpSpPr/>
        <p:nvPr/>
      </p:nvGrpSpPr>
      <p:grpSpPr/>
      <p:sp>
        <p:nvSpPr>
          <p:cNvPr id="104877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78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8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8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8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8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8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8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8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7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  <p:sldLayoutId id="2147483840" r:id="rId12"/>
    <p:sldLayoutId id="2147483841" r:id="rId13"/>
    <p:sldLayoutId id="2147483842" r:id="rId14"/>
    <p:sldLayoutId id="2147483843" r:id="rId15"/>
    <p:sldLayoutId id="2147483844" r:id="rId16"/>
    <p:sldLayoutId id="214748384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367" name=""/>
        <p:cNvGrpSpPr/>
        <p:nvPr/>
      </p:nvGrpSpPr>
      <p:grpSpPr/>
      <p:sp>
        <p:nvSpPr>
          <p:cNvPr id="104879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79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9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9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80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7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47" r:id="rId1"/>
    <p:sldLayoutId id="2147483848" r:id="rId2"/>
    <p:sldLayoutId id="2147483849" r:id="rId3"/>
    <p:sldLayoutId id="2147483850" r:id="rId4"/>
    <p:sldLayoutId id="2147483851" r:id="rId5"/>
    <p:sldLayoutId id="2147483852" r:id="rId6"/>
    <p:sldLayoutId id="2147483853" r:id="rId7"/>
    <p:sldLayoutId id="2147483854" r:id="rId8"/>
    <p:sldLayoutId id="2147483855" r:id="rId9"/>
    <p:sldLayoutId id="2147483856" r:id="rId10"/>
    <p:sldLayoutId id="2147483857" r:id="rId11"/>
    <p:sldLayoutId id="2147483858" r:id="rId12"/>
    <p:sldLayoutId id="2147483859" r:id="rId13"/>
    <p:sldLayoutId id="2147483860" r:id="rId14"/>
    <p:sldLayoutId id="2147483861" r:id="rId15"/>
    <p:sldLayoutId id="2147483862" r:id="rId16"/>
    <p:sldLayoutId id="214748386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387" name=""/>
        <p:cNvGrpSpPr/>
        <p:nvPr/>
      </p:nvGrpSpPr>
      <p:grpSpPr/>
      <p:sp>
        <p:nvSpPr>
          <p:cNvPr id="104880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80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80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80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81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7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  <p:sldLayoutId id="2147483876" r:id="rId12"/>
    <p:sldLayoutId id="2147483877" r:id="rId13"/>
    <p:sldLayoutId id="2147483878" r:id="rId14"/>
    <p:sldLayoutId id="2147483879" r:id="rId15"/>
    <p:sldLayoutId id="2147483880" r:id="rId16"/>
    <p:sldLayoutId id="214748388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09" name=""/>
        <p:cNvGrpSpPr/>
        <p:nvPr/>
      </p:nvGrpSpPr>
      <p:grpSpPr/>
      <p:sp>
        <p:nvSpPr>
          <p:cNvPr id="104887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87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87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87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7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7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7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88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8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83" r:id="rId1"/>
    <p:sldLayoutId id="2147483884" r:id="rId2"/>
    <p:sldLayoutId id="2147483885" r:id="rId3"/>
    <p:sldLayoutId id="2147483886" r:id="rId4"/>
    <p:sldLayoutId id="2147483887" r:id="rId5"/>
    <p:sldLayoutId id="2147483888" r:id="rId6"/>
    <p:sldLayoutId id="2147483889" r:id="rId7"/>
    <p:sldLayoutId id="2147483890" r:id="rId8"/>
    <p:sldLayoutId id="2147483891" r:id="rId9"/>
    <p:sldLayoutId id="2147483892" r:id="rId10"/>
    <p:sldLayoutId id="2147483893" r:id="rId11"/>
    <p:sldLayoutId id="2147483894" r:id="rId12"/>
    <p:sldLayoutId id="2147483895" r:id="rId13"/>
    <p:sldLayoutId id="2147483896" r:id="rId14"/>
    <p:sldLayoutId id="2147483897" r:id="rId15"/>
    <p:sldLayoutId id="2147483898" r:id="rId16"/>
    <p:sldLayoutId id="214748389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  <p:sldLayoutId id="2147483910" r:id="rId10"/>
    <p:sldLayoutId id="2147483911" r:id="rId11"/>
    <p:sldLayoutId id="2147483912" r:id="rId12"/>
    <p:sldLayoutId id="2147483913" r:id="rId13"/>
    <p:sldLayoutId id="2147483914" r:id="rId14"/>
    <p:sldLayoutId id="2147483915" r:id="rId15"/>
    <p:sldLayoutId id="2147483916" r:id="rId16"/>
    <p:sldLayoutId id="214748391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52" name=""/>
        <p:cNvGrpSpPr/>
        <p:nvPr/>
      </p:nvGrpSpPr>
      <p:grpSpPr/>
      <p:sp>
        <p:nvSpPr>
          <p:cNvPr id="104897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7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7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7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7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7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8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19" r:id="rId1"/>
    <p:sldLayoutId id="2147483920" r:id="rId2"/>
    <p:sldLayoutId id="2147483921" r:id="rId3"/>
    <p:sldLayoutId id="2147483922" r:id="rId4"/>
    <p:sldLayoutId id="2147483923" r:id="rId5"/>
    <p:sldLayoutId id="2147483924" r:id="rId6"/>
    <p:sldLayoutId id="2147483925" r:id="rId7"/>
    <p:sldLayoutId id="2147483926" r:id="rId8"/>
    <p:sldLayoutId id="2147483927" r:id="rId9"/>
    <p:sldLayoutId id="2147483928" r:id="rId10"/>
    <p:sldLayoutId id="2147483929" r:id="rId11"/>
    <p:sldLayoutId id="2147483930" r:id="rId12"/>
    <p:sldLayoutId id="2147483931" r:id="rId13"/>
    <p:sldLayoutId id="2147483932" r:id="rId14"/>
    <p:sldLayoutId id="2147483933" r:id="rId15"/>
    <p:sldLayoutId id="2147483934" r:id="rId16"/>
    <p:sldLayoutId id="214748393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75" name=""/>
        <p:cNvGrpSpPr/>
        <p:nvPr/>
      </p:nvGrpSpPr>
      <p:grpSpPr/>
      <p:sp>
        <p:nvSpPr>
          <p:cNvPr id="104902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03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03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0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3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3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03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  <p:sldLayoutId id="2147483948" r:id="rId12"/>
    <p:sldLayoutId id="2147483949" r:id="rId13"/>
    <p:sldLayoutId id="2147483950" r:id="rId14"/>
    <p:sldLayoutId id="2147483951" r:id="rId15"/>
    <p:sldLayoutId id="2147483952" r:id="rId16"/>
    <p:sldLayoutId id="214748395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97" name=""/>
        <p:cNvGrpSpPr/>
        <p:nvPr/>
      </p:nvGrpSpPr>
      <p:grpSpPr/>
      <p:sp>
        <p:nvSpPr>
          <p:cNvPr id="104908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08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08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08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8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8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8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9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09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0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55" r:id="rId1"/>
    <p:sldLayoutId id="2147483956" r:id="rId2"/>
    <p:sldLayoutId id="2147483957" r:id="rId3"/>
    <p:sldLayoutId id="2147483958" r:id="rId4"/>
    <p:sldLayoutId id="2147483959" r:id="rId5"/>
    <p:sldLayoutId id="2147483960" r:id="rId6"/>
    <p:sldLayoutId id="2147483961" r:id="rId7"/>
    <p:sldLayoutId id="2147483962" r:id="rId8"/>
    <p:sldLayoutId id="2147483963" r:id="rId9"/>
    <p:sldLayoutId id="2147483964" r:id="rId10"/>
    <p:sldLayoutId id="2147483965" r:id="rId11"/>
    <p:sldLayoutId id="2147483966" r:id="rId12"/>
    <p:sldLayoutId id="2147483967" r:id="rId13"/>
    <p:sldLayoutId id="2147483968" r:id="rId14"/>
    <p:sldLayoutId id="2147483969" r:id="rId15"/>
    <p:sldLayoutId id="2147483970" r:id="rId16"/>
    <p:sldLayoutId id="214748397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518" name=""/>
        <p:cNvGrpSpPr/>
        <p:nvPr/>
      </p:nvGrpSpPr>
      <p:grpSpPr/>
      <p:sp>
        <p:nvSpPr>
          <p:cNvPr id="104912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12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12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12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2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2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2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2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13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0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73" r:id="rId1"/>
    <p:sldLayoutId id="2147483974" r:id="rId2"/>
    <p:sldLayoutId id="2147483975" r:id="rId3"/>
    <p:sldLayoutId id="2147483976" r:id="rId4"/>
    <p:sldLayoutId id="2147483977" r:id="rId5"/>
    <p:sldLayoutId id="2147483978" r:id="rId6"/>
    <p:sldLayoutId id="2147483979" r:id="rId7"/>
    <p:sldLayoutId id="2147483980" r:id="rId8"/>
    <p:sldLayoutId id="2147483981" r:id="rId9"/>
    <p:sldLayoutId id="2147483982" r:id="rId10"/>
    <p:sldLayoutId id="2147483983" r:id="rId11"/>
    <p:sldLayoutId id="2147483984" r:id="rId12"/>
    <p:sldLayoutId id="2147483985" r:id="rId13"/>
    <p:sldLayoutId id="2147483986" r:id="rId14"/>
    <p:sldLayoutId id="2147483987" r:id="rId15"/>
    <p:sldLayoutId id="2147483988" r:id="rId16"/>
    <p:sldLayoutId id="214748398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540" name=""/>
        <p:cNvGrpSpPr/>
        <p:nvPr/>
      </p:nvGrpSpPr>
      <p:grpSpPr/>
      <p:sp>
        <p:nvSpPr>
          <p:cNvPr id="104916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16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16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16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6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17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0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91" r:id="rId1"/>
    <p:sldLayoutId id="2147483992" r:id="rId2"/>
    <p:sldLayoutId id="2147483993" r:id="rId3"/>
    <p:sldLayoutId id="2147483994" r:id="rId4"/>
    <p:sldLayoutId id="2147483995" r:id="rId5"/>
    <p:sldLayoutId id="2147483996" r:id="rId6"/>
    <p:sldLayoutId id="2147483997" r:id="rId7"/>
    <p:sldLayoutId id="2147483998" r:id="rId8"/>
    <p:sldLayoutId id="2147483999" r:id="rId9"/>
    <p:sldLayoutId id="2147484000" r:id="rId10"/>
    <p:sldLayoutId id="2147484001" r:id="rId11"/>
    <p:sldLayoutId id="2147484002" r:id="rId12"/>
    <p:sldLayoutId id="2147484003" r:id="rId13"/>
    <p:sldLayoutId id="2147484004" r:id="rId14"/>
    <p:sldLayoutId id="2147484005" r:id="rId15"/>
    <p:sldLayoutId id="2147484006" r:id="rId16"/>
    <p:sldLayoutId id="214748400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561" name=""/>
        <p:cNvGrpSpPr/>
        <p:nvPr/>
      </p:nvGrpSpPr>
      <p:grpSpPr/>
      <p:sp>
        <p:nvSpPr>
          <p:cNvPr id="104919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20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20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20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20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0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09" r:id="rId1"/>
    <p:sldLayoutId id="2147484010" r:id="rId2"/>
    <p:sldLayoutId id="2147484011" r:id="rId3"/>
    <p:sldLayoutId id="2147484012" r:id="rId4"/>
    <p:sldLayoutId id="2147484013" r:id="rId5"/>
    <p:sldLayoutId id="2147484014" r:id="rId6"/>
    <p:sldLayoutId id="2147484015" r:id="rId7"/>
    <p:sldLayoutId id="2147484016" r:id="rId8"/>
    <p:sldLayoutId id="2147484017" r:id="rId9"/>
    <p:sldLayoutId id="2147484018" r:id="rId10"/>
    <p:sldLayoutId id="2147484019" r:id="rId11"/>
    <p:sldLayoutId id="2147484020" r:id="rId12"/>
    <p:sldLayoutId id="2147484021" r:id="rId13"/>
    <p:sldLayoutId id="2147484022" r:id="rId14"/>
    <p:sldLayoutId id="2147484023" r:id="rId15"/>
    <p:sldLayoutId id="2147484024" r:id="rId16"/>
    <p:sldLayoutId id="214748402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584" name=""/>
        <p:cNvGrpSpPr/>
        <p:nvPr/>
      </p:nvGrpSpPr>
      <p:grpSpPr/>
      <p:sp>
        <p:nvSpPr>
          <p:cNvPr id="104926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26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26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26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6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6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6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6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27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1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27" r:id="rId1"/>
    <p:sldLayoutId id="2147484028" r:id="rId2"/>
    <p:sldLayoutId id="2147484029" r:id="rId3"/>
    <p:sldLayoutId id="2147484030" r:id="rId4"/>
    <p:sldLayoutId id="2147484031" r:id="rId5"/>
    <p:sldLayoutId id="2147484032" r:id="rId6"/>
    <p:sldLayoutId id="2147484033" r:id="rId7"/>
    <p:sldLayoutId id="2147484034" r:id="rId8"/>
    <p:sldLayoutId id="2147484035" r:id="rId9"/>
    <p:sldLayoutId id="2147484036" r:id="rId10"/>
    <p:sldLayoutId id="2147484037" r:id="rId11"/>
    <p:sldLayoutId id="2147484038" r:id="rId12"/>
    <p:sldLayoutId id="2147484039" r:id="rId13"/>
    <p:sldLayoutId id="2147484040" r:id="rId14"/>
    <p:sldLayoutId id="2147484041" r:id="rId15"/>
    <p:sldLayoutId id="2147484042" r:id="rId16"/>
    <p:sldLayoutId id="214748404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606" name=""/>
        <p:cNvGrpSpPr/>
        <p:nvPr/>
      </p:nvGrpSpPr>
      <p:grpSpPr/>
      <p:sp>
        <p:nvSpPr>
          <p:cNvPr id="104930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30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30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31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1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1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1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1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31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1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45" r:id="rId1"/>
    <p:sldLayoutId id="2147484046" r:id="rId2"/>
    <p:sldLayoutId id="2147484047" r:id="rId3"/>
    <p:sldLayoutId id="2147484048" r:id="rId4"/>
    <p:sldLayoutId id="2147484049" r:id="rId5"/>
    <p:sldLayoutId id="2147484050" r:id="rId6"/>
    <p:sldLayoutId id="2147484051" r:id="rId7"/>
    <p:sldLayoutId id="2147484052" r:id="rId8"/>
    <p:sldLayoutId id="2147484053" r:id="rId9"/>
    <p:sldLayoutId id="2147484054" r:id="rId10"/>
    <p:sldLayoutId id="2147484055" r:id="rId11"/>
    <p:sldLayoutId id="2147484056" r:id="rId12"/>
    <p:sldLayoutId id="2147484057" r:id="rId13"/>
    <p:sldLayoutId id="2147484058" r:id="rId14"/>
    <p:sldLayoutId id="2147484059" r:id="rId15"/>
    <p:sldLayoutId id="2147484060" r:id="rId16"/>
    <p:sldLayoutId id="214748406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628" name=""/>
        <p:cNvGrpSpPr/>
        <p:nvPr/>
      </p:nvGrpSpPr>
      <p:grpSpPr/>
      <p:sp>
        <p:nvSpPr>
          <p:cNvPr id="104934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34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34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34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34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1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63" r:id="rId1"/>
    <p:sldLayoutId id="2147484064" r:id="rId2"/>
    <p:sldLayoutId id="2147484065" r:id="rId3"/>
    <p:sldLayoutId id="2147484066" r:id="rId4"/>
    <p:sldLayoutId id="2147484067" r:id="rId5"/>
    <p:sldLayoutId id="2147484068" r:id="rId6"/>
    <p:sldLayoutId id="2147484069" r:id="rId7"/>
    <p:sldLayoutId id="2147484070" r:id="rId8"/>
    <p:sldLayoutId id="2147484071" r:id="rId9"/>
    <p:sldLayoutId id="2147484072" r:id="rId10"/>
    <p:sldLayoutId id="2147484073" r:id="rId11"/>
    <p:sldLayoutId id="2147484074" r:id="rId12"/>
    <p:sldLayoutId id="2147484075" r:id="rId13"/>
    <p:sldLayoutId id="2147484076" r:id="rId14"/>
    <p:sldLayoutId id="2147484077" r:id="rId15"/>
    <p:sldLayoutId id="2147484078" r:id="rId16"/>
    <p:sldLayoutId id="214748407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650" name=""/>
        <p:cNvGrpSpPr/>
        <p:nvPr/>
      </p:nvGrpSpPr>
      <p:grpSpPr/>
      <p:sp>
        <p:nvSpPr>
          <p:cNvPr id="104938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39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39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39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9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9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9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9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39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81" r:id="rId1"/>
    <p:sldLayoutId id="2147484082" r:id="rId2"/>
    <p:sldLayoutId id="2147484083" r:id="rId3"/>
    <p:sldLayoutId id="2147484084" r:id="rId4"/>
    <p:sldLayoutId id="2147484085" r:id="rId5"/>
    <p:sldLayoutId id="2147484086" r:id="rId6"/>
    <p:sldLayoutId id="2147484087" r:id="rId7"/>
    <p:sldLayoutId id="2147484088" r:id="rId8"/>
    <p:sldLayoutId id="2147484089" r:id="rId9"/>
    <p:sldLayoutId id="2147484090" r:id="rId10"/>
    <p:sldLayoutId id="2147484091" r:id="rId11"/>
    <p:sldLayoutId id="2147484092" r:id="rId12"/>
    <p:sldLayoutId id="2147484093" r:id="rId13"/>
    <p:sldLayoutId id="2147484094" r:id="rId14"/>
    <p:sldLayoutId id="2147484095" r:id="rId15"/>
    <p:sldLayoutId id="2147484096" r:id="rId16"/>
    <p:sldLayoutId id="214748409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672" name=""/>
        <p:cNvGrpSpPr/>
        <p:nvPr/>
      </p:nvGrpSpPr>
      <p:grpSpPr/>
      <p:sp>
        <p:nvSpPr>
          <p:cNvPr id="104942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43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43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4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3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3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43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99" r:id="rId1"/>
    <p:sldLayoutId id="2147484100" r:id="rId2"/>
    <p:sldLayoutId id="2147484101" r:id="rId3"/>
    <p:sldLayoutId id="2147484102" r:id="rId4"/>
    <p:sldLayoutId id="2147484103" r:id="rId5"/>
    <p:sldLayoutId id="2147484104" r:id="rId6"/>
    <p:sldLayoutId id="2147484105" r:id="rId7"/>
    <p:sldLayoutId id="2147484106" r:id="rId8"/>
    <p:sldLayoutId id="2147484107" r:id="rId9"/>
    <p:sldLayoutId id="2147484108" r:id="rId10"/>
    <p:sldLayoutId id="2147484109" r:id="rId11"/>
    <p:sldLayoutId id="2147484110" r:id="rId12"/>
    <p:sldLayoutId id="2147484111" r:id="rId13"/>
    <p:sldLayoutId id="2147484112" r:id="rId14"/>
    <p:sldLayoutId id="2147484113" r:id="rId15"/>
    <p:sldLayoutId id="2147484114" r:id="rId16"/>
    <p:sldLayoutId id="214748411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694" name=""/>
        <p:cNvGrpSpPr/>
        <p:nvPr/>
      </p:nvGrpSpPr>
      <p:grpSpPr/>
      <p:sp>
        <p:nvSpPr>
          <p:cNvPr id="104946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46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47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47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7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7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7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7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47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3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17" r:id="rId1"/>
    <p:sldLayoutId id="2147484118" r:id="rId2"/>
    <p:sldLayoutId id="2147484119" r:id="rId3"/>
    <p:sldLayoutId id="2147484120" r:id="rId4"/>
    <p:sldLayoutId id="2147484121" r:id="rId5"/>
    <p:sldLayoutId id="2147484122" r:id="rId6"/>
    <p:sldLayoutId id="2147484123" r:id="rId7"/>
    <p:sldLayoutId id="2147484124" r:id="rId8"/>
    <p:sldLayoutId id="2147484125" r:id="rId9"/>
    <p:sldLayoutId id="2147484126" r:id="rId10"/>
    <p:sldLayoutId id="2147484127" r:id="rId11"/>
    <p:sldLayoutId id="2147484128" r:id="rId12"/>
    <p:sldLayoutId id="2147484129" r:id="rId13"/>
    <p:sldLayoutId id="2147484130" r:id="rId14"/>
    <p:sldLayoutId id="2147484131" r:id="rId15"/>
    <p:sldLayoutId id="2147484132" r:id="rId16"/>
    <p:sldLayoutId id="214748413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763" name=""/>
        <p:cNvGrpSpPr/>
        <p:nvPr/>
      </p:nvGrpSpPr>
      <p:grpSpPr/>
      <p:sp>
        <p:nvSpPr>
          <p:cNvPr id="104956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56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56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57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57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57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57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57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57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6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35" r:id="rId1"/>
    <p:sldLayoutId id="2147484136" r:id="rId2"/>
    <p:sldLayoutId id="2147484137" r:id="rId3"/>
    <p:sldLayoutId id="2147484138" r:id="rId4"/>
    <p:sldLayoutId id="2147484139" r:id="rId5"/>
    <p:sldLayoutId id="2147484140" r:id="rId6"/>
    <p:sldLayoutId id="2147484141" r:id="rId7"/>
    <p:sldLayoutId id="2147484142" r:id="rId8"/>
    <p:sldLayoutId id="2147484143" r:id="rId9"/>
    <p:sldLayoutId id="2147484144" r:id="rId10"/>
    <p:sldLayoutId id="2147484145" r:id="rId11"/>
    <p:sldLayoutId id="2147484146" r:id="rId12"/>
    <p:sldLayoutId id="2147484147" r:id="rId13"/>
    <p:sldLayoutId id="2147484148" r:id="rId14"/>
    <p:sldLayoutId id="2147484149" r:id="rId15"/>
    <p:sldLayoutId id="2147484150" r:id="rId16"/>
    <p:sldLayoutId id="214748415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819" name=""/>
        <p:cNvGrpSpPr/>
        <p:nvPr/>
      </p:nvGrpSpPr>
      <p:grpSpPr/>
      <p:sp>
        <p:nvSpPr>
          <p:cNvPr id="104965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65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5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5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5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7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53" r:id="rId1"/>
    <p:sldLayoutId id="2147484154" r:id="rId2"/>
    <p:sldLayoutId id="2147484155" r:id="rId3"/>
    <p:sldLayoutId id="2147484156" r:id="rId4"/>
    <p:sldLayoutId id="2147484157" r:id="rId5"/>
    <p:sldLayoutId id="2147484158" r:id="rId6"/>
    <p:sldLayoutId id="2147484159" r:id="rId7"/>
    <p:sldLayoutId id="2147484160" r:id="rId8"/>
    <p:sldLayoutId id="2147484161" r:id="rId9"/>
    <p:sldLayoutId id="2147484162" r:id="rId10"/>
    <p:sldLayoutId id="2147484163" r:id="rId11"/>
    <p:sldLayoutId id="2147484164" r:id="rId12"/>
    <p:sldLayoutId id="2147484165" r:id="rId13"/>
    <p:sldLayoutId id="2147484166" r:id="rId14"/>
    <p:sldLayoutId id="2147484167" r:id="rId15"/>
    <p:sldLayoutId id="2147484168" r:id="rId16"/>
    <p:sldLayoutId id="214748416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859" name=""/>
        <p:cNvGrpSpPr/>
        <p:nvPr/>
      </p:nvGrpSpPr>
      <p:grpSpPr/>
      <p:sp>
        <p:nvSpPr>
          <p:cNvPr id="104968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68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8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8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8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7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71" r:id="rId1"/>
    <p:sldLayoutId id="2147484172" r:id="rId2"/>
    <p:sldLayoutId id="2147484173" r:id="rId3"/>
    <p:sldLayoutId id="2147484174" r:id="rId4"/>
    <p:sldLayoutId id="2147484175" r:id="rId5"/>
    <p:sldLayoutId id="2147484176" r:id="rId6"/>
    <p:sldLayoutId id="2147484177" r:id="rId7"/>
    <p:sldLayoutId id="2147484178" r:id="rId8"/>
    <p:sldLayoutId id="2147484179" r:id="rId9"/>
    <p:sldLayoutId id="2147484180" r:id="rId10"/>
    <p:sldLayoutId id="2147484181" r:id="rId11"/>
    <p:sldLayoutId id="2147484182" r:id="rId12"/>
    <p:sldLayoutId id="2147484183" r:id="rId13"/>
    <p:sldLayoutId id="2147484184" r:id="rId14"/>
    <p:sldLayoutId id="2147484185" r:id="rId15"/>
    <p:sldLayoutId id="2147484186" r:id="rId16"/>
    <p:sldLayoutId id="214748418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879" name=""/>
        <p:cNvGrpSpPr/>
        <p:nvPr/>
      </p:nvGrpSpPr>
      <p:grpSpPr/>
      <p:sp>
        <p:nvSpPr>
          <p:cNvPr id="104969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69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9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9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0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0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7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89" r:id="rId1"/>
    <p:sldLayoutId id="2147484190" r:id="rId2"/>
    <p:sldLayoutId id="2147484191" r:id="rId3"/>
    <p:sldLayoutId id="2147484192" r:id="rId4"/>
    <p:sldLayoutId id="2147484193" r:id="rId5"/>
    <p:sldLayoutId id="2147484194" r:id="rId6"/>
    <p:sldLayoutId id="2147484195" r:id="rId7"/>
    <p:sldLayoutId id="2147484196" r:id="rId8"/>
    <p:sldLayoutId id="2147484197" r:id="rId9"/>
    <p:sldLayoutId id="2147484198" r:id="rId10"/>
    <p:sldLayoutId id="2147484199" r:id="rId11"/>
    <p:sldLayoutId id="2147484200" r:id="rId12"/>
    <p:sldLayoutId id="2147484201" r:id="rId13"/>
    <p:sldLayoutId id="2147484202" r:id="rId14"/>
    <p:sldLayoutId id="2147484203" r:id="rId15"/>
    <p:sldLayoutId id="2147484204" r:id="rId16"/>
    <p:sldLayoutId id="214748420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905" name=""/>
        <p:cNvGrpSpPr/>
        <p:nvPr/>
      </p:nvGrpSpPr>
      <p:grpSpPr/>
      <p:sp>
        <p:nvSpPr>
          <p:cNvPr id="10497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7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7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7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7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07" r:id="rId1"/>
    <p:sldLayoutId id="2147484208" r:id="rId2"/>
    <p:sldLayoutId id="2147484209" r:id="rId3"/>
    <p:sldLayoutId id="2147484210" r:id="rId4"/>
    <p:sldLayoutId id="2147484211" r:id="rId5"/>
    <p:sldLayoutId id="2147484212" r:id="rId6"/>
    <p:sldLayoutId id="2147484213" r:id="rId7"/>
    <p:sldLayoutId id="2147484214" r:id="rId8"/>
    <p:sldLayoutId id="2147484215" r:id="rId9"/>
    <p:sldLayoutId id="2147484216" r:id="rId10"/>
    <p:sldLayoutId id="2147484217" r:id="rId11"/>
    <p:sldLayoutId id="2147484218" r:id="rId12"/>
    <p:sldLayoutId id="2147484219" r:id="rId13"/>
    <p:sldLayoutId id="2147484220" r:id="rId14"/>
    <p:sldLayoutId id="2147484221" r:id="rId15"/>
    <p:sldLayoutId id="2147484222" r:id="rId16"/>
    <p:sldLayoutId id="214748422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927" name=""/>
        <p:cNvGrpSpPr/>
        <p:nvPr/>
      </p:nvGrpSpPr>
      <p:grpSpPr/>
      <p:sp>
        <p:nvSpPr>
          <p:cNvPr id="104975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75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75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75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5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5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6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7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25" r:id="rId1"/>
    <p:sldLayoutId id="2147484226" r:id="rId2"/>
    <p:sldLayoutId id="2147484227" r:id="rId3"/>
    <p:sldLayoutId id="2147484228" r:id="rId4"/>
    <p:sldLayoutId id="2147484229" r:id="rId5"/>
    <p:sldLayoutId id="2147484230" r:id="rId6"/>
    <p:sldLayoutId id="2147484231" r:id="rId7"/>
    <p:sldLayoutId id="2147484232" r:id="rId8"/>
    <p:sldLayoutId id="2147484233" r:id="rId9"/>
    <p:sldLayoutId id="2147484234" r:id="rId10"/>
    <p:sldLayoutId id="2147484235" r:id="rId11"/>
    <p:sldLayoutId id="2147484236" r:id="rId12"/>
    <p:sldLayoutId id="2147484237" r:id="rId13"/>
    <p:sldLayoutId id="2147484238" r:id="rId14"/>
    <p:sldLayoutId id="2147484239" r:id="rId15"/>
    <p:sldLayoutId id="2147484240" r:id="rId16"/>
    <p:sldLayoutId id="214748424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957" name=""/>
        <p:cNvGrpSpPr/>
        <p:nvPr/>
      </p:nvGrpSpPr>
      <p:grpSpPr/>
      <p:sp>
        <p:nvSpPr>
          <p:cNvPr id="104981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81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81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82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2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2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2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2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82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7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43" r:id="rId1"/>
    <p:sldLayoutId id="2147484244" r:id="rId2"/>
    <p:sldLayoutId id="2147484245" r:id="rId3"/>
    <p:sldLayoutId id="2147484246" r:id="rId4"/>
    <p:sldLayoutId id="2147484247" r:id="rId5"/>
    <p:sldLayoutId id="2147484248" r:id="rId6"/>
    <p:sldLayoutId id="2147484249" r:id="rId7"/>
    <p:sldLayoutId id="2147484250" r:id="rId8"/>
    <p:sldLayoutId id="2147484251" r:id="rId9"/>
    <p:sldLayoutId id="2147484252" r:id="rId10"/>
    <p:sldLayoutId id="2147484253" r:id="rId11"/>
    <p:sldLayoutId id="2147484254" r:id="rId12"/>
    <p:sldLayoutId id="2147484255" r:id="rId13"/>
    <p:sldLayoutId id="2147484256" r:id="rId14"/>
    <p:sldLayoutId id="2147484257" r:id="rId15"/>
    <p:sldLayoutId id="2147484258" r:id="rId16"/>
    <p:sldLayoutId id="214748425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980" name=""/>
        <p:cNvGrpSpPr/>
        <p:nvPr/>
      </p:nvGrpSpPr>
      <p:grpSpPr/>
      <p:sp>
        <p:nvSpPr>
          <p:cNvPr id="104988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88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88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89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89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8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61" r:id="rId1"/>
    <p:sldLayoutId id="2147484262" r:id="rId2"/>
    <p:sldLayoutId id="2147484263" r:id="rId3"/>
    <p:sldLayoutId id="2147484264" r:id="rId4"/>
    <p:sldLayoutId id="2147484265" r:id="rId5"/>
    <p:sldLayoutId id="2147484266" r:id="rId6"/>
    <p:sldLayoutId id="2147484267" r:id="rId7"/>
    <p:sldLayoutId id="2147484268" r:id="rId8"/>
    <p:sldLayoutId id="2147484269" r:id="rId9"/>
    <p:sldLayoutId id="2147484270" r:id="rId10"/>
    <p:sldLayoutId id="2147484271" r:id="rId11"/>
    <p:sldLayoutId id="2147484272" r:id="rId12"/>
    <p:sldLayoutId id="2147484273" r:id="rId13"/>
    <p:sldLayoutId id="2147484274" r:id="rId14"/>
    <p:sldLayoutId id="2147484275" r:id="rId15"/>
    <p:sldLayoutId id="2147484276" r:id="rId16"/>
    <p:sldLayoutId id="214748427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07" name=""/>
        <p:cNvGrpSpPr/>
        <p:nvPr/>
      </p:nvGrpSpPr>
      <p:grpSpPr/>
      <p:sp>
        <p:nvSpPr>
          <p:cNvPr id="104993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93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93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93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3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3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94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79" r:id="rId1"/>
    <p:sldLayoutId id="2147484280" r:id="rId2"/>
    <p:sldLayoutId id="2147484281" r:id="rId3"/>
    <p:sldLayoutId id="2147484282" r:id="rId4"/>
    <p:sldLayoutId id="2147484283" r:id="rId5"/>
    <p:sldLayoutId id="2147484284" r:id="rId6"/>
    <p:sldLayoutId id="2147484285" r:id="rId7"/>
    <p:sldLayoutId id="2147484286" r:id="rId8"/>
    <p:sldLayoutId id="2147484287" r:id="rId9"/>
    <p:sldLayoutId id="2147484288" r:id="rId10"/>
    <p:sldLayoutId id="2147484289" r:id="rId11"/>
    <p:sldLayoutId id="2147484290" r:id="rId12"/>
    <p:sldLayoutId id="2147484291" r:id="rId13"/>
    <p:sldLayoutId id="2147484292" r:id="rId14"/>
    <p:sldLayoutId id="2147484293" r:id="rId15"/>
    <p:sldLayoutId id="2147484294" r:id="rId16"/>
    <p:sldLayoutId id="214748429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29" name=""/>
        <p:cNvGrpSpPr/>
        <p:nvPr/>
      </p:nvGrpSpPr>
      <p:grpSpPr/>
      <p:sp>
        <p:nvSpPr>
          <p:cNvPr id="104995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95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95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95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96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97" r:id="rId1"/>
    <p:sldLayoutId id="2147484298" r:id="rId2"/>
    <p:sldLayoutId id="2147484299" r:id="rId3"/>
    <p:sldLayoutId id="2147484300" r:id="rId4"/>
    <p:sldLayoutId id="2147484301" r:id="rId5"/>
    <p:sldLayoutId id="2147484302" r:id="rId6"/>
    <p:sldLayoutId id="2147484303" r:id="rId7"/>
    <p:sldLayoutId id="2147484304" r:id="rId8"/>
    <p:sldLayoutId id="2147484305" r:id="rId9"/>
    <p:sldLayoutId id="2147484306" r:id="rId10"/>
    <p:sldLayoutId id="2147484307" r:id="rId11"/>
    <p:sldLayoutId id="2147484308" r:id="rId12"/>
    <p:sldLayoutId id="2147484309" r:id="rId13"/>
    <p:sldLayoutId id="2147484310" r:id="rId14"/>
    <p:sldLayoutId id="2147484311" r:id="rId15"/>
    <p:sldLayoutId id="2147484312" r:id="rId16"/>
    <p:sldLayoutId id="214748431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49" name=""/>
        <p:cNvGrpSpPr/>
        <p:nvPr/>
      </p:nvGrpSpPr>
      <p:grpSpPr/>
      <p:sp>
        <p:nvSpPr>
          <p:cNvPr id="104996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997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97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97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97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15" r:id="rId1"/>
    <p:sldLayoutId id="2147484316" r:id="rId2"/>
    <p:sldLayoutId id="2147484317" r:id="rId3"/>
    <p:sldLayoutId id="2147484318" r:id="rId4"/>
    <p:sldLayoutId id="2147484319" r:id="rId5"/>
    <p:sldLayoutId id="2147484320" r:id="rId6"/>
    <p:sldLayoutId id="2147484321" r:id="rId7"/>
    <p:sldLayoutId id="2147484322" r:id="rId8"/>
    <p:sldLayoutId id="2147484323" r:id="rId9"/>
    <p:sldLayoutId id="2147484324" r:id="rId10"/>
    <p:sldLayoutId id="2147484325" r:id="rId11"/>
    <p:sldLayoutId id="2147484326" r:id="rId12"/>
    <p:sldLayoutId id="2147484327" r:id="rId13"/>
    <p:sldLayoutId id="2147484328" r:id="rId14"/>
    <p:sldLayoutId id="2147484329" r:id="rId15"/>
    <p:sldLayoutId id="2147484330" r:id="rId16"/>
    <p:sldLayoutId id="214748433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116" name=""/>
        <p:cNvGrpSpPr/>
        <p:nvPr/>
      </p:nvGrpSpPr>
      <p:grpSpPr/>
      <p:sp>
        <p:nvSpPr>
          <p:cNvPr id="105018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18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18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18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19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33" r:id="rId1"/>
    <p:sldLayoutId id="2147484334" r:id="rId2"/>
    <p:sldLayoutId id="2147484335" r:id="rId3"/>
    <p:sldLayoutId id="2147484336" r:id="rId4"/>
    <p:sldLayoutId id="2147484337" r:id="rId5"/>
    <p:sldLayoutId id="2147484338" r:id="rId6"/>
    <p:sldLayoutId id="2147484339" r:id="rId7"/>
    <p:sldLayoutId id="2147484340" r:id="rId8"/>
    <p:sldLayoutId id="2147484341" r:id="rId9"/>
    <p:sldLayoutId id="2147484342" r:id="rId10"/>
    <p:sldLayoutId id="2147484343" r:id="rId11"/>
    <p:sldLayoutId id="2147484344" r:id="rId12"/>
    <p:sldLayoutId id="2147484345" r:id="rId13"/>
    <p:sldLayoutId id="2147484346" r:id="rId14"/>
    <p:sldLayoutId id="2147484347" r:id="rId15"/>
    <p:sldLayoutId id="2147484348" r:id="rId16"/>
    <p:sldLayoutId id="214748434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167" name=""/>
        <p:cNvGrpSpPr/>
        <p:nvPr/>
      </p:nvGrpSpPr>
      <p:grpSpPr/>
      <p:sp>
        <p:nvSpPr>
          <p:cNvPr id="105031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31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31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31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1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1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1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1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32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3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51" r:id="rId1"/>
    <p:sldLayoutId id="2147484352" r:id="rId2"/>
    <p:sldLayoutId id="2147484353" r:id="rId3"/>
    <p:sldLayoutId id="2147484354" r:id="rId4"/>
    <p:sldLayoutId id="2147484355" r:id="rId5"/>
    <p:sldLayoutId id="2147484356" r:id="rId6"/>
    <p:sldLayoutId id="2147484357" r:id="rId7"/>
    <p:sldLayoutId id="2147484358" r:id="rId8"/>
    <p:sldLayoutId id="2147484359" r:id="rId9"/>
    <p:sldLayoutId id="2147484360" r:id="rId10"/>
    <p:sldLayoutId id="2147484361" r:id="rId11"/>
    <p:sldLayoutId id="2147484362" r:id="rId12"/>
    <p:sldLayoutId id="2147484363" r:id="rId13"/>
    <p:sldLayoutId id="2147484364" r:id="rId14"/>
    <p:sldLayoutId id="2147484365" r:id="rId15"/>
    <p:sldLayoutId id="2147484366" r:id="rId16"/>
    <p:sldLayoutId id="214748436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238" name=""/>
        <p:cNvGrpSpPr/>
        <p:nvPr/>
      </p:nvGrpSpPr>
      <p:grpSpPr/>
      <p:sp>
        <p:nvSpPr>
          <p:cNvPr id="105045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45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5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6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6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6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6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6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6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5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69" r:id="rId1"/>
    <p:sldLayoutId id="2147484370" r:id="rId2"/>
    <p:sldLayoutId id="2147484371" r:id="rId3"/>
    <p:sldLayoutId id="2147484372" r:id="rId4"/>
    <p:sldLayoutId id="2147484373" r:id="rId5"/>
    <p:sldLayoutId id="2147484374" r:id="rId6"/>
    <p:sldLayoutId id="2147484375" r:id="rId7"/>
    <p:sldLayoutId id="2147484376" r:id="rId8"/>
    <p:sldLayoutId id="2147484377" r:id="rId9"/>
    <p:sldLayoutId id="2147484378" r:id="rId10"/>
    <p:sldLayoutId id="2147484379" r:id="rId11"/>
    <p:sldLayoutId id="2147484380" r:id="rId12"/>
    <p:sldLayoutId id="2147484381" r:id="rId13"/>
    <p:sldLayoutId id="2147484382" r:id="rId14"/>
    <p:sldLayoutId id="2147484383" r:id="rId15"/>
    <p:sldLayoutId id="2147484384" r:id="rId16"/>
    <p:sldLayoutId id="214748438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258" name=""/>
        <p:cNvGrpSpPr/>
        <p:nvPr/>
      </p:nvGrpSpPr>
      <p:grpSpPr/>
      <p:sp>
        <p:nvSpPr>
          <p:cNvPr id="105047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47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7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7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7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5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87" r:id="rId1"/>
    <p:sldLayoutId id="2147484388" r:id="rId2"/>
    <p:sldLayoutId id="2147484389" r:id="rId3"/>
    <p:sldLayoutId id="2147484390" r:id="rId4"/>
    <p:sldLayoutId id="2147484391" r:id="rId5"/>
    <p:sldLayoutId id="2147484392" r:id="rId6"/>
    <p:sldLayoutId id="2147484393" r:id="rId7"/>
    <p:sldLayoutId id="2147484394" r:id="rId8"/>
    <p:sldLayoutId id="2147484395" r:id="rId9"/>
    <p:sldLayoutId id="2147484396" r:id="rId10"/>
    <p:sldLayoutId id="2147484397" r:id="rId11"/>
    <p:sldLayoutId id="2147484398" r:id="rId12"/>
    <p:sldLayoutId id="2147484399" r:id="rId13"/>
    <p:sldLayoutId id="2147484400" r:id="rId14"/>
    <p:sldLayoutId id="2147484401" r:id="rId15"/>
    <p:sldLayoutId id="2147484402" r:id="rId16"/>
    <p:sldLayoutId id="214748440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278" name=""/>
        <p:cNvGrpSpPr/>
        <p:nvPr/>
      </p:nvGrpSpPr>
      <p:grpSpPr/>
      <p:sp>
        <p:nvSpPr>
          <p:cNvPr id="105048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48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8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8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8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8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9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9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9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6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05" r:id="rId1"/>
    <p:sldLayoutId id="2147484406" r:id="rId2"/>
    <p:sldLayoutId id="2147484407" r:id="rId3"/>
    <p:sldLayoutId id="2147484408" r:id="rId4"/>
    <p:sldLayoutId id="2147484409" r:id="rId5"/>
    <p:sldLayoutId id="2147484410" r:id="rId6"/>
    <p:sldLayoutId id="2147484411" r:id="rId7"/>
    <p:sldLayoutId id="2147484412" r:id="rId8"/>
    <p:sldLayoutId id="2147484413" r:id="rId9"/>
    <p:sldLayoutId id="2147484414" r:id="rId10"/>
    <p:sldLayoutId id="2147484415" r:id="rId11"/>
    <p:sldLayoutId id="2147484416" r:id="rId12"/>
    <p:sldLayoutId id="2147484417" r:id="rId13"/>
    <p:sldLayoutId id="2147484418" r:id="rId14"/>
    <p:sldLayoutId id="2147484419" r:id="rId15"/>
    <p:sldLayoutId id="2147484420" r:id="rId16"/>
    <p:sldLayoutId id="214748442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300" name=""/>
        <p:cNvGrpSpPr/>
        <p:nvPr/>
      </p:nvGrpSpPr>
      <p:grpSpPr/>
      <p:sp>
        <p:nvSpPr>
          <p:cNvPr id="105050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50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50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50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0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0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0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0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50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6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23" r:id="rId1"/>
    <p:sldLayoutId id="2147484424" r:id="rId2"/>
    <p:sldLayoutId id="2147484425" r:id="rId3"/>
    <p:sldLayoutId id="2147484426" r:id="rId4"/>
    <p:sldLayoutId id="2147484427" r:id="rId5"/>
    <p:sldLayoutId id="2147484428" r:id="rId6"/>
    <p:sldLayoutId id="2147484429" r:id="rId7"/>
    <p:sldLayoutId id="2147484430" r:id="rId8"/>
    <p:sldLayoutId id="2147484431" r:id="rId9"/>
    <p:sldLayoutId id="2147484432" r:id="rId10"/>
    <p:sldLayoutId id="2147484433" r:id="rId11"/>
    <p:sldLayoutId id="2147484434" r:id="rId12"/>
    <p:sldLayoutId id="2147484435" r:id="rId13"/>
    <p:sldLayoutId id="2147484436" r:id="rId14"/>
    <p:sldLayoutId id="2147484437" r:id="rId15"/>
    <p:sldLayoutId id="2147484438" r:id="rId16"/>
    <p:sldLayoutId id="214748443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373" name=""/>
        <p:cNvGrpSpPr/>
        <p:nvPr/>
      </p:nvGrpSpPr>
      <p:grpSpPr/>
      <p:sp>
        <p:nvSpPr>
          <p:cNvPr id="105067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67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67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67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67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7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41" r:id="rId1"/>
    <p:sldLayoutId id="2147484442" r:id="rId2"/>
    <p:sldLayoutId id="2147484443" r:id="rId3"/>
    <p:sldLayoutId id="2147484444" r:id="rId4"/>
    <p:sldLayoutId id="2147484445" r:id="rId5"/>
    <p:sldLayoutId id="2147484446" r:id="rId6"/>
    <p:sldLayoutId id="2147484447" r:id="rId7"/>
    <p:sldLayoutId id="2147484448" r:id="rId8"/>
    <p:sldLayoutId id="2147484449" r:id="rId9"/>
    <p:sldLayoutId id="2147484450" r:id="rId10"/>
    <p:sldLayoutId id="2147484451" r:id="rId11"/>
    <p:sldLayoutId id="2147484452" r:id="rId12"/>
    <p:sldLayoutId id="2147484453" r:id="rId13"/>
    <p:sldLayoutId id="2147484454" r:id="rId14"/>
    <p:sldLayoutId id="2147484455" r:id="rId15"/>
    <p:sldLayoutId id="2147484456" r:id="rId16"/>
    <p:sldLayoutId id="214748445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403" name=""/>
        <p:cNvGrpSpPr/>
        <p:nvPr/>
      </p:nvGrpSpPr>
      <p:grpSpPr/>
      <p:sp>
        <p:nvSpPr>
          <p:cNvPr id="105075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75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75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76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76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7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59" r:id="rId1"/>
    <p:sldLayoutId id="2147484460" r:id="rId2"/>
    <p:sldLayoutId id="2147484461" r:id="rId3"/>
    <p:sldLayoutId id="2147484462" r:id="rId4"/>
    <p:sldLayoutId id="2147484463" r:id="rId5"/>
    <p:sldLayoutId id="2147484464" r:id="rId6"/>
    <p:sldLayoutId id="2147484465" r:id="rId7"/>
    <p:sldLayoutId id="2147484466" r:id="rId8"/>
    <p:sldLayoutId id="2147484467" r:id="rId9"/>
    <p:sldLayoutId id="2147484468" r:id="rId10"/>
    <p:sldLayoutId id="2147484469" r:id="rId11"/>
    <p:sldLayoutId id="2147484470" r:id="rId12"/>
    <p:sldLayoutId id="2147484471" r:id="rId13"/>
    <p:sldLayoutId id="2147484472" r:id="rId14"/>
    <p:sldLayoutId id="2147484473" r:id="rId15"/>
    <p:sldLayoutId id="2147484474" r:id="rId16"/>
    <p:sldLayoutId id="214748447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431" name=""/>
        <p:cNvGrpSpPr/>
        <p:nvPr/>
      </p:nvGrpSpPr>
      <p:grpSpPr/>
      <p:sp>
        <p:nvSpPr>
          <p:cNvPr id="105083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83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3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3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3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3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3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4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8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77" r:id="rId1"/>
    <p:sldLayoutId id="2147484478" r:id="rId2"/>
    <p:sldLayoutId id="2147484479" r:id="rId3"/>
    <p:sldLayoutId id="2147484480" r:id="rId4"/>
    <p:sldLayoutId id="2147484481" r:id="rId5"/>
    <p:sldLayoutId id="2147484482" r:id="rId6"/>
    <p:sldLayoutId id="2147484483" r:id="rId7"/>
    <p:sldLayoutId id="2147484484" r:id="rId8"/>
    <p:sldLayoutId id="2147484485" r:id="rId9"/>
    <p:sldLayoutId id="2147484486" r:id="rId10"/>
    <p:sldLayoutId id="2147484487" r:id="rId11"/>
    <p:sldLayoutId id="2147484488" r:id="rId12"/>
    <p:sldLayoutId id="2147484489" r:id="rId13"/>
    <p:sldLayoutId id="2147484490" r:id="rId14"/>
    <p:sldLayoutId id="2147484491" r:id="rId15"/>
    <p:sldLayoutId id="2147484492" r:id="rId16"/>
    <p:sldLayoutId id="214748449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451" name=""/>
        <p:cNvGrpSpPr/>
        <p:nvPr/>
      </p:nvGrpSpPr>
      <p:grpSpPr/>
      <p:sp>
        <p:nvSpPr>
          <p:cNvPr id="105084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84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5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5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5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8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95" r:id="rId1"/>
    <p:sldLayoutId id="2147484496" r:id="rId2"/>
    <p:sldLayoutId id="2147484497" r:id="rId3"/>
    <p:sldLayoutId id="2147484498" r:id="rId4"/>
    <p:sldLayoutId id="2147484499" r:id="rId5"/>
    <p:sldLayoutId id="2147484500" r:id="rId6"/>
    <p:sldLayoutId id="2147484501" r:id="rId7"/>
    <p:sldLayoutId id="2147484502" r:id="rId8"/>
    <p:sldLayoutId id="2147484503" r:id="rId9"/>
    <p:sldLayoutId id="2147484504" r:id="rId10"/>
    <p:sldLayoutId id="2147484505" r:id="rId11"/>
    <p:sldLayoutId id="2147484506" r:id="rId12"/>
    <p:sldLayoutId id="2147484507" r:id="rId13"/>
    <p:sldLayoutId id="2147484508" r:id="rId14"/>
    <p:sldLayoutId id="2147484509" r:id="rId15"/>
    <p:sldLayoutId id="2147484510" r:id="rId16"/>
    <p:sldLayoutId id="214748451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473" name=""/>
        <p:cNvGrpSpPr/>
        <p:nvPr/>
      </p:nvGrpSpPr>
      <p:grpSpPr/>
      <p:sp>
        <p:nvSpPr>
          <p:cNvPr id="105086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86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6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6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6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7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8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13" r:id="rId1"/>
    <p:sldLayoutId id="2147484514" r:id="rId2"/>
    <p:sldLayoutId id="2147484515" r:id="rId3"/>
    <p:sldLayoutId id="2147484516" r:id="rId4"/>
    <p:sldLayoutId id="2147484517" r:id="rId5"/>
    <p:sldLayoutId id="2147484518" r:id="rId6"/>
    <p:sldLayoutId id="2147484519" r:id="rId7"/>
    <p:sldLayoutId id="2147484520" r:id="rId8"/>
    <p:sldLayoutId id="2147484521" r:id="rId9"/>
    <p:sldLayoutId id="2147484522" r:id="rId10"/>
    <p:sldLayoutId id="2147484523" r:id="rId11"/>
    <p:sldLayoutId id="2147484524" r:id="rId12"/>
    <p:sldLayoutId id="2147484525" r:id="rId13"/>
    <p:sldLayoutId id="2147484526" r:id="rId14"/>
    <p:sldLayoutId id="2147484527" r:id="rId15"/>
    <p:sldLayoutId id="2147484528" r:id="rId16"/>
    <p:sldLayoutId id="214748452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502" name=""/>
        <p:cNvGrpSpPr/>
        <p:nvPr/>
      </p:nvGrpSpPr>
      <p:grpSpPr/>
      <p:sp>
        <p:nvSpPr>
          <p:cNvPr id="105092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92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92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92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2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2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2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3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93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8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31" r:id="rId1"/>
    <p:sldLayoutId id="2147484532" r:id="rId2"/>
    <p:sldLayoutId id="2147484533" r:id="rId3"/>
    <p:sldLayoutId id="2147484534" r:id="rId4"/>
    <p:sldLayoutId id="2147484535" r:id="rId5"/>
    <p:sldLayoutId id="2147484536" r:id="rId6"/>
    <p:sldLayoutId id="2147484537" r:id="rId7"/>
    <p:sldLayoutId id="2147484538" r:id="rId8"/>
    <p:sldLayoutId id="2147484539" r:id="rId9"/>
    <p:sldLayoutId id="2147484540" r:id="rId10"/>
    <p:sldLayoutId id="2147484541" r:id="rId11"/>
    <p:sldLayoutId id="2147484542" r:id="rId12"/>
    <p:sldLayoutId id="2147484543" r:id="rId13"/>
    <p:sldLayoutId id="2147484544" r:id="rId14"/>
    <p:sldLayoutId id="2147484545" r:id="rId15"/>
    <p:sldLayoutId id="2147484546" r:id="rId16"/>
    <p:sldLayoutId id="214748454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525" name=""/>
        <p:cNvGrpSpPr/>
        <p:nvPr/>
      </p:nvGrpSpPr>
      <p:grpSpPr/>
      <p:sp>
        <p:nvSpPr>
          <p:cNvPr id="105095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95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95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95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6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6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6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6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96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8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49" r:id="rId1"/>
    <p:sldLayoutId id="2147484550" r:id="rId2"/>
    <p:sldLayoutId id="2147484551" r:id="rId3"/>
    <p:sldLayoutId id="2147484552" r:id="rId4"/>
    <p:sldLayoutId id="2147484553" r:id="rId5"/>
    <p:sldLayoutId id="2147484554" r:id="rId6"/>
    <p:sldLayoutId id="2147484555" r:id="rId7"/>
    <p:sldLayoutId id="2147484556" r:id="rId8"/>
    <p:sldLayoutId id="2147484557" r:id="rId9"/>
    <p:sldLayoutId id="2147484558" r:id="rId10"/>
    <p:sldLayoutId id="2147484559" r:id="rId11"/>
    <p:sldLayoutId id="2147484560" r:id="rId12"/>
    <p:sldLayoutId id="2147484561" r:id="rId13"/>
    <p:sldLayoutId id="2147484562" r:id="rId14"/>
    <p:sldLayoutId id="2147484563" r:id="rId15"/>
    <p:sldLayoutId id="2147484564" r:id="rId16"/>
    <p:sldLayoutId id="214748456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547" name=""/>
        <p:cNvGrpSpPr/>
        <p:nvPr/>
      </p:nvGrpSpPr>
      <p:grpSpPr/>
      <p:sp>
        <p:nvSpPr>
          <p:cNvPr id="105097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97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97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97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7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7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8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98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98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8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67" r:id="rId1"/>
    <p:sldLayoutId id="2147484568" r:id="rId2"/>
    <p:sldLayoutId id="2147484569" r:id="rId3"/>
    <p:sldLayoutId id="2147484570" r:id="rId4"/>
    <p:sldLayoutId id="2147484571" r:id="rId5"/>
    <p:sldLayoutId id="2147484572" r:id="rId6"/>
    <p:sldLayoutId id="2147484573" r:id="rId7"/>
    <p:sldLayoutId id="2147484574" r:id="rId8"/>
    <p:sldLayoutId id="2147484575" r:id="rId9"/>
    <p:sldLayoutId id="2147484576" r:id="rId10"/>
    <p:sldLayoutId id="2147484577" r:id="rId11"/>
    <p:sldLayoutId id="2147484578" r:id="rId12"/>
    <p:sldLayoutId id="2147484579" r:id="rId13"/>
    <p:sldLayoutId id="2147484580" r:id="rId14"/>
    <p:sldLayoutId id="2147484581" r:id="rId15"/>
    <p:sldLayoutId id="2147484582" r:id="rId16"/>
    <p:sldLayoutId id="214748458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572" name=""/>
        <p:cNvGrpSpPr/>
        <p:nvPr/>
      </p:nvGrpSpPr>
      <p:grpSpPr/>
      <p:sp>
        <p:nvSpPr>
          <p:cNvPr id="105105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05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05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05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5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5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5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5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06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9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85" r:id="rId1"/>
    <p:sldLayoutId id="2147484586" r:id="rId2"/>
    <p:sldLayoutId id="2147484587" r:id="rId3"/>
    <p:sldLayoutId id="2147484588" r:id="rId4"/>
    <p:sldLayoutId id="2147484589" r:id="rId5"/>
    <p:sldLayoutId id="2147484590" r:id="rId6"/>
    <p:sldLayoutId id="2147484591" r:id="rId7"/>
    <p:sldLayoutId id="2147484592" r:id="rId8"/>
    <p:sldLayoutId id="2147484593" r:id="rId9"/>
    <p:sldLayoutId id="2147484594" r:id="rId10"/>
    <p:sldLayoutId id="2147484595" r:id="rId11"/>
    <p:sldLayoutId id="2147484596" r:id="rId12"/>
    <p:sldLayoutId id="2147484597" r:id="rId13"/>
    <p:sldLayoutId id="2147484598" r:id="rId14"/>
    <p:sldLayoutId id="2147484599" r:id="rId15"/>
    <p:sldLayoutId id="2147484600" r:id="rId16"/>
    <p:sldLayoutId id="214748460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592" name=""/>
        <p:cNvGrpSpPr/>
        <p:nvPr/>
      </p:nvGrpSpPr>
      <p:grpSpPr/>
      <p:sp>
        <p:nvSpPr>
          <p:cNvPr id="105106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06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07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07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7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7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7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7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07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9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03" r:id="rId1"/>
    <p:sldLayoutId id="2147484604" r:id="rId2"/>
    <p:sldLayoutId id="2147484605" r:id="rId3"/>
    <p:sldLayoutId id="2147484606" r:id="rId4"/>
    <p:sldLayoutId id="2147484607" r:id="rId5"/>
    <p:sldLayoutId id="2147484608" r:id="rId6"/>
    <p:sldLayoutId id="2147484609" r:id="rId7"/>
    <p:sldLayoutId id="2147484610" r:id="rId8"/>
    <p:sldLayoutId id="2147484611" r:id="rId9"/>
    <p:sldLayoutId id="2147484612" r:id="rId10"/>
    <p:sldLayoutId id="2147484613" r:id="rId11"/>
    <p:sldLayoutId id="2147484614" r:id="rId12"/>
    <p:sldLayoutId id="2147484615" r:id="rId13"/>
    <p:sldLayoutId id="2147484616" r:id="rId14"/>
    <p:sldLayoutId id="2147484617" r:id="rId15"/>
    <p:sldLayoutId id="2147484618" r:id="rId16"/>
    <p:sldLayoutId id="214748461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615" name=""/>
        <p:cNvGrpSpPr/>
        <p:nvPr/>
      </p:nvGrpSpPr>
      <p:grpSpPr/>
      <p:sp>
        <p:nvSpPr>
          <p:cNvPr id="105110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10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10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1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1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1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11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21" r:id="rId1"/>
    <p:sldLayoutId id="2147484622" r:id="rId2"/>
    <p:sldLayoutId id="2147484623" r:id="rId3"/>
    <p:sldLayoutId id="2147484624" r:id="rId4"/>
    <p:sldLayoutId id="2147484625" r:id="rId5"/>
    <p:sldLayoutId id="2147484626" r:id="rId6"/>
    <p:sldLayoutId id="2147484627" r:id="rId7"/>
    <p:sldLayoutId id="2147484628" r:id="rId8"/>
    <p:sldLayoutId id="2147484629" r:id="rId9"/>
    <p:sldLayoutId id="2147484630" r:id="rId10"/>
    <p:sldLayoutId id="2147484631" r:id="rId11"/>
    <p:sldLayoutId id="2147484632" r:id="rId12"/>
    <p:sldLayoutId id="2147484633" r:id="rId13"/>
    <p:sldLayoutId id="2147484634" r:id="rId14"/>
    <p:sldLayoutId id="2147484635" r:id="rId15"/>
    <p:sldLayoutId id="2147484636" r:id="rId16"/>
    <p:sldLayoutId id="214748463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640" name=""/>
        <p:cNvGrpSpPr/>
        <p:nvPr/>
      </p:nvGrpSpPr>
      <p:grpSpPr/>
      <p:sp>
        <p:nvSpPr>
          <p:cNvPr id="105118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18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18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18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8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19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9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39" r:id="rId1"/>
    <p:sldLayoutId id="2147484640" r:id="rId2"/>
    <p:sldLayoutId id="2147484641" r:id="rId3"/>
    <p:sldLayoutId id="2147484642" r:id="rId4"/>
    <p:sldLayoutId id="2147484643" r:id="rId5"/>
    <p:sldLayoutId id="2147484644" r:id="rId6"/>
    <p:sldLayoutId id="2147484645" r:id="rId7"/>
    <p:sldLayoutId id="2147484646" r:id="rId8"/>
    <p:sldLayoutId id="2147484647" r:id="rId9"/>
    <p:sldLayoutId id="2147484648" r:id="rId10"/>
    <p:sldLayoutId id="2147484649" r:id="rId11"/>
    <p:sldLayoutId id="2147484650" r:id="rId12"/>
    <p:sldLayoutId id="2147484651" r:id="rId13"/>
    <p:sldLayoutId id="2147484652" r:id="rId14"/>
    <p:sldLayoutId id="2147484653" r:id="rId15"/>
    <p:sldLayoutId id="2147484654" r:id="rId16"/>
    <p:sldLayoutId id="214748465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661" name=""/>
        <p:cNvGrpSpPr/>
        <p:nvPr/>
      </p:nvGrpSpPr>
      <p:grpSpPr/>
      <p:sp>
        <p:nvSpPr>
          <p:cNvPr id="105123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23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23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23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24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9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  <p:sldLayoutId id="2147484658" r:id="rId2"/>
    <p:sldLayoutId id="2147484659" r:id="rId3"/>
    <p:sldLayoutId id="2147484660" r:id="rId4"/>
    <p:sldLayoutId id="2147484661" r:id="rId5"/>
    <p:sldLayoutId id="2147484662" r:id="rId6"/>
    <p:sldLayoutId id="2147484663" r:id="rId7"/>
    <p:sldLayoutId id="2147484664" r:id="rId8"/>
    <p:sldLayoutId id="2147484665" r:id="rId9"/>
    <p:sldLayoutId id="2147484666" r:id="rId10"/>
    <p:sldLayoutId id="2147484667" r:id="rId11"/>
    <p:sldLayoutId id="2147484668" r:id="rId12"/>
    <p:sldLayoutId id="2147484669" r:id="rId13"/>
    <p:sldLayoutId id="2147484670" r:id="rId14"/>
    <p:sldLayoutId id="2147484671" r:id="rId15"/>
    <p:sldLayoutId id="2147484672" r:id="rId16"/>
    <p:sldLayoutId id="214748467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682" name=""/>
        <p:cNvGrpSpPr/>
        <p:nvPr/>
      </p:nvGrpSpPr>
      <p:grpSpPr/>
      <p:sp>
        <p:nvSpPr>
          <p:cNvPr id="105128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28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28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28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28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9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75" r:id="rId1"/>
    <p:sldLayoutId id="2147484676" r:id="rId2"/>
    <p:sldLayoutId id="2147484677" r:id="rId3"/>
    <p:sldLayoutId id="2147484678" r:id="rId4"/>
    <p:sldLayoutId id="2147484679" r:id="rId5"/>
    <p:sldLayoutId id="2147484680" r:id="rId6"/>
    <p:sldLayoutId id="2147484681" r:id="rId7"/>
    <p:sldLayoutId id="2147484682" r:id="rId8"/>
    <p:sldLayoutId id="2147484683" r:id="rId9"/>
    <p:sldLayoutId id="2147484684" r:id="rId10"/>
    <p:sldLayoutId id="2147484685" r:id="rId11"/>
    <p:sldLayoutId id="2147484686" r:id="rId12"/>
    <p:sldLayoutId id="2147484687" r:id="rId13"/>
    <p:sldLayoutId id="2147484688" r:id="rId14"/>
    <p:sldLayoutId id="2147484689" r:id="rId15"/>
    <p:sldLayoutId id="2147484690" r:id="rId16"/>
    <p:sldLayoutId id="214748469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773" name=""/>
        <p:cNvGrpSpPr/>
        <p:nvPr/>
      </p:nvGrpSpPr>
      <p:grpSpPr/>
      <p:sp>
        <p:nvSpPr>
          <p:cNvPr id="105150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50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50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50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50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1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93" r:id="rId1"/>
    <p:sldLayoutId id="2147484694" r:id="rId2"/>
    <p:sldLayoutId id="2147484695" r:id="rId3"/>
    <p:sldLayoutId id="2147484696" r:id="rId4"/>
    <p:sldLayoutId id="2147484697" r:id="rId5"/>
    <p:sldLayoutId id="2147484698" r:id="rId6"/>
    <p:sldLayoutId id="2147484699" r:id="rId7"/>
    <p:sldLayoutId id="2147484700" r:id="rId8"/>
    <p:sldLayoutId id="2147484701" r:id="rId9"/>
    <p:sldLayoutId id="2147484702" r:id="rId10"/>
    <p:sldLayoutId id="2147484703" r:id="rId11"/>
    <p:sldLayoutId id="2147484704" r:id="rId12"/>
    <p:sldLayoutId id="2147484705" r:id="rId13"/>
    <p:sldLayoutId id="2147484706" r:id="rId14"/>
    <p:sldLayoutId id="2147484707" r:id="rId15"/>
    <p:sldLayoutId id="2147484708" r:id="rId16"/>
    <p:sldLayoutId id="214748470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793" name=""/>
        <p:cNvGrpSpPr/>
        <p:nvPr/>
      </p:nvGrpSpPr>
      <p:grpSpPr/>
      <p:sp>
        <p:nvSpPr>
          <p:cNvPr id="105151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51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51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51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2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2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52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1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11" r:id="rId1"/>
    <p:sldLayoutId id="2147484712" r:id="rId2"/>
    <p:sldLayoutId id="2147484713" r:id="rId3"/>
    <p:sldLayoutId id="2147484714" r:id="rId4"/>
    <p:sldLayoutId id="2147484715" r:id="rId5"/>
    <p:sldLayoutId id="2147484716" r:id="rId6"/>
    <p:sldLayoutId id="2147484717" r:id="rId7"/>
    <p:sldLayoutId id="2147484718" r:id="rId8"/>
    <p:sldLayoutId id="2147484719" r:id="rId9"/>
    <p:sldLayoutId id="2147484720" r:id="rId10"/>
    <p:sldLayoutId id="2147484721" r:id="rId11"/>
    <p:sldLayoutId id="2147484722" r:id="rId12"/>
    <p:sldLayoutId id="2147484723" r:id="rId13"/>
    <p:sldLayoutId id="2147484724" r:id="rId14"/>
    <p:sldLayoutId id="2147484725" r:id="rId15"/>
    <p:sldLayoutId id="2147484726" r:id="rId16"/>
    <p:sldLayoutId id="214748472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815" name=""/>
        <p:cNvGrpSpPr/>
        <p:nvPr/>
      </p:nvGrpSpPr>
      <p:grpSpPr/>
      <p:sp>
        <p:nvSpPr>
          <p:cNvPr id="105155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55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55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55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6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56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1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29" r:id="rId1"/>
    <p:sldLayoutId id="2147484730" r:id="rId2"/>
    <p:sldLayoutId id="2147484731" r:id="rId3"/>
    <p:sldLayoutId id="2147484732" r:id="rId4"/>
    <p:sldLayoutId id="2147484733" r:id="rId5"/>
    <p:sldLayoutId id="2147484734" r:id="rId6"/>
    <p:sldLayoutId id="2147484735" r:id="rId7"/>
    <p:sldLayoutId id="2147484736" r:id="rId8"/>
    <p:sldLayoutId id="2147484737" r:id="rId9"/>
    <p:sldLayoutId id="2147484738" r:id="rId10"/>
    <p:sldLayoutId id="2147484739" r:id="rId11"/>
    <p:sldLayoutId id="2147484740" r:id="rId12"/>
    <p:sldLayoutId id="2147484741" r:id="rId13"/>
    <p:sldLayoutId id="2147484742" r:id="rId14"/>
    <p:sldLayoutId id="2147484743" r:id="rId15"/>
    <p:sldLayoutId id="2147484744" r:id="rId16"/>
    <p:sldLayoutId id="214748474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841" name=""/>
        <p:cNvGrpSpPr/>
        <p:nvPr/>
      </p:nvGrpSpPr>
      <p:grpSpPr/>
      <p:sp>
        <p:nvSpPr>
          <p:cNvPr id="105161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61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61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61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61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1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47" r:id="rId1"/>
    <p:sldLayoutId id="2147484748" r:id="rId2"/>
    <p:sldLayoutId id="2147484749" r:id="rId3"/>
    <p:sldLayoutId id="2147484750" r:id="rId4"/>
    <p:sldLayoutId id="2147484751" r:id="rId5"/>
    <p:sldLayoutId id="2147484752" r:id="rId6"/>
    <p:sldLayoutId id="2147484753" r:id="rId7"/>
    <p:sldLayoutId id="2147484754" r:id="rId8"/>
    <p:sldLayoutId id="2147484755" r:id="rId9"/>
    <p:sldLayoutId id="2147484756" r:id="rId10"/>
    <p:sldLayoutId id="2147484757" r:id="rId11"/>
    <p:sldLayoutId id="2147484758" r:id="rId12"/>
    <p:sldLayoutId id="2147484759" r:id="rId13"/>
    <p:sldLayoutId id="2147484760" r:id="rId14"/>
    <p:sldLayoutId id="2147484761" r:id="rId15"/>
    <p:sldLayoutId id="2147484762" r:id="rId16"/>
    <p:sldLayoutId id="214748476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869" name=""/>
        <p:cNvGrpSpPr/>
        <p:nvPr/>
      </p:nvGrpSpPr>
      <p:grpSpPr/>
      <p:sp>
        <p:nvSpPr>
          <p:cNvPr id="105170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70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70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7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71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1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65" r:id="rId1"/>
    <p:sldLayoutId id="2147484766" r:id="rId2"/>
    <p:sldLayoutId id="2147484767" r:id="rId3"/>
    <p:sldLayoutId id="2147484768" r:id="rId4"/>
    <p:sldLayoutId id="2147484769" r:id="rId5"/>
    <p:sldLayoutId id="2147484770" r:id="rId6"/>
    <p:sldLayoutId id="2147484771" r:id="rId7"/>
    <p:sldLayoutId id="2147484772" r:id="rId8"/>
    <p:sldLayoutId id="2147484773" r:id="rId9"/>
    <p:sldLayoutId id="2147484774" r:id="rId10"/>
    <p:sldLayoutId id="2147484775" r:id="rId11"/>
    <p:sldLayoutId id="2147484776" r:id="rId12"/>
    <p:sldLayoutId id="2147484777" r:id="rId13"/>
    <p:sldLayoutId id="2147484778" r:id="rId14"/>
    <p:sldLayoutId id="2147484779" r:id="rId15"/>
    <p:sldLayoutId id="2147484780" r:id="rId16"/>
    <p:sldLayoutId id="214748478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896" name=""/>
        <p:cNvGrpSpPr/>
        <p:nvPr/>
      </p:nvGrpSpPr>
      <p:grpSpPr/>
      <p:sp>
        <p:nvSpPr>
          <p:cNvPr id="105178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78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79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79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79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2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83" r:id="rId1"/>
    <p:sldLayoutId id="2147484784" r:id="rId2"/>
    <p:sldLayoutId id="2147484785" r:id="rId3"/>
    <p:sldLayoutId id="2147484786" r:id="rId4"/>
    <p:sldLayoutId id="2147484787" r:id="rId5"/>
    <p:sldLayoutId id="2147484788" r:id="rId6"/>
    <p:sldLayoutId id="2147484789" r:id="rId7"/>
    <p:sldLayoutId id="2147484790" r:id="rId8"/>
    <p:sldLayoutId id="2147484791" r:id="rId9"/>
    <p:sldLayoutId id="2147484792" r:id="rId10"/>
    <p:sldLayoutId id="2147484793" r:id="rId11"/>
    <p:sldLayoutId id="2147484794" r:id="rId12"/>
    <p:sldLayoutId id="2147484795" r:id="rId13"/>
    <p:sldLayoutId id="2147484796" r:id="rId14"/>
    <p:sldLayoutId id="2147484797" r:id="rId15"/>
    <p:sldLayoutId id="2147484798" r:id="rId16"/>
    <p:sldLayoutId id="214748479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916" name=""/>
        <p:cNvGrpSpPr/>
        <p:nvPr/>
      </p:nvGrpSpPr>
      <p:grpSpPr/>
      <p:sp>
        <p:nvSpPr>
          <p:cNvPr id="105180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80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80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80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80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2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01" r:id="rId1"/>
    <p:sldLayoutId id="2147484802" r:id="rId2"/>
    <p:sldLayoutId id="2147484803" r:id="rId3"/>
    <p:sldLayoutId id="2147484804" r:id="rId4"/>
    <p:sldLayoutId id="2147484805" r:id="rId5"/>
    <p:sldLayoutId id="2147484806" r:id="rId6"/>
    <p:sldLayoutId id="2147484807" r:id="rId7"/>
    <p:sldLayoutId id="2147484808" r:id="rId8"/>
    <p:sldLayoutId id="2147484809" r:id="rId9"/>
    <p:sldLayoutId id="2147484810" r:id="rId10"/>
    <p:sldLayoutId id="2147484811" r:id="rId11"/>
    <p:sldLayoutId id="2147484812" r:id="rId12"/>
    <p:sldLayoutId id="2147484813" r:id="rId13"/>
    <p:sldLayoutId id="2147484814" r:id="rId14"/>
    <p:sldLayoutId id="2147484815" r:id="rId15"/>
    <p:sldLayoutId id="2147484816" r:id="rId16"/>
    <p:sldLayoutId id="214748481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940" name=""/>
        <p:cNvGrpSpPr/>
        <p:nvPr/>
      </p:nvGrpSpPr>
      <p:grpSpPr/>
      <p:sp>
        <p:nvSpPr>
          <p:cNvPr id="105185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85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85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85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85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2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19" r:id="rId1"/>
    <p:sldLayoutId id="2147484820" r:id="rId2"/>
    <p:sldLayoutId id="2147484821" r:id="rId3"/>
    <p:sldLayoutId id="2147484822" r:id="rId4"/>
    <p:sldLayoutId id="2147484823" r:id="rId5"/>
    <p:sldLayoutId id="2147484824" r:id="rId6"/>
    <p:sldLayoutId id="2147484825" r:id="rId7"/>
    <p:sldLayoutId id="2147484826" r:id="rId8"/>
    <p:sldLayoutId id="2147484827" r:id="rId9"/>
    <p:sldLayoutId id="2147484828" r:id="rId10"/>
    <p:sldLayoutId id="2147484829" r:id="rId11"/>
    <p:sldLayoutId id="2147484830" r:id="rId12"/>
    <p:sldLayoutId id="2147484831" r:id="rId13"/>
    <p:sldLayoutId id="2147484832" r:id="rId14"/>
    <p:sldLayoutId id="2147484833" r:id="rId15"/>
    <p:sldLayoutId id="2147484834" r:id="rId16"/>
    <p:sldLayoutId id="214748483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961" name=""/>
        <p:cNvGrpSpPr/>
        <p:nvPr/>
      </p:nvGrpSpPr>
      <p:grpSpPr/>
      <p:sp>
        <p:nvSpPr>
          <p:cNvPr id="10518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8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8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8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8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3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37" r:id="rId1"/>
    <p:sldLayoutId id="2147484838" r:id="rId2"/>
    <p:sldLayoutId id="2147484839" r:id="rId3"/>
    <p:sldLayoutId id="2147484840" r:id="rId4"/>
    <p:sldLayoutId id="2147484841" r:id="rId5"/>
    <p:sldLayoutId id="2147484842" r:id="rId6"/>
    <p:sldLayoutId id="2147484843" r:id="rId7"/>
    <p:sldLayoutId id="2147484844" r:id="rId8"/>
    <p:sldLayoutId id="2147484845" r:id="rId9"/>
    <p:sldLayoutId id="2147484846" r:id="rId10"/>
    <p:sldLayoutId id="2147484847" r:id="rId11"/>
    <p:sldLayoutId id="2147484848" r:id="rId12"/>
    <p:sldLayoutId id="2147484849" r:id="rId13"/>
    <p:sldLayoutId id="2147484850" r:id="rId14"/>
    <p:sldLayoutId id="2147484851" r:id="rId15"/>
    <p:sldLayoutId id="2147484852" r:id="rId16"/>
    <p:sldLayoutId id="214748485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981" name=""/>
        <p:cNvGrpSpPr/>
        <p:nvPr/>
      </p:nvGrpSpPr>
      <p:grpSpPr/>
      <p:sp>
        <p:nvSpPr>
          <p:cNvPr id="105189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89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89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89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0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3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55" r:id="rId1"/>
    <p:sldLayoutId id="2147484856" r:id="rId2"/>
    <p:sldLayoutId id="2147484857" r:id="rId3"/>
    <p:sldLayoutId id="2147484858" r:id="rId4"/>
    <p:sldLayoutId id="2147484859" r:id="rId5"/>
    <p:sldLayoutId id="2147484860" r:id="rId6"/>
    <p:sldLayoutId id="2147484861" r:id="rId7"/>
    <p:sldLayoutId id="2147484862" r:id="rId8"/>
    <p:sldLayoutId id="2147484863" r:id="rId9"/>
    <p:sldLayoutId id="2147484864" r:id="rId10"/>
    <p:sldLayoutId id="2147484865" r:id="rId11"/>
    <p:sldLayoutId id="2147484866" r:id="rId12"/>
    <p:sldLayoutId id="2147484867" r:id="rId13"/>
    <p:sldLayoutId id="2147484868" r:id="rId14"/>
    <p:sldLayoutId id="2147484869" r:id="rId15"/>
    <p:sldLayoutId id="2147484870" r:id="rId16"/>
    <p:sldLayoutId id="214748487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70" name=""/>
        <p:cNvGrpSpPr/>
        <p:nvPr/>
      </p:nvGrpSpPr>
      <p:grpSpPr/>
      <p:sp>
        <p:nvSpPr>
          <p:cNvPr id="105001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01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1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1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2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73" r:id="rId1"/>
    <p:sldLayoutId id="2147484874" r:id="rId2"/>
    <p:sldLayoutId id="2147484875" r:id="rId3"/>
    <p:sldLayoutId id="2147484876" r:id="rId4"/>
    <p:sldLayoutId id="2147484877" r:id="rId5"/>
    <p:sldLayoutId id="2147484878" r:id="rId6"/>
    <p:sldLayoutId id="2147484879" r:id="rId7"/>
    <p:sldLayoutId id="2147484880" r:id="rId8"/>
    <p:sldLayoutId id="2147484881" r:id="rId9"/>
    <p:sldLayoutId id="2147484882" r:id="rId10"/>
    <p:sldLayoutId id="2147484883" r:id="rId11"/>
    <p:sldLayoutId id="2147484884" r:id="rId12"/>
    <p:sldLayoutId id="2147484885" r:id="rId13"/>
    <p:sldLayoutId id="2147484886" r:id="rId14"/>
    <p:sldLayoutId id="2147484887" r:id="rId15"/>
    <p:sldLayoutId id="2147484888" r:id="rId16"/>
    <p:sldLayoutId id="214748488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116" name=""/>
        <p:cNvGrpSpPr/>
        <p:nvPr/>
      </p:nvGrpSpPr>
      <p:grpSpPr/>
      <p:sp>
        <p:nvSpPr>
          <p:cNvPr id="105018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18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18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18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9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19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91" r:id="rId1"/>
    <p:sldLayoutId id="2147484892" r:id="rId2"/>
    <p:sldLayoutId id="2147484893" r:id="rId3"/>
    <p:sldLayoutId id="2147484894" r:id="rId4"/>
    <p:sldLayoutId id="2147484895" r:id="rId5"/>
    <p:sldLayoutId id="2147484896" r:id="rId6"/>
    <p:sldLayoutId id="2147484897" r:id="rId7"/>
    <p:sldLayoutId id="2147484898" r:id="rId8"/>
    <p:sldLayoutId id="2147484899" r:id="rId9"/>
    <p:sldLayoutId id="2147484900" r:id="rId10"/>
    <p:sldLayoutId id="2147484901" r:id="rId11"/>
    <p:sldLayoutId id="2147484902" r:id="rId12"/>
    <p:sldLayoutId id="2147484903" r:id="rId13"/>
    <p:sldLayoutId id="2147484904" r:id="rId14"/>
    <p:sldLayoutId id="2147484905" r:id="rId15"/>
    <p:sldLayoutId id="2147484906" r:id="rId16"/>
    <p:sldLayoutId id="214748490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70" name=""/>
        <p:cNvGrpSpPr/>
        <p:nvPr/>
      </p:nvGrpSpPr>
      <p:grpSpPr/>
      <p:sp>
        <p:nvSpPr>
          <p:cNvPr id="105001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01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1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1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2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09" r:id="rId1"/>
    <p:sldLayoutId id="2147484910" r:id="rId2"/>
    <p:sldLayoutId id="2147484911" r:id="rId3"/>
    <p:sldLayoutId id="2147484912" r:id="rId4"/>
    <p:sldLayoutId id="2147484913" r:id="rId5"/>
    <p:sldLayoutId id="2147484914" r:id="rId6"/>
    <p:sldLayoutId id="2147484915" r:id="rId7"/>
    <p:sldLayoutId id="2147484916" r:id="rId8"/>
    <p:sldLayoutId id="2147484917" r:id="rId9"/>
    <p:sldLayoutId id="2147484918" r:id="rId10"/>
    <p:sldLayoutId id="2147484919" r:id="rId11"/>
    <p:sldLayoutId id="2147484920" r:id="rId12"/>
    <p:sldLayoutId id="2147484921" r:id="rId13"/>
    <p:sldLayoutId id="2147484922" r:id="rId14"/>
    <p:sldLayoutId id="2147484923" r:id="rId15"/>
    <p:sldLayoutId id="2147484924" r:id="rId16"/>
    <p:sldLayoutId id="214748492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27" r:id="rId1"/>
    <p:sldLayoutId id="2147484928" r:id="rId2"/>
    <p:sldLayoutId id="2147484929" r:id="rId3"/>
    <p:sldLayoutId id="2147484930" r:id="rId4"/>
    <p:sldLayoutId id="2147484931" r:id="rId5"/>
    <p:sldLayoutId id="2147484932" r:id="rId6"/>
    <p:sldLayoutId id="2147484933" r:id="rId7"/>
    <p:sldLayoutId id="2147484934" r:id="rId8"/>
    <p:sldLayoutId id="2147484935" r:id="rId9"/>
    <p:sldLayoutId id="2147484936" r:id="rId10"/>
    <p:sldLayoutId id="2147484937" r:id="rId11"/>
    <p:sldLayoutId id="2147484938" r:id="rId12"/>
    <p:sldLayoutId id="2147484939" r:id="rId13"/>
    <p:sldLayoutId id="2147484940" r:id="rId14"/>
    <p:sldLayoutId id="2147484941" r:id="rId15"/>
    <p:sldLayoutId id="2147484942" r:id="rId16"/>
    <p:sldLayoutId id="214748494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45" r:id="rId1"/>
    <p:sldLayoutId id="2147484946" r:id="rId2"/>
    <p:sldLayoutId id="2147484947" r:id="rId3"/>
    <p:sldLayoutId id="2147484948" r:id="rId4"/>
    <p:sldLayoutId id="2147484949" r:id="rId5"/>
    <p:sldLayoutId id="2147484950" r:id="rId6"/>
    <p:sldLayoutId id="2147484951" r:id="rId7"/>
    <p:sldLayoutId id="2147484952" r:id="rId8"/>
    <p:sldLayoutId id="2147484953" r:id="rId9"/>
    <p:sldLayoutId id="2147484954" r:id="rId10"/>
    <p:sldLayoutId id="2147484955" r:id="rId11"/>
    <p:sldLayoutId id="2147484956" r:id="rId12"/>
    <p:sldLayoutId id="2147484957" r:id="rId13"/>
    <p:sldLayoutId id="2147484958" r:id="rId14"/>
    <p:sldLayoutId id="2147484959" r:id="rId15"/>
    <p:sldLayoutId id="2147484960" r:id="rId16"/>
    <p:sldLayoutId id="214748496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63" r:id="rId1"/>
    <p:sldLayoutId id="2147484964" r:id="rId2"/>
    <p:sldLayoutId id="2147484965" r:id="rId3"/>
    <p:sldLayoutId id="2147484966" r:id="rId4"/>
    <p:sldLayoutId id="2147484967" r:id="rId5"/>
    <p:sldLayoutId id="2147484968" r:id="rId6"/>
    <p:sldLayoutId id="2147484969" r:id="rId7"/>
    <p:sldLayoutId id="2147484970" r:id="rId8"/>
    <p:sldLayoutId id="2147484971" r:id="rId9"/>
    <p:sldLayoutId id="2147484972" r:id="rId10"/>
    <p:sldLayoutId id="2147484973" r:id="rId11"/>
    <p:sldLayoutId id="2147484974" r:id="rId12"/>
    <p:sldLayoutId id="2147484975" r:id="rId13"/>
    <p:sldLayoutId id="2147484976" r:id="rId14"/>
    <p:sldLayoutId id="2147484977" r:id="rId15"/>
    <p:sldLayoutId id="2147484978" r:id="rId16"/>
    <p:sldLayoutId id="214748497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81" r:id="rId1"/>
    <p:sldLayoutId id="2147484982" r:id="rId2"/>
    <p:sldLayoutId id="2147484983" r:id="rId3"/>
    <p:sldLayoutId id="2147484984" r:id="rId4"/>
    <p:sldLayoutId id="2147484985" r:id="rId5"/>
    <p:sldLayoutId id="2147484986" r:id="rId6"/>
    <p:sldLayoutId id="2147484987" r:id="rId7"/>
    <p:sldLayoutId id="2147484988" r:id="rId8"/>
    <p:sldLayoutId id="2147484989" r:id="rId9"/>
    <p:sldLayoutId id="2147484990" r:id="rId10"/>
    <p:sldLayoutId id="2147484991" r:id="rId11"/>
    <p:sldLayoutId id="2147484992" r:id="rId12"/>
    <p:sldLayoutId id="2147484993" r:id="rId13"/>
    <p:sldLayoutId id="2147484994" r:id="rId14"/>
    <p:sldLayoutId id="2147484995" r:id="rId15"/>
    <p:sldLayoutId id="2147484996" r:id="rId16"/>
    <p:sldLayoutId id="214748499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99" r:id="rId1"/>
    <p:sldLayoutId id="2147485000" r:id="rId2"/>
    <p:sldLayoutId id="2147485001" r:id="rId3"/>
    <p:sldLayoutId id="2147485002" r:id="rId4"/>
    <p:sldLayoutId id="2147485003" r:id="rId5"/>
    <p:sldLayoutId id="2147485004" r:id="rId6"/>
    <p:sldLayoutId id="2147485005" r:id="rId7"/>
    <p:sldLayoutId id="2147485006" r:id="rId8"/>
    <p:sldLayoutId id="2147485007" r:id="rId9"/>
    <p:sldLayoutId id="2147485008" r:id="rId10"/>
    <p:sldLayoutId id="2147485009" r:id="rId11"/>
    <p:sldLayoutId id="2147485010" r:id="rId12"/>
    <p:sldLayoutId id="2147485011" r:id="rId13"/>
    <p:sldLayoutId id="2147485012" r:id="rId14"/>
    <p:sldLayoutId id="2147485013" r:id="rId15"/>
    <p:sldLayoutId id="2147485014" r:id="rId16"/>
    <p:sldLayoutId id="214748501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17" r:id="rId1"/>
    <p:sldLayoutId id="2147485018" r:id="rId2"/>
    <p:sldLayoutId id="2147485019" r:id="rId3"/>
    <p:sldLayoutId id="2147485020" r:id="rId4"/>
    <p:sldLayoutId id="2147485021" r:id="rId5"/>
    <p:sldLayoutId id="2147485022" r:id="rId6"/>
    <p:sldLayoutId id="2147485023" r:id="rId7"/>
    <p:sldLayoutId id="2147485024" r:id="rId8"/>
    <p:sldLayoutId id="2147485025" r:id="rId9"/>
    <p:sldLayoutId id="2147485026" r:id="rId10"/>
    <p:sldLayoutId id="2147485027" r:id="rId11"/>
    <p:sldLayoutId id="2147485028" r:id="rId12"/>
    <p:sldLayoutId id="2147485029" r:id="rId13"/>
    <p:sldLayoutId id="2147485030" r:id="rId14"/>
    <p:sldLayoutId id="2147485031" r:id="rId15"/>
    <p:sldLayoutId id="2147485032" r:id="rId16"/>
    <p:sldLayoutId id="214748503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92" name=""/>
        <p:cNvGrpSpPr/>
        <p:nvPr/>
      </p:nvGrpSpPr>
      <p:grpSpPr/>
      <p:sp>
        <p:nvSpPr>
          <p:cNvPr id="105007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07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7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8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8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8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8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8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8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0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35" r:id="rId1"/>
    <p:sldLayoutId id="2147485036" r:id="rId2"/>
    <p:sldLayoutId id="2147485037" r:id="rId3"/>
    <p:sldLayoutId id="2147485038" r:id="rId4"/>
    <p:sldLayoutId id="2147485039" r:id="rId5"/>
    <p:sldLayoutId id="2147485040" r:id="rId6"/>
    <p:sldLayoutId id="2147485041" r:id="rId7"/>
    <p:sldLayoutId id="2147485042" r:id="rId8"/>
    <p:sldLayoutId id="2147485043" r:id="rId9"/>
    <p:sldLayoutId id="2147485044" r:id="rId10"/>
    <p:sldLayoutId id="2147485045" r:id="rId11"/>
    <p:sldLayoutId id="2147485046" r:id="rId12"/>
    <p:sldLayoutId id="2147485047" r:id="rId13"/>
    <p:sldLayoutId id="2147485048" r:id="rId14"/>
    <p:sldLayoutId id="2147485049" r:id="rId15"/>
    <p:sldLayoutId id="2147485050" r:id="rId16"/>
    <p:sldLayoutId id="214748505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070" name=""/>
        <p:cNvGrpSpPr/>
        <p:nvPr/>
      </p:nvGrpSpPr>
      <p:grpSpPr/>
      <p:sp>
        <p:nvSpPr>
          <p:cNvPr id="105001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01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1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1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2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53" r:id="rId1"/>
    <p:sldLayoutId id="2147485054" r:id="rId2"/>
    <p:sldLayoutId id="2147485055" r:id="rId3"/>
    <p:sldLayoutId id="2147485056" r:id="rId4"/>
    <p:sldLayoutId id="2147485057" r:id="rId5"/>
    <p:sldLayoutId id="2147485058" r:id="rId6"/>
    <p:sldLayoutId id="2147485059" r:id="rId7"/>
    <p:sldLayoutId id="2147485060" r:id="rId8"/>
    <p:sldLayoutId id="2147485061" r:id="rId9"/>
    <p:sldLayoutId id="2147485062" r:id="rId10"/>
    <p:sldLayoutId id="2147485063" r:id="rId11"/>
    <p:sldLayoutId id="2147485064" r:id="rId12"/>
    <p:sldLayoutId id="2147485065" r:id="rId13"/>
    <p:sldLayoutId id="2147485066" r:id="rId14"/>
    <p:sldLayoutId id="2147485067" r:id="rId15"/>
    <p:sldLayoutId id="2147485068" r:id="rId16"/>
    <p:sldLayoutId id="214748506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71" r:id="rId1"/>
    <p:sldLayoutId id="2147485072" r:id="rId2"/>
    <p:sldLayoutId id="2147485073" r:id="rId3"/>
    <p:sldLayoutId id="2147485074" r:id="rId4"/>
    <p:sldLayoutId id="2147485075" r:id="rId5"/>
    <p:sldLayoutId id="2147485076" r:id="rId6"/>
    <p:sldLayoutId id="2147485077" r:id="rId7"/>
    <p:sldLayoutId id="2147485078" r:id="rId8"/>
    <p:sldLayoutId id="2147485079" r:id="rId9"/>
    <p:sldLayoutId id="2147485080" r:id="rId10"/>
    <p:sldLayoutId id="2147485081" r:id="rId11"/>
    <p:sldLayoutId id="2147485082" r:id="rId12"/>
    <p:sldLayoutId id="2147485083" r:id="rId13"/>
    <p:sldLayoutId id="2147485084" r:id="rId14"/>
    <p:sldLayoutId id="2147485085" r:id="rId15"/>
    <p:sldLayoutId id="2147485086" r:id="rId16"/>
    <p:sldLayoutId id="214748508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373" name=""/>
        <p:cNvGrpSpPr/>
        <p:nvPr/>
      </p:nvGrpSpPr>
      <p:grpSpPr/>
      <p:sp>
        <p:nvSpPr>
          <p:cNvPr id="105067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67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67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67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7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67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7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89" r:id="rId1"/>
    <p:sldLayoutId id="2147485090" r:id="rId2"/>
    <p:sldLayoutId id="2147485091" r:id="rId3"/>
    <p:sldLayoutId id="2147485092" r:id="rId4"/>
    <p:sldLayoutId id="2147485093" r:id="rId5"/>
    <p:sldLayoutId id="2147485094" r:id="rId6"/>
    <p:sldLayoutId id="2147485095" r:id="rId7"/>
    <p:sldLayoutId id="2147485096" r:id="rId8"/>
    <p:sldLayoutId id="2147485097" r:id="rId9"/>
    <p:sldLayoutId id="2147485098" r:id="rId10"/>
    <p:sldLayoutId id="2147485099" r:id="rId11"/>
    <p:sldLayoutId id="2147485100" r:id="rId12"/>
    <p:sldLayoutId id="2147485101" r:id="rId13"/>
    <p:sldLayoutId id="2147485102" r:id="rId14"/>
    <p:sldLayoutId id="2147485103" r:id="rId15"/>
    <p:sldLayoutId id="2147485104" r:id="rId16"/>
    <p:sldLayoutId id="214748510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107" r:id="rId1"/>
    <p:sldLayoutId id="2147485108" r:id="rId2"/>
    <p:sldLayoutId id="2147485109" r:id="rId3"/>
    <p:sldLayoutId id="2147485110" r:id="rId4"/>
    <p:sldLayoutId id="2147485111" r:id="rId5"/>
    <p:sldLayoutId id="2147485112" r:id="rId6"/>
    <p:sldLayoutId id="2147485113" r:id="rId7"/>
    <p:sldLayoutId id="2147485114" r:id="rId8"/>
    <p:sldLayoutId id="2147485115" r:id="rId9"/>
    <p:sldLayoutId id="2147485116" r:id="rId10"/>
    <p:sldLayoutId id="2147485117" r:id="rId11"/>
    <p:sldLayoutId id="2147485118" r:id="rId12"/>
    <p:sldLayoutId id="2147485119" r:id="rId13"/>
    <p:sldLayoutId id="2147485120" r:id="rId14"/>
    <p:sldLayoutId id="2147485121" r:id="rId15"/>
    <p:sldLayoutId id="2147485122" r:id="rId16"/>
    <p:sldLayoutId id="214748512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125" r:id="rId1"/>
    <p:sldLayoutId id="2147485126" r:id="rId2"/>
    <p:sldLayoutId id="2147485127" r:id="rId3"/>
    <p:sldLayoutId id="2147485128" r:id="rId4"/>
    <p:sldLayoutId id="2147485129" r:id="rId5"/>
    <p:sldLayoutId id="2147485130" r:id="rId6"/>
    <p:sldLayoutId id="2147485131" r:id="rId7"/>
    <p:sldLayoutId id="2147485132" r:id="rId8"/>
    <p:sldLayoutId id="2147485133" r:id="rId9"/>
    <p:sldLayoutId id="2147485134" r:id="rId10"/>
    <p:sldLayoutId id="2147485135" r:id="rId11"/>
    <p:sldLayoutId id="2147485136" r:id="rId12"/>
    <p:sldLayoutId id="2147485137" r:id="rId13"/>
    <p:sldLayoutId id="2147485138" r:id="rId14"/>
    <p:sldLayoutId id="2147485139" r:id="rId15"/>
    <p:sldLayoutId id="2147485140" r:id="rId16"/>
    <p:sldLayoutId id="214748514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143" r:id="rId1"/>
    <p:sldLayoutId id="2147485144" r:id="rId2"/>
    <p:sldLayoutId id="2147485145" r:id="rId3"/>
    <p:sldLayoutId id="2147485146" r:id="rId4"/>
    <p:sldLayoutId id="2147485147" r:id="rId5"/>
    <p:sldLayoutId id="2147485148" r:id="rId6"/>
    <p:sldLayoutId id="2147485149" r:id="rId7"/>
    <p:sldLayoutId id="2147485150" r:id="rId8"/>
    <p:sldLayoutId id="2147485151" r:id="rId9"/>
    <p:sldLayoutId id="2147485152" r:id="rId10"/>
    <p:sldLayoutId id="2147485153" r:id="rId11"/>
    <p:sldLayoutId id="2147485154" r:id="rId12"/>
    <p:sldLayoutId id="2147485155" r:id="rId13"/>
    <p:sldLayoutId id="2147485156" r:id="rId14"/>
    <p:sldLayoutId id="2147485157" r:id="rId15"/>
    <p:sldLayoutId id="2147485158" r:id="rId16"/>
    <p:sldLayoutId id="214748515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161" r:id="rId1"/>
    <p:sldLayoutId id="2147485162" r:id="rId2"/>
    <p:sldLayoutId id="2147485163" r:id="rId3"/>
    <p:sldLayoutId id="2147485164" r:id="rId4"/>
    <p:sldLayoutId id="2147485165" r:id="rId5"/>
    <p:sldLayoutId id="2147485166" r:id="rId6"/>
    <p:sldLayoutId id="2147485167" r:id="rId7"/>
    <p:sldLayoutId id="2147485168" r:id="rId8"/>
    <p:sldLayoutId id="2147485169" r:id="rId9"/>
    <p:sldLayoutId id="2147485170" r:id="rId10"/>
    <p:sldLayoutId id="2147485171" r:id="rId11"/>
    <p:sldLayoutId id="2147485172" r:id="rId12"/>
    <p:sldLayoutId id="2147485173" r:id="rId13"/>
    <p:sldLayoutId id="2147485174" r:id="rId14"/>
    <p:sldLayoutId id="2147485175" r:id="rId15"/>
    <p:sldLayoutId id="2147485176" r:id="rId16"/>
    <p:sldLayoutId id="214748517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218" name=""/>
        <p:cNvGrpSpPr/>
        <p:nvPr/>
      </p:nvGrpSpPr>
      <p:grpSpPr/>
      <p:sp>
        <p:nvSpPr>
          <p:cNvPr id="105044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44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4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4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5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5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179" r:id="rId1"/>
    <p:sldLayoutId id="2147485180" r:id="rId2"/>
    <p:sldLayoutId id="2147485181" r:id="rId3"/>
    <p:sldLayoutId id="2147485182" r:id="rId4"/>
    <p:sldLayoutId id="2147485183" r:id="rId5"/>
    <p:sldLayoutId id="2147485184" r:id="rId6"/>
    <p:sldLayoutId id="2147485185" r:id="rId7"/>
    <p:sldLayoutId id="2147485186" r:id="rId8"/>
    <p:sldLayoutId id="2147485187" r:id="rId9"/>
    <p:sldLayoutId id="2147485188" r:id="rId10"/>
    <p:sldLayoutId id="2147485189" r:id="rId11"/>
    <p:sldLayoutId id="2147485190" r:id="rId12"/>
    <p:sldLayoutId id="2147485191" r:id="rId13"/>
    <p:sldLayoutId id="2147485192" r:id="rId14"/>
    <p:sldLayoutId id="2147485193" r:id="rId15"/>
    <p:sldLayoutId id="2147485194" r:id="rId16"/>
    <p:sldLayoutId id="214748519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218" name=""/>
        <p:cNvGrpSpPr/>
        <p:nvPr/>
      </p:nvGrpSpPr>
      <p:grpSpPr/>
      <p:sp>
        <p:nvSpPr>
          <p:cNvPr id="105044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44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4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4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5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5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197" r:id="rId1"/>
    <p:sldLayoutId id="2147485198" r:id="rId2"/>
    <p:sldLayoutId id="2147485199" r:id="rId3"/>
    <p:sldLayoutId id="2147485200" r:id="rId4"/>
    <p:sldLayoutId id="2147485201" r:id="rId5"/>
    <p:sldLayoutId id="2147485202" r:id="rId6"/>
    <p:sldLayoutId id="2147485203" r:id="rId7"/>
    <p:sldLayoutId id="2147485204" r:id="rId8"/>
    <p:sldLayoutId id="2147485205" r:id="rId9"/>
    <p:sldLayoutId id="2147485206" r:id="rId10"/>
    <p:sldLayoutId id="2147485207" r:id="rId11"/>
    <p:sldLayoutId id="2147485208" r:id="rId12"/>
    <p:sldLayoutId id="2147485209" r:id="rId13"/>
    <p:sldLayoutId id="2147485210" r:id="rId14"/>
    <p:sldLayoutId id="2147485211" r:id="rId15"/>
    <p:sldLayoutId id="2147485212" r:id="rId16"/>
    <p:sldLayoutId id="214748521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431" name=""/>
        <p:cNvGrpSpPr/>
        <p:nvPr/>
      </p:nvGrpSpPr>
      <p:grpSpPr/>
      <p:sp>
        <p:nvSpPr>
          <p:cNvPr id="104893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4893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3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4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4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215" r:id="rId1"/>
    <p:sldLayoutId id="2147485216" r:id="rId2"/>
    <p:sldLayoutId id="2147485217" r:id="rId3"/>
    <p:sldLayoutId id="2147485218" r:id="rId4"/>
    <p:sldLayoutId id="2147485219" r:id="rId5"/>
    <p:sldLayoutId id="2147485220" r:id="rId6"/>
    <p:sldLayoutId id="2147485221" r:id="rId7"/>
    <p:sldLayoutId id="2147485222" r:id="rId8"/>
    <p:sldLayoutId id="2147485223" r:id="rId9"/>
    <p:sldLayoutId id="2147485224" r:id="rId10"/>
    <p:sldLayoutId id="2147485225" r:id="rId11"/>
    <p:sldLayoutId id="2147485226" r:id="rId12"/>
    <p:sldLayoutId id="2147485227" r:id="rId13"/>
    <p:sldLayoutId id="2147485228" r:id="rId14"/>
    <p:sldLayoutId id="2147485229" r:id="rId15"/>
    <p:sldLayoutId id="2147485230" r:id="rId16"/>
    <p:sldLayoutId id="214748523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324" name=""/>
        <p:cNvGrpSpPr/>
        <p:nvPr/>
      </p:nvGrpSpPr>
      <p:grpSpPr/>
      <p:sp>
        <p:nvSpPr>
          <p:cNvPr id="105055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55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55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55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55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6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233" r:id="rId1"/>
    <p:sldLayoutId id="2147485234" r:id="rId2"/>
    <p:sldLayoutId id="2147485235" r:id="rId3"/>
    <p:sldLayoutId id="2147485236" r:id="rId4"/>
    <p:sldLayoutId id="2147485237" r:id="rId5"/>
    <p:sldLayoutId id="2147485238" r:id="rId6"/>
    <p:sldLayoutId id="2147485239" r:id="rId7"/>
    <p:sldLayoutId id="2147485240" r:id="rId8"/>
    <p:sldLayoutId id="2147485241" r:id="rId9"/>
    <p:sldLayoutId id="2147485242" r:id="rId10"/>
    <p:sldLayoutId id="2147485243" r:id="rId11"/>
    <p:sldLayoutId id="2147485244" r:id="rId12"/>
    <p:sldLayoutId id="2147485245" r:id="rId13"/>
    <p:sldLayoutId id="2147485246" r:id="rId14"/>
    <p:sldLayoutId id="2147485247" r:id="rId15"/>
    <p:sldLayoutId id="2147485248" r:id="rId16"/>
    <p:sldLayoutId id="214748524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351" name=""/>
        <p:cNvGrpSpPr/>
        <p:nvPr/>
      </p:nvGrpSpPr>
      <p:grpSpPr/>
      <p:sp>
        <p:nvSpPr>
          <p:cNvPr id="105063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063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63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63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63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6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251" r:id="rId1"/>
    <p:sldLayoutId id="2147485252" r:id="rId2"/>
    <p:sldLayoutId id="2147485253" r:id="rId3"/>
    <p:sldLayoutId id="2147485254" r:id="rId4"/>
    <p:sldLayoutId id="2147485255" r:id="rId5"/>
    <p:sldLayoutId id="2147485256" r:id="rId6"/>
    <p:sldLayoutId id="2147485257" r:id="rId7"/>
    <p:sldLayoutId id="2147485258" r:id="rId8"/>
    <p:sldLayoutId id="2147485259" r:id="rId9"/>
    <p:sldLayoutId id="2147485260" r:id="rId10"/>
    <p:sldLayoutId id="2147485261" r:id="rId11"/>
    <p:sldLayoutId id="2147485262" r:id="rId12"/>
    <p:sldLayoutId id="2147485263" r:id="rId13"/>
    <p:sldLayoutId id="2147485264" r:id="rId14"/>
    <p:sldLayoutId id="2147485265" r:id="rId15"/>
    <p:sldLayoutId id="2147485266" r:id="rId16"/>
    <p:sldLayoutId id="214748526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981" name=""/>
        <p:cNvGrpSpPr/>
        <p:nvPr/>
      </p:nvGrpSpPr>
      <p:grpSpPr/>
      <p:sp>
        <p:nvSpPr>
          <p:cNvPr id="105189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89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89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89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0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3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269" r:id="rId1"/>
    <p:sldLayoutId id="2147485270" r:id="rId2"/>
    <p:sldLayoutId id="2147485271" r:id="rId3"/>
    <p:sldLayoutId id="2147485272" r:id="rId4"/>
    <p:sldLayoutId id="2147485273" r:id="rId5"/>
    <p:sldLayoutId id="2147485274" r:id="rId6"/>
    <p:sldLayoutId id="2147485275" r:id="rId7"/>
    <p:sldLayoutId id="2147485276" r:id="rId8"/>
    <p:sldLayoutId id="2147485277" r:id="rId9"/>
    <p:sldLayoutId id="2147485278" r:id="rId10"/>
    <p:sldLayoutId id="2147485279" r:id="rId11"/>
    <p:sldLayoutId id="2147485280" r:id="rId12"/>
    <p:sldLayoutId id="2147485281" r:id="rId13"/>
    <p:sldLayoutId id="2147485282" r:id="rId14"/>
    <p:sldLayoutId id="2147485283" r:id="rId15"/>
    <p:sldLayoutId id="2147485284" r:id="rId16"/>
    <p:sldLayoutId id="214748528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981" name=""/>
        <p:cNvGrpSpPr/>
        <p:nvPr/>
      </p:nvGrpSpPr>
      <p:grpSpPr/>
      <p:sp>
        <p:nvSpPr>
          <p:cNvPr id="105189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2400" strike="noStrike" noProof="1">
              <a:solidFill>
                <a:schemeClr val="lt1"/>
              </a:solidFill>
            </a:endParaRPr>
          </a:p>
        </p:txBody>
      </p:sp>
      <p:sp>
        <p:nvSpPr>
          <p:cNvPr id="105189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89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89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5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5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5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18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05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05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0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t"/>
          <a:p>
            <a:pPr lvl="0" algn="ctr"/>
            <a:fld id="{9A0DB2DC-4C9A-4742-B13C-FB6460FD3503}" type="slidenum">
              <a:rPr lang="en-US" altLang="zh-CN" sz="1050" dirty="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050" dirty="0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43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287" r:id="rId1"/>
    <p:sldLayoutId id="2147485288" r:id="rId2"/>
    <p:sldLayoutId id="2147485289" r:id="rId3"/>
    <p:sldLayoutId id="2147485290" r:id="rId4"/>
    <p:sldLayoutId id="2147485291" r:id="rId5"/>
    <p:sldLayoutId id="2147485292" r:id="rId6"/>
    <p:sldLayoutId id="2147485293" r:id="rId7"/>
    <p:sldLayoutId id="2147485294" r:id="rId8"/>
    <p:sldLayoutId id="2147485295" r:id="rId9"/>
    <p:sldLayoutId id="2147485296" r:id="rId10"/>
    <p:sldLayoutId id="2147485297" r:id="rId11"/>
    <p:sldLayoutId id="2147485298" r:id="rId12"/>
    <p:sldLayoutId id="2147485299" r:id="rId13"/>
    <p:sldLayoutId id="2147485300" r:id="rId14"/>
    <p:sldLayoutId id="2147485301" r:id="rId15"/>
    <p:sldLayoutId id="2147485302" r:id="rId16"/>
    <p:sldLayoutId id="214748530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257175" indent="-257175" algn="l" rtl="0" eaLnBrk="0" fontAlgn="base" hangingPunct="0">
        <a:spcBef>
          <a:spcPct val="15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530" indent="-213995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0" fontAlgn="base" hangingPunct="0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6pPr>
      <a:lvl7pPr marL="22288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7pPr>
      <a:lvl8pPr marL="25717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8pPr>
      <a:lvl9pPr marL="2914650" indent="-171450" algn="l" rtl="0" fontAlgn="base">
        <a:spcBef>
          <a:spcPct val="15000"/>
        </a:spcBef>
        <a:spcAft>
          <a:spcPct val="0"/>
        </a:spcAft>
        <a:buBlip>
          <a:blip r:embed="rId19"/>
        </a:buBlip>
        <a:defRPr sz="15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1.xml"/><Relationship Id="rId1" Type="http://schemas.openxmlformats.org/officeDocument/2006/relationships/slide" Target="slid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8.xml"/><Relationship Id="rId2" Type="http://schemas.openxmlformats.org/officeDocument/2006/relationships/tags" Target="../tags/tag2.xml"/><Relationship Id="rId1" Type="http://schemas.openxmlformats.org/officeDocument/2006/relationships/tags" Target="../tags/tag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5.xml"/><Relationship Id="rId1" Type="http://schemas.openxmlformats.org/officeDocument/2006/relationships/tags" Target="../tags/tag3.xml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tags" Target="../tags/tag12.xml"/><Relationship Id="rId8" Type="http://schemas.openxmlformats.org/officeDocument/2006/relationships/tags" Target="../tags/tag11.xml"/><Relationship Id="rId7" Type="http://schemas.openxmlformats.org/officeDocument/2006/relationships/tags" Target="../tags/tag10.xml"/><Relationship Id="rId6" Type="http://schemas.openxmlformats.org/officeDocument/2006/relationships/tags" Target="../tags/tag9.xml"/><Relationship Id="rId5" Type="http://schemas.openxmlformats.org/officeDocument/2006/relationships/tags" Target="../tags/tag8.xml"/><Relationship Id="rId4" Type="http://schemas.openxmlformats.org/officeDocument/2006/relationships/tags" Target="../tags/tag7.xml"/><Relationship Id="rId3" Type="http://schemas.openxmlformats.org/officeDocument/2006/relationships/tags" Target="../tags/tag6.xml"/><Relationship Id="rId24" Type="http://schemas.openxmlformats.org/officeDocument/2006/relationships/slideLayout" Target="../slideLayouts/slideLayout92.xml"/><Relationship Id="rId23" Type="http://schemas.openxmlformats.org/officeDocument/2006/relationships/tags" Target="../tags/tag26.xml"/><Relationship Id="rId22" Type="http://schemas.openxmlformats.org/officeDocument/2006/relationships/tags" Target="../tags/tag25.xml"/><Relationship Id="rId21" Type="http://schemas.openxmlformats.org/officeDocument/2006/relationships/tags" Target="../tags/tag24.xml"/><Relationship Id="rId20" Type="http://schemas.openxmlformats.org/officeDocument/2006/relationships/tags" Target="../tags/tag23.xml"/><Relationship Id="rId2" Type="http://schemas.openxmlformats.org/officeDocument/2006/relationships/tags" Target="../tags/tag5.xml"/><Relationship Id="rId19" Type="http://schemas.openxmlformats.org/officeDocument/2006/relationships/tags" Target="../tags/tag22.xml"/><Relationship Id="rId18" Type="http://schemas.openxmlformats.org/officeDocument/2006/relationships/tags" Target="../tags/tag21.xml"/><Relationship Id="rId17" Type="http://schemas.openxmlformats.org/officeDocument/2006/relationships/tags" Target="../tags/tag20.xml"/><Relationship Id="rId16" Type="http://schemas.openxmlformats.org/officeDocument/2006/relationships/tags" Target="../tags/tag19.xml"/><Relationship Id="rId15" Type="http://schemas.openxmlformats.org/officeDocument/2006/relationships/tags" Target="../tags/tag18.xml"/><Relationship Id="rId14" Type="http://schemas.openxmlformats.org/officeDocument/2006/relationships/tags" Target="../tags/tag17.xml"/><Relationship Id="rId13" Type="http://schemas.openxmlformats.org/officeDocument/2006/relationships/tags" Target="../tags/tag16.xml"/><Relationship Id="rId12" Type="http://schemas.openxmlformats.org/officeDocument/2006/relationships/tags" Target="../tags/tag15.xml"/><Relationship Id="rId11" Type="http://schemas.openxmlformats.org/officeDocument/2006/relationships/tags" Target="../tags/tag14.xml"/><Relationship Id="rId10" Type="http://schemas.openxmlformats.org/officeDocument/2006/relationships/tags" Target="../tags/tag13.xml"/><Relationship Id="rId1" Type="http://schemas.openxmlformats.org/officeDocument/2006/relationships/tags" Target="../tags/tag4.xml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tags" Target="../tags/tag35.xml"/><Relationship Id="rId8" Type="http://schemas.openxmlformats.org/officeDocument/2006/relationships/tags" Target="../tags/tag34.xml"/><Relationship Id="rId7" Type="http://schemas.openxmlformats.org/officeDocument/2006/relationships/tags" Target="../tags/tag33.xml"/><Relationship Id="rId6" Type="http://schemas.openxmlformats.org/officeDocument/2006/relationships/tags" Target="../tags/tag32.xml"/><Relationship Id="rId5" Type="http://schemas.openxmlformats.org/officeDocument/2006/relationships/tags" Target="../tags/tag31.xml"/><Relationship Id="rId4" Type="http://schemas.openxmlformats.org/officeDocument/2006/relationships/tags" Target="../tags/tag30.xml"/><Relationship Id="rId3" Type="http://schemas.openxmlformats.org/officeDocument/2006/relationships/tags" Target="../tags/tag29.xml"/><Relationship Id="rId25" Type="http://schemas.openxmlformats.org/officeDocument/2006/relationships/slideLayout" Target="../slideLayouts/slideLayout109.xml"/><Relationship Id="rId24" Type="http://schemas.openxmlformats.org/officeDocument/2006/relationships/tags" Target="../tags/tag50.xml"/><Relationship Id="rId23" Type="http://schemas.openxmlformats.org/officeDocument/2006/relationships/tags" Target="../tags/tag49.xml"/><Relationship Id="rId22" Type="http://schemas.openxmlformats.org/officeDocument/2006/relationships/tags" Target="../tags/tag48.xml"/><Relationship Id="rId21" Type="http://schemas.openxmlformats.org/officeDocument/2006/relationships/tags" Target="../tags/tag47.xml"/><Relationship Id="rId20" Type="http://schemas.openxmlformats.org/officeDocument/2006/relationships/tags" Target="../tags/tag46.xml"/><Relationship Id="rId2" Type="http://schemas.openxmlformats.org/officeDocument/2006/relationships/tags" Target="../tags/tag28.xml"/><Relationship Id="rId19" Type="http://schemas.openxmlformats.org/officeDocument/2006/relationships/tags" Target="../tags/tag45.xml"/><Relationship Id="rId18" Type="http://schemas.openxmlformats.org/officeDocument/2006/relationships/tags" Target="../tags/tag44.xml"/><Relationship Id="rId17" Type="http://schemas.openxmlformats.org/officeDocument/2006/relationships/tags" Target="../tags/tag43.xml"/><Relationship Id="rId16" Type="http://schemas.openxmlformats.org/officeDocument/2006/relationships/tags" Target="../tags/tag42.xml"/><Relationship Id="rId15" Type="http://schemas.openxmlformats.org/officeDocument/2006/relationships/tags" Target="../tags/tag41.xml"/><Relationship Id="rId14" Type="http://schemas.openxmlformats.org/officeDocument/2006/relationships/tags" Target="../tags/tag40.xml"/><Relationship Id="rId13" Type="http://schemas.openxmlformats.org/officeDocument/2006/relationships/tags" Target="../tags/tag39.xml"/><Relationship Id="rId12" Type="http://schemas.openxmlformats.org/officeDocument/2006/relationships/tags" Target="../tags/tag38.xml"/><Relationship Id="rId11" Type="http://schemas.openxmlformats.org/officeDocument/2006/relationships/tags" Target="../tags/tag37.xml"/><Relationship Id="rId10" Type="http://schemas.openxmlformats.org/officeDocument/2006/relationships/tags" Target="../tags/tag36.xml"/><Relationship Id="rId1" Type="http://schemas.openxmlformats.org/officeDocument/2006/relationships/tags" Target="../tags/tag27.xml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tags" Target="../tags/tag59.xml"/><Relationship Id="rId8" Type="http://schemas.openxmlformats.org/officeDocument/2006/relationships/tags" Target="../tags/tag58.xml"/><Relationship Id="rId7" Type="http://schemas.openxmlformats.org/officeDocument/2006/relationships/tags" Target="../tags/tag57.xml"/><Relationship Id="rId6" Type="http://schemas.openxmlformats.org/officeDocument/2006/relationships/tags" Target="../tags/tag56.xml"/><Relationship Id="rId5" Type="http://schemas.openxmlformats.org/officeDocument/2006/relationships/tags" Target="../tags/tag55.xml"/><Relationship Id="rId4" Type="http://schemas.openxmlformats.org/officeDocument/2006/relationships/tags" Target="../tags/tag54.xml"/><Relationship Id="rId3" Type="http://schemas.openxmlformats.org/officeDocument/2006/relationships/tags" Target="../tags/tag53.xml"/><Relationship Id="rId27" Type="http://schemas.openxmlformats.org/officeDocument/2006/relationships/vmlDrawing" Target="../drawings/vmlDrawing1.vml"/><Relationship Id="rId26" Type="http://schemas.openxmlformats.org/officeDocument/2006/relationships/slideLayout" Target="../slideLayouts/slideLayout126.xml"/><Relationship Id="rId25" Type="http://schemas.openxmlformats.org/officeDocument/2006/relationships/image" Target="../media/image3.emf"/><Relationship Id="rId24" Type="http://schemas.openxmlformats.org/officeDocument/2006/relationships/oleObject" Target="../embeddings/oleObject1.bin"/><Relationship Id="rId23" Type="http://schemas.openxmlformats.org/officeDocument/2006/relationships/tags" Target="../tags/tag73.xml"/><Relationship Id="rId22" Type="http://schemas.openxmlformats.org/officeDocument/2006/relationships/tags" Target="../tags/tag72.xml"/><Relationship Id="rId21" Type="http://schemas.openxmlformats.org/officeDocument/2006/relationships/tags" Target="../tags/tag71.xml"/><Relationship Id="rId20" Type="http://schemas.openxmlformats.org/officeDocument/2006/relationships/tags" Target="../tags/tag70.xml"/><Relationship Id="rId2" Type="http://schemas.openxmlformats.org/officeDocument/2006/relationships/tags" Target="../tags/tag52.xml"/><Relationship Id="rId19" Type="http://schemas.openxmlformats.org/officeDocument/2006/relationships/tags" Target="../tags/tag69.xml"/><Relationship Id="rId18" Type="http://schemas.openxmlformats.org/officeDocument/2006/relationships/tags" Target="../tags/tag68.xml"/><Relationship Id="rId17" Type="http://schemas.openxmlformats.org/officeDocument/2006/relationships/tags" Target="../tags/tag67.xml"/><Relationship Id="rId16" Type="http://schemas.openxmlformats.org/officeDocument/2006/relationships/tags" Target="../tags/tag66.xml"/><Relationship Id="rId15" Type="http://schemas.openxmlformats.org/officeDocument/2006/relationships/tags" Target="../tags/tag65.xml"/><Relationship Id="rId14" Type="http://schemas.openxmlformats.org/officeDocument/2006/relationships/tags" Target="../tags/tag64.xml"/><Relationship Id="rId13" Type="http://schemas.openxmlformats.org/officeDocument/2006/relationships/tags" Target="../tags/tag63.xml"/><Relationship Id="rId12" Type="http://schemas.openxmlformats.org/officeDocument/2006/relationships/tags" Target="../tags/tag62.xml"/><Relationship Id="rId11" Type="http://schemas.openxmlformats.org/officeDocument/2006/relationships/tags" Target="../tags/tag61.xml"/><Relationship Id="rId10" Type="http://schemas.openxmlformats.org/officeDocument/2006/relationships/tags" Target="../tags/tag60.xml"/><Relationship Id="rId1" Type="http://schemas.openxmlformats.org/officeDocument/2006/relationships/tags" Target="../tags/tag51.xml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2.vml"/><Relationship Id="rId8" Type="http://schemas.openxmlformats.org/officeDocument/2006/relationships/slideLayout" Target="../slideLayouts/slideLayout143.xml"/><Relationship Id="rId7" Type="http://schemas.openxmlformats.org/officeDocument/2006/relationships/tags" Target="../tags/tag75.xml"/><Relationship Id="rId6" Type="http://schemas.openxmlformats.org/officeDocument/2006/relationships/image" Target="../media/image5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4.png"/><Relationship Id="rId3" Type="http://schemas.openxmlformats.org/officeDocument/2006/relationships/image" Target="../media/image3.emf"/><Relationship Id="rId2" Type="http://schemas.openxmlformats.org/officeDocument/2006/relationships/oleObject" Target="../embeddings/oleObject2.bin"/><Relationship Id="rId1" Type="http://schemas.openxmlformats.org/officeDocument/2006/relationships/tags" Target="../tags/tag74.xml"/></Relationships>
</file>

<file path=ppt/slides/_rels/slide9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3.vml"/><Relationship Id="rId8" Type="http://schemas.openxmlformats.org/officeDocument/2006/relationships/slideLayout" Target="../slideLayouts/slideLayout160.xml"/><Relationship Id="rId7" Type="http://schemas.openxmlformats.org/officeDocument/2006/relationships/image" Target="../media/image7.wmf"/><Relationship Id="rId6" Type="http://schemas.openxmlformats.org/officeDocument/2006/relationships/oleObject" Target="../embeddings/oleObject5.bin"/><Relationship Id="rId5" Type="http://schemas.openxmlformats.org/officeDocument/2006/relationships/image" Target="../media/image6.png"/><Relationship Id="rId4" Type="http://schemas.openxmlformats.org/officeDocument/2006/relationships/tags" Target="../tags/tag77.xml"/><Relationship Id="rId3" Type="http://schemas.openxmlformats.org/officeDocument/2006/relationships/image" Target="../media/image3.emf"/><Relationship Id="rId2" Type="http://schemas.openxmlformats.org/officeDocument/2006/relationships/oleObject" Target="../embeddings/oleObject4.bin"/><Relationship Id="rId1" Type="http://schemas.openxmlformats.org/officeDocument/2006/relationships/tags" Target="../tags/tag76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4.vml"/><Relationship Id="rId7" Type="http://schemas.openxmlformats.org/officeDocument/2006/relationships/slideLayout" Target="../slideLayouts/slideLayout177.xml"/><Relationship Id="rId6" Type="http://schemas.openxmlformats.org/officeDocument/2006/relationships/image" Target="../media/image9.emf"/><Relationship Id="rId5" Type="http://schemas.openxmlformats.org/officeDocument/2006/relationships/oleObject" Target="../embeddings/oleObject7.bin"/><Relationship Id="rId4" Type="http://schemas.openxmlformats.org/officeDocument/2006/relationships/tags" Target="../tags/tag79.xml"/><Relationship Id="rId3" Type="http://schemas.openxmlformats.org/officeDocument/2006/relationships/image" Target="../media/image8.emf"/><Relationship Id="rId2" Type="http://schemas.openxmlformats.org/officeDocument/2006/relationships/oleObject" Target="../embeddings/oleObject6.bin"/><Relationship Id="rId1" Type="http://schemas.openxmlformats.org/officeDocument/2006/relationships/tags" Target="../tags/tag7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94.xml"/><Relationship Id="rId1" Type="http://schemas.openxmlformats.org/officeDocument/2006/relationships/tags" Target="../tags/tag80.xml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tags" Target="../tags/tag89.xml"/><Relationship Id="rId8" Type="http://schemas.openxmlformats.org/officeDocument/2006/relationships/tags" Target="../tags/tag88.xml"/><Relationship Id="rId7" Type="http://schemas.openxmlformats.org/officeDocument/2006/relationships/tags" Target="../tags/tag87.xml"/><Relationship Id="rId6" Type="http://schemas.openxmlformats.org/officeDocument/2006/relationships/tags" Target="../tags/tag86.xml"/><Relationship Id="rId5" Type="http://schemas.openxmlformats.org/officeDocument/2006/relationships/tags" Target="../tags/tag85.xml"/><Relationship Id="rId44" Type="http://schemas.openxmlformats.org/officeDocument/2006/relationships/vmlDrawing" Target="../drawings/vmlDrawing5.vml"/><Relationship Id="rId43" Type="http://schemas.openxmlformats.org/officeDocument/2006/relationships/slideLayout" Target="../slideLayouts/slideLayout211.xml"/><Relationship Id="rId42" Type="http://schemas.openxmlformats.org/officeDocument/2006/relationships/tags" Target="../tags/tag118.xml"/><Relationship Id="rId41" Type="http://schemas.openxmlformats.org/officeDocument/2006/relationships/tags" Target="../tags/tag117.xml"/><Relationship Id="rId40" Type="http://schemas.openxmlformats.org/officeDocument/2006/relationships/tags" Target="../tags/tag116.xml"/><Relationship Id="rId4" Type="http://schemas.openxmlformats.org/officeDocument/2006/relationships/tags" Target="../tags/tag84.xml"/><Relationship Id="rId39" Type="http://schemas.openxmlformats.org/officeDocument/2006/relationships/tags" Target="../tags/tag115.xml"/><Relationship Id="rId38" Type="http://schemas.openxmlformats.org/officeDocument/2006/relationships/image" Target="../media/image11.emf"/><Relationship Id="rId37" Type="http://schemas.openxmlformats.org/officeDocument/2006/relationships/oleObject" Target="../embeddings/oleObject9.bin"/><Relationship Id="rId36" Type="http://schemas.openxmlformats.org/officeDocument/2006/relationships/image" Target="../media/image10.emf"/><Relationship Id="rId35" Type="http://schemas.openxmlformats.org/officeDocument/2006/relationships/oleObject" Target="../embeddings/oleObject8.bin"/><Relationship Id="rId34" Type="http://schemas.openxmlformats.org/officeDocument/2006/relationships/tags" Target="../tags/tag114.xml"/><Relationship Id="rId33" Type="http://schemas.openxmlformats.org/officeDocument/2006/relationships/tags" Target="../tags/tag113.xml"/><Relationship Id="rId32" Type="http://schemas.openxmlformats.org/officeDocument/2006/relationships/tags" Target="../tags/tag112.xml"/><Relationship Id="rId31" Type="http://schemas.openxmlformats.org/officeDocument/2006/relationships/tags" Target="../tags/tag111.xml"/><Relationship Id="rId30" Type="http://schemas.openxmlformats.org/officeDocument/2006/relationships/tags" Target="../tags/tag110.xml"/><Relationship Id="rId3" Type="http://schemas.openxmlformats.org/officeDocument/2006/relationships/tags" Target="../tags/tag83.xml"/><Relationship Id="rId29" Type="http://schemas.openxmlformats.org/officeDocument/2006/relationships/tags" Target="../tags/tag109.xml"/><Relationship Id="rId28" Type="http://schemas.openxmlformats.org/officeDocument/2006/relationships/tags" Target="../tags/tag108.xml"/><Relationship Id="rId27" Type="http://schemas.openxmlformats.org/officeDocument/2006/relationships/tags" Target="../tags/tag107.xml"/><Relationship Id="rId26" Type="http://schemas.openxmlformats.org/officeDocument/2006/relationships/tags" Target="../tags/tag106.xml"/><Relationship Id="rId25" Type="http://schemas.openxmlformats.org/officeDocument/2006/relationships/tags" Target="../tags/tag105.xml"/><Relationship Id="rId24" Type="http://schemas.openxmlformats.org/officeDocument/2006/relationships/tags" Target="../tags/tag104.xml"/><Relationship Id="rId23" Type="http://schemas.openxmlformats.org/officeDocument/2006/relationships/tags" Target="../tags/tag103.xml"/><Relationship Id="rId22" Type="http://schemas.openxmlformats.org/officeDocument/2006/relationships/tags" Target="../tags/tag102.xml"/><Relationship Id="rId21" Type="http://schemas.openxmlformats.org/officeDocument/2006/relationships/tags" Target="../tags/tag101.xml"/><Relationship Id="rId20" Type="http://schemas.openxmlformats.org/officeDocument/2006/relationships/tags" Target="../tags/tag100.xml"/><Relationship Id="rId2" Type="http://schemas.openxmlformats.org/officeDocument/2006/relationships/tags" Target="../tags/tag82.xml"/><Relationship Id="rId19" Type="http://schemas.openxmlformats.org/officeDocument/2006/relationships/tags" Target="../tags/tag99.xml"/><Relationship Id="rId18" Type="http://schemas.openxmlformats.org/officeDocument/2006/relationships/tags" Target="../tags/tag98.xml"/><Relationship Id="rId17" Type="http://schemas.openxmlformats.org/officeDocument/2006/relationships/tags" Target="../tags/tag97.xml"/><Relationship Id="rId16" Type="http://schemas.openxmlformats.org/officeDocument/2006/relationships/tags" Target="../tags/tag96.xml"/><Relationship Id="rId15" Type="http://schemas.openxmlformats.org/officeDocument/2006/relationships/tags" Target="../tags/tag95.xml"/><Relationship Id="rId14" Type="http://schemas.openxmlformats.org/officeDocument/2006/relationships/tags" Target="../tags/tag94.xml"/><Relationship Id="rId13" Type="http://schemas.openxmlformats.org/officeDocument/2006/relationships/tags" Target="../tags/tag93.xml"/><Relationship Id="rId12" Type="http://schemas.openxmlformats.org/officeDocument/2006/relationships/tags" Target="../tags/tag92.xml"/><Relationship Id="rId11" Type="http://schemas.openxmlformats.org/officeDocument/2006/relationships/tags" Target="../tags/tag91.xml"/><Relationship Id="rId10" Type="http://schemas.openxmlformats.org/officeDocument/2006/relationships/tags" Target="../tags/tag90.xml"/><Relationship Id="rId1" Type="http://schemas.openxmlformats.org/officeDocument/2006/relationships/tags" Target="../tags/tag81.xml"/></Relationships>
</file>

<file path=ppt/slides/_rels/slide13.xml.rels><?xml version="1.0" encoding="UTF-8" standalone="yes"?>
<Relationships xmlns="http://schemas.openxmlformats.org/package/2006/relationships"><Relationship Id="rId9" Type="http://schemas.openxmlformats.org/officeDocument/2006/relationships/tags" Target="../tags/tag127.xml"/><Relationship Id="rId8" Type="http://schemas.openxmlformats.org/officeDocument/2006/relationships/tags" Target="../tags/tag126.xml"/><Relationship Id="rId7" Type="http://schemas.openxmlformats.org/officeDocument/2006/relationships/tags" Target="../tags/tag125.xml"/><Relationship Id="rId6" Type="http://schemas.openxmlformats.org/officeDocument/2006/relationships/tags" Target="../tags/tag124.xml"/><Relationship Id="rId5" Type="http://schemas.openxmlformats.org/officeDocument/2006/relationships/tags" Target="../tags/tag123.xml"/><Relationship Id="rId40" Type="http://schemas.openxmlformats.org/officeDocument/2006/relationships/vmlDrawing" Target="../drawings/vmlDrawing6.vml"/><Relationship Id="rId4" Type="http://schemas.openxmlformats.org/officeDocument/2006/relationships/tags" Target="../tags/tag122.xml"/><Relationship Id="rId39" Type="http://schemas.openxmlformats.org/officeDocument/2006/relationships/slideLayout" Target="../slideLayouts/slideLayout228.xml"/><Relationship Id="rId38" Type="http://schemas.openxmlformats.org/officeDocument/2006/relationships/image" Target="../media/image15.emf"/><Relationship Id="rId37" Type="http://schemas.openxmlformats.org/officeDocument/2006/relationships/oleObject" Target="../embeddings/oleObject13.bin"/><Relationship Id="rId36" Type="http://schemas.openxmlformats.org/officeDocument/2006/relationships/image" Target="../media/image14.emf"/><Relationship Id="rId35" Type="http://schemas.openxmlformats.org/officeDocument/2006/relationships/oleObject" Target="../embeddings/oleObject12.bin"/><Relationship Id="rId34" Type="http://schemas.openxmlformats.org/officeDocument/2006/relationships/tags" Target="../tags/tag148.xml"/><Relationship Id="rId33" Type="http://schemas.openxmlformats.org/officeDocument/2006/relationships/tags" Target="../tags/tag147.xml"/><Relationship Id="rId32" Type="http://schemas.openxmlformats.org/officeDocument/2006/relationships/tags" Target="../tags/tag146.xml"/><Relationship Id="rId31" Type="http://schemas.openxmlformats.org/officeDocument/2006/relationships/tags" Target="../tags/tag145.xml"/><Relationship Id="rId30" Type="http://schemas.openxmlformats.org/officeDocument/2006/relationships/tags" Target="../tags/tag144.xml"/><Relationship Id="rId3" Type="http://schemas.openxmlformats.org/officeDocument/2006/relationships/tags" Target="../tags/tag121.xml"/><Relationship Id="rId29" Type="http://schemas.openxmlformats.org/officeDocument/2006/relationships/tags" Target="../tags/tag143.xml"/><Relationship Id="rId28" Type="http://schemas.openxmlformats.org/officeDocument/2006/relationships/tags" Target="../tags/tag142.xml"/><Relationship Id="rId27" Type="http://schemas.openxmlformats.org/officeDocument/2006/relationships/tags" Target="../tags/tag141.xml"/><Relationship Id="rId26" Type="http://schemas.openxmlformats.org/officeDocument/2006/relationships/tags" Target="../tags/tag140.xml"/><Relationship Id="rId25" Type="http://schemas.openxmlformats.org/officeDocument/2006/relationships/tags" Target="../tags/tag139.xml"/><Relationship Id="rId24" Type="http://schemas.openxmlformats.org/officeDocument/2006/relationships/tags" Target="../tags/tag138.xml"/><Relationship Id="rId23" Type="http://schemas.openxmlformats.org/officeDocument/2006/relationships/tags" Target="../tags/tag137.xml"/><Relationship Id="rId22" Type="http://schemas.openxmlformats.org/officeDocument/2006/relationships/tags" Target="../tags/tag136.xml"/><Relationship Id="rId21" Type="http://schemas.openxmlformats.org/officeDocument/2006/relationships/image" Target="../media/image13.emf"/><Relationship Id="rId20" Type="http://schemas.openxmlformats.org/officeDocument/2006/relationships/oleObject" Target="../embeddings/oleObject11.bin"/><Relationship Id="rId2" Type="http://schemas.openxmlformats.org/officeDocument/2006/relationships/tags" Target="../tags/tag120.xml"/><Relationship Id="rId19" Type="http://schemas.openxmlformats.org/officeDocument/2006/relationships/image" Target="../media/image12.emf"/><Relationship Id="rId18" Type="http://schemas.openxmlformats.org/officeDocument/2006/relationships/oleObject" Target="../embeddings/oleObject10.bin"/><Relationship Id="rId17" Type="http://schemas.openxmlformats.org/officeDocument/2006/relationships/tags" Target="../tags/tag135.xml"/><Relationship Id="rId16" Type="http://schemas.openxmlformats.org/officeDocument/2006/relationships/tags" Target="../tags/tag134.xml"/><Relationship Id="rId15" Type="http://schemas.openxmlformats.org/officeDocument/2006/relationships/tags" Target="../tags/tag133.xml"/><Relationship Id="rId14" Type="http://schemas.openxmlformats.org/officeDocument/2006/relationships/tags" Target="../tags/tag132.xml"/><Relationship Id="rId13" Type="http://schemas.openxmlformats.org/officeDocument/2006/relationships/tags" Target="../tags/tag131.xml"/><Relationship Id="rId12" Type="http://schemas.openxmlformats.org/officeDocument/2006/relationships/tags" Target="../tags/tag130.xml"/><Relationship Id="rId11" Type="http://schemas.openxmlformats.org/officeDocument/2006/relationships/tags" Target="../tags/tag129.xml"/><Relationship Id="rId10" Type="http://schemas.openxmlformats.org/officeDocument/2006/relationships/tags" Target="../tags/tag128.xml"/><Relationship Id="rId1" Type="http://schemas.openxmlformats.org/officeDocument/2006/relationships/tags" Target="../tags/tag119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14.xml"/><Relationship Id="rId1" Type="http://schemas.openxmlformats.org/officeDocument/2006/relationships/tags" Target="../tags/tag149.xml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tags" Target="../tags/tag158.xml"/><Relationship Id="rId8" Type="http://schemas.openxmlformats.org/officeDocument/2006/relationships/tags" Target="../tags/tag157.xml"/><Relationship Id="rId7" Type="http://schemas.openxmlformats.org/officeDocument/2006/relationships/tags" Target="../tags/tag156.xml"/><Relationship Id="rId6" Type="http://schemas.openxmlformats.org/officeDocument/2006/relationships/tags" Target="../tags/tag155.xml"/><Relationship Id="rId5" Type="http://schemas.openxmlformats.org/officeDocument/2006/relationships/tags" Target="../tags/tag154.xml"/><Relationship Id="rId4" Type="http://schemas.openxmlformats.org/officeDocument/2006/relationships/tags" Target="../tags/tag153.xml"/><Relationship Id="rId3" Type="http://schemas.openxmlformats.org/officeDocument/2006/relationships/tags" Target="../tags/tag152.xml"/><Relationship Id="rId21" Type="http://schemas.openxmlformats.org/officeDocument/2006/relationships/slideLayout" Target="../slideLayouts/slideLayout245.xml"/><Relationship Id="rId20" Type="http://schemas.openxmlformats.org/officeDocument/2006/relationships/tags" Target="../tags/tag169.xml"/><Relationship Id="rId2" Type="http://schemas.openxmlformats.org/officeDocument/2006/relationships/tags" Target="../tags/tag151.xml"/><Relationship Id="rId19" Type="http://schemas.openxmlformats.org/officeDocument/2006/relationships/tags" Target="../tags/tag168.xml"/><Relationship Id="rId18" Type="http://schemas.openxmlformats.org/officeDocument/2006/relationships/tags" Target="../tags/tag167.xml"/><Relationship Id="rId17" Type="http://schemas.openxmlformats.org/officeDocument/2006/relationships/tags" Target="../tags/tag166.xml"/><Relationship Id="rId16" Type="http://schemas.openxmlformats.org/officeDocument/2006/relationships/tags" Target="../tags/tag165.xml"/><Relationship Id="rId15" Type="http://schemas.openxmlformats.org/officeDocument/2006/relationships/tags" Target="../tags/tag164.xml"/><Relationship Id="rId14" Type="http://schemas.openxmlformats.org/officeDocument/2006/relationships/tags" Target="../tags/tag163.xml"/><Relationship Id="rId13" Type="http://schemas.openxmlformats.org/officeDocument/2006/relationships/tags" Target="../tags/tag162.xml"/><Relationship Id="rId12" Type="http://schemas.openxmlformats.org/officeDocument/2006/relationships/tags" Target="../tags/tag161.xml"/><Relationship Id="rId11" Type="http://schemas.openxmlformats.org/officeDocument/2006/relationships/tags" Target="../tags/tag160.xml"/><Relationship Id="rId10" Type="http://schemas.openxmlformats.org/officeDocument/2006/relationships/tags" Target="../tags/tag159.xml"/><Relationship Id="rId1" Type="http://schemas.openxmlformats.org/officeDocument/2006/relationships/tags" Target="../tags/tag150.xml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tags" Target="../tags/tag178.xml"/><Relationship Id="rId8" Type="http://schemas.openxmlformats.org/officeDocument/2006/relationships/tags" Target="../tags/tag177.xml"/><Relationship Id="rId7" Type="http://schemas.openxmlformats.org/officeDocument/2006/relationships/tags" Target="../tags/tag176.xml"/><Relationship Id="rId6" Type="http://schemas.openxmlformats.org/officeDocument/2006/relationships/tags" Target="../tags/tag175.xml"/><Relationship Id="rId5" Type="http://schemas.openxmlformats.org/officeDocument/2006/relationships/tags" Target="../tags/tag174.xml"/><Relationship Id="rId41" Type="http://schemas.openxmlformats.org/officeDocument/2006/relationships/vmlDrawing" Target="../drawings/vmlDrawing7.vml"/><Relationship Id="rId40" Type="http://schemas.openxmlformats.org/officeDocument/2006/relationships/slideLayout" Target="../slideLayouts/slideLayout262.xml"/><Relationship Id="rId4" Type="http://schemas.openxmlformats.org/officeDocument/2006/relationships/tags" Target="../tags/tag173.xml"/><Relationship Id="rId39" Type="http://schemas.openxmlformats.org/officeDocument/2006/relationships/tags" Target="../tags/tag206.xml"/><Relationship Id="rId38" Type="http://schemas.openxmlformats.org/officeDocument/2006/relationships/tags" Target="../tags/tag205.xml"/><Relationship Id="rId37" Type="http://schemas.openxmlformats.org/officeDocument/2006/relationships/image" Target="../media/image16.emf"/><Relationship Id="rId36" Type="http://schemas.openxmlformats.org/officeDocument/2006/relationships/oleObject" Target="../embeddings/oleObject14.bin"/><Relationship Id="rId35" Type="http://schemas.openxmlformats.org/officeDocument/2006/relationships/tags" Target="../tags/tag204.xml"/><Relationship Id="rId34" Type="http://schemas.openxmlformats.org/officeDocument/2006/relationships/tags" Target="../tags/tag203.xml"/><Relationship Id="rId33" Type="http://schemas.openxmlformats.org/officeDocument/2006/relationships/tags" Target="../tags/tag202.xml"/><Relationship Id="rId32" Type="http://schemas.openxmlformats.org/officeDocument/2006/relationships/tags" Target="../tags/tag201.xml"/><Relationship Id="rId31" Type="http://schemas.openxmlformats.org/officeDocument/2006/relationships/tags" Target="../tags/tag200.xml"/><Relationship Id="rId30" Type="http://schemas.openxmlformats.org/officeDocument/2006/relationships/tags" Target="../tags/tag199.xml"/><Relationship Id="rId3" Type="http://schemas.openxmlformats.org/officeDocument/2006/relationships/tags" Target="../tags/tag172.xml"/><Relationship Id="rId29" Type="http://schemas.openxmlformats.org/officeDocument/2006/relationships/tags" Target="../tags/tag198.xml"/><Relationship Id="rId28" Type="http://schemas.openxmlformats.org/officeDocument/2006/relationships/tags" Target="../tags/tag197.xml"/><Relationship Id="rId27" Type="http://schemas.openxmlformats.org/officeDocument/2006/relationships/tags" Target="../tags/tag196.xml"/><Relationship Id="rId26" Type="http://schemas.openxmlformats.org/officeDocument/2006/relationships/tags" Target="../tags/tag195.xml"/><Relationship Id="rId25" Type="http://schemas.openxmlformats.org/officeDocument/2006/relationships/tags" Target="../tags/tag194.xml"/><Relationship Id="rId24" Type="http://schemas.openxmlformats.org/officeDocument/2006/relationships/tags" Target="../tags/tag193.xml"/><Relationship Id="rId23" Type="http://schemas.openxmlformats.org/officeDocument/2006/relationships/tags" Target="../tags/tag192.xml"/><Relationship Id="rId22" Type="http://schemas.openxmlformats.org/officeDocument/2006/relationships/tags" Target="../tags/tag191.xml"/><Relationship Id="rId21" Type="http://schemas.openxmlformats.org/officeDocument/2006/relationships/tags" Target="../tags/tag190.xml"/><Relationship Id="rId20" Type="http://schemas.openxmlformats.org/officeDocument/2006/relationships/tags" Target="../tags/tag189.xml"/><Relationship Id="rId2" Type="http://schemas.openxmlformats.org/officeDocument/2006/relationships/tags" Target="../tags/tag171.xml"/><Relationship Id="rId19" Type="http://schemas.openxmlformats.org/officeDocument/2006/relationships/tags" Target="../tags/tag188.xml"/><Relationship Id="rId18" Type="http://schemas.openxmlformats.org/officeDocument/2006/relationships/tags" Target="../tags/tag187.xml"/><Relationship Id="rId17" Type="http://schemas.openxmlformats.org/officeDocument/2006/relationships/tags" Target="../tags/tag186.xml"/><Relationship Id="rId16" Type="http://schemas.openxmlformats.org/officeDocument/2006/relationships/tags" Target="../tags/tag185.xml"/><Relationship Id="rId15" Type="http://schemas.openxmlformats.org/officeDocument/2006/relationships/tags" Target="../tags/tag184.xml"/><Relationship Id="rId14" Type="http://schemas.openxmlformats.org/officeDocument/2006/relationships/tags" Target="../tags/tag183.xml"/><Relationship Id="rId13" Type="http://schemas.openxmlformats.org/officeDocument/2006/relationships/tags" Target="../tags/tag182.xml"/><Relationship Id="rId12" Type="http://schemas.openxmlformats.org/officeDocument/2006/relationships/tags" Target="../tags/tag181.xml"/><Relationship Id="rId11" Type="http://schemas.openxmlformats.org/officeDocument/2006/relationships/tags" Target="../tags/tag180.xml"/><Relationship Id="rId10" Type="http://schemas.openxmlformats.org/officeDocument/2006/relationships/tags" Target="../tags/tag179.xml"/><Relationship Id="rId1" Type="http://schemas.openxmlformats.org/officeDocument/2006/relationships/tags" Target="../tags/tag170.xml"/></Relationships>
</file>

<file path=ppt/slides/_rels/slide17.xml.rels><?xml version="1.0" encoding="UTF-8" standalone="yes"?>
<Relationships xmlns="http://schemas.openxmlformats.org/package/2006/relationships"><Relationship Id="rId9" Type="http://schemas.openxmlformats.org/officeDocument/2006/relationships/tags" Target="../tags/tag215.xml"/><Relationship Id="rId8" Type="http://schemas.openxmlformats.org/officeDocument/2006/relationships/tags" Target="../tags/tag214.xml"/><Relationship Id="rId7" Type="http://schemas.openxmlformats.org/officeDocument/2006/relationships/tags" Target="../tags/tag213.xml"/><Relationship Id="rId6" Type="http://schemas.openxmlformats.org/officeDocument/2006/relationships/tags" Target="../tags/tag212.xml"/><Relationship Id="rId5" Type="http://schemas.openxmlformats.org/officeDocument/2006/relationships/tags" Target="../tags/tag211.xml"/><Relationship Id="rId41" Type="http://schemas.openxmlformats.org/officeDocument/2006/relationships/vmlDrawing" Target="../drawings/vmlDrawing8.vml"/><Relationship Id="rId40" Type="http://schemas.openxmlformats.org/officeDocument/2006/relationships/slideLayout" Target="../slideLayouts/slideLayout279.xml"/><Relationship Id="rId4" Type="http://schemas.openxmlformats.org/officeDocument/2006/relationships/tags" Target="../tags/tag210.xml"/><Relationship Id="rId39" Type="http://schemas.openxmlformats.org/officeDocument/2006/relationships/tags" Target="../tags/tag241.xml"/><Relationship Id="rId38" Type="http://schemas.openxmlformats.org/officeDocument/2006/relationships/image" Target="../media/image18.emf"/><Relationship Id="rId37" Type="http://schemas.openxmlformats.org/officeDocument/2006/relationships/oleObject" Target="../embeddings/oleObject16.bin"/><Relationship Id="rId36" Type="http://schemas.openxmlformats.org/officeDocument/2006/relationships/tags" Target="../tags/tag240.xml"/><Relationship Id="rId35" Type="http://schemas.openxmlformats.org/officeDocument/2006/relationships/image" Target="../media/image17.emf"/><Relationship Id="rId34" Type="http://schemas.openxmlformats.org/officeDocument/2006/relationships/oleObject" Target="../embeddings/oleObject15.bin"/><Relationship Id="rId33" Type="http://schemas.openxmlformats.org/officeDocument/2006/relationships/tags" Target="../tags/tag239.xml"/><Relationship Id="rId32" Type="http://schemas.openxmlformats.org/officeDocument/2006/relationships/tags" Target="../tags/tag238.xml"/><Relationship Id="rId31" Type="http://schemas.openxmlformats.org/officeDocument/2006/relationships/tags" Target="../tags/tag237.xml"/><Relationship Id="rId30" Type="http://schemas.openxmlformats.org/officeDocument/2006/relationships/tags" Target="../tags/tag236.xml"/><Relationship Id="rId3" Type="http://schemas.openxmlformats.org/officeDocument/2006/relationships/tags" Target="../tags/tag209.xml"/><Relationship Id="rId29" Type="http://schemas.openxmlformats.org/officeDocument/2006/relationships/tags" Target="../tags/tag235.xml"/><Relationship Id="rId28" Type="http://schemas.openxmlformats.org/officeDocument/2006/relationships/tags" Target="../tags/tag234.xml"/><Relationship Id="rId27" Type="http://schemas.openxmlformats.org/officeDocument/2006/relationships/tags" Target="../tags/tag233.xml"/><Relationship Id="rId26" Type="http://schemas.openxmlformats.org/officeDocument/2006/relationships/tags" Target="../tags/tag232.xml"/><Relationship Id="rId25" Type="http://schemas.openxmlformats.org/officeDocument/2006/relationships/tags" Target="../tags/tag231.xml"/><Relationship Id="rId24" Type="http://schemas.openxmlformats.org/officeDocument/2006/relationships/tags" Target="../tags/tag230.xml"/><Relationship Id="rId23" Type="http://schemas.openxmlformats.org/officeDocument/2006/relationships/tags" Target="../tags/tag229.xml"/><Relationship Id="rId22" Type="http://schemas.openxmlformats.org/officeDocument/2006/relationships/tags" Target="../tags/tag228.xml"/><Relationship Id="rId21" Type="http://schemas.openxmlformats.org/officeDocument/2006/relationships/tags" Target="../tags/tag227.xml"/><Relationship Id="rId20" Type="http://schemas.openxmlformats.org/officeDocument/2006/relationships/tags" Target="../tags/tag226.xml"/><Relationship Id="rId2" Type="http://schemas.openxmlformats.org/officeDocument/2006/relationships/tags" Target="../tags/tag208.xml"/><Relationship Id="rId19" Type="http://schemas.openxmlformats.org/officeDocument/2006/relationships/tags" Target="../tags/tag225.xml"/><Relationship Id="rId18" Type="http://schemas.openxmlformats.org/officeDocument/2006/relationships/tags" Target="../tags/tag224.xml"/><Relationship Id="rId17" Type="http://schemas.openxmlformats.org/officeDocument/2006/relationships/tags" Target="../tags/tag223.xml"/><Relationship Id="rId16" Type="http://schemas.openxmlformats.org/officeDocument/2006/relationships/tags" Target="../tags/tag222.xml"/><Relationship Id="rId15" Type="http://schemas.openxmlformats.org/officeDocument/2006/relationships/tags" Target="../tags/tag221.xml"/><Relationship Id="rId14" Type="http://schemas.openxmlformats.org/officeDocument/2006/relationships/tags" Target="../tags/tag220.xml"/><Relationship Id="rId13" Type="http://schemas.openxmlformats.org/officeDocument/2006/relationships/tags" Target="../tags/tag219.xml"/><Relationship Id="rId12" Type="http://schemas.openxmlformats.org/officeDocument/2006/relationships/tags" Target="../tags/tag218.xml"/><Relationship Id="rId11" Type="http://schemas.openxmlformats.org/officeDocument/2006/relationships/tags" Target="../tags/tag217.xml"/><Relationship Id="rId10" Type="http://schemas.openxmlformats.org/officeDocument/2006/relationships/tags" Target="../tags/tag216.xml"/><Relationship Id="rId1" Type="http://schemas.openxmlformats.org/officeDocument/2006/relationships/tags" Target="../tags/tag20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31.xml"/><Relationship Id="rId1" Type="http://schemas.openxmlformats.org/officeDocument/2006/relationships/tags" Target="../tags/tag242.xml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tags" Target="../tags/tag251.xml"/><Relationship Id="rId8" Type="http://schemas.openxmlformats.org/officeDocument/2006/relationships/tags" Target="../tags/tag250.xml"/><Relationship Id="rId7" Type="http://schemas.openxmlformats.org/officeDocument/2006/relationships/tags" Target="../tags/tag249.xml"/><Relationship Id="rId6" Type="http://schemas.openxmlformats.org/officeDocument/2006/relationships/tags" Target="../tags/tag248.xml"/><Relationship Id="rId5" Type="http://schemas.openxmlformats.org/officeDocument/2006/relationships/tags" Target="../tags/tag247.xml"/><Relationship Id="rId4" Type="http://schemas.openxmlformats.org/officeDocument/2006/relationships/tags" Target="../tags/tag246.xml"/><Relationship Id="rId3" Type="http://schemas.openxmlformats.org/officeDocument/2006/relationships/tags" Target="../tags/tag245.xml"/><Relationship Id="rId20" Type="http://schemas.openxmlformats.org/officeDocument/2006/relationships/slideLayout" Target="../slideLayouts/slideLayout296.xml"/><Relationship Id="rId2" Type="http://schemas.openxmlformats.org/officeDocument/2006/relationships/tags" Target="../tags/tag244.xml"/><Relationship Id="rId19" Type="http://schemas.openxmlformats.org/officeDocument/2006/relationships/tags" Target="../tags/tag261.xml"/><Relationship Id="rId18" Type="http://schemas.openxmlformats.org/officeDocument/2006/relationships/tags" Target="../tags/tag260.xml"/><Relationship Id="rId17" Type="http://schemas.openxmlformats.org/officeDocument/2006/relationships/tags" Target="../tags/tag259.xml"/><Relationship Id="rId16" Type="http://schemas.openxmlformats.org/officeDocument/2006/relationships/tags" Target="../tags/tag258.xml"/><Relationship Id="rId15" Type="http://schemas.openxmlformats.org/officeDocument/2006/relationships/tags" Target="../tags/tag257.xml"/><Relationship Id="rId14" Type="http://schemas.openxmlformats.org/officeDocument/2006/relationships/tags" Target="../tags/tag256.xml"/><Relationship Id="rId13" Type="http://schemas.openxmlformats.org/officeDocument/2006/relationships/tags" Target="../tags/tag255.xml"/><Relationship Id="rId12" Type="http://schemas.openxmlformats.org/officeDocument/2006/relationships/tags" Target="../tags/tag254.xml"/><Relationship Id="rId11" Type="http://schemas.openxmlformats.org/officeDocument/2006/relationships/tags" Target="../tags/tag253.xml"/><Relationship Id="rId10" Type="http://schemas.openxmlformats.org/officeDocument/2006/relationships/tags" Target="../tags/tag252.xml"/><Relationship Id="rId1" Type="http://schemas.openxmlformats.org/officeDocument/2006/relationships/tags" Target="../tags/tag243.xml"/></Relationships>
</file>

<file path=ppt/slides/_rels/slide20.xml.rels><?xml version="1.0" encoding="UTF-8" standalone="yes"?>
<Relationships xmlns="http://schemas.openxmlformats.org/package/2006/relationships"><Relationship Id="rId9" Type="http://schemas.openxmlformats.org/officeDocument/2006/relationships/tags" Target="../tags/tag270.xml"/><Relationship Id="rId8" Type="http://schemas.openxmlformats.org/officeDocument/2006/relationships/tags" Target="../tags/tag269.xml"/><Relationship Id="rId7" Type="http://schemas.openxmlformats.org/officeDocument/2006/relationships/tags" Target="../tags/tag268.xml"/><Relationship Id="rId6" Type="http://schemas.openxmlformats.org/officeDocument/2006/relationships/tags" Target="../tags/tag267.xml"/><Relationship Id="rId5" Type="http://schemas.openxmlformats.org/officeDocument/2006/relationships/tags" Target="../tags/tag266.xml"/><Relationship Id="rId4" Type="http://schemas.openxmlformats.org/officeDocument/2006/relationships/tags" Target="../tags/tag265.xml"/><Relationship Id="rId3" Type="http://schemas.openxmlformats.org/officeDocument/2006/relationships/tags" Target="../tags/tag264.xml"/><Relationship Id="rId23" Type="http://schemas.openxmlformats.org/officeDocument/2006/relationships/vmlDrawing" Target="../drawings/vmlDrawing9.vml"/><Relationship Id="rId22" Type="http://schemas.openxmlformats.org/officeDocument/2006/relationships/slideLayout" Target="../slideLayouts/slideLayout313.xml"/><Relationship Id="rId21" Type="http://schemas.openxmlformats.org/officeDocument/2006/relationships/image" Target="../media/image20.jpeg"/><Relationship Id="rId20" Type="http://schemas.openxmlformats.org/officeDocument/2006/relationships/tags" Target="../tags/tag279.xml"/><Relationship Id="rId2" Type="http://schemas.openxmlformats.org/officeDocument/2006/relationships/tags" Target="../tags/tag263.xml"/><Relationship Id="rId19" Type="http://schemas.openxmlformats.org/officeDocument/2006/relationships/tags" Target="../tags/tag278.xml"/><Relationship Id="rId18" Type="http://schemas.openxmlformats.org/officeDocument/2006/relationships/image" Target="../media/image19.emf"/><Relationship Id="rId17" Type="http://schemas.openxmlformats.org/officeDocument/2006/relationships/oleObject" Target="../embeddings/oleObject17.bin"/><Relationship Id="rId16" Type="http://schemas.openxmlformats.org/officeDocument/2006/relationships/tags" Target="../tags/tag277.xml"/><Relationship Id="rId15" Type="http://schemas.openxmlformats.org/officeDocument/2006/relationships/tags" Target="../tags/tag276.xml"/><Relationship Id="rId14" Type="http://schemas.openxmlformats.org/officeDocument/2006/relationships/tags" Target="../tags/tag275.xml"/><Relationship Id="rId13" Type="http://schemas.openxmlformats.org/officeDocument/2006/relationships/tags" Target="../tags/tag274.xml"/><Relationship Id="rId12" Type="http://schemas.openxmlformats.org/officeDocument/2006/relationships/tags" Target="../tags/tag273.xml"/><Relationship Id="rId11" Type="http://schemas.openxmlformats.org/officeDocument/2006/relationships/tags" Target="../tags/tag272.xml"/><Relationship Id="rId10" Type="http://schemas.openxmlformats.org/officeDocument/2006/relationships/tags" Target="../tags/tag271.xml"/><Relationship Id="rId1" Type="http://schemas.openxmlformats.org/officeDocument/2006/relationships/tags" Target="../tags/tag262.xml"/></Relationships>
</file>

<file path=ppt/slides/_rels/slide21.xml.rels><?xml version="1.0" encoding="UTF-8" standalone="yes"?>
<Relationships xmlns="http://schemas.openxmlformats.org/package/2006/relationships"><Relationship Id="rId9" Type="http://schemas.openxmlformats.org/officeDocument/2006/relationships/tags" Target="../tags/tag288.xml"/><Relationship Id="rId8" Type="http://schemas.openxmlformats.org/officeDocument/2006/relationships/tags" Target="../tags/tag287.xml"/><Relationship Id="rId7" Type="http://schemas.openxmlformats.org/officeDocument/2006/relationships/tags" Target="../tags/tag286.xml"/><Relationship Id="rId6" Type="http://schemas.openxmlformats.org/officeDocument/2006/relationships/tags" Target="../tags/tag285.xml"/><Relationship Id="rId5" Type="http://schemas.openxmlformats.org/officeDocument/2006/relationships/tags" Target="../tags/tag284.xml"/><Relationship Id="rId4" Type="http://schemas.openxmlformats.org/officeDocument/2006/relationships/tags" Target="../tags/tag283.xml"/><Relationship Id="rId3" Type="http://schemas.openxmlformats.org/officeDocument/2006/relationships/tags" Target="../tags/tag282.xml"/><Relationship Id="rId20" Type="http://schemas.openxmlformats.org/officeDocument/2006/relationships/vmlDrawing" Target="../drawings/vmlDrawing10.vml"/><Relationship Id="rId2" Type="http://schemas.openxmlformats.org/officeDocument/2006/relationships/tags" Target="../tags/tag281.xml"/><Relationship Id="rId19" Type="http://schemas.openxmlformats.org/officeDocument/2006/relationships/slideLayout" Target="../slideLayouts/slideLayout330.xml"/><Relationship Id="rId18" Type="http://schemas.openxmlformats.org/officeDocument/2006/relationships/image" Target="../media/image22.png"/><Relationship Id="rId17" Type="http://schemas.openxmlformats.org/officeDocument/2006/relationships/image" Target="../media/image21.emf"/><Relationship Id="rId16" Type="http://schemas.openxmlformats.org/officeDocument/2006/relationships/oleObject" Target="../embeddings/oleObject18.bin"/><Relationship Id="rId15" Type="http://schemas.openxmlformats.org/officeDocument/2006/relationships/tags" Target="../tags/tag294.xml"/><Relationship Id="rId14" Type="http://schemas.openxmlformats.org/officeDocument/2006/relationships/tags" Target="../tags/tag293.xml"/><Relationship Id="rId13" Type="http://schemas.openxmlformats.org/officeDocument/2006/relationships/tags" Target="../tags/tag292.xml"/><Relationship Id="rId12" Type="http://schemas.openxmlformats.org/officeDocument/2006/relationships/tags" Target="../tags/tag291.xml"/><Relationship Id="rId11" Type="http://schemas.openxmlformats.org/officeDocument/2006/relationships/tags" Target="../tags/tag290.xml"/><Relationship Id="rId10" Type="http://schemas.openxmlformats.org/officeDocument/2006/relationships/tags" Target="../tags/tag289.xml"/><Relationship Id="rId1" Type="http://schemas.openxmlformats.org/officeDocument/2006/relationships/tags" Target="../tags/tag280.xml"/></Relationships>
</file>

<file path=ppt/slides/_rels/slide22.xml.rels><?xml version="1.0" encoding="UTF-8" standalone="yes"?>
<Relationships xmlns="http://schemas.openxmlformats.org/package/2006/relationships"><Relationship Id="rId9" Type="http://schemas.openxmlformats.org/officeDocument/2006/relationships/tags" Target="../tags/tag303.xml"/><Relationship Id="rId8" Type="http://schemas.openxmlformats.org/officeDocument/2006/relationships/tags" Target="../tags/tag302.xml"/><Relationship Id="rId7" Type="http://schemas.openxmlformats.org/officeDocument/2006/relationships/tags" Target="../tags/tag301.xml"/><Relationship Id="rId6" Type="http://schemas.openxmlformats.org/officeDocument/2006/relationships/tags" Target="../tags/tag300.xml"/><Relationship Id="rId5" Type="http://schemas.openxmlformats.org/officeDocument/2006/relationships/tags" Target="../tags/tag299.xml"/><Relationship Id="rId4" Type="http://schemas.openxmlformats.org/officeDocument/2006/relationships/tags" Target="../tags/tag298.xml"/><Relationship Id="rId39" Type="http://schemas.openxmlformats.org/officeDocument/2006/relationships/vmlDrawing" Target="../drawings/vmlDrawing11.vml"/><Relationship Id="rId38" Type="http://schemas.openxmlformats.org/officeDocument/2006/relationships/slideLayout" Target="../slideLayouts/slideLayout347.xml"/><Relationship Id="rId37" Type="http://schemas.openxmlformats.org/officeDocument/2006/relationships/tags" Target="../tags/tag327.xml"/><Relationship Id="rId36" Type="http://schemas.openxmlformats.org/officeDocument/2006/relationships/image" Target="../media/image24.emf"/><Relationship Id="rId35" Type="http://schemas.openxmlformats.org/officeDocument/2006/relationships/oleObject" Target="../embeddings/oleObject20.bin"/><Relationship Id="rId34" Type="http://schemas.openxmlformats.org/officeDocument/2006/relationships/tags" Target="../tags/tag326.xml"/><Relationship Id="rId33" Type="http://schemas.openxmlformats.org/officeDocument/2006/relationships/image" Target="../media/image23.emf"/><Relationship Id="rId32" Type="http://schemas.openxmlformats.org/officeDocument/2006/relationships/oleObject" Target="../embeddings/oleObject19.bin"/><Relationship Id="rId31" Type="http://schemas.openxmlformats.org/officeDocument/2006/relationships/tags" Target="../tags/tag325.xml"/><Relationship Id="rId30" Type="http://schemas.openxmlformats.org/officeDocument/2006/relationships/tags" Target="../tags/tag324.xml"/><Relationship Id="rId3" Type="http://schemas.openxmlformats.org/officeDocument/2006/relationships/tags" Target="../tags/tag297.xml"/><Relationship Id="rId29" Type="http://schemas.openxmlformats.org/officeDocument/2006/relationships/tags" Target="../tags/tag323.xml"/><Relationship Id="rId28" Type="http://schemas.openxmlformats.org/officeDocument/2006/relationships/tags" Target="../tags/tag322.xml"/><Relationship Id="rId27" Type="http://schemas.openxmlformats.org/officeDocument/2006/relationships/tags" Target="../tags/tag321.xml"/><Relationship Id="rId26" Type="http://schemas.openxmlformats.org/officeDocument/2006/relationships/tags" Target="../tags/tag320.xml"/><Relationship Id="rId25" Type="http://schemas.openxmlformats.org/officeDocument/2006/relationships/tags" Target="../tags/tag319.xml"/><Relationship Id="rId24" Type="http://schemas.openxmlformats.org/officeDocument/2006/relationships/tags" Target="../tags/tag318.xml"/><Relationship Id="rId23" Type="http://schemas.openxmlformats.org/officeDocument/2006/relationships/tags" Target="../tags/tag317.xml"/><Relationship Id="rId22" Type="http://schemas.openxmlformats.org/officeDocument/2006/relationships/tags" Target="../tags/tag316.xml"/><Relationship Id="rId21" Type="http://schemas.openxmlformats.org/officeDocument/2006/relationships/tags" Target="../tags/tag315.xml"/><Relationship Id="rId20" Type="http://schemas.openxmlformats.org/officeDocument/2006/relationships/tags" Target="../tags/tag314.xml"/><Relationship Id="rId2" Type="http://schemas.openxmlformats.org/officeDocument/2006/relationships/tags" Target="../tags/tag296.xml"/><Relationship Id="rId19" Type="http://schemas.openxmlformats.org/officeDocument/2006/relationships/tags" Target="../tags/tag313.xml"/><Relationship Id="rId18" Type="http://schemas.openxmlformats.org/officeDocument/2006/relationships/tags" Target="../tags/tag312.xml"/><Relationship Id="rId17" Type="http://schemas.openxmlformats.org/officeDocument/2006/relationships/tags" Target="../tags/tag311.xml"/><Relationship Id="rId16" Type="http://schemas.openxmlformats.org/officeDocument/2006/relationships/tags" Target="../tags/tag310.xml"/><Relationship Id="rId15" Type="http://schemas.openxmlformats.org/officeDocument/2006/relationships/tags" Target="../tags/tag309.xml"/><Relationship Id="rId14" Type="http://schemas.openxmlformats.org/officeDocument/2006/relationships/tags" Target="../tags/tag308.xml"/><Relationship Id="rId13" Type="http://schemas.openxmlformats.org/officeDocument/2006/relationships/tags" Target="../tags/tag307.xml"/><Relationship Id="rId12" Type="http://schemas.openxmlformats.org/officeDocument/2006/relationships/tags" Target="../tags/tag306.xml"/><Relationship Id="rId11" Type="http://schemas.openxmlformats.org/officeDocument/2006/relationships/tags" Target="../tags/tag305.xml"/><Relationship Id="rId10" Type="http://schemas.openxmlformats.org/officeDocument/2006/relationships/tags" Target="../tags/tag304.xml"/><Relationship Id="rId1" Type="http://schemas.openxmlformats.org/officeDocument/2006/relationships/tags" Target="../tags/tag29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48.xml"/><Relationship Id="rId1" Type="http://schemas.openxmlformats.org/officeDocument/2006/relationships/tags" Target="../tags/tag328.xml"/></Relationships>
</file>

<file path=ppt/slides/_rels/slide24.xml.rels><?xml version="1.0" encoding="UTF-8" standalone="yes"?>
<Relationships xmlns="http://schemas.openxmlformats.org/package/2006/relationships"><Relationship Id="rId9" Type="http://schemas.openxmlformats.org/officeDocument/2006/relationships/tags" Target="../tags/tag337.xml"/><Relationship Id="rId8" Type="http://schemas.openxmlformats.org/officeDocument/2006/relationships/tags" Target="../tags/tag336.xml"/><Relationship Id="rId7" Type="http://schemas.openxmlformats.org/officeDocument/2006/relationships/tags" Target="../tags/tag335.xml"/><Relationship Id="rId6" Type="http://schemas.openxmlformats.org/officeDocument/2006/relationships/tags" Target="../tags/tag334.xml"/><Relationship Id="rId5" Type="http://schemas.openxmlformats.org/officeDocument/2006/relationships/tags" Target="../tags/tag333.xml"/><Relationship Id="rId4" Type="http://schemas.openxmlformats.org/officeDocument/2006/relationships/tags" Target="../tags/tag332.xml"/><Relationship Id="rId3" Type="http://schemas.openxmlformats.org/officeDocument/2006/relationships/tags" Target="../tags/tag331.xml"/><Relationship Id="rId26" Type="http://schemas.openxmlformats.org/officeDocument/2006/relationships/slideLayout" Target="../slideLayouts/slideLayout364.xml"/><Relationship Id="rId25" Type="http://schemas.openxmlformats.org/officeDocument/2006/relationships/tags" Target="../tags/tag353.xml"/><Relationship Id="rId24" Type="http://schemas.openxmlformats.org/officeDocument/2006/relationships/tags" Target="../tags/tag352.xml"/><Relationship Id="rId23" Type="http://schemas.openxmlformats.org/officeDocument/2006/relationships/tags" Target="../tags/tag351.xml"/><Relationship Id="rId22" Type="http://schemas.openxmlformats.org/officeDocument/2006/relationships/tags" Target="../tags/tag350.xml"/><Relationship Id="rId21" Type="http://schemas.openxmlformats.org/officeDocument/2006/relationships/tags" Target="../tags/tag349.xml"/><Relationship Id="rId20" Type="http://schemas.openxmlformats.org/officeDocument/2006/relationships/tags" Target="../tags/tag348.xml"/><Relationship Id="rId2" Type="http://schemas.openxmlformats.org/officeDocument/2006/relationships/tags" Target="../tags/tag330.xml"/><Relationship Id="rId19" Type="http://schemas.openxmlformats.org/officeDocument/2006/relationships/tags" Target="../tags/tag347.xml"/><Relationship Id="rId18" Type="http://schemas.openxmlformats.org/officeDocument/2006/relationships/tags" Target="../tags/tag346.xml"/><Relationship Id="rId17" Type="http://schemas.openxmlformats.org/officeDocument/2006/relationships/tags" Target="../tags/tag345.xml"/><Relationship Id="rId16" Type="http://schemas.openxmlformats.org/officeDocument/2006/relationships/tags" Target="../tags/tag344.xml"/><Relationship Id="rId15" Type="http://schemas.openxmlformats.org/officeDocument/2006/relationships/tags" Target="../tags/tag343.xml"/><Relationship Id="rId14" Type="http://schemas.openxmlformats.org/officeDocument/2006/relationships/tags" Target="../tags/tag342.xml"/><Relationship Id="rId13" Type="http://schemas.openxmlformats.org/officeDocument/2006/relationships/tags" Target="../tags/tag341.xml"/><Relationship Id="rId12" Type="http://schemas.openxmlformats.org/officeDocument/2006/relationships/tags" Target="../tags/tag340.xml"/><Relationship Id="rId11" Type="http://schemas.openxmlformats.org/officeDocument/2006/relationships/tags" Target="../tags/tag339.xml"/><Relationship Id="rId10" Type="http://schemas.openxmlformats.org/officeDocument/2006/relationships/tags" Target="../tags/tag338.xml"/><Relationship Id="rId1" Type="http://schemas.openxmlformats.org/officeDocument/2006/relationships/tags" Target="../tags/tag329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2.vml"/><Relationship Id="rId7" Type="http://schemas.openxmlformats.org/officeDocument/2006/relationships/slideLayout" Target="../slideLayouts/slideLayout381.xml"/><Relationship Id="rId6" Type="http://schemas.openxmlformats.org/officeDocument/2006/relationships/image" Target="../media/image26.png"/><Relationship Id="rId5" Type="http://schemas.openxmlformats.org/officeDocument/2006/relationships/tags" Target="../tags/tag356.xml"/><Relationship Id="rId4" Type="http://schemas.openxmlformats.org/officeDocument/2006/relationships/tags" Target="../tags/tag355.xml"/><Relationship Id="rId3" Type="http://schemas.openxmlformats.org/officeDocument/2006/relationships/image" Target="../media/image25.emf"/><Relationship Id="rId2" Type="http://schemas.openxmlformats.org/officeDocument/2006/relationships/oleObject" Target="../embeddings/oleObject21.bin"/><Relationship Id="rId1" Type="http://schemas.openxmlformats.org/officeDocument/2006/relationships/tags" Target="../tags/tag354.xml"/></Relationships>
</file>

<file path=ppt/slides/_rels/slide26.xml.rels><?xml version="1.0" encoding="UTF-8" standalone="yes"?>
<Relationships xmlns="http://schemas.openxmlformats.org/package/2006/relationships"><Relationship Id="rId9" Type="http://schemas.openxmlformats.org/officeDocument/2006/relationships/image" Target="../media/image29.emf"/><Relationship Id="rId8" Type="http://schemas.openxmlformats.org/officeDocument/2006/relationships/oleObject" Target="../embeddings/oleObject24.bin"/><Relationship Id="rId7" Type="http://schemas.openxmlformats.org/officeDocument/2006/relationships/tags" Target="../tags/tag359.xml"/><Relationship Id="rId6" Type="http://schemas.openxmlformats.org/officeDocument/2006/relationships/image" Target="../media/image28.emf"/><Relationship Id="rId5" Type="http://schemas.openxmlformats.org/officeDocument/2006/relationships/oleObject" Target="../embeddings/oleObject23.bin"/><Relationship Id="rId4" Type="http://schemas.openxmlformats.org/officeDocument/2006/relationships/tags" Target="../tags/tag358.xml"/><Relationship Id="rId3" Type="http://schemas.openxmlformats.org/officeDocument/2006/relationships/image" Target="../media/image27.emf"/><Relationship Id="rId2" Type="http://schemas.openxmlformats.org/officeDocument/2006/relationships/oleObject" Target="../embeddings/oleObject22.bin"/><Relationship Id="rId15" Type="http://schemas.openxmlformats.org/officeDocument/2006/relationships/vmlDrawing" Target="../drawings/vmlDrawing13.vml"/><Relationship Id="rId14" Type="http://schemas.openxmlformats.org/officeDocument/2006/relationships/slideLayout" Target="../slideLayouts/slideLayout398.xml"/><Relationship Id="rId13" Type="http://schemas.openxmlformats.org/officeDocument/2006/relationships/image" Target="../media/image30.png"/><Relationship Id="rId12" Type="http://schemas.openxmlformats.org/officeDocument/2006/relationships/tags" Target="../tags/tag362.xml"/><Relationship Id="rId11" Type="http://schemas.openxmlformats.org/officeDocument/2006/relationships/tags" Target="../tags/tag361.xml"/><Relationship Id="rId10" Type="http://schemas.openxmlformats.org/officeDocument/2006/relationships/tags" Target="../tags/tag360.xml"/><Relationship Id="rId1" Type="http://schemas.openxmlformats.org/officeDocument/2006/relationships/tags" Target="../tags/tag35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65.xml"/><Relationship Id="rId1" Type="http://schemas.openxmlformats.org/officeDocument/2006/relationships/tags" Target="../tags/tag363.xml"/></Relationships>
</file>

<file path=ppt/slides/_rels/slide2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415.xml"/><Relationship Id="rId4" Type="http://schemas.openxmlformats.org/officeDocument/2006/relationships/image" Target="../media/image31.png"/><Relationship Id="rId3" Type="http://schemas.openxmlformats.org/officeDocument/2006/relationships/tags" Target="../tags/tag366.xml"/><Relationship Id="rId2" Type="http://schemas.openxmlformats.org/officeDocument/2006/relationships/tags" Target="../tags/tag365.xml"/><Relationship Id="rId1" Type="http://schemas.openxmlformats.org/officeDocument/2006/relationships/tags" Target="../tags/tag364.xml"/></Relationships>
</file>

<file path=ppt/slides/_rels/slide29.xml.rels><?xml version="1.0" encoding="UTF-8" standalone="yes"?>
<Relationships xmlns="http://schemas.openxmlformats.org/package/2006/relationships"><Relationship Id="rId9" Type="http://schemas.openxmlformats.org/officeDocument/2006/relationships/tags" Target="../tags/tag375.xml"/><Relationship Id="rId8" Type="http://schemas.openxmlformats.org/officeDocument/2006/relationships/tags" Target="../tags/tag374.xml"/><Relationship Id="rId7" Type="http://schemas.openxmlformats.org/officeDocument/2006/relationships/tags" Target="../tags/tag373.xml"/><Relationship Id="rId6" Type="http://schemas.openxmlformats.org/officeDocument/2006/relationships/tags" Target="../tags/tag372.xml"/><Relationship Id="rId5" Type="http://schemas.openxmlformats.org/officeDocument/2006/relationships/tags" Target="../tags/tag371.xml"/><Relationship Id="rId4" Type="http://schemas.openxmlformats.org/officeDocument/2006/relationships/tags" Target="../tags/tag370.xml"/><Relationship Id="rId33" Type="http://schemas.openxmlformats.org/officeDocument/2006/relationships/vmlDrawing" Target="../drawings/vmlDrawing14.vml"/><Relationship Id="rId32" Type="http://schemas.openxmlformats.org/officeDocument/2006/relationships/slideLayout" Target="../slideLayouts/slideLayout432.xml"/><Relationship Id="rId31" Type="http://schemas.openxmlformats.org/officeDocument/2006/relationships/image" Target="../media/image20.jpeg"/><Relationship Id="rId30" Type="http://schemas.openxmlformats.org/officeDocument/2006/relationships/tags" Target="../tags/tag386.xml"/><Relationship Id="rId3" Type="http://schemas.openxmlformats.org/officeDocument/2006/relationships/tags" Target="../tags/tag369.xml"/><Relationship Id="rId29" Type="http://schemas.openxmlformats.org/officeDocument/2006/relationships/image" Target="../media/image36.emf"/><Relationship Id="rId28" Type="http://schemas.openxmlformats.org/officeDocument/2006/relationships/oleObject" Target="../embeddings/oleObject29.bin"/><Relationship Id="rId27" Type="http://schemas.openxmlformats.org/officeDocument/2006/relationships/image" Target="../media/image35.emf"/><Relationship Id="rId26" Type="http://schemas.openxmlformats.org/officeDocument/2006/relationships/oleObject" Target="../embeddings/oleObject28.bin"/><Relationship Id="rId25" Type="http://schemas.openxmlformats.org/officeDocument/2006/relationships/image" Target="../media/image34.emf"/><Relationship Id="rId24" Type="http://schemas.openxmlformats.org/officeDocument/2006/relationships/oleObject" Target="../embeddings/oleObject27.bin"/><Relationship Id="rId23" Type="http://schemas.openxmlformats.org/officeDocument/2006/relationships/image" Target="../media/image33.emf"/><Relationship Id="rId22" Type="http://schemas.openxmlformats.org/officeDocument/2006/relationships/oleObject" Target="../embeddings/oleObject26.bin"/><Relationship Id="rId21" Type="http://schemas.openxmlformats.org/officeDocument/2006/relationships/tags" Target="../tags/tag385.xml"/><Relationship Id="rId20" Type="http://schemas.openxmlformats.org/officeDocument/2006/relationships/image" Target="../media/image32.emf"/><Relationship Id="rId2" Type="http://schemas.openxmlformats.org/officeDocument/2006/relationships/tags" Target="../tags/tag368.xml"/><Relationship Id="rId19" Type="http://schemas.openxmlformats.org/officeDocument/2006/relationships/oleObject" Target="../embeddings/oleObject25.bin"/><Relationship Id="rId18" Type="http://schemas.openxmlformats.org/officeDocument/2006/relationships/tags" Target="../tags/tag384.xml"/><Relationship Id="rId17" Type="http://schemas.openxmlformats.org/officeDocument/2006/relationships/tags" Target="../tags/tag383.xml"/><Relationship Id="rId16" Type="http://schemas.openxmlformats.org/officeDocument/2006/relationships/tags" Target="../tags/tag382.xml"/><Relationship Id="rId15" Type="http://schemas.openxmlformats.org/officeDocument/2006/relationships/tags" Target="../tags/tag381.xml"/><Relationship Id="rId14" Type="http://schemas.openxmlformats.org/officeDocument/2006/relationships/tags" Target="../tags/tag380.xml"/><Relationship Id="rId13" Type="http://schemas.openxmlformats.org/officeDocument/2006/relationships/tags" Target="../tags/tag379.xml"/><Relationship Id="rId12" Type="http://schemas.openxmlformats.org/officeDocument/2006/relationships/tags" Target="../tags/tag378.xml"/><Relationship Id="rId11" Type="http://schemas.openxmlformats.org/officeDocument/2006/relationships/tags" Target="../tags/tag377.xml"/><Relationship Id="rId10" Type="http://schemas.openxmlformats.org/officeDocument/2006/relationships/tags" Target="../tags/tag376.xml"/><Relationship Id="rId1" Type="http://schemas.openxmlformats.org/officeDocument/2006/relationships/tags" Target="../tags/tag367.xml"/></Relationships>
</file>

<file path=ppt/slides/_rels/slide30.xml.rels><?xml version="1.0" encoding="UTF-8" standalone="yes"?>
<Relationships xmlns="http://schemas.openxmlformats.org/package/2006/relationships"><Relationship Id="rId9" Type="http://schemas.openxmlformats.org/officeDocument/2006/relationships/tags" Target="../tags/tag393.xml"/><Relationship Id="rId8" Type="http://schemas.openxmlformats.org/officeDocument/2006/relationships/tags" Target="../tags/tag392.xml"/><Relationship Id="rId7" Type="http://schemas.openxmlformats.org/officeDocument/2006/relationships/tags" Target="../tags/tag391.xml"/><Relationship Id="rId6" Type="http://schemas.openxmlformats.org/officeDocument/2006/relationships/tags" Target="../tags/tag390.xml"/><Relationship Id="rId5" Type="http://schemas.openxmlformats.org/officeDocument/2006/relationships/tags" Target="../tags/tag389.xml"/><Relationship Id="rId4" Type="http://schemas.openxmlformats.org/officeDocument/2006/relationships/tags" Target="../tags/tag388.xml"/><Relationship Id="rId34" Type="http://schemas.openxmlformats.org/officeDocument/2006/relationships/vmlDrawing" Target="../drawings/vmlDrawing15.vml"/><Relationship Id="rId33" Type="http://schemas.openxmlformats.org/officeDocument/2006/relationships/slideLayout" Target="../slideLayouts/slideLayout449.xml"/><Relationship Id="rId32" Type="http://schemas.openxmlformats.org/officeDocument/2006/relationships/image" Target="../media/image20.jpeg"/><Relationship Id="rId31" Type="http://schemas.openxmlformats.org/officeDocument/2006/relationships/tags" Target="../tags/tag407.xml"/><Relationship Id="rId30" Type="http://schemas.openxmlformats.org/officeDocument/2006/relationships/image" Target="../media/image39.emf"/><Relationship Id="rId3" Type="http://schemas.openxmlformats.org/officeDocument/2006/relationships/image" Target="../media/image37.emf"/><Relationship Id="rId29" Type="http://schemas.openxmlformats.org/officeDocument/2006/relationships/oleObject" Target="../embeddings/oleObject34.bin"/><Relationship Id="rId28" Type="http://schemas.openxmlformats.org/officeDocument/2006/relationships/tags" Target="../tags/tag406.xml"/><Relationship Id="rId27" Type="http://schemas.openxmlformats.org/officeDocument/2006/relationships/image" Target="../media/image38.emf"/><Relationship Id="rId26" Type="http://schemas.openxmlformats.org/officeDocument/2006/relationships/oleObject" Target="../embeddings/oleObject33.bin"/><Relationship Id="rId25" Type="http://schemas.openxmlformats.org/officeDocument/2006/relationships/tags" Target="../tags/tag405.xml"/><Relationship Id="rId24" Type="http://schemas.openxmlformats.org/officeDocument/2006/relationships/image" Target="../media/image36.emf"/><Relationship Id="rId23" Type="http://schemas.openxmlformats.org/officeDocument/2006/relationships/oleObject" Target="../embeddings/oleObject32.bin"/><Relationship Id="rId22" Type="http://schemas.openxmlformats.org/officeDocument/2006/relationships/tags" Target="../tags/tag404.xml"/><Relationship Id="rId21" Type="http://schemas.openxmlformats.org/officeDocument/2006/relationships/image" Target="../media/image35.emf"/><Relationship Id="rId20" Type="http://schemas.openxmlformats.org/officeDocument/2006/relationships/oleObject" Target="../embeddings/oleObject31.bin"/><Relationship Id="rId2" Type="http://schemas.openxmlformats.org/officeDocument/2006/relationships/oleObject" Target="../embeddings/oleObject30.bin"/><Relationship Id="rId19" Type="http://schemas.openxmlformats.org/officeDocument/2006/relationships/tags" Target="../tags/tag403.xml"/><Relationship Id="rId18" Type="http://schemas.openxmlformats.org/officeDocument/2006/relationships/tags" Target="../tags/tag402.xml"/><Relationship Id="rId17" Type="http://schemas.openxmlformats.org/officeDocument/2006/relationships/tags" Target="../tags/tag401.xml"/><Relationship Id="rId16" Type="http://schemas.openxmlformats.org/officeDocument/2006/relationships/tags" Target="../tags/tag400.xml"/><Relationship Id="rId15" Type="http://schemas.openxmlformats.org/officeDocument/2006/relationships/tags" Target="../tags/tag399.xml"/><Relationship Id="rId14" Type="http://schemas.openxmlformats.org/officeDocument/2006/relationships/tags" Target="../tags/tag398.xml"/><Relationship Id="rId13" Type="http://schemas.openxmlformats.org/officeDocument/2006/relationships/tags" Target="../tags/tag397.xml"/><Relationship Id="rId12" Type="http://schemas.openxmlformats.org/officeDocument/2006/relationships/tags" Target="../tags/tag396.xml"/><Relationship Id="rId11" Type="http://schemas.openxmlformats.org/officeDocument/2006/relationships/tags" Target="../tags/tag395.xml"/><Relationship Id="rId10" Type="http://schemas.openxmlformats.org/officeDocument/2006/relationships/tags" Target="../tags/tag394.xml"/><Relationship Id="rId1" Type="http://schemas.openxmlformats.org/officeDocument/2006/relationships/tags" Target="../tags/tag38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83.xml"/><Relationship Id="rId1" Type="http://schemas.openxmlformats.org/officeDocument/2006/relationships/tags" Target="../tags/tag408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500.xml"/><Relationship Id="rId1" Type="http://schemas.openxmlformats.org/officeDocument/2006/relationships/tags" Target="../tags/tag409.xml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tags" Target="../tags/tag418.xml"/><Relationship Id="rId8" Type="http://schemas.openxmlformats.org/officeDocument/2006/relationships/tags" Target="../tags/tag417.xml"/><Relationship Id="rId7" Type="http://schemas.openxmlformats.org/officeDocument/2006/relationships/tags" Target="../tags/tag416.xml"/><Relationship Id="rId6" Type="http://schemas.openxmlformats.org/officeDocument/2006/relationships/tags" Target="../tags/tag415.xml"/><Relationship Id="rId5" Type="http://schemas.openxmlformats.org/officeDocument/2006/relationships/tags" Target="../tags/tag414.xml"/><Relationship Id="rId4" Type="http://schemas.openxmlformats.org/officeDocument/2006/relationships/tags" Target="../tags/tag413.xml"/><Relationship Id="rId3" Type="http://schemas.openxmlformats.org/officeDocument/2006/relationships/tags" Target="../tags/tag412.xml"/><Relationship Id="rId25" Type="http://schemas.openxmlformats.org/officeDocument/2006/relationships/notesSlide" Target="../notesSlides/notesSlide1.xml"/><Relationship Id="rId24" Type="http://schemas.openxmlformats.org/officeDocument/2006/relationships/slideLayout" Target="../slideLayouts/slideLayout517.xml"/><Relationship Id="rId23" Type="http://schemas.openxmlformats.org/officeDocument/2006/relationships/tags" Target="../tags/tag432.xml"/><Relationship Id="rId22" Type="http://schemas.openxmlformats.org/officeDocument/2006/relationships/tags" Target="../tags/tag431.xml"/><Relationship Id="rId21" Type="http://schemas.openxmlformats.org/officeDocument/2006/relationships/tags" Target="../tags/tag430.xml"/><Relationship Id="rId20" Type="http://schemas.openxmlformats.org/officeDocument/2006/relationships/tags" Target="../tags/tag429.xml"/><Relationship Id="rId2" Type="http://schemas.openxmlformats.org/officeDocument/2006/relationships/tags" Target="../tags/tag411.xml"/><Relationship Id="rId19" Type="http://schemas.openxmlformats.org/officeDocument/2006/relationships/tags" Target="../tags/tag428.xml"/><Relationship Id="rId18" Type="http://schemas.openxmlformats.org/officeDocument/2006/relationships/tags" Target="../tags/tag427.xml"/><Relationship Id="rId17" Type="http://schemas.openxmlformats.org/officeDocument/2006/relationships/tags" Target="../tags/tag426.xml"/><Relationship Id="rId16" Type="http://schemas.openxmlformats.org/officeDocument/2006/relationships/tags" Target="../tags/tag425.xml"/><Relationship Id="rId15" Type="http://schemas.openxmlformats.org/officeDocument/2006/relationships/tags" Target="../tags/tag424.xml"/><Relationship Id="rId14" Type="http://schemas.openxmlformats.org/officeDocument/2006/relationships/tags" Target="../tags/tag423.xml"/><Relationship Id="rId13" Type="http://schemas.openxmlformats.org/officeDocument/2006/relationships/tags" Target="../tags/tag422.xml"/><Relationship Id="rId12" Type="http://schemas.openxmlformats.org/officeDocument/2006/relationships/tags" Target="../tags/tag421.xml"/><Relationship Id="rId11" Type="http://schemas.openxmlformats.org/officeDocument/2006/relationships/tags" Target="../tags/tag420.xml"/><Relationship Id="rId10" Type="http://schemas.openxmlformats.org/officeDocument/2006/relationships/tags" Target="../tags/tag419.xml"/><Relationship Id="rId1" Type="http://schemas.openxmlformats.org/officeDocument/2006/relationships/tags" Target="../tags/tag410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534.xml"/><Relationship Id="rId1" Type="http://schemas.openxmlformats.org/officeDocument/2006/relationships/tags" Target="../tags/tag433.xml"/></Relationships>
</file>

<file path=ppt/slides/_rels/slide36.xml.rels><?xml version="1.0" encoding="UTF-8" standalone="yes"?>
<Relationships xmlns="http://schemas.openxmlformats.org/package/2006/relationships"><Relationship Id="rId9" Type="http://schemas.openxmlformats.org/officeDocument/2006/relationships/tags" Target="../tags/tag442.xml"/><Relationship Id="rId8" Type="http://schemas.openxmlformats.org/officeDocument/2006/relationships/tags" Target="../tags/tag441.xml"/><Relationship Id="rId7" Type="http://schemas.openxmlformats.org/officeDocument/2006/relationships/tags" Target="../tags/tag440.xml"/><Relationship Id="rId6" Type="http://schemas.openxmlformats.org/officeDocument/2006/relationships/tags" Target="../tags/tag439.xml"/><Relationship Id="rId5" Type="http://schemas.openxmlformats.org/officeDocument/2006/relationships/tags" Target="../tags/tag438.xml"/><Relationship Id="rId40" Type="http://schemas.openxmlformats.org/officeDocument/2006/relationships/slideLayout" Target="../slideLayouts/slideLayout551.xml"/><Relationship Id="rId4" Type="http://schemas.openxmlformats.org/officeDocument/2006/relationships/tags" Target="../tags/tag437.xml"/><Relationship Id="rId39" Type="http://schemas.openxmlformats.org/officeDocument/2006/relationships/tags" Target="../tags/tag472.xml"/><Relationship Id="rId38" Type="http://schemas.openxmlformats.org/officeDocument/2006/relationships/tags" Target="../tags/tag471.xml"/><Relationship Id="rId37" Type="http://schemas.openxmlformats.org/officeDocument/2006/relationships/tags" Target="../tags/tag470.xml"/><Relationship Id="rId36" Type="http://schemas.openxmlformats.org/officeDocument/2006/relationships/tags" Target="../tags/tag469.xml"/><Relationship Id="rId35" Type="http://schemas.openxmlformats.org/officeDocument/2006/relationships/tags" Target="../tags/tag468.xml"/><Relationship Id="rId34" Type="http://schemas.openxmlformats.org/officeDocument/2006/relationships/tags" Target="../tags/tag467.xml"/><Relationship Id="rId33" Type="http://schemas.openxmlformats.org/officeDocument/2006/relationships/tags" Target="../tags/tag466.xml"/><Relationship Id="rId32" Type="http://schemas.openxmlformats.org/officeDocument/2006/relationships/tags" Target="../tags/tag465.xml"/><Relationship Id="rId31" Type="http://schemas.openxmlformats.org/officeDocument/2006/relationships/tags" Target="../tags/tag464.xml"/><Relationship Id="rId30" Type="http://schemas.openxmlformats.org/officeDocument/2006/relationships/tags" Target="../tags/tag463.xml"/><Relationship Id="rId3" Type="http://schemas.openxmlformats.org/officeDocument/2006/relationships/tags" Target="../tags/tag436.xml"/><Relationship Id="rId29" Type="http://schemas.openxmlformats.org/officeDocument/2006/relationships/tags" Target="../tags/tag462.xml"/><Relationship Id="rId28" Type="http://schemas.openxmlformats.org/officeDocument/2006/relationships/tags" Target="../tags/tag461.xml"/><Relationship Id="rId27" Type="http://schemas.openxmlformats.org/officeDocument/2006/relationships/tags" Target="../tags/tag460.xml"/><Relationship Id="rId26" Type="http://schemas.openxmlformats.org/officeDocument/2006/relationships/tags" Target="../tags/tag459.xml"/><Relationship Id="rId25" Type="http://schemas.openxmlformats.org/officeDocument/2006/relationships/tags" Target="../tags/tag458.xml"/><Relationship Id="rId24" Type="http://schemas.openxmlformats.org/officeDocument/2006/relationships/tags" Target="../tags/tag457.xml"/><Relationship Id="rId23" Type="http://schemas.openxmlformats.org/officeDocument/2006/relationships/tags" Target="../tags/tag456.xml"/><Relationship Id="rId22" Type="http://schemas.openxmlformats.org/officeDocument/2006/relationships/tags" Target="../tags/tag455.xml"/><Relationship Id="rId21" Type="http://schemas.openxmlformats.org/officeDocument/2006/relationships/tags" Target="../tags/tag454.xml"/><Relationship Id="rId20" Type="http://schemas.openxmlformats.org/officeDocument/2006/relationships/tags" Target="../tags/tag453.xml"/><Relationship Id="rId2" Type="http://schemas.openxmlformats.org/officeDocument/2006/relationships/tags" Target="../tags/tag435.xml"/><Relationship Id="rId19" Type="http://schemas.openxmlformats.org/officeDocument/2006/relationships/tags" Target="../tags/tag452.xml"/><Relationship Id="rId18" Type="http://schemas.openxmlformats.org/officeDocument/2006/relationships/tags" Target="../tags/tag451.xml"/><Relationship Id="rId17" Type="http://schemas.openxmlformats.org/officeDocument/2006/relationships/tags" Target="../tags/tag450.xml"/><Relationship Id="rId16" Type="http://schemas.openxmlformats.org/officeDocument/2006/relationships/tags" Target="../tags/tag449.xml"/><Relationship Id="rId15" Type="http://schemas.openxmlformats.org/officeDocument/2006/relationships/tags" Target="../tags/tag448.xml"/><Relationship Id="rId14" Type="http://schemas.openxmlformats.org/officeDocument/2006/relationships/tags" Target="../tags/tag447.xml"/><Relationship Id="rId13" Type="http://schemas.openxmlformats.org/officeDocument/2006/relationships/tags" Target="../tags/tag446.xml"/><Relationship Id="rId12" Type="http://schemas.openxmlformats.org/officeDocument/2006/relationships/tags" Target="../tags/tag445.xml"/><Relationship Id="rId11" Type="http://schemas.openxmlformats.org/officeDocument/2006/relationships/tags" Target="../tags/tag444.xml"/><Relationship Id="rId10" Type="http://schemas.openxmlformats.org/officeDocument/2006/relationships/tags" Target="../tags/tag443.xml"/><Relationship Id="rId1" Type="http://schemas.openxmlformats.org/officeDocument/2006/relationships/tags" Target="../tags/tag434.xml"/></Relationships>
</file>

<file path=ppt/slides/_rels/slide37.xml.rels><?xml version="1.0" encoding="UTF-8" standalone="yes"?>
<Relationships xmlns="http://schemas.openxmlformats.org/package/2006/relationships"><Relationship Id="rId9" Type="http://schemas.openxmlformats.org/officeDocument/2006/relationships/tags" Target="../tags/tag481.xml"/><Relationship Id="rId8" Type="http://schemas.openxmlformats.org/officeDocument/2006/relationships/tags" Target="../tags/tag480.xml"/><Relationship Id="rId7" Type="http://schemas.openxmlformats.org/officeDocument/2006/relationships/tags" Target="../tags/tag479.xml"/><Relationship Id="rId6" Type="http://schemas.openxmlformats.org/officeDocument/2006/relationships/tags" Target="../tags/tag478.xml"/><Relationship Id="rId59" Type="http://schemas.openxmlformats.org/officeDocument/2006/relationships/vmlDrawing" Target="../drawings/vmlDrawing16.vml"/><Relationship Id="rId58" Type="http://schemas.openxmlformats.org/officeDocument/2006/relationships/slideLayout" Target="../slideLayouts/slideLayout568.xml"/><Relationship Id="rId57" Type="http://schemas.openxmlformats.org/officeDocument/2006/relationships/tags" Target="../tags/tag517.xml"/><Relationship Id="rId56" Type="http://schemas.openxmlformats.org/officeDocument/2006/relationships/image" Target="../media/image45.emf"/><Relationship Id="rId55" Type="http://schemas.openxmlformats.org/officeDocument/2006/relationships/oleObject" Target="../embeddings/oleObject40.bin"/><Relationship Id="rId54" Type="http://schemas.openxmlformats.org/officeDocument/2006/relationships/tags" Target="../tags/tag516.xml"/><Relationship Id="rId53" Type="http://schemas.openxmlformats.org/officeDocument/2006/relationships/image" Target="../media/image44.emf"/><Relationship Id="rId52" Type="http://schemas.openxmlformats.org/officeDocument/2006/relationships/oleObject" Target="../embeddings/oleObject39.bin"/><Relationship Id="rId51" Type="http://schemas.openxmlformats.org/officeDocument/2006/relationships/tags" Target="../tags/tag515.xml"/><Relationship Id="rId50" Type="http://schemas.openxmlformats.org/officeDocument/2006/relationships/tags" Target="../tags/tag514.xml"/><Relationship Id="rId5" Type="http://schemas.openxmlformats.org/officeDocument/2006/relationships/tags" Target="../tags/tag477.xml"/><Relationship Id="rId49" Type="http://schemas.openxmlformats.org/officeDocument/2006/relationships/tags" Target="../tags/tag513.xml"/><Relationship Id="rId48" Type="http://schemas.openxmlformats.org/officeDocument/2006/relationships/tags" Target="../tags/tag512.xml"/><Relationship Id="rId47" Type="http://schemas.openxmlformats.org/officeDocument/2006/relationships/tags" Target="../tags/tag511.xml"/><Relationship Id="rId46" Type="http://schemas.openxmlformats.org/officeDocument/2006/relationships/tags" Target="../tags/tag510.xml"/><Relationship Id="rId45" Type="http://schemas.openxmlformats.org/officeDocument/2006/relationships/tags" Target="../tags/tag509.xml"/><Relationship Id="rId44" Type="http://schemas.openxmlformats.org/officeDocument/2006/relationships/tags" Target="../tags/tag508.xml"/><Relationship Id="rId43" Type="http://schemas.openxmlformats.org/officeDocument/2006/relationships/tags" Target="../tags/tag507.xml"/><Relationship Id="rId42" Type="http://schemas.openxmlformats.org/officeDocument/2006/relationships/tags" Target="../tags/tag506.xml"/><Relationship Id="rId41" Type="http://schemas.openxmlformats.org/officeDocument/2006/relationships/tags" Target="../tags/tag505.xml"/><Relationship Id="rId40" Type="http://schemas.openxmlformats.org/officeDocument/2006/relationships/tags" Target="../tags/tag504.xml"/><Relationship Id="rId4" Type="http://schemas.openxmlformats.org/officeDocument/2006/relationships/tags" Target="../tags/tag476.xml"/><Relationship Id="rId39" Type="http://schemas.openxmlformats.org/officeDocument/2006/relationships/tags" Target="../tags/tag503.xml"/><Relationship Id="rId38" Type="http://schemas.openxmlformats.org/officeDocument/2006/relationships/tags" Target="../tags/tag502.xml"/><Relationship Id="rId37" Type="http://schemas.openxmlformats.org/officeDocument/2006/relationships/tags" Target="../tags/tag501.xml"/><Relationship Id="rId36" Type="http://schemas.openxmlformats.org/officeDocument/2006/relationships/tags" Target="../tags/tag500.xml"/><Relationship Id="rId35" Type="http://schemas.openxmlformats.org/officeDocument/2006/relationships/tags" Target="../tags/tag499.xml"/><Relationship Id="rId34" Type="http://schemas.openxmlformats.org/officeDocument/2006/relationships/tags" Target="../tags/tag498.xml"/><Relationship Id="rId33" Type="http://schemas.openxmlformats.org/officeDocument/2006/relationships/tags" Target="../tags/tag497.xml"/><Relationship Id="rId32" Type="http://schemas.openxmlformats.org/officeDocument/2006/relationships/image" Target="../media/image43.emf"/><Relationship Id="rId31" Type="http://schemas.openxmlformats.org/officeDocument/2006/relationships/oleObject" Target="../embeddings/oleObject38.bin"/><Relationship Id="rId30" Type="http://schemas.openxmlformats.org/officeDocument/2006/relationships/tags" Target="../tags/tag496.xml"/><Relationship Id="rId3" Type="http://schemas.openxmlformats.org/officeDocument/2006/relationships/tags" Target="../tags/tag475.xml"/><Relationship Id="rId29" Type="http://schemas.openxmlformats.org/officeDocument/2006/relationships/image" Target="../media/image42.emf"/><Relationship Id="rId28" Type="http://schemas.openxmlformats.org/officeDocument/2006/relationships/oleObject" Target="../embeddings/oleObject37.bin"/><Relationship Id="rId27" Type="http://schemas.openxmlformats.org/officeDocument/2006/relationships/tags" Target="../tags/tag495.xml"/><Relationship Id="rId26" Type="http://schemas.openxmlformats.org/officeDocument/2006/relationships/image" Target="../media/image41.emf"/><Relationship Id="rId25" Type="http://schemas.openxmlformats.org/officeDocument/2006/relationships/oleObject" Target="../embeddings/oleObject36.bin"/><Relationship Id="rId24" Type="http://schemas.openxmlformats.org/officeDocument/2006/relationships/tags" Target="../tags/tag494.xml"/><Relationship Id="rId23" Type="http://schemas.openxmlformats.org/officeDocument/2006/relationships/image" Target="../media/image40.emf"/><Relationship Id="rId22" Type="http://schemas.openxmlformats.org/officeDocument/2006/relationships/oleObject" Target="../embeddings/oleObject35.bin"/><Relationship Id="rId21" Type="http://schemas.openxmlformats.org/officeDocument/2006/relationships/tags" Target="../tags/tag493.xml"/><Relationship Id="rId20" Type="http://schemas.openxmlformats.org/officeDocument/2006/relationships/tags" Target="../tags/tag492.xml"/><Relationship Id="rId2" Type="http://schemas.openxmlformats.org/officeDocument/2006/relationships/tags" Target="../tags/tag474.xml"/><Relationship Id="rId19" Type="http://schemas.openxmlformats.org/officeDocument/2006/relationships/tags" Target="../tags/tag491.xml"/><Relationship Id="rId18" Type="http://schemas.openxmlformats.org/officeDocument/2006/relationships/tags" Target="../tags/tag490.xml"/><Relationship Id="rId17" Type="http://schemas.openxmlformats.org/officeDocument/2006/relationships/tags" Target="../tags/tag489.xml"/><Relationship Id="rId16" Type="http://schemas.openxmlformats.org/officeDocument/2006/relationships/tags" Target="../tags/tag488.xml"/><Relationship Id="rId15" Type="http://schemas.openxmlformats.org/officeDocument/2006/relationships/tags" Target="../tags/tag487.xml"/><Relationship Id="rId14" Type="http://schemas.openxmlformats.org/officeDocument/2006/relationships/tags" Target="../tags/tag486.xml"/><Relationship Id="rId13" Type="http://schemas.openxmlformats.org/officeDocument/2006/relationships/tags" Target="../tags/tag485.xml"/><Relationship Id="rId12" Type="http://schemas.openxmlformats.org/officeDocument/2006/relationships/tags" Target="../tags/tag484.xml"/><Relationship Id="rId11" Type="http://schemas.openxmlformats.org/officeDocument/2006/relationships/tags" Target="../tags/tag483.xml"/><Relationship Id="rId10" Type="http://schemas.openxmlformats.org/officeDocument/2006/relationships/tags" Target="../tags/tag482.xml"/><Relationship Id="rId1" Type="http://schemas.openxmlformats.org/officeDocument/2006/relationships/tags" Target="../tags/tag473.xml"/></Relationships>
</file>

<file path=ppt/slides/_rels/slide38.xml.rels><?xml version="1.0" encoding="UTF-8" standalone="yes"?>
<Relationships xmlns="http://schemas.openxmlformats.org/package/2006/relationships"><Relationship Id="rId9" Type="http://schemas.openxmlformats.org/officeDocument/2006/relationships/tags" Target="../tags/tag526.xml"/><Relationship Id="rId8" Type="http://schemas.openxmlformats.org/officeDocument/2006/relationships/tags" Target="../tags/tag525.xml"/><Relationship Id="rId7" Type="http://schemas.openxmlformats.org/officeDocument/2006/relationships/tags" Target="../tags/tag524.xml"/><Relationship Id="rId6" Type="http://schemas.openxmlformats.org/officeDocument/2006/relationships/tags" Target="../tags/tag523.xml"/><Relationship Id="rId5" Type="http://schemas.openxmlformats.org/officeDocument/2006/relationships/tags" Target="../tags/tag522.xml"/><Relationship Id="rId4" Type="http://schemas.openxmlformats.org/officeDocument/2006/relationships/tags" Target="../tags/tag521.xml"/><Relationship Id="rId3" Type="http://schemas.openxmlformats.org/officeDocument/2006/relationships/tags" Target="../tags/tag520.xml"/><Relationship Id="rId23" Type="http://schemas.openxmlformats.org/officeDocument/2006/relationships/notesSlide" Target="../notesSlides/notesSlide3.xml"/><Relationship Id="rId22" Type="http://schemas.openxmlformats.org/officeDocument/2006/relationships/slideLayout" Target="../slideLayouts/slideLayout585.xml"/><Relationship Id="rId21" Type="http://schemas.openxmlformats.org/officeDocument/2006/relationships/tags" Target="../tags/tag538.xml"/><Relationship Id="rId20" Type="http://schemas.openxmlformats.org/officeDocument/2006/relationships/tags" Target="../tags/tag537.xml"/><Relationship Id="rId2" Type="http://schemas.openxmlformats.org/officeDocument/2006/relationships/tags" Target="../tags/tag519.xml"/><Relationship Id="rId19" Type="http://schemas.openxmlformats.org/officeDocument/2006/relationships/tags" Target="../tags/tag536.xml"/><Relationship Id="rId18" Type="http://schemas.openxmlformats.org/officeDocument/2006/relationships/tags" Target="../tags/tag535.xml"/><Relationship Id="rId17" Type="http://schemas.openxmlformats.org/officeDocument/2006/relationships/tags" Target="../tags/tag534.xml"/><Relationship Id="rId16" Type="http://schemas.openxmlformats.org/officeDocument/2006/relationships/tags" Target="../tags/tag533.xml"/><Relationship Id="rId15" Type="http://schemas.openxmlformats.org/officeDocument/2006/relationships/tags" Target="../tags/tag532.xml"/><Relationship Id="rId14" Type="http://schemas.openxmlformats.org/officeDocument/2006/relationships/tags" Target="../tags/tag531.xml"/><Relationship Id="rId13" Type="http://schemas.openxmlformats.org/officeDocument/2006/relationships/tags" Target="../tags/tag530.xml"/><Relationship Id="rId12" Type="http://schemas.openxmlformats.org/officeDocument/2006/relationships/tags" Target="../tags/tag529.xml"/><Relationship Id="rId11" Type="http://schemas.openxmlformats.org/officeDocument/2006/relationships/tags" Target="../tags/tag528.xml"/><Relationship Id="rId10" Type="http://schemas.openxmlformats.org/officeDocument/2006/relationships/tags" Target="../tags/tag527.xml"/><Relationship Id="rId1" Type="http://schemas.openxmlformats.org/officeDocument/2006/relationships/tags" Target="../tags/tag518.xml"/></Relationships>
</file>

<file path=ppt/slides/_rels/slide3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.xml"/><Relationship Id="rId3" Type="http://schemas.openxmlformats.org/officeDocument/2006/relationships/slideLayout" Target="../slideLayouts/slideLayout602.xml"/><Relationship Id="rId2" Type="http://schemas.openxmlformats.org/officeDocument/2006/relationships/tags" Target="../tags/tag540.xml"/><Relationship Id="rId1" Type="http://schemas.openxmlformats.org/officeDocument/2006/relationships/tags" Target="../tags/tag539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82.xml"/><Relationship Id="rId1" Type="http://schemas.openxmlformats.org/officeDocument/2006/relationships/tags" Target="../tags/tag541.xml"/></Relationships>
</file>

<file path=ppt/slides/_rels/slide42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17.vml"/><Relationship Id="rId6" Type="http://schemas.openxmlformats.org/officeDocument/2006/relationships/slideLayout" Target="../slideLayouts/slideLayout636.xml"/><Relationship Id="rId5" Type="http://schemas.openxmlformats.org/officeDocument/2006/relationships/image" Target="../media/image47.png"/><Relationship Id="rId4" Type="http://schemas.openxmlformats.org/officeDocument/2006/relationships/tags" Target="../tags/tag543.xml"/><Relationship Id="rId3" Type="http://schemas.openxmlformats.org/officeDocument/2006/relationships/image" Target="../media/image46.emf"/><Relationship Id="rId2" Type="http://schemas.openxmlformats.org/officeDocument/2006/relationships/oleObject" Target="../embeddings/oleObject41.bin"/><Relationship Id="rId1" Type="http://schemas.openxmlformats.org/officeDocument/2006/relationships/tags" Target="../tags/tag542.xml"/></Relationships>
</file>

<file path=ppt/slides/_rels/slide43.xml.rels><?xml version="1.0" encoding="UTF-8" standalone="yes"?>
<Relationships xmlns="http://schemas.openxmlformats.org/package/2006/relationships"><Relationship Id="rId94" Type="http://schemas.openxmlformats.org/officeDocument/2006/relationships/vmlDrawing" Target="../drawings/vmlDrawing18.vml"/><Relationship Id="rId93" Type="http://schemas.openxmlformats.org/officeDocument/2006/relationships/slideLayout" Target="../slideLayouts/slideLayout1316.xml"/><Relationship Id="rId92" Type="http://schemas.openxmlformats.org/officeDocument/2006/relationships/image" Target="../media/image46.emf"/><Relationship Id="rId91" Type="http://schemas.openxmlformats.org/officeDocument/2006/relationships/oleObject" Target="../embeddings/oleObject44.bin"/><Relationship Id="rId90" Type="http://schemas.openxmlformats.org/officeDocument/2006/relationships/tags" Target="../tags/tag629.xml"/><Relationship Id="rId9" Type="http://schemas.openxmlformats.org/officeDocument/2006/relationships/tags" Target="../tags/tag552.xml"/><Relationship Id="rId89" Type="http://schemas.openxmlformats.org/officeDocument/2006/relationships/tags" Target="../tags/tag628.xml"/><Relationship Id="rId88" Type="http://schemas.openxmlformats.org/officeDocument/2006/relationships/tags" Target="../tags/tag627.xml"/><Relationship Id="rId87" Type="http://schemas.openxmlformats.org/officeDocument/2006/relationships/tags" Target="../tags/tag626.xml"/><Relationship Id="rId86" Type="http://schemas.openxmlformats.org/officeDocument/2006/relationships/tags" Target="../tags/tag625.xml"/><Relationship Id="rId85" Type="http://schemas.openxmlformats.org/officeDocument/2006/relationships/image" Target="../media/image49.emf"/><Relationship Id="rId84" Type="http://schemas.openxmlformats.org/officeDocument/2006/relationships/oleObject" Target="../embeddings/oleObject43.bin"/><Relationship Id="rId83" Type="http://schemas.openxmlformats.org/officeDocument/2006/relationships/tags" Target="../tags/tag624.xml"/><Relationship Id="rId82" Type="http://schemas.openxmlformats.org/officeDocument/2006/relationships/tags" Target="../tags/tag623.xml"/><Relationship Id="rId81" Type="http://schemas.openxmlformats.org/officeDocument/2006/relationships/tags" Target="../tags/tag622.xml"/><Relationship Id="rId80" Type="http://schemas.openxmlformats.org/officeDocument/2006/relationships/tags" Target="../tags/tag621.xml"/><Relationship Id="rId8" Type="http://schemas.openxmlformats.org/officeDocument/2006/relationships/tags" Target="../tags/tag551.xml"/><Relationship Id="rId79" Type="http://schemas.openxmlformats.org/officeDocument/2006/relationships/tags" Target="../tags/tag620.xml"/><Relationship Id="rId78" Type="http://schemas.openxmlformats.org/officeDocument/2006/relationships/tags" Target="../tags/tag619.xml"/><Relationship Id="rId77" Type="http://schemas.openxmlformats.org/officeDocument/2006/relationships/tags" Target="../tags/tag618.xml"/><Relationship Id="rId76" Type="http://schemas.openxmlformats.org/officeDocument/2006/relationships/tags" Target="../tags/tag617.xml"/><Relationship Id="rId75" Type="http://schemas.openxmlformats.org/officeDocument/2006/relationships/tags" Target="../tags/tag616.xml"/><Relationship Id="rId74" Type="http://schemas.openxmlformats.org/officeDocument/2006/relationships/tags" Target="../tags/tag615.xml"/><Relationship Id="rId73" Type="http://schemas.openxmlformats.org/officeDocument/2006/relationships/tags" Target="../tags/tag614.xml"/><Relationship Id="rId72" Type="http://schemas.openxmlformats.org/officeDocument/2006/relationships/tags" Target="../tags/tag613.xml"/><Relationship Id="rId71" Type="http://schemas.openxmlformats.org/officeDocument/2006/relationships/tags" Target="../tags/tag612.xml"/><Relationship Id="rId70" Type="http://schemas.openxmlformats.org/officeDocument/2006/relationships/tags" Target="../tags/tag611.xml"/><Relationship Id="rId7" Type="http://schemas.openxmlformats.org/officeDocument/2006/relationships/tags" Target="../tags/tag550.xml"/><Relationship Id="rId69" Type="http://schemas.openxmlformats.org/officeDocument/2006/relationships/tags" Target="../tags/tag610.xml"/><Relationship Id="rId68" Type="http://schemas.openxmlformats.org/officeDocument/2006/relationships/tags" Target="../tags/tag609.xml"/><Relationship Id="rId67" Type="http://schemas.openxmlformats.org/officeDocument/2006/relationships/tags" Target="../tags/tag608.xml"/><Relationship Id="rId66" Type="http://schemas.openxmlformats.org/officeDocument/2006/relationships/tags" Target="../tags/tag607.xml"/><Relationship Id="rId65" Type="http://schemas.openxmlformats.org/officeDocument/2006/relationships/tags" Target="../tags/tag606.xml"/><Relationship Id="rId64" Type="http://schemas.openxmlformats.org/officeDocument/2006/relationships/tags" Target="../tags/tag605.xml"/><Relationship Id="rId63" Type="http://schemas.openxmlformats.org/officeDocument/2006/relationships/tags" Target="../tags/tag604.xml"/><Relationship Id="rId62" Type="http://schemas.openxmlformats.org/officeDocument/2006/relationships/tags" Target="../tags/tag603.xml"/><Relationship Id="rId61" Type="http://schemas.openxmlformats.org/officeDocument/2006/relationships/tags" Target="../tags/tag602.xml"/><Relationship Id="rId60" Type="http://schemas.openxmlformats.org/officeDocument/2006/relationships/tags" Target="../tags/tag601.xml"/><Relationship Id="rId6" Type="http://schemas.openxmlformats.org/officeDocument/2006/relationships/tags" Target="../tags/tag549.xml"/><Relationship Id="rId59" Type="http://schemas.openxmlformats.org/officeDocument/2006/relationships/tags" Target="../tags/tag600.xml"/><Relationship Id="rId58" Type="http://schemas.openxmlformats.org/officeDocument/2006/relationships/tags" Target="../tags/tag599.xml"/><Relationship Id="rId57" Type="http://schemas.openxmlformats.org/officeDocument/2006/relationships/tags" Target="../tags/tag598.xml"/><Relationship Id="rId56" Type="http://schemas.openxmlformats.org/officeDocument/2006/relationships/tags" Target="../tags/tag597.xml"/><Relationship Id="rId55" Type="http://schemas.openxmlformats.org/officeDocument/2006/relationships/tags" Target="../tags/tag596.xml"/><Relationship Id="rId54" Type="http://schemas.openxmlformats.org/officeDocument/2006/relationships/tags" Target="../tags/tag595.xml"/><Relationship Id="rId53" Type="http://schemas.openxmlformats.org/officeDocument/2006/relationships/tags" Target="../tags/tag594.xml"/><Relationship Id="rId52" Type="http://schemas.openxmlformats.org/officeDocument/2006/relationships/tags" Target="../tags/tag593.xml"/><Relationship Id="rId51" Type="http://schemas.openxmlformats.org/officeDocument/2006/relationships/tags" Target="../tags/tag592.xml"/><Relationship Id="rId50" Type="http://schemas.openxmlformats.org/officeDocument/2006/relationships/tags" Target="../tags/tag591.xml"/><Relationship Id="rId5" Type="http://schemas.openxmlformats.org/officeDocument/2006/relationships/tags" Target="../tags/tag548.xml"/><Relationship Id="rId49" Type="http://schemas.openxmlformats.org/officeDocument/2006/relationships/image" Target="../media/image48.emf"/><Relationship Id="rId48" Type="http://schemas.openxmlformats.org/officeDocument/2006/relationships/oleObject" Target="../embeddings/oleObject42.bin"/><Relationship Id="rId47" Type="http://schemas.openxmlformats.org/officeDocument/2006/relationships/tags" Target="../tags/tag590.xml"/><Relationship Id="rId46" Type="http://schemas.openxmlformats.org/officeDocument/2006/relationships/tags" Target="../tags/tag589.xml"/><Relationship Id="rId45" Type="http://schemas.openxmlformats.org/officeDocument/2006/relationships/tags" Target="../tags/tag588.xml"/><Relationship Id="rId44" Type="http://schemas.openxmlformats.org/officeDocument/2006/relationships/tags" Target="../tags/tag587.xml"/><Relationship Id="rId43" Type="http://schemas.openxmlformats.org/officeDocument/2006/relationships/tags" Target="../tags/tag586.xml"/><Relationship Id="rId42" Type="http://schemas.openxmlformats.org/officeDocument/2006/relationships/tags" Target="../tags/tag585.xml"/><Relationship Id="rId41" Type="http://schemas.openxmlformats.org/officeDocument/2006/relationships/tags" Target="../tags/tag584.xml"/><Relationship Id="rId40" Type="http://schemas.openxmlformats.org/officeDocument/2006/relationships/tags" Target="../tags/tag583.xml"/><Relationship Id="rId4" Type="http://schemas.openxmlformats.org/officeDocument/2006/relationships/tags" Target="../tags/tag547.xml"/><Relationship Id="rId39" Type="http://schemas.openxmlformats.org/officeDocument/2006/relationships/tags" Target="../tags/tag582.xml"/><Relationship Id="rId38" Type="http://schemas.openxmlformats.org/officeDocument/2006/relationships/tags" Target="../tags/tag581.xml"/><Relationship Id="rId37" Type="http://schemas.openxmlformats.org/officeDocument/2006/relationships/tags" Target="../tags/tag580.xml"/><Relationship Id="rId36" Type="http://schemas.openxmlformats.org/officeDocument/2006/relationships/tags" Target="../tags/tag579.xml"/><Relationship Id="rId35" Type="http://schemas.openxmlformats.org/officeDocument/2006/relationships/tags" Target="../tags/tag578.xml"/><Relationship Id="rId34" Type="http://schemas.openxmlformats.org/officeDocument/2006/relationships/tags" Target="../tags/tag577.xml"/><Relationship Id="rId33" Type="http://schemas.openxmlformats.org/officeDocument/2006/relationships/tags" Target="../tags/tag576.xml"/><Relationship Id="rId32" Type="http://schemas.openxmlformats.org/officeDocument/2006/relationships/tags" Target="../tags/tag575.xml"/><Relationship Id="rId31" Type="http://schemas.openxmlformats.org/officeDocument/2006/relationships/tags" Target="../tags/tag574.xml"/><Relationship Id="rId30" Type="http://schemas.openxmlformats.org/officeDocument/2006/relationships/tags" Target="../tags/tag573.xml"/><Relationship Id="rId3" Type="http://schemas.openxmlformats.org/officeDocument/2006/relationships/tags" Target="../tags/tag546.xml"/><Relationship Id="rId29" Type="http://schemas.openxmlformats.org/officeDocument/2006/relationships/tags" Target="../tags/tag572.xml"/><Relationship Id="rId28" Type="http://schemas.openxmlformats.org/officeDocument/2006/relationships/tags" Target="../tags/tag571.xml"/><Relationship Id="rId27" Type="http://schemas.openxmlformats.org/officeDocument/2006/relationships/tags" Target="../tags/tag570.xml"/><Relationship Id="rId26" Type="http://schemas.openxmlformats.org/officeDocument/2006/relationships/tags" Target="../tags/tag569.xml"/><Relationship Id="rId25" Type="http://schemas.openxmlformats.org/officeDocument/2006/relationships/tags" Target="../tags/tag568.xml"/><Relationship Id="rId24" Type="http://schemas.openxmlformats.org/officeDocument/2006/relationships/tags" Target="../tags/tag567.xml"/><Relationship Id="rId23" Type="http://schemas.openxmlformats.org/officeDocument/2006/relationships/tags" Target="../tags/tag566.xml"/><Relationship Id="rId22" Type="http://schemas.openxmlformats.org/officeDocument/2006/relationships/tags" Target="../tags/tag565.xml"/><Relationship Id="rId21" Type="http://schemas.openxmlformats.org/officeDocument/2006/relationships/tags" Target="../tags/tag564.xml"/><Relationship Id="rId20" Type="http://schemas.openxmlformats.org/officeDocument/2006/relationships/tags" Target="../tags/tag563.xml"/><Relationship Id="rId2" Type="http://schemas.openxmlformats.org/officeDocument/2006/relationships/tags" Target="../tags/tag545.xml"/><Relationship Id="rId19" Type="http://schemas.openxmlformats.org/officeDocument/2006/relationships/tags" Target="../tags/tag562.xml"/><Relationship Id="rId18" Type="http://schemas.openxmlformats.org/officeDocument/2006/relationships/tags" Target="../tags/tag561.xml"/><Relationship Id="rId17" Type="http://schemas.openxmlformats.org/officeDocument/2006/relationships/tags" Target="../tags/tag560.xml"/><Relationship Id="rId16" Type="http://schemas.openxmlformats.org/officeDocument/2006/relationships/tags" Target="../tags/tag559.xml"/><Relationship Id="rId15" Type="http://schemas.openxmlformats.org/officeDocument/2006/relationships/tags" Target="../tags/tag558.xml"/><Relationship Id="rId14" Type="http://schemas.openxmlformats.org/officeDocument/2006/relationships/tags" Target="../tags/tag557.xml"/><Relationship Id="rId13" Type="http://schemas.openxmlformats.org/officeDocument/2006/relationships/tags" Target="../tags/tag556.xml"/><Relationship Id="rId12" Type="http://schemas.openxmlformats.org/officeDocument/2006/relationships/tags" Target="../tags/tag555.xml"/><Relationship Id="rId11" Type="http://schemas.openxmlformats.org/officeDocument/2006/relationships/tags" Target="../tags/tag554.xml"/><Relationship Id="rId10" Type="http://schemas.openxmlformats.org/officeDocument/2006/relationships/tags" Target="../tags/tag553.xml"/><Relationship Id="rId1" Type="http://schemas.openxmlformats.org/officeDocument/2006/relationships/tags" Target="../tags/tag544.xml"/></Relationships>
</file>

<file path=ppt/slides/_rels/slide44.xml.rels><?xml version="1.0" encoding="UTF-8" standalone="yes"?>
<Relationships xmlns="http://schemas.openxmlformats.org/package/2006/relationships"><Relationship Id="rId9" Type="http://schemas.openxmlformats.org/officeDocument/2006/relationships/image" Target="../media/image51.png"/><Relationship Id="rId8" Type="http://schemas.openxmlformats.org/officeDocument/2006/relationships/tags" Target="../tags/tag633.xml"/><Relationship Id="rId7" Type="http://schemas.openxmlformats.org/officeDocument/2006/relationships/image" Target="../media/image46.emf"/><Relationship Id="rId6" Type="http://schemas.openxmlformats.org/officeDocument/2006/relationships/oleObject" Target="../embeddings/oleObject46.bin"/><Relationship Id="rId5" Type="http://schemas.openxmlformats.org/officeDocument/2006/relationships/tags" Target="../tags/tag632.xml"/><Relationship Id="rId4" Type="http://schemas.openxmlformats.org/officeDocument/2006/relationships/image" Target="../media/image50.emf"/><Relationship Id="rId3" Type="http://schemas.openxmlformats.org/officeDocument/2006/relationships/oleObject" Target="../embeddings/oleObject45.bin"/><Relationship Id="rId2" Type="http://schemas.openxmlformats.org/officeDocument/2006/relationships/tags" Target="../tags/tag631.xml"/><Relationship Id="rId11" Type="http://schemas.openxmlformats.org/officeDocument/2006/relationships/vmlDrawing" Target="../drawings/vmlDrawing19.vml"/><Relationship Id="rId10" Type="http://schemas.openxmlformats.org/officeDocument/2006/relationships/slideLayout" Target="../slideLayouts/slideLayout1163.xml"/><Relationship Id="rId1" Type="http://schemas.openxmlformats.org/officeDocument/2006/relationships/tags" Target="../tags/tag630.xml"/></Relationships>
</file>

<file path=ppt/slides/_rels/slide45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20.vml"/><Relationship Id="rId6" Type="http://schemas.openxmlformats.org/officeDocument/2006/relationships/slideLayout" Target="../slideLayouts/slideLayout1197.xml"/><Relationship Id="rId5" Type="http://schemas.openxmlformats.org/officeDocument/2006/relationships/image" Target="../media/image53.png"/><Relationship Id="rId4" Type="http://schemas.openxmlformats.org/officeDocument/2006/relationships/tags" Target="../tags/tag635.xml"/><Relationship Id="rId3" Type="http://schemas.openxmlformats.org/officeDocument/2006/relationships/tags" Target="../tags/tag634.xml"/><Relationship Id="rId2" Type="http://schemas.openxmlformats.org/officeDocument/2006/relationships/image" Target="../media/image52.emf"/><Relationship Id="rId1" Type="http://schemas.openxmlformats.org/officeDocument/2006/relationships/oleObject" Target="../embeddings/oleObject47.bin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33.xml"/><Relationship Id="rId2" Type="http://schemas.openxmlformats.org/officeDocument/2006/relationships/tags" Target="../tags/tag637.xml"/><Relationship Id="rId1" Type="http://schemas.openxmlformats.org/officeDocument/2006/relationships/tags" Target="../tags/tag63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99.xml"/><Relationship Id="rId1" Type="http://schemas.openxmlformats.org/officeDocument/2006/relationships/tags" Target="../tags/tag638.xml"/></Relationships>
</file>

<file path=ppt/slides/_rels/slide48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653.xml"/><Relationship Id="rId6" Type="http://schemas.openxmlformats.org/officeDocument/2006/relationships/tags" Target="../tags/tag643.xml"/><Relationship Id="rId5" Type="http://schemas.openxmlformats.org/officeDocument/2006/relationships/image" Target="../media/image54.png"/><Relationship Id="rId4" Type="http://schemas.openxmlformats.org/officeDocument/2006/relationships/tags" Target="../tags/tag642.xml"/><Relationship Id="rId3" Type="http://schemas.openxmlformats.org/officeDocument/2006/relationships/tags" Target="../tags/tag641.xml"/><Relationship Id="rId2" Type="http://schemas.openxmlformats.org/officeDocument/2006/relationships/tags" Target="../tags/tag640.xml"/><Relationship Id="rId1" Type="http://schemas.openxmlformats.org/officeDocument/2006/relationships/tags" Target="../tags/tag639.xml"/></Relationships>
</file>

<file path=ppt/slides/_rels/slide49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21.vml"/><Relationship Id="rId5" Type="http://schemas.openxmlformats.org/officeDocument/2006/relationships/slideLayout" Target="../slideLayouts/slideLayout1180.xml"/><Relationship Id="rId4" Type="http://schemas.openxmlformats.org/officeDocument/2006/relationships/image" Target="../media/image56.png"/><Relationship Id="rId3" Type="http://schemas.openxmlformats.org/officeDocument/2006/relationships/tags" Target="../tags/tag644.xml"/><Relationship Id="rId2" Type="http://schemas.openxmlformats.org/officeDocument/2006/relationships/image" Target="../media/image55.emf"/><Relationship Id="rId1" Type="http://schemas.openxmlformats.org/officeDocument/2006/relationships/oleObject" Target="../embeddings/oleObject48.bin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350.xml"/><Relationship Id="rId1" Type="http://schemas.openxmlformats.org/officeDocument/2006/relationships/tags" Target="../tags/tag645.xml"/></Relationships>
</file>

<file path=ppt/slides/_rels/slide51.xml.rels><?xml version="1.0" encoding="UTF-8" standalone="yes"?>
<Relationships xmlns="http://schemas.openxmlformats.org/package/2006/relationships"><Relationship Id="rId9" Type="http://schemas.openxmlformats.org/officeDocument/2006/relationships/tags" Target="../tags/tag654.xml"/><Relationship Id="rId8" Type="http://schemas.openxmlformats.org/officeDocument/2006/relationships/tags" Target="../tags/tag653.xml"/><Relationship Id="rId7" Type="http://schemas.openxmlformats.org/officeDocument/2006/relationships/tags" Target="../tags/tag652.xml"/><Relationship Id="rId61" Type="http://schemas.openxmlformats.org/officeDocument/2006/relationships/vmlDrawing" Target="../drawings/vmlDrawing22.vml"/><Relationship Id="rId60" Type="http://schemas.openxmlformats.org/officeDocument/2006/relationships/slideLayout" Target="../slideLayouts/slideLayout670.xml"/><Relationship Id="rId6" Type="http://schemas.openxmlformats.org/officeDocument/2006/relationships/tags" Target="../tags/tag651.xml"/><Relationship Id="rId59" Type="http://schemas.openxmlformats.org/officeDocument/2006/relationships/image" Target="../media/image61.emf"/><Relationship Id="rId58" Type="http://schemas.openxmlformats.org/officeDocument/2006/relationships/oleObject" Target="../embeddings/oleObject53.bin"/><Relationship Id="rId57" Type="http://schemas.openxmlformats.org/officeDocument/2006/relationships/tags" Target="../tags/tag694.xml"/><Relationship Id="rId56" Type="http://schemas.openxmlformats.org/officeDocument/2006/relationships/image" Target="../media/image60.emf"/><Relationship Id="rId55" Type="http://schemas.openxmlformats.org/officeDocument/2006/relationships/oleObject" Target="../embeddings/oleObject52.bin"/><Relationship Id="rId54" Type="http://schemas.openxmlformats.org/officeDocument/2006/relationships/tags" Target="../tags/tag693.xml"/><Relationship Id="rId53" Type="http://schemas.openxmlformats.org/officeDocument/2006/relationships/image" Target="../media/image59.emf"/><Relationship Id="rId52" Type="http://schemas.openxmlformats.org/officeDocument/2006/relationships/oleObject" Target="../embeddings/oleObject51.bin"/><Relationship Id="rId51" Type="http://schemas.openxmlformats.org/officeDocument/2006/relationships/tags" Target="../tags/tag692.xml"/><Relationship Id="rId50" Type="http://schemas.openxmlformats.org/officeDocument/2006/relationships/image" Target="../media/image58.emf"/><Relationship Id="rId5" Type="http://schemas.openxmlformats.org/officeDocument/2006/relationships/tags" Target="../tags/tag650.xml"/><Relationship Id="rId49" Type="http://schemas.openxmlformats.org/officeDocument/2006/relationships/oleObject" Target="../embeddings/oleObject50.bin"/><Relationship Id="rId48" Type="http://schemas.openxmlformats.org/officeDocument/2006/relationships/tags" Target="../tags/tag691.xml"/><Relationship Id="rId47" Type="http://schemas.openxmlformats.org/officeDocument/2006/relationships/tags" Target="../tags/tag690.xml"/><Relationship Id="rId46" Type="http://schemas.openxmlformats.org/officeDocument/2006/relationships/image" Target="../media/image57.emf"/><Relationship Id="rId45" Type="http://schemas.openxmlformats.org/officeDocument/2006/relationships/oleObject" Target="../embeddings/oleObject49.bin"/><Relationship Id="rId44" Type="http://schemas.openxmlformats.org/officeDocument/2006/relationships/tags" Target="../tags/tag689.xml"/><Relationship Id="rId43" Type="http://schemas.openxmlformats.org/officeDocument/2006/relationships/tags" Target="../tags/tag688.xml"/><Relationship Id="rId42" Type="http://schemas.openxmlformats.org/officeDocument/2006/relationships/tags" Target="../tags/tag687.xml"/><Relationship Id="rId41" Type="http://schemas.openxmlformats.org/officeDocument/2006/relationships/tags" Target="../tags/tag686.xml"/><Relationship Id="rId40" Type="http://schemas.openxmlformats.org/officeDocument/2006/relationships/tags" Target="../tags/tag685.xml"/><Relationship Id="rId4" Type="http://schemas.openxmlformats.org/officeDocument/2006/relationships/tags" Target="../tags/tag649.xml"/><Relationship Id="rId39" Type="http://schemas.openxmlformats.org/officeDocument/2006/relationships/tags" Target="../tags/tag684.xml"/><Relationship Id="rId38" Type="http://schemas.openxmlformats.org/officeDocument/2006/relationships/tags" Target="../tags/tag683.xml"/><Relationship Id="rId37" Type="http://schemas.openxmlformats.org/officeDocument/2006/relationships/tags" Target="../tags/tag682.xml"/><Relationship Id="rId36" Type="http://schemas.openxmlformats.org/officeDocument/2006/relationships/tags" Target="../tags/tag681.xml"/><Relationship Id="rId35" Type="http://schemas.openxmlformats.org/officeDocument/2006/relationships/tags" Target="../tags/tag680.xml"/><Relationship Id="rId34" Type="http://schemas.openxmlformats.org/officeDocument/2006/relationships/tags" Target="../tags/tag679.xml"/><Relationship Id="rId33" Type="http://schemas.openxmlformats.org/officeDocument/2006/relationships/tags" Target="../tags/tag678.xml"/><Relationship Id="rId32" Type="http://schemas.openxmlformats.org/officeDocument/2006/relationships/tags" Target="../tags/tag677.xml"/><Relationship Id="rId31" Type="http://schemas.openxmlformats.org/officeDocument/2006/relationships/tags" Target="../tags/tag676.xml"/><Relationship Id="rId30" Type="http://schemas.openxmlformats.org/officeDocument/2006/relationships/tags" Target="../tags/tag675.xml"/><Relationship Id="rId3" Type="http://schemas.openxmlformats.org/officeDocument/2006/relationships/tags" Target="../tags/tag648.xml"/><Relationship Id="rId29" Type="http://schemas.openxmlformats.org/officeDocument/2006/relationships/tags" Target="../tags/tag674.xml"/><Relationship Id="rId28" Type="http://schemas.openxmlformats.org/officeDocument/2006/relationships/tags" Target="../tags/tag673.xml"/><Relationship Id="rId27" Type="http://schemas.openxmlformats.org/officeDocument/2006/relationships/tags" Target="../tags/tag672.xml"/><Relationship Id="rId26" Type="http://schemas.openxmlformats.org/officeDocument/2006/relationships/tags" Target="../tags/tag671.xml"/><Relationship Id="rId25" Type="http://schemas.openxmlformats.org/officeDocument/2006/relationships/tags" Target="../tags/tag670.xml"/><Relationship Id="rId24" Type="http://schemas.openxmlformats.org/officeDocument/2006/relationships/tags" Target="../tags/tag669.xml"/><Relationship Id="rId23" Type="http://schemas.openxmlformats.org/officeDocument/2006/relationships/tags" Target="../tags/tag668.xml"/><Relationship Id="rId22" Type="http://schemas.openxmlformats.org/officeDocument/2006/relationships/tags" Target="../tags/tag667.xml"/><Relationship Id="rId21" Type="http://schemas.openxmlformats.org/officeDocument/2006/relationships/tags" Target="../tags/tag666.xml"/><Relationship Id="rId20" Type="http://schemas.openxmlformats.org/officeDocument/2006/relationships/tags" Target="../tags/tag665.xml"/><Relationship Id="rId2" Type="http://schemas.openxmlformats.org/officeDocument/2006/relationships/tags" Target="../tags/tag647.xml"/><Relationship Id="rId19" Type="http://schemas.openxmlformats.org/officeDocument/2006/relationships/tags" Target="../tags/tag664.xml"/><Relationship Id="rId18" Type="http://schemas.openxmlformats.org/officeDocument/2006/relationships/tags" Target="../tags/tag663.xml"/><Relationship Id="rId17" Type="http://schemas.openxmlformats.org/officeDocument/2006/relationships/tags" Target="../tags/tag662.xml"/><Relationship Id="rId16" Type="http://schemas.openxmlformats.org/officeDocument/2006/relationships/tags" Target="../tags/tag661.xml"/><Relationship Id="rId15" Type="http://schemas.openxmlformats.org/officeDocument/2006/relationships/tags" Target="../tags/tag660.xml"/><Relationship Id="rId14" Type="http://schemas.openxmlformats.org/officeDocument/2006/relationships/tags" Target="../tags/tag659.xml"/><Relationship Id="rId13" Type="http://schemas.openxmlformats.org/officeDocument/2006/relationships/tags" Target="../tags/tag658.xml"/><Relationship Id="rId12" Type="http://schemas.openxmlformats.org/officeDocument/2006/relationships/tags" Target="../tags/tag657.xml"/><Relationship Id="rId11" Type="http://schemas.openxmlformats.org/officeDocument/2006/relationships/tags" Target="../tags/tag656.xml"/><Relationship Id="rId10" Type="http://schemas.openxmlformats.org/officeDocument/2006/relationships/tags" Target="../tags/tag655.xml"/><Relationship Id="rId1" Type="http://schemas.openxmlformats.org/officeDocument/2006/relationships/tags" Target="../tags/tag646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452.xml"/><Relationship Id="rId1" Type="http://schemas.openxmlformats.org/officeDocument/2006/relationships/image" Target="../media/image62.pn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469.xml"/><Relationship Id="rId1" Type="http://schemas.openxmlformats.org/officeDocument/2006/relationships/image" Target="../media/image63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87.xml"/><Relationship Id="rId1" Type="http://schemas.openxmlformats.org/officeDocument/2006/relationships/tags" Target="../tags/tag695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04.xml"/><Relationship Id="rId1" Type="http://schemas.openxmlformats.org/officeDocument/2006/relationships/tags" Target="../tags/tag69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21.xml"/><Relationship Id="rId1" Type="http://schemas.openxmlformats.org/officeDocument/2006/relationships/tags" Target="../tags/tag697.xml"/></Relationships>
</file>

<file path=ppt/slides/_rels/slide57.xml.rels><?xml version="1.0" encoding="UTF-8" standalone="yes"?>
<Relationships xmlns="http://schemas.openxmlformats.org/package/2006/relationships"><Relationship Id="rId9" Type="http://schemas.openxmlformats.org/officeDocument/2006/relationships/tags" Target="../tags/tag706.xml"/><Relationship Id="rId8" Type="http://schemas.openxmlformats.org/officeDocument/2006/relationships/tags" Target="../tags/tag705.xml"/><Relationship Id="rId7" Type="http://schemas.openxmlformats.org/officeDocument/2006/relationships/tags" Target="../tags/tag704.xml"/><Relationship Id="rId6" Type="http://schemas.openxmlformats.org/officeDocument/2006/relationships/tags" Target="../tags/tag703.xml"/><Relationship Id="rId5" Type="http://schemas.openxmlformats.org/officeDocument/2006/relationships/tags" Target="../tags/tag702.xml"/><Relationship Id="rId4" Type="http://schemas.openxmlformats.org/officeDocument/2006/relationships/tags" Target="../tags/tag701.xml"/><Relationship Id="rId3" Type="http://schemas.openxmlformats.org/officeDocument/2006/relationships/tags" Target="../tags/tag700.xml"/><Relationship Id="rId27" Type="http://schemas.openxmlformats.org/officeDocument/2006/relationships/notesSlide" Target="../notesSlides/notesSlide6.xml"/><Relationship Id="rId26" Type="http://schemas.openxmlformats.org/officeDocument/2006/relationships/slideLayout" Target="../slideLayouts/slideLayout738.xml"/><Relationship Id="rId25" Type="http://schemas.openxmlformats.org/officeDocument/2006/relationships/tags" Target="../tags/tag722.xml"/><Relationship Id="rId24" Type="http://schemas.openxmlformats.org/officeDocument/2006/relationships/tags" Target="../tags/tag721.xml"/><Relationship Id="rId23" Type="http://schemas.openxmlformats.org/officeDocument/2006/relationships/tags" Target="../tags/tag720.xml"/><Relationship Id="rId22" Type="http://schemas.openxmlformats.org/officeDocument/2006/relationships/tags" Target="../tags/tag719.xml"/><Relationship Id="rId21" Type="http://schemas.openxmlformats.org/officeDocument/2006/relationships/tags" Target="../tags/tag718.xml"/><Relationship Id="rId20" Type="http://schemas.openxmlformats.org/officeDocument/2006/relationships/tags" Target="../tags/tag717.xml"/><Relationship Id="rId2" Type="http://schemas.openxmlformats.org/officeDocument/2006/relationships/tags" Target="../tags/tag699.xml"/><Relationship Id="rId19" Type="http://schemas.openxmlformats.org/officeDocument/2006/relationships/tags" Target="../tags/tag716.xml"/><Relationship Id="rId18" Type="http://schemas.openxmlformats.org/officeDocument/2006/relationships/tags" Target="../tags/tag715.xml"/><Relationship Id="rId17" Type="http://schemas.openxmlformats.org/officeDocument/2006/relationships/tags" Target="../tags/tag714.xml"/><Relationship Id="rId16" Type="http://schemas.openxmlformats.org/officeDocument/2006/relationships/tags" Target="../tags/tag713.xml"/><Relationship Id="rId15" Type="http://schemas.openxmlformats.org/officeDocument/2006/relationships/tags" Target="../tags/tag712.xml"/><Relationship Id="rId14" Type="http://schemas.openxmlformats.org/officeDocument/2006/relationships/tags" Target="../tags/tag711.xml"/><Relationship Id="rId13" Type="http://schemas.openxmlformats.org/officeDocument/2006/relationships/tags" Target="../tags/tag710.xml"/><Relationship Id="rId12" Type="http://schemas.openxmlformats.org/officeDocument/2006/relationships/tags" Target="../tags/tag709.xml"/><Relationship Id="rId11" Type="http://schemas.openxmlformats.org/officeDocument/2006/relationships/tags" Target="../tags/tag708.xml"/><Relationship Id="rId10" Type="http://schemas.openxmlformats.org/officeDocument/2006/relationships/tags" Target="../tags/tag707.xml"/><Relationship Id="rId1" Type="http://schemas.openxmlformats.org/officeDocument/2006/relationships/tags" Target="../tags/tag698.xml"/></Relationships>
</file>

<file path=ppt/slides/_rels/slide5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755.xml"/><Relationship Id="rId3" Type="http://schemas.openxmlformats.org/officeDocument/2006/relationships/image" Target="../media/image64.png"/><Relationship Id="rId2" Type="http://schemas.openxmlformats.org/officeDocument/2006/relationships/tags" Target="../tags/tag724.xml"/><Relationship Id="rId1" Type="http://schemas.openxmlformats.org/officeDocument/2006/relationships/tags" Target="../tags/tag723.xml"/></Relationships>
</file>

<file path=ppt/slides/_rels/slide59.xml.rels><?xml version="1.0" encoding="UTF-8" standalone="yes"?>
<Relationships xmlns="http://schemas.openxmlformats.org/package/2006/relationships"><Relationship Id="rId9" Type="http://schemas.openxmlformats.org/officeDocument/2006/relationships/tags" Target="../tags/tag733.xml"/><Relationship Id="rId8" Type="http://schemas.openxmlformats.org/officeDocument/2006/relationships/tags" Target="../tags/tag732.xml"/><Relationship Id="rId7" Type="http://schemas.openxmlformats.org/officeDocument/2006/relationships/tags" Target="../tags/tag731.xml"/><Relationship Id="rId6" Type="http://schemas.openxmlformats.org/officeDocument/2006/relationships/tags" Target="../tags/tag730.xml"/><Relationship Id="rId5" Type="http://schemas.openxmlformats.org/officeDocument/2006/relationships/tags" Target="../tags/tag729.xml"/><Relationship Id="rId46" Type="http://schemas.openxmlformats.org/officeDocument/2006/relationships/notesSlide" Target="../notesSlides/notesSlide8.xml"/><Relationship Id="rId45" Type="http://schemas.openxmlformats.org/officeDocument/2006/relationships/vmlDrawing" Target="../drawings/vmlDrawing23.vml"/><Relationship Id="rId44" Type="http://schemas.openxmlformats.org/officeDocument/2006/relationships/slideLayout" Target="../slideLayouts/slideLayout1367.xml"/><Relationship Id="rId43" Type="http://schemas.openxmlformats.org/officeDocument/2006/relationships/image" Target="../media/image66.wmf"/><Relationship Id="rId42" Type="http://schemas.openxmlformats.org/officeDocument/2006/relationships/oleObject" Target="../embeddings/oleObject55.bin"/><Relationship Id="rId41" Type="http://schemas.openxmlformats.org/officeDocument/2006/relationships/tags" Target="../tags/tag762.xml"/><Relationship Id="rId40" Type="http://schemas.openxmlformats.org/officeDocument/2006/relationships/image" Target="../media/image65.wmf"/><Relationship Id="rId4" Type="http://schemas.openxmlformats.org/officeDocument/2006/relationships/tags" Target="../tags/tag728.xml"/><Relationship Id="rId39" Type="http://schemas.openxmlformats.org/officeDocument/2006/relationships/oleObject" Target="../embeddings/oleObject54.bin"/><Relationship Id="rId38" Type="http://schemas.openxmlformats.org/officeDocument/2006/relationships/tags" Target="../tags/tag761.xml"/><Relationship Id="rId37" Type="http://schemas.openxmlformats.org/officeDocument/2006/relationships/image" Target="../media/image20.jpeg"/><Relationship Id="rId36" Type="http://schemas.openxmlformats.org/officeDocument/2006/relationships/tags" Target="../tags/tag760.xml"/><Relationship Id="rId35" Type="http://schemas.openxmlformats.org/officeDocument/2006/relationships/tags" Target="../tags/tag759.xml"/><Relationship Id="rId34" Type="http://schemas.openxmlformats.org/officeDocument/2006/relationships/tags" Target="../tags/tag758.xml"/><Relationship Id="rId33" Type="http://schemas.openxmlformats.org/officeDocument/2006/relationships/tags" Target="../tags/tag757.xml"/><Relationship Id="rId32" Type="http://schemas.openxmlformats.org/officeDocument/2006/relationships/tags" Target="../tags/tag756.xml"/><Relationship Id="rId31" Type="http://schemas.openxmlformats.org/officeDocument/2006/relationships/tags" Target="../tags/tag755.xml"/><Relationship Id="rId30" Type="http://schemas.openxmlformats.org/officeDocument/2006/relationships/tags" Target="../tags/tag754.xml"/><Relationship Id="rId3" Type="http://schemas.openxmlformats.org/officeDocument/2006/relationships/tags" Target="../tags/tag727.xml"/><Relationship Id="rId29" Type="http://schemas.openxmlformats.org/officeDocument/2006/relationships/tags" Target="../tags/tag753.xml"/><Relationship Id="rId28" Type="http://schemas.openxmlformats.org/officeDocument/2006/relationships/tags" Target="../tags/tag752.xml"/><Relationship Id="rId27" Type="http://schemas.openxmlformats.org/officeDocument/2006/relationships/tags" Target="../tags/tag751.xml"/><Relationship Id="rId26" Type="http://schemas.openxmlformats.org/officeDocument/2006/relationships/tags" Target="../tags/tag750.xml"/><Relationship Id="rId25" Type="http://schemas.openxmlformats.org/officeDocument/2006/relationships/tags" Target="../tags/tag749.xml"/><Relationship Id="rId24" Type="http://schemas.openxmlformats.org/officeDocument/2006/relationships/tags" Target="../tags/tag748.xml"/><Relationship Id="rId23" Type="http://schemas.openxmlformats.org/officeDocument/2006/relationships/tags" Target="../tags/tag747.xml"/><Relationship Id="rId22" Type="http://schemas.openxmlformats.org/officeDocument/2006/relationships/tags" Target="../tags/tag746.xml"/><Relationship Id="rId21" Type="http://schemas.openxmlformats.org/officeDocument/2006/relationships/tags" Target="../tags/tag745.xml"/><Relationship Id="rId20" Type="http://schemas.openxmlformats.org/officeDocument/2006/relationships/tags" Target="../tags/tag744.xml"/><Relationship Id="rId2" Type="http://schemas.openxmlformats.org/officeDocument/2006/relationships/tags" Target="../tags/tag726.xml"/><Relationship Id="rId19" Type="http://schemas.openxmlformats.org/officeDocument/2006/relationships/tags" Target="../tags/tag743.xml"/><Relationship Id="rId18" Type="http://schemas.openxmlformats.org/officeDocument/2006/relationships/tags" Target="../tags/tag742.xml"/><Relationship Id="rId17" Type="http://schemas.openxmlformats.org/officeDocument/2006/relationships/tags" Target="../tags/tag741.xml"/><Relationship Id="rId16" Type="http://schemas.openxmlformats.org/officeDocument/2006/relationships/tags" Target="../tags/tag740.xml"/><Relationship Id="rId15" Type="http://schemas.openxmlformats.org/officeDocument/2006/relationships/tags" Target="../tags/tag739.xml"/><Relationship Id="rId14" Type="http://schemas.openxmlformats.org/officeDocument/2006/relationships/tags" Target="../tags/tag738.xml"/><Relationship Id="rId13" Type="http://schemas.openxmlformats.org/officeDocument/2006/relationships/tags" Target="../tags/tag737.xml"/><Relationship Id="rId12" Type="http://schemas.openxmlformats.org/officeDocument/2006/relationships/tags" Target="../tags/tag736.xml"/><Relationship Id="rId11" Type="http://schemas.openxmlformats.org/officeDocument/2006/relationships/tags" Target="../tags/tag735.xml"/><Relationship Id="rId10" Type="http://schemas.openxmlformats.org/officeDocument/2006/relationships/tags" Target="../tags/tag734.xml"/><Relationship Id="rId1" Type="http://schemas.openxmlformats.org/officeDocument/2006/relationships/tags" Target="../tags/tag725.xml"/></Relationships>
</file>

<file path=ppt/slides/_rels/slide6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.xml"/><Relationship Id="rId3" Type="http://schemas.openxmlformats.org/officeDocument/2006/relationships/slideLayout" Target="../slideLayouts/slideLayout772.xml"/><Relationship Id="rId2" Type="http://schemas.openxmlformats.org/officeDocument/2006/relationships/image" Target="../media/image67.png"/><Relationship Id="rId1" Type="http://schemas.openxmlformats.org/officeDocument/2006/relationships/tags" Target="../tags/tag76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89.xml"/><Relationship Id="rId2" Type="http://schemas.openxmlformats.org/officeDocument/2006/relationships/tags" Target="../tags/tag765.xml"/><Relationship Id="rId1" Type="http://schemas.openxmlformats.org/officeDocument/2006/relationships/tags" Target="../tags/tag764.xml"/></Relationships>
</file>

<file path=ppt/slides/_rels/slide62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806.xml"/><Relationship Id="rId4" Type="http://schemas.openxmlformats.org/officeDocument/2006/relationships/tags" Target="../tags/tag769.xml"/><Relationship Id="rId3" Type="http://schemas.openxmlformats.org/officeDocument/2006/relationships/tags" Target="../tags/tag768.xml"/><Relationship Id="rId2" Type="http://schemas.openxmlformats.org/officeDocument/2006/relationships/tags" Target="../tags/tag767.xml"/><Relationship Id="rId1" Type="http://schemas.openxmlformats.org/officeDocument/2006/relationships/tags" Target="../tags/tag766.xml"/></Relationships>
</file>

<file path=ppt/slides/_rels/slide63.xml.rels><?xml version="1.0" encoding="UTF-8" standalone="yes"?>
<Relationships xmlns="http://schemas.openxmlformats.org/package/2006/relationships"><Relationship Id="rId9" Type="http://schemas.openxmlformats.org/officeDocument/2006/relationships/tags" Target="../tags/tag778.xml"/><Relationship Id="rId8" Type="http://schemas.openxmlformats.org/officeDocument/2006/relationships/tags" Target="../tags/tag777.xml"/><Relationship Id="rId7" Type="http://schemas.openxmlformats.org/officeDocument/2006/relationships/tags" Target="../tags/tag776.xml"/><Relationship Id="rId6" Type="http://schemas.openxmlformats.org/officeDocument/2006/relationships/tags" Target="../tags/tag775.xml"/><Relationship Id="rId5" Type="http://schemas.openxmlformats.org/officeDocument/2006/relationships/tags" Target="../tags/tag774.xml"/><Relationship Id="rId47" Type="http://schemas.openxmlformats.org/officeDocument/2006/relationships/vmlDrawing" Target="../drawings/vmlDrawing24.vml"/><Relationship Id="rId46" Type="http://schemas.openxmlformats.org/officeDocument/2006/relationships/slideLayout" Target="../slideLayouts/slideLayout823.xml"/><Relationship Id="rId45" Type="http://schemas.openxmlformats.org/officeDocument/2006/relationships/image" Target="../media/image68.wmf"/><Relationship Id="rId44" Type="http://schemas.openxmlformats.org/officeDocument/2006/relationships/oleObject" Target="../embeddings/oleObject56.bin"/><Relationship Id="rId43" Type="http://schemas.openxmlformats.org/officeDocument/2006/relationships/tags" Target="../tags/tag812.xml"/><Relationship Id="rId42" Type="http://schemas.openxmlformats.org/officeDocument/2006/relationships/tags" Target="../tags/tag811.xml"/><Relationship Id="rId41" Type="http://schemas.openxmlformats.org/officeDocument/2006/relationships/tags" Target="../tags/tag810.xml"/><Relationship Id="rId40" Type="http://schemas.openxmlformats.org/officeDocument/2006/relationships/tags" Target="../tags/tag809.xml"/><Relationship Id="rId4" Type="http://schemas.openxmlformats.org/officeDocument/2006/relationships/tags" Target="../tags/tag773.xml"/><Relationship Id="rId39" Type="http://schemas.openxmlformats.org/officeDocument/2006/relationships/tags" Target="../tags/tag808.xml"/><Relationship Id="rId38" Type="http://schemas.openxmlformats.org/officeDocument/2006/relationships/tags" Target="../tags/tag807.xml"/><Relationship Id="rId37" Type="http://schemas.openxmlformats.org/officeDocument/2006/relationships/tags" Target="../tags/tag806.xml"/><Relationship Id="rId36" Type="http://schemas.openxmlformats.org/officeDocument/2006/relationships/tags" Target="../tags/tag805.xml"/><Relationship Id="rId35" Type="http://schemas.openxmlformats.org/officeDocument/2006/relationships/tags" Target="../tags/tag804.xml"/><Relationship Id="rId34" Type="http://schemas.openxmlformats.org/officeDocument/2006/relationships/tags" Target="../tags/tag803.xml"/><Relationship Id="rId33" Type="http://schemas.openxmlformats.org/officeDocument/2006/relationships/tags" Target="../tags/tag802.xml"/><Relationship Id="rId32" Type="http://schemas.openxmlformats.org/officeDocument/2006/relationships/tags" Target="../tags/tag801.xml"/><Relationship Id="rId31" Type="http://schemas.openxmlformats.org/officeDocument/2006/relationships/tags" Target="../tags/tag800.xml"/><Relationship Id="rId30" Type="http://schemas.openxmlformats.org/officeDocument/2006/relationships/tags" Target="../tags/tag799.xml"/><Relationship Id="rId3" Type="http://schemas.openxmlformats.org/officeDocument/2006/relationships/tags" Target="../tags/tag772.xml"/><Relationship Id="rId29" Type="http://schemas.openxmlformats.org/officeDocument/2006/relationships/tags" Target="../tags/tag798.xml"/><Relationship Id="rId28" Type="http://schemas.openxmlformats.org/officeDocument/2006/relationships/tags" Target="../tags/tag797.xml"/><Relationship Id="rId27" Type="http://schemas.openxmlformats.org/officeDocument/2006/relationships/tags" Target="../tags/tag796.xml"/><Relationship Id="rId26" Type="http://schemas.openxmlformats.org/officeDocument/2006/relationships/tags" Target="../tags/tag795.xml"/><Relationship Id="rId25" Type="http://schemas.openxmlformats.org/officeDocument/2006/relationships/tags" Target="../tags/tag794.xml"/><Relationship Id="rId24" Type="http://schemas.openxmlformats.org/officeDocument/2006/relationships/tags" Target="../tags/tag793.xml"/><Relationship Id="rId23" Type="http://schemas.openxmlformats.org/officeDocument/2006/relationships/tags" Target="../tags/tag792.xml"/><Relationship Id="rId22" Type="http://schemas.openxmlformats.org/officeDocument/2006/relationships/tags" Target="../tags/tag791.xml"/><Relationship Id="rId21" Type="http://schemas.openxmlformats.org/officeDocument/2006/relationships/tags" Target="../tags/tag790.xml"/><Relationship Id="rId20" Type="http://schemas.openxmlformats.org/officeDocument/2006/relationships/tags" Target="../tags/tag789.xml"/><Relationship Id="rId2" Type="http://schemas.openxmlformats.org/officeDocument/2006/relationships/tags" Target="../tags/tag771.xml"/><Relationship Id="rId19" Type="http://schemas.openxmlformats.org/officeDocument/2006/relationships/tags" Target="../tags/tag788.xml"/><Relationship Id="rId18" Type="http://schemas.openxmlformats.org/officeDocument/2006/relationships/tags" Target="../tags/tag787.xml"/><Relationship Id="rId17" Type="http://schemas.openxmlformats.org/officeDocument/2006/relationships/tags" Target="../tags/tag786.xml"/><Relationship Id="rId16" Type="http://schemas.openxmlformats.org/officeDocument/2006/relationships/tags" Target="../tags/tag785.xml"/><Relationship Id="rId15" Type="http://schemas.openxmlformats.org/officeDocument/2006/relationships/tags" Target="../tags/tag784.xml"/><Relationship Id="rId14" Type="http://schemas.openxmlformats.org/officeDocument/2006/relationships/tags" Target="../tags/tag783.xml"/><Relationship Id="rId13" Type="http://schemas.openxmlformats.org/officeDocument/2006/relationships/tags" Target="../tags/tag782.xml"/><Relationship Id="rId12" Type="http://schemas.openxmlformats.org/officeDocument/2006/relationships/tags" Target="../tags/tag781.xml"/><Relationship Id="rId11" Type="http://schemas.openxmlformats.org/officeDocument/2006/relationships/tags" Target="../tags/tag780.xml"/><Relationship Id="rId10" Type="http://schemas.openxmlformats.org/officeDocument/2006/relationships/tags" Target="../tags/tag779.xml"/><Relationship Id="rId1" Type="http://schemas.openxmlformats.org/officeDocument/2006/relationships/tags" Target="../tags/tag770.xml"/></Relationships>
</file>

<file path=ppt/slides/_rels/slide64.xml.rels><?xml version="1.0" encoding="UTF-8" standalone="yes"?>
<Relationships xmlns="http://schemas.openxmlformats.org/package/2006/relationships"><Relationship Id="rId9" Type="http://schemas.openxmlformats.org/officeDocument/2006/relationships/tags" Target="../tags/tag821.xml"/><Relationship Id="rId8" Type="http://schemas.openxmlformats.org/officeDocument/2006/relationships/tags" Target="../tags/tag820.xml"/><Relationship Id="rId7" Type="http://schemas.openxmlformats.org/officeDocument/2006/relationships/tags" Target="../tags/tag819.xml"/><Relationship Id="rId6" Type="http://schemas.openxmlformats.org/officeDocument/2006/relationships/tags" Target="../tags/tag818.xml"/><Relationship Id="rId5" Type="http://schemas.openxmlformats.org/officeDocument/2006/relationships/tags" Target="../tags/tag817.xml"/><Relationship Id="rId4" Type="http://schemas.openxmlformats.org/officeDocument/2006/relationships/tags" Target="../tags/tag816.xml"/><Relationship Id="rId3" Type="http://schemas.openxmlformats.org/officeDocument/2006/relationships/tags" Target="../tags/tag815.xml"/><Relationship Id="rId2" Type="http://schemas.openxmlformats.org/officeDocument/2006/relationships/tags" Target="../tags/tag814.xml"/><Relationship Id="rId19" Type="http://schemas.openxmlformats.org/officeDocument/2006/relationships/slideLayout" Target="../slideLayouts/slideLayout840.xml"/><Relationship Id="rId18" Type="http://schemas.openxmlformats.org/officeDocument/2006/relationships/tags" Target="../tags/tag830.xml"/><Relationship Id="rId17" Type="http://schemas.openxmlformats.org/officeDocument/2006/relationships/tags" Target="../tags/tag829.xml"/><Relationship Id="rId16" Type="http://schemas.openxmlformats.org/officeDocument/2006/relationships/tags" Target="../tags/tag828.xml"/><Relationship Id="rId15" Type="http://schemas.openxmlformats.org/officeDocument/2006/relationships/tags" Target="../tags/tag827.xml"/><Relationship Id="rId14" Type="http://schemas.openxmlformats.org/officeDocument/2006/relationships/tags" Target="../tags/tag826.xml"/><Relationship Id="rId13" Type="http://schemas.openxmlformats.org/officeDocument/2006/relationships/tags" Target="../tags/tag825.xml"/><Relationship Id="rId12" Type="http://schemas.openxmlformats.org/officeDocument/2006/relationships/tags" Target="../tags/tag824.xml"/><Relationship Id="rId11" Type="http://schemas.openxmlformats.org/officeDocument/2006/relationships/tags" Target="../tags/tag823.xml"/><Relationship Id="rId10" Type="http://schemas.openxmlformats.org/officeDocument/2006/relationships/tags" Target="../tags/tag822.xml"/><Relationship Id="rId1" Type="http://schemas.openxmlformats.org/officeDocument/2006/relationships/tags" Target="../tags/tag813.xml"/></Relationships>
</file>

<file path=ppt/slides/_rels/slide6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.xml"/><Relationship Id="rId3" Type="http://schemas.openxmlformats.org/officeDocument/2006/relationships/slideLayout" Target="../slideLayouts/slideLayout857.xml"/><Relationship Id="rId2" Type="http://schemas.openxmlformats.org/officeDocument/2006/relationships/tags" Target="../tags/tag832.xml"/><Relationship Id="rId1" Type="http://schemas.openxmlformats.org/officeDocument/2006/relationships/tags" Target="../tags/tag83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486.xml"/><Relationship Id="rId1" Type="http://schemas.openxmlformats.org/officeDocument/2006/relationships/tags" Target="../tags/tag833.xml"/></Relationships>
</file>

<file path=ppt/slides/_rels/slide67.xml.rels><?xml version="1.0" encoding="UTF-8" standalone="yes"?>
<Relationships xmlns="http://schemas.openxmlformats.org/package/2006/relationships"><Relationship Id="rId9" Type="http://schemas.openxmlformats.org/officeDocument/2006/relationships/tags" Target="../tags/tag842.xml"/><Relationship Id="rId8" Type="http://schemas.openxmlformats.org/officeDocument/2006/relationships/tags" Target="../tags/tag841.xml"/><Relationship Id="rId7" Type="http://schemas.openxmlformats.org/officeDocument/2006/relationships/tags" Target="../tags/tag840.xml"/><Relationship Id="rId6" Type="http://schemas.openxmlformats.org/officeDocument/2006/relationships/tags" Target="../tags/tag839.xml"/><Relationship Id="rId55" Type="http://schemas.openxmlformats.org/officeDocument/2006/relationships/slideLayout" Target="../slideLayouts/slideLayout1503.xml"/><Relationship Id="rId54" Type="http://schemas.openxmlformats.org/officeDocument/2006/relationships/tags" Target="../tags/tag887.xml"/><Relationship Id="rId53" Type="http://schemas.openxmlformats.org/officeDocument/2006/relationships/tags" Target="../tags/tag886.xml"/><Relationship Id="rId52" Type="http://schemas.openxmlformats.org/officeDocument/2006/relationships/tags" Target="../tags/tag885.xml"/><Relationship Id="rId51" Type="http://schemas.openxmlformats.org/officeDocument/2006/relationships/tags" Target="../tags/tag884.xml"/><Relationship Id="rId50" Type="http://schemas.openxmlformats.org/officeDocument/2006/relationships/tags" Target="../tags/tag883.xml"/><Relationship Id="rId5" Type="http://schemas.openxmlformats.org/officeDocument/2006/relationships/tags" Target="../tags/tag838.xml"/><Relationship Id="rId49" Type="http://schemas.openxmlformats.org/officeDocument/2006/relationships/tags" Target="../tags/tag882.xml"/><Relationship Id="rId48" Type="http://schemas.openxmlformats.org/officeDocument/2006/relationships/tags" Target="../tags/tag881.xml"/><Relationship Id="rId47" Type="http://schemas.openxmlformats.org/officeDocument/2006/relationships/tags" Target="../tags/tag880.xml"/><Relationship Id="rId46" Type="http://schemas.openxmlformats.org/officeDocument/2006/relationships/tags" Target="../tags/tag879.xml"/><Relationship Id="rId45" Type="http://schemas.openxmlformats.org/officeDocument/2006/relationships/tags" Target="../tags/tag878.xml"/><Relationship Id="rId44" Type="http://schemas.openxmlformats.org/officeDocument/2006/relationships/tags" Target="../tags/tag877.xml"/><Relationship Id="rId43" Type="http://schemas.openxmlformats.org/officeDocument/2006/relationships/tags" Target="../tags/tag876.xml"/><Relationship Id="rId42" Type="http://schemas.openxmlformats.org/officeDocument/2006/relationships/tags" Target="../tags/tag875.xml"/><Relationship Id="rId41" Type="http://schemas.openxmlformats.org/officeDocument/2006/relationships/tags" Target="../tags/tag874.xml"/><Relationship Id="rId40" Type="http://schemas.openxmlformats.org/officeDocument/2006/relationships/tags" Target="../tags/tag873.xml"/><Relationship Id="rId4" Type="http://schemas.openxmlformats.org/officeDocument/2006/relationships/tags" Target="../tags/tag837.xml"/><Relationship Id="rId39" Type="http://schemas.openxmlformats.org/officeDocument/2006/relationships/tags" Target="../tags/tag872.xml"/><Relationship Id="rId38" Type="http://schemas.openxmlformats.org/officeDocument/2006/relationships/tags" Target="../tags/tag871.xml"/><Relationship Id="rId37" Type="http://schemas.openxmlformats.org/officeDocument/2006/relationships/tags" Target="../tags/tag870.xml"/><Relationship Id="rId36" Type="http://schemas.openxmlformats.org/officeDocument/2006/relationships/tags" Target="../tags/tag869.xml"/><Relationship Id="rId35" Type="http://schemas.openxmlformats.org/officeDocument/2006/relationships/tags" Target="../tags/tag868.xml"/><Relationship Id="rId34" Type="http://schemas.openxmlformats.org/officeDocument/2006/relationships/tags" Target="../tags/tag867.xml"/><Relationship Id="rId33" Type="http://schemas.openxmlformats.org/officeDocument/2006/relationships/tags" Target="../tags/tag866.xml"/><Relationship Id="rId32" Type="http://schemas.openxmlformats.org/officeDocument/2006/relationships/tags" Target="../tags/tag865.xml"/><Relationship Id="rId31" Type="http://schemas.openxmlformats.org/officeDocument/2006/relationships/tags" Target="../tags/tag864.xml"/><Relationship Id="rId30" Type="http://schemas.openxmlformats.org/officeDocument/2006/relationships/tags" Target="../tags/tag863.xml"/><Relationship Id="rId3" Type="http://schemas.openxmlformats.org/officeDocument/2006/relationships/tags" Target="../tags/tag836.xml"/><Relationship Id="rId29" Type="http://schemas.openxmlformats.org/officeDocument/2006/relationships/tags" Target="../tags/tag862.xml"/><Relationship Id="rId28" Type="http://schemas.openxmlformats.org/officeDocument/2006/relationships/tags" Target="../tags/tag861.xml"/><Relationship Id="rId27" Type="http://schemas.openxmlformats.org/officeDocument/2006/relationships/tags" Target="../tags/tag860.xml"/><Relationship Id="rId26" Type="http://schemas.openxmlformats.org/officeDocument/2006/relationships/tags" Target="../tags/tag859.xml"/><Relationship Id="rId25" Type="http://schemas.openxmlformats.org/officeDocument/2006/relationships/tags" Target="../tags/tag858.xml"/><Relationship Id="rId24" Type="http://schemas.openxmlformats.org/officeDocument/2006/relationships/tags" Target="../tags/tag857.xml"/><Relationship Id="rId23" Type="http://schemas.openxmlformats.org/officeDocument/2006/relationships/tags" Target="../tags/tag856.xml"/><Relationship Id="rId22" Type="http://schemas.openxmlformats.org/officeDocument/2006/relationships/tags" Target="../tags/tag855.xml"/><Relationship Id="rId21" Type="http://schemas.openxmlformats.org/officeDocument/2006/relationships/tags" Target="../tags/tag854.xml"/><Relationship Id="rId20" Type="http://schemas.openxmlformats.org/officeDocument/2006/relationships/tags" Target="../tags/tag853.xml"/><Relationship Id="rId2" Type="http://schemas.openxmlformats.org/officeDocument/2006/relationships/tags" Target="../tags/tag835.xml"/><Relationship Id="rId19" Type="http://schemas.openxmlformats.org/officeDocument/2006/relationships/tags" Target="../tags/tag852.xml"/><Relationship Id="rId18" Type="http://schemas.openxmlformats.org/officeDocument/2006/relationships/tags" Target="../tags/tag851.xml"/><Relationship Id="rId17" Type="http://schemas.openxmlformats.org/officeDocument/2006/relationships/tags" Target="../tags/tag850.xml"/><Relationship Id="rId16" Type="http://schemas.openxmlformats.org/officeDocument/2006/relationships/tags" Target="../tags/tag849.xml"/><Relationship Id="rId15" Type="http://schemas.openxmlformats.org/officeDocument/2006/relationships/tags" Target="../tags/tag848.xml"/><Relationship Id="rId14" Type="http://schemas.openxmlformats.org/officeDocument/2006/relationships/tags" Target="../tags/tag847.xml"/><Relationship Id="rId13" Type="http://schemas.openxmlformats.org/officeDocument/2006/relationships/tags" Target="../tags/tag846.xml"/><Relationship Id="rId12" Type="http://schemas.openxmlformats.org/officeDocument/2006/relationships/tags" Target="../tags/tag845.xml"/><Relationship Id="rId11" Type="http://schemas.openxmlformats.org/officeDocument/2006/relationships/tags" Target="../tags/tag844.xml"/><Relationship Id="rId10" Type="http://schemas.openxmlformats.org/officeDocument/2006/relationships/tags" Target="../tags/tag843.xml"/><Relationship Id="rId1" Type="http://schemas.openxmlformats.org/officeDocument/2006/relationships/tags" Target="../tags/tag834.xml"/></Relationships>
</file>

<file path=ppt/slides/_rels/slide68.xml.rels><?xml version="1.0" encoding="UTF-8" standalone="yes"?>
<Relationships xmlns="http://schemas.openxmlformats.org/package/2006/relationships"><Relationship Id="rId9" Type="http://schemas.openxmlformats.org/officeDocument/2006/relationships/tags" Target="../tags/tag896.xml"/><Relationship Id="rId8" Type="http://schemas.openxmlformats.org/officeDocument/2006/relationships/tags" Target="../tags/tag895.xml"/><Relationship Id="rId7" Type="http://schemas.openxmlformats.org/officeDocument/2006/relationships/tags" Target="../tags/tag894.xml"/><Relationship Id="rId6" Type="http://schemas.openxmlformats.org/officeDocument/2006/relationships/tags" Target="../tags/tag893.xml"/><Relationship Id="rId5" Type="http://schemas.openxmlformats.org/officeDocument/2006/relationships/tags" Target="../tags/tag892.xml"/><Relationship Id="rId4" Type="http://schemas.openxmlformats.org/officeDocument/2006/relationships/tags" Target="../tags/tag891.xml"/><Relationship Id="rId33" Type="http://schemas.openxmlformats.org/officeDocument/2006/relationships/vmlDrawing" Target="../drawings/vmlDrawing25.vml"/><Relationship Id="rId32" Type="http://schemas.openxmlformats.org/officeDocument/2006/relationships/slideLayout" Target="../slideLayouts/slideLayout1520.xml"/><Relationship Id="rId31" Type="http://schemas.openxmlformats.org/officeDocument/2006/relationships/image" Target="../media/image71.emf"/><Relationship Id="rId30" Type="http://schemas.openxmlformats.org/officeDocument/2006/relationships/oleObject" Target="../embeddings/oleObject59.bin"/><Relationship Id="rId3" Type="http://schemas.openxmlformats.org/officeDocument/2006/relationships/tags" Target="../tags/tag890.xml"/><Relationship Id="rId29" Type="http://schemas.openxmlformats.org/officeDocument/2006/relationships/tags" Target="../tags/tag912.xml"/><Relationship Id="rId28" Type="http://schemas.openxmlformats.org/officeDocument/2006/relationships/image" Target="../media/image70.emf"/><Relationship Id="rId27" Type="http://schemas.openxmlformats.org/officeDocument/2006/relationships/oleObject" Target="../embeddings/oleObject58.bin"/><Relationship Id="rId26" Type="http://schemas.openxmlformats.org/officeDocument/2006/relationships/tags" Target="../tags/tag911.xml"/><Relationship Id="rId25" Type="http://schemas.openxmlformats.org/officeDocument/2006/relationships/image" Target="../media/image69.emf"/><Relationship Id="rId24" Type="http://schemas.openxmlformats.org/officeDocument/2006/relationships/oleObject" Target="../embeddings/oleObject57.bin"/><Relationship Id="rId23" Type="http://schemas.openxmlformats.org/officeDocument/2006/relationships/tags" Target="../tags/tag910.xml"/><Relationship Id="rId22" Type="http://schemas.openxmlformats.org/officeDocument/2006/relationships/tags" Target="../tags/tag909.xml"/><Relationship Id="rId21" Type="http://schemas.openxmlformats.org/officeDocument/2006/relationships/tags" Target="../tags/tag908.xml"/><Relationship Id="rId20" Type="http://schemas.openxmlformats.org/officeDocument/2006/relationships/tags" Target="../tags/tag907.xml"/><Relationship Id="rId2" Type="http://schemas.openxmlformats.org/officeDocument/2006/relationships/tags" Target="../tags/tag889.xml"/><Relationship Id="rId19" Type="http://schemas.openxmlformats.org/officeDocument/2006/relationships/tags" Target="../tags/tag906.xml"/><Relationship Id="rId18" Type="http://schemas.openxmlformats.org/officeDocument/2006/relationships/tags" Target="../tags/tag905.xml"/><Relationship Id="rId17" Type="http://schemas.openxmlformats.org/officeDocument/2006/relationships/tags" Target="../tags/tag904.xml"/><Relationship Id="rId16" Type="http://schemas.openxmlformats.org/officeDocument/2006/relationships/tags" Target="../tags/tag903.xml"/><Relationship Id="rId15" Type="http://schemas.openxmlformats.org/officeDocument/2006/relationships/tags" Target="../tags/tag902.xml"/><Relationship Id="rId14" Type="http://schemas.openxmlformats.org/officeDocument/2006/relationships/tags" Target="../tags/tag901.xml"/><Relationship Id="rId13" Type="http://schemas.openxmlformats.org/officeDocument/2006/relationships/tags" Target="../tags/tag900.xml"/><Relationship Id="rId12" Type="http://schemas.openxmlformats.org/officeDocument/2006/relationships/tags" Target="../tags/tag899.xml"/><Relationship Id="rId11" Type="http://schemas.openxmlformats.org/officeDocument/2006/relationships/tags" Target="../tags/tag898.xml"/><Relationship Id="rId10" Type="http://schemas.openxmlformats.org/officeDocument/2006/relationships/tags" Target="../tags/tag897.xml"/><Relationship Id="rId1" Type="http://schemas.openxmlformats.org/officeDocument/2006/relationships/tags" Target="../tags/tag888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384.xml"/><Relationship Id="rId1" Type="http://schemas.openxmlformats.org/officeDocument/2006/relationships/tags" Target="../tags/tag913.xml"/></Relationships>
</file>

<file path=ppt/slides/_rels/slide70.xml.rels><?xml version="1.0" encoding="UTF-8" standalone="yes"?>
<Relationships xmlns="http://schemas.openxmlformats.org/package/2006/relationships"><Relationship Id="rId9" Type="http://schemas.openxmlformats.org/officeDocument/2006/relationships/tags" Target="../tags/tag922.xml"/><Relationship Id="rId8" Type="http://schemas.openxmlformats.org/officeDocument/2006/relationships/tags" Target="../tags/tag921.xml"/><Relationship Id="rId7" Type="http://schemas.openxmlformats.org/officeDocument/2006/relationships/tags" Target="../tags/tag920.xml"/><Relationship Id="rId60" Type="http://schemas.openxmlformats.org/officeDocument/2006/relationships/notesSlide" Target="../notesSlides/notesSlide11.xml"/><Relationship Id="rId6" Type="http://schemas.openxmlformats.org/officeDocument/2006/relationships/tags" Target="../tags/tag919.xml"/><Relationship Id="rId59" Type="http://schemas.openxmlformats.org/officeDocument/2006/relationships/slideLayout" Target="../slideLayouts/slideLayout874.xml"/><Relationship Id="rId58" Type="http://schemas.openxmlformats.org/officeDocument/2006/relationships/tags" Target="../tags/tag971.xml"/><Relationship Id="rId57" Type="http://schemas.openxmlformats.org/officeDocument/2006/relationships/tags" Target="../tags/tag970.xml"/><Relationship Id="rId56" Type="http://schemas.openxmlformats.org/officeDocument/2006/relationships/tags" Target="../tags/tag969.xml"/><Relationship Id="rId55" Type="http://schemas.openxmlformats.org/officeDocument/2006/relationships/tags" Target="../tags/tag968.xml"/><Relationship Id="rId54" Type="http://schemas.openxmlformats.org/officeDocument/2006/relationships/tags" Target="../tags/tag967.xml"/><Relationship Id="rId53" Type="http://schemas.openxmlformats.org/officeDocument/2006/relationships/tags" Target="../tags/tag966.xml"/><Relationship Id="rId52" Type="http://schemas.openxmlformats.org/officeDocument/2006/relationships/tags" Target="../tags/tag965.xml"/><Relationship Id="rId51" Type="http://schemas.openxmlformats.org/officeDocument/2006/relationships/tags" Target="../tags/tag964.xml"/><Relationship Id="rId50" Type="http://schemas.openxmlformats.org/officeDocument/2006/relationships/tags" Target="../tags/tag963.xml"/><Relationship Id="rId5" Type="http://schemas.openxmlformats.org/officeDocument/2006/relationships/tags" Target="../tags/tag918.xml"/><Relationship Id="rId49" Type="http://schemas.openxmlformats.org/officeDocument/2006/relationships/tags" Target="../tags/tag962.xml"/><Relationship Id="rId48" Type="http://schemas.openxmlformats.org/officeDocument/2006/relationships/tags" Target="../tags/tag961.xml"/><Relationship Id="rId47" Type="http://schemas.openxmlformats.org/officeDocument/2006/relationships/tags" Target="../tags/tag960.xml"/><Relationship Id="rId46" Type="http://schemas.openxmlformats.org/officeDocument/2006/relationships/tags" Target="../tags/tag959.xml"/><Relationship Id="rId45" Type="http://schemas.openxmlformats.org/officeDocument/2006/relationships/tags" Target="../tags/tag958.xml"/><Relationship Id="rId44" Type="http://schemas.openxmlformats.org/officeDocument/2006/relationships/tags" Target="../tags/tag957.xml"/><Relationship Id="rId43" Type="http://schemas.openxmlformats.org/officeDocument/2006/relationships/tags" Target="../tags/tag956.xml"/><Relationship Id="rId42" Type="http://schemas.openxmlformats.org/officeDocument/2006/relationships/tags" Target="../tags/tag955.xml"/><Relationship Id="rId41" Type="http://schemas.openxmlformats.org/officeDocument/2006/relationships/tags" Target="../tags/tag954.xml"/><Relationship Id="rId40" Type="http://schemas.openxmlformats.org/officeDocument/2006/relationships/tags" Target="../tags/tag953.xml"/><Relationship Id="rId4" Type="http://schemas.openxmlformats.org/officeDocument/2006/relationships/tags" Target="../tags/tag917.xml"/><Relationship Id="rId39" Type="http://schemas.openxmlformats.org/officeDocument/2006/relationships/tags" Target="../tags/tag952.xml"/><Relationship Id="rId38" Type="http://schemas.openxmlformats.org/officeDocument/2006/relationships/tags" Target="../tags/tag951.xml"/><Relationship Id="rId37" Type="http://schemas.openxmlformats.org/officeDocument/2006/relationships/tags" Target="../tags/tag950.xml"/><Relationship Id="rId36" Type="http://schemas.openxmlformats.org/officeDocument/2006/relationships/tags" Target="../tags/tag949.xml"/><Relationship Id="rId35" Type="http://schemas.openxmlformats.org/officeDocument/2006/relationships/tags" Target="../tags/tag948.xml"/><Relationship Id="rId34" Type="http://schemas.openxmlformats.org/officeDocument/2006/relationships/tags" Target="../tags/tag947.xml"/><Relationship Id="rId33" Type="http://schemas.openxmlformats.org/officeDocument/2006/relationships/tags" Target="../tags/tag946.xml"/><Relationship Id="rId32" Type="http://schemas.openxmlformats.org/officeDocument/2006/relationships/tags" Target="../tags/tag945.xml"/><Relationship Id="rId31" Type="http://schemas.openxmlformats.org/officeDocument/2006/relationships/tags" Target="../tags/tag944.xml"/><Relationship Id="rId30" Type="http://schemas.openxmlformats.org/officeDocument/2006/relationships/tags" Target="../tags/tag943.xml"/><Relationship Id="rId3" Type="http://schemas.openxmlformats.org/officeDocument/2006/relationships/tags" Target="../tags/tag916.xml"/><Relationship Id="rId29" Type="http://schemas.openxmlformats.org/officeDocument/2006/relationships/tags" Target="../tags/tag942.xml"/><Relationship Id="rId28" Type="http://schemas.openxmlformats.org/officeDocument/2006/relationships/tags" Target="../tags/tag941.xml"/><Relationship Id="rId27" Type="http://schemas.openxmlformats.org/officeDocument/2006/relationships/tags" Target="../tags/tag940.xml"/><Relationship Id="rId26" Type="http://schemas.openxmlformats.org/officeDocument/2006/relationships/tags" Target="../tags/tag939.xml"/><Relationship Id="rId25" Type="http://schemas.openxmlformats.org/officeDocument/2006/relationships/tags" Target="../tags/tag938.xml"/><Relationship Id="rId24" Type="http://schemas.openxmlformats.org/officeDocument/2006/relationships/tags" Target="../tags/tag937.xml"/><Relationship Id="rId23" Type="http://schemas.openxmlformats.org/officeDocument/2006/relationships/tags" Target="../tags/tag936.xml"/><Relationship Id="rId22" Type="http://schemas.openxmlformats.org/officeDocument/2006/relationships/tags" Target="../tags/tag935.xml"/><Relationship Id="rId21" Type="http://schemas.openxmlformats.org/officeDocument/2006/relationships/tags" Target="../tags/tag934.xml"/><Relationship Id="rId20" Type="http://schemas.openxmlformats.org/officeDocument/2006/relationships/tags" Target="../tags/tag933.xml"/><Relationship Id="rId2" Type="http://schemas.openxmlformats.org/officeDocument/2006/relationships/tags" Target="../tags/tag915.xml"/><Relationship Id="rId19" Type="http://schemas.openxmlformats.org/officeDocument/2006/relationships/tags" Target="../tags/tag932.xml"/><Relationship Id="rId18" Type="http://schemas.openxmlformats.org/officeDocument/2006/relationships/tags" Target="../tags/tag931.xml"/><Relationship Id="rId17" Type="http://schemas.openxmlformats.org/officeDocument/2006/relationships/tags" Target="../tags/tag930.xml"/><Relationship Id="rId16" Type="http://schemas.openxmlformats.org/officeDocument/2006/relationships/tags" Target="../tags/tag929.xml"/><Relationship Id="rId15" Type="http://schemas.openxmlformats.org/officeDocument/2006/relationships/tags" Target="../tags/tag928.xml"/><Relationship Id="rId14" Type="http://schemas.openxmlformats.org/officeDocument/2006/relationships/tags" Target="../tags/tag927.xml"/><Relationship Id="rId13" Type="http://schemas.openxmlformats.org/officeDocument/2006/relationships/tags" Target="../tags/tag926.xml"/><Relationship Id="rId12" Type="http://schemas.openxmlformats.org/officeDocument/2006/relationships/tags" Target="../tags/tag925.xml"/><Relationship Id="rId11" Type="http://schemas.openxmlformats.org/officeDocument/2006/relationships/tags" Target="../tags/tag924.xml"/><Relationship Id="rId10" Type="http://schemas.openxmlformats.org/officeDocument/2006/relationships/tags" Target="../tags/tag923.xml"/><Relationship Id="rId1" Type="http://schemas.openxmlformats.org/officeDocument/2006/relationships/tags" Target="../tags/tag914.xml"/></Relationships>
</file>

<file path=ppt/slides/_rels/slide7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891.xml"/><Relationship Id="rId4" Type="http://schemas.openxmlformats.org/officeDocument/2006/relationships/image" Target="../media/image72.png"/><Relationship Id="rId3" Type="http://schemas.openxmlformats.org/officeDocument/2006/relationships/tags" Target="../tags/tag974.xml"/><Relationship Id="rId2" Type="http://schemas.openxmlformats.org/officeDocument/2006/relationships/tags" Target="../tags/tag973.xml"/><Relationship Id="rId1" Type="http://schemas.openxmlformats.org/officeDocument/2006/relationships/tags" Target="../tags/tag972.xml"/></Relationships>
</file>

<file path=ppt/slides/_rels/slide72.xml.rels><?xml version="1.0" encoding="UTF-8" standalone="yes"?>
<Relationships xmlns="http://schemas.openxmlformats.org/package/2006/relationships"><Relationship Id="rId9" Type="http://schemas.openxmlformats.org/officeDocument/2006/relationships/tags" Target="../tags/tag983.xml"/><Relationship Id="rId8" Type="http://schemas.openxmlformats.org/officeDocument/2006/relationships/tags" Target="../tags/tag982.xml"/><Relationship Id="rId7" Type="http://schemas.openxmlformats.org/officeDocument/2006/relationships/tags" Target="../tags/tag981.xml"/><Relationship Id="rId6" Type="http://schemas.openxmlformats.org/officeDocument/2006/relationships/tags" Target="../tags/tag980.xml"/><Relationship Id="rId5" Type="http://schemas.openxmlformats.org/officeDocument/2006/relationships/tags" Target="../tags/tag979.xml"/><Relationship Id="rId4" Type="http://schemas.openxmlformats.org/officeDocument/2006/relationships/tags" Target="../tags/tag978.xml"/><Relationship Id="rId3" Type="http://schemas.openxmlformats.org/officeDocument/2006/relationships/tags" Target="../tags/tag977.xml"/><Relationship Id="rId21" Type="http://schemas.openxmlformats.org/officeDocument/2006/relationships/slideLayout" Target="../slideLayouts/slideLayout908.xml"/><Relationship Id="rId20" Type="http://schemas.openxmlformats.org/officeDocument/2006/relationships/tags" Target="../tags/tag994.xml"/><Relationship Id="rId2" Type="http://schemas.openxmlformats.org/officeDocument/2006/relationships/tags" Target="../tags/tag976.xml"/><Relationship Id="rId19" Type="http://schemas.openxmlformats.org/officeDocument/2006/relationships/tags" Target="../tags/tag993.xml"/><Relationship Id="rId18" Type="http://schemas.openxmlformats.org/officeDocument/2006/relationships/tags" Target="../tags/tag992.xml"/><Relationship Id="rId17" Type="http://schemas.openxmlformats.org/officeDocument/2006/relationships/tags" Target="../tags/tag991.xml"/><Relationship Id="rId16" Type="http://schemas.openxmlformats.org/officeDocument/2006/relationships/tags" Target="../tags/tag990.xml"/><Relationship Id="rId15" Type="http://schemas.openxmlformats.org/officeDocument/2006/relationships/tags" Target="../tags/tag989.xml"/><Relationship Id="rId14" Type="http://schemas.openxmlformats.org/officeDocument/2006/relationships/tags" Target="../tags/tag988.xml"/><Relationship Id="rId13" Type="http://schemas.openxmlformats.org/officeDocument/2006/relationships/tags" Target="../tags/tag987.xml"/><Relationship Id="rId12" Type="http://schemas.openxmlformats.org/officeDocument/2006/relationships/tags" Target="../tags/tag986.xml"/><Relationship Id="rId11" Type="http://schemas.openxmlformats.org/officeDocument/2006/relationships/tags" Target="../tags/tag985.xml"/><Relationship Id="rId10" Type="http://schemas.openxmlformats.org/officeDocument/2006/relationships/tags" Target="../tags/tag984.xml"/><Relationship Id="rId1" Type="http://schemas.openxmlformats.org/officeDocument/2006/relationships/tags" Target="../tags/tag97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401.xml"/><Relationship Id="rId1" Type="http://schemas.openxmlformats.org/officeDocument/2006/relationships/tags" Target="../tags/tag995.xml"/></Relationships>
</file>

<file path=ppt/slides/_rels/slide74.xml.rels><?xml version="1.0" encoding="UTF-8" standalone="yes"?>
<Relationships xmlns="http://schemas.openxmlformats.org/package/2006/relationships"><Relationship Id="rId9" Type="http://schemas.openxmlformats.org/officeDocument/2006/relationships/tags" Target="../tags/tag1004.xml"/><Relationship Id="rId8" Type="http://schemas.openxmlformats.org/officeDocument/2006/relationships/tags" Target="../tags/tag1003.xml"/><Relationship Id="rId7" Type="http://schemas.openxmlformats.org/officeDocument/2006/relationships/tags" Target="../tags/tag1002.xml"/><Relationship Id="rId6" Type="http://schemas.openxmlformats.org/officeDocument/2006/relationships/tags" Target="../tags/tag1001.xml"/><Relationship Id="rId56" Type="http://schemas.openxmlformats.org/officeDocument/2006/relationships/slideLayout" Target="../slideLayouts/slideLayout925.xml"/><Relationship Id="rId55" Type="http://schemas.openxmlformats.org/officeDocument/2006/relationships/tags" Target="../tags/tag1050.xml"/><Relationship Id="rId54" Type="http://schemas.openxmlformats.org/officeDocument/2006/relationships/tags" Target="../tags/tag1049.xml"/><Relationship Id="rId53" Type="http://schemas.openxmlformats.org/officeDocument/2006/relationships/tags" Target="../tags/tag1048.xml"/><Relationship Id="rId52" Type="http://schemas.openxmlformats.org/officeDocument/2006/relationships/tags" Target="../tags/tag1047.xml"/><Relationship Id="rId51" Type="http://schemas.openxmlformats.org/officeDocument/2006/relationships/tags" Target="../tags/tag1046.xml"/><Relationship Id="rId50" Type="http://schemas.openxmlformats.org/officeDocument/2006/relationships/tags" Target="../tags/tag1045.xml"/><Relationship Id="rId5" Type="http://schemas.openxmlformats.org/officeDocument/2006/relationships/tags" Target="../tags/tag1000.xml"/><Relationship Id="rId49" Type="http://schemas.openxmlformats.org/officeDocument/2006/relationships/tags" Target="../tags/tag1044.xml"/><Relationship Id="rId48" Type="http://schemas.openxmlformats.org/officeDocument/2006/relationships/tags" Target="../tags/tag1043.xml"/><Relationship Id="rId47" Type="http://schemas.openxmlformats.org/officeDocument/2006/relationships/tags" Target="../tags/tag1042.xml"/><Relationship Id="rId46" Type="http://schemas.openxmlformats.org/officeDocument/2006/relationships/tags" Target="../tags/tag1041.xml"/><Relationship Id="rId45" Type="http://schemas.openxmlformats.org/officeDocument/2006/relationships/tags" Target="../tags/tag1040.xml"/><Relationship Id="rId44" Type="http://schemas.openxmlformats.org/officeDocument/2006/relationships/tags" Target="../tags/tag1039.xml"/><Relationship Id="rId43" Type="http://schemas.openxmlformats.org/officeDocument/2006/relationships/tags" Target="../tags/tag1038.xml"/><Relationship Id="rId42" Type="http://schemas.openxmlformats.org/officeDocument/2006/relationships/tags" Target="../tags/tag1037.xml"/><Relationship Id="rId41" Type="http://schemas.openxmlformats.org/officeDocument/2006/relationships/tags" Target="../tags/tag1036.xml"/><Relationship Id="rId40" Type="http://schemas.openxmlformats.org/officeDocument/2006/relationships/tags" Target="../tags/tag1035.xml"/><Relationship Id="rId4" Type="http://schemas.openxmlformats.org/officeDocument/2006/relationships/tags" Target="../tags/tag999.xml"/><Relationship Id="rId39" Type="http://schemas.openxmlformats.org/officeDocument/2006/relationships/tags" Target="../tags/tag1034.xml"/><Relationship Id="rId38" Type="http://schemas.openxmlformats.org/officeDocument/2006/relationships/tags" Target="../tags/tag1033.xml"/><Relationship Id="rId37" Type="http://schemas.openxmlformats.org/officeDocument/2006/relationships/tags" Target="../tags/tag1032.xml"/><Relationship Id="rId36" Type="http://schemas.openxmlformats.org/officeDocument/2006/relationships/tags" Target="../tags/tag1031.xml"/><Relationship Id="rId35" Type="http://schemas.openxmlformats.org/officeDocument/2006/relationships/tags" Target="../tags/tag1030.xml"/><Relationship Id="rId34" Type="http://schemas.openxmlformats.org/officeDocument/2006/relationships/tags" Target="../tags/tag1029.xml"/><Relationship Id="rId33" Type="http://schemas.openxmlformats.org/officeDocument/2006/relationships/tags" Target="../tags/tag1028.xml"/><Relationship Id="rId32" Type="http://schemas.openxmlformats.org/officeDocument/2006/relationships/tags" Target="../tags/tag1027.xml"/><Relationship Id="rId31" Type="http://schemas.openxmlformats.org/officeDocument/2006/relationships/tags" Target="../tags/tag1026.xml"/><Relationship Id="rId30" Type="http://schemas.openxmlformats.org/officeDocument/2006/relationships/tags" Target="../tags/tag1025.xml"/><Relationship Id="rId3" Type="http://schemas.openxmlformats.org/officeDocument/2006/relationships/tags" Target="../tags/tag998.xml"/><Relationship Id="rId29" Type="http://schemas.openxmlformats.org/officeDocument/2006/relationships/tags" Target="../tags/tag1024.xml"/><Relationship Id="rId28" Type="http://schemas.openxmlformats.org/officeDocument/2006/relationships/tags" Target="../tags/tag1023.xml"/><Relationship Id="rId27" Type="http://schemas.openxmlformats.org/officeDocument/2006/relationships/tags" Target="../tags/tag1022.xml"/><Relationship Id="rId26" Type="http://schemas.openxmlformats.org/officeDocument/2006/relationships/tags" Target="../tags/tag1021.xml"/><Relationship Id="rId25" Type="http://schemas.openxmlformats.org/officeDocument/2006/relationships/tags" Target="../tags/tag1020.xml"/><Relationship Id="rId24" Type="http://schemas.openxmlformats.org/officeDocument/2006/relationships/tags" Target="../tags/tag1019.xml"/><Relationship Id="rId23" Type="http://schemas.openxmlformats.org/officeDocument/2006/relationships/tags" Target="../tags/tag1018.xml"/><Relationship Id="rId22" Type="http://schemas.openxmlformats.org/officeDocument/2006/relationships/tags" Target="../tags/tag1017.xml"/><Relationship Id="rId21" Type="http://schemas.openxmlformats.org/officeDocument/2006/relationships/tags" Target="../tags/tag1016.xml"/><Relationship Id="rId20" Type="http://schemas.openxmlformats.org/officeDocument/2006/relationships/tags" Target="../tags/tag1015.xml"/><Relationship Id="rId2" Type="http://schemas.openxmlformats.org/officeDocument/2006/relationships/tags" Target="../tags/tag997.xml"/><Relationship Id="rId19" Type="http://schemas.openxmlformats.org/officeDocument/2006/relationships/tags" Target="../tags/tag1014.xml"/><Relationship Id="rId18" Type="http://schemas.openxmlformats.org/officeDocument/2006/relationships/tags" Target="../tags/tag1013.xml"/><Relationship Id="rId17" Type="http://schemas.openxmlformats.org/officeDocument/2006/relationships/tags" Target="../tags/tag1012.xml"/><Relationship Id="rId16" Type="http://schemas.openxmlformats.org/officeDocument/2006/relationships/tags" Target="../tags/tag1011.xml"/><Relationship Id="rId15" Type="http://schemas.openxmlformats.org/officeDocument/2006/relationships/tags" Target="../tags/tag1010.xml"/><Relationship Id="rId14" Type="http://schemas.openxmlformats.org/officeDocument/2006/relationships/tags" Target="../tags/tag1009.xml"/><Relationship Id="rId13" Type="http://schemas.openxmlformats.org/officeDocument/2006/relationships/tags" Target="../tags/tag1008.xml"/><Relationship Id="rId12" Type="http://schemas.openxmlformats.org/officeDocument/2006/relationships/tags" Target="../tags/tag1007.xml"/><Relationship Id="rId11" Type="http://schemas.openxmlformats.org/officeDocument/2006/relationships/tags" Target="../tags/tag1006.xml"/><Relationship Id="rId10" Type="http://schemas.openxmlformats.org/officeDocument/2006/relationships/tags" Target="../tags/tag1005.xml"/><Relationship Id="rId1" Type="http://schemas.openxmlformats.org/officeDocument/2006/relationships/tags" Target="../tags/tag996.xml"/></Relationships>
</file>

<file path=ppt/slides/_rels/slide75.xml.rels><?xml version="1.0" encoding="UTF-8" standalone="yes"?>
<Relationships xmlns="http://schemas.openxmlformats.org/package/2006/relationships"><Relationship Id="rId9" Type="http://schemas.openxmlformats.org/officeDocument/2006/relationships/tags" Target="../tags/tag1059.xml"/><Relationship Id="rId8" Type="http://schemas.openxmlformats.org/officeDocument/2006/relationships/tags" Target="../tags/tag1058.xml"/><Relationship Id="rId7" Type="http://schemas.openxmlformats.org/officeDocument/2006/relationships/tags" Target="../tags/tag1057.xml"/><Relationship Id="rId6" Type="http://schemas.openxmlformats.org/officeDocument/2006/relationships/tags" Target="../tags/tag1056.xml"/><Relationship Id="rId5" Type="http://schemas.openxmlformats.org/officeDocument/2006/relationships/tags" Target="../tags/tag1055.xml"/><Relationship Id="rId4" Type="http://schemas.openxmlformats.org/officeDocument/2006/relationships/tags" Target="../tags/tag1054.xml"/><Relationship Id="rId3" Type="http://schemas.openxmlformats.org/officeDocument/2006/relationships/tags" Target="../tags/tag1053.xml"/><Relationship Id="rId28" Type="http://schemas.openxmlformats.org/officeDocument/2006/relationships/slideLayout" Target="../slideLayouts/slideLayout942.xml"/><Relationship Id="rId27" Type="http://schemas.openxmlformats.org/officeDocument/2006/relationships/image" Target="../media/image20.jpeg"/><Relationship Id="rId26" Type="http://schemas.openxmlformats.org/officeDocument/2006/relationships/tags" Target="../tags/tag1076.xml"/><Relationship Id="rId25" Type="http://schemas.openxmlformats.org/officeDocument/2006/relationships/tags" Target="../tags/tag1075.xml"/><Relationship Id="rId24" Type="http://schemas.openxmlformats.org/officeDocument/2006/relationships/tags" Target="../tags/tag1074.xml"/><Relationship Id="rId23" Type="http://schemas.openxmlformats.org/officeDocument/2006/relationships/tags" Target="../tags/tag1073.xml"/><Relationship Id="rId22" Type="http://schemas.openxmlformats.org/officeDocument/2006/relationships/tags" Target="../tags/tag1072.xml"/><Relationship Id="rId21" Type="http://schemas.openxmlformats.org/officeDocument/2006/relationships/tags" Target="../tags/tag1071.xml"/><Relationship Id="rId20" Type="http://schemas.openxmlformats.org/officeDocument/2006/relationships/tags" Target="../tags/tag1070.xml"/><Relationship Id="rId2" Type="http://schemas.openxmlformats.org/officeDocument/2006/relationships/tags" Target="../tags/tag1052.xml"/><Relationship Id="rId19" Type="http://schemas.openxmlformats.org/officeDocument/2006/relationships/tags" Target="../tags/tag1069.xml"/><Relationship Id="rId18" Type="http://schemas.openxmlformats.org/officeDocument/2006/relationships/tags" Target="../tags/tag1068.xml"/><Relationship Id="rId17" Type="http://schemas.openxmlformats.org/officeDocument/2006/relationships/tags" Target="../tags/tag1067.xml"/><Relationship Id="rId16" Type="http://schemas.openxmlformats.org/officeDocument/2006/relationships/tags" Target="../tags/tag1066.xml"/><Relationship Id="rId15" Type="http://schemas.openxmlformats.org/officeDocument/2006/relationships/tags" Target="../tags/tag1065.xml"/><Relationship Id="rId14" Type="http://schemas.openxmlformats.org/officeDocument/2006/relationships/tags" Target="../tags/tag1064.xml"/><Relationship Id="rId13" Type="http://schemas.openxmlformats.org/officeDocument/2006/relationships/tags" Target="../tags/tag1063.xml"/><Relationship Id="rId12" Type="http://schemas.openxmlformats.org/officeDocument/2006/relationships/tags" Target="../tags/tag1062.xml"/><Relationship Id="rId11" Type="http://schemas.openxmlformats.org/officeDocument/2006/relationships/tags" Target="../tags/tag1061.xml"/><Relationship Id="rId10" Type="http://schemas.openxmlformats.org/officeDocument/2006/relationships/tags" Target="../tags/tag1060.xml"/><Relationship Id="rId1" Type="http://schemas.openxmlformats.org/officeDocument/2006/relationships/tags" Target="../tags/tag1051.xml"/></Relationships>
</file>

<file path=ppt/slides/_rels/slide76.xml.rels><?xml version="1.0" encoding="UTF-8" standalone="yes"?>
<Relationships xmlns="http://schemas.openxmlformats.org/package/2006/relationships"><Relationship Id="rId9" Type="http://schemas.openxmlformats.org/officeDocument/2006/relationships/tags" Target="../tags/tag1085.xml"/><Relationship Id="rId8" Type="http://schemas.openxmlformats.org/officeDocument/2006/relationships/tags" Target="../tags/tag1084.xml"/><Relationship Id="rId7" Type="http://schemas.openxmlformats.org/officeDocument/2006/relationships/tags" Target="../tags/tag1083.xml"/><Relationship Id="rId6" Type="http://schemas.openxmlformats.org/officeDocument/2006/relationships/tags" Target="../tags/tag1082.xml"/><Relationship Id="rId5" Type="http://schemas.openxmlformats.org/officeDocument/2006/relationships/tags" Target="../tags/tag1081.xml"/><Relationship Id="rId4" Type="http://schemas.openxmlformats.org/officeDocument/2006/relationships/tags" Target="../tags/tag1080.xml"/><Relationship Id="rId3" Type="http://schemas.openxmlformats.org/officeDocument/2006/relationships/tags" Target="../tags/tag1079.xml"/><Relationship Id="rId29" Type="http://schemas.openxmlformats.org/officeDocument/2006/relationships/slideLayout" Target="../slideLayouts/slideLayout959.xml"/><Relationship Id="rId28" Type="http://schemas.openxmlformats.org/officeDocument/2006/relationships/image" Target="../media/image20.jpeg"/><Relationship Id="rId27" Type="http://schemas.openxmlformats.org/officeDocument/2006/relationships/tags" Target="../tags/tag1103.xml"/><Relationship Id="rId26" Type="http://schemas.openxmlformats.org/officeDocument/2006/relationships/tags" Target="../tags/tag1102.xml"/><Relationship Id="rId25" Type="http://schemas.openxmlformats.org/officeDocument/2006/relationships/tags" Target="../tags/tag1101.xml"/><Relationship Id="rId24" Type="http://schemas.openxmlformats.org/officeDocument/2006/relationships/tags" Target="../tags/tag1100.xml"/><Relationship Id="rId23" Type="http://schemas.openxmlformats.org/officeDocument/2006/relationships/tags" Target="../tags/tag1099.xml"/><Relationship Id="rId22" Type="http://schemas.openxmlformats.org/officeDocument/2006/relationships/tags" Target="../tags/tag1098.xml"/><Relationship Id="rId21" Type="http://schemas.openxmlformats.org/officeDocument/2006/relationships/tags" Target="../tags/tag1097.xml"/><Relationship Id="rId20" Type="http://schemas.openxmlformats.org/officeDocument/2006/relationships/tags" Target="../tags/tag1096.xml"/><Relationship Id="rId2" Type="http://schemas.openxmlformats.org/officeDocument/2006/relationships/tags" Target="../tags/tag1078.xml"/><Relationship Id="rId19" Type="http://schemas.openxmlformats.org/officeDocument/2006/relationships/tags" Target="../tags/tag1095.xml"/><Relationship Id="rId18" Type="http://schemas.openxmlformats.org/officeDocument/2006/relationships/tags" Target="../tags/tag1094.xml"/><Relationship Id="rId17" Type="http://schemas.openxmlformats.org/officeDocument/2006/relationships/tags" Target="../tags/tag1093.xml"/><Relationship Id="rId16" Type="http://schemas.openxmlformats.org/officeDocument/2006/relationships/tags" Target="../tags/tag1092.xml"/><Relationship Id="rId15" Type="http://schemas.openxmlformats.org/officeDocument/2006/relationships/tags" Target="../tags/tag1091.xml"/><Relationship Id="rId14" Type="http://schemas.openxmlformats.org/officeDocument/2006/relationships/tags" Target="../tags/tag1090.xml"/><Relationship Id="rId13" Type="http://schemas.openxmlformats.org/officeDocument/2006/relationships/tags" Target="../tags/tag1089.xml"/><Relationship Id="rId12" Type="http://schemas.openxmlformats.org/officeDocument/2006/relationships/tags" Target="../tags/tag1088.xml"/><Relationship Id="rId11" Type="http://schemas.openxmlformats.org/officeDocument/2006/relationships/tags" Target="../tags/tag1087.xml"/><Relationship Id="rId10" Type="http://schemas.openxmlformats.org/officeDocument/2006/relationships/tags" Target="../tags/tag1086.xml"/><Relationship Id="rId1" Type="http://schemas.openxmlformats.org/officeDocument/2006/relationships/tags" Target="../tags/tag1077.xml"/></Relationships>
</file>

<file path=ppt/slides/_rels/slide77.xml.rels><?xml version="1.0" encoding="UTF-8" standalone="yes"?>
<Relationships xmlns="http://schemas.openxmlformats.org/package/2006/relationships"><Relationship Id="rId9" Type="http://schemas.openxmlformats.org/officeDocument/2006/relationships/tags" Target="../tags/tag1112.xml"/><Relationship Id="rId8" Type="http://schemas.openxmlformats.org/officeDocument/2006/relationships/tags" Target="../tags/tag1111.xml"/><Relationship Id="rId7" Type="http://schemas.openxmlformats.org/officeDocument/2006/relationships/tags" Target="../tags/tag1110.xml"/><Relationship Id="rId6" Type="http://schemas.openxmlformats.org/officeDocument/2006/relationships/tags" Target="../tags/tag1109.xml"/><Relationship Id="rId5" Type="http://schemas.openxmlformats.org/officeDocument/2006/relationships/tags" Target="../tags/tag1108.xml"/><Relationship Id="rId4" Type="http://schemas.openxmlformats.org/officeDocument/2006/relationships/tags" Target="../tags/tag1107.xml"/><Relationship Id="rId3" Type="http://schemas.openxmlformats.org/officeDocument/2006/relationships/tags" Target="../tags/tag1106.xml"/><Relationship Id="rId26" Type="http://schemas.openxmlformats.org/officeDocument/2006/relationships/vmlDrawing" Target="../drawings/vmlDrawing26.vml"/><Relationship Id="rId25" Type="http://schemas.openxmlformats.org/officeDocument/2006/relationships/slideLayout" Target="../slideLayouts/slideLayout976.xml"/><Relationship Id="rId24" Type="http://schemas.openxmlformats.org/officeDocument/2006/relationships/tags" Target="../tags/tag1125.xml"/><Relationship Id="rId23" Type="http://schemas.openxmlformats.org/officeDocument/2006/relationships/image" Target="../media/image73.emf"/><Relationship Id="rId22" Type="http://schemas.openxmlformats.org/officeDocument/2006/relationships/oleObject" Target="../embeddings/oleObject60.bin"/><Relationship Id="rId21" Type="http://schemas.openxmlformats.org/officeDocument/2006/relationships/tags" Target="../tags/tag1124.xml"/><Relationship Id="rId20" Type="http://schemas.openxmlformats.org/officeDocument/2006/relationships/tags" Target="../tags/tag1123.xml"/><Relationship Id="rId2" Type="http://schemas.openxmlformats.org/officeDocument/2006/relationships/tags" Target="../tags/tag1105.xml"/><Relationship Id="rId19" Type="http://schemas.openxmlformats.org/officeDocument/2006/relationships/tags" Target="../tags/tag1122.xml"/><Relationship Id="rId18" Type="http://schemas.openxmlformats.org/officeDocument/2006/relationships/tags" Target="../tags/tag1121.xml"/><Relationship Id="rId17" Type="http://schemas.openxmlformats.org/officeDocument/2006/relationships/tags" Target="../tags/tag1120.xml"/><Relationship Id="rId16" Type="http://schemas.openxmlformats.org/officeDocument/2006/relationships/tags" Target="../tags/tag1119.xml"/><Relationship Id="rId15" Type="http://schemas.openxmlformats.org/officeDocument/2006/relationships/tags" Target="../tags/tag1118.xml"/><Relationship Id="rId14" Type="http://schemas.openxmlformats.org/officeDocument/2006/relationships/tags" Target="../tags/tag1117.xml"/><Relationship Id="rId13" Type="http://schemas.openxmlformats.org/officeDocument/2006/relationships/tags" Target="../tags/tag1116.xml"/><Relationship Id="rId12" Type="http://schemas.openxmlformats.org/officeDocument/2006/relationships/tags" Target="../tags/tag1115.xml"/><Relationship Id="rId11" Type="http://schemas.openxmlformats.org/officeDocument/2006/relationships/tags" Target="../tags/tag1114.xml"/><Relationship Id="rId10" Type="http://schemas.openxmlformats.org/officeDocument/2006/relationships/tags" Target="../tags/tag1113.xml"/><Relationship Id="rId1" Type="http://schemas.openxmlformats.org/officeDocument/2006/relationships/tags" Target="../tags/tag1104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3.xml"/></Relationships>
</file>

<file path=ppt/slides/_rels/slide79.xml.rels><?xml version="1.0" encoding="UTF-8" standalone="yes"?>
<Relationships xmlns="http://schemas.openxmlformats.org/package/2006/relationships"><Relationship Id="rId9" Type="http://schemas.openxmlformats.org/officeDocument/2006/relationships/tags" Target="../tags/tag1134.xml"/><Relationship Id="rId8" Type="http://schemas.openxmlformats.org/officeDocument/2006/relationships/tags" Target="../tags/tag1133.xml"/><Relationship Id="rId7" Type="http://schemas.openxmlformats.org/officeDocument/2006/relationships/tags" Target="../tags/tag1132.xml"/><Relationship Id="rId6" Type="http://schemas.openxmlformats.org/officeDocument/2006/relationships/tags" Target="../tags/tag1131.xml"/><Relationship Id="rId5" Type="http://schemas.openxmlformats.org/officeDocument/2006/relationships/tags" Target="../tags/tag1130.xml"/><Relationship Id="rId4" Type="http://schemas.openxmlformats.org/officeDocument/2006/relationships/tags" Target="../tags/tag1129.xml"/><Relationship Id="rId3" Type="http://schemas.openxmlformats.org/officeDocument/2006/relationships/tags" Target="../tags/tag1128.xml"/><Relationship Id="rId25" Type="http://schemas.openxmlformats.org/officeDocument/2006/relationships/slideLayout" Target="../slideLayouts/slideLayout1010.xml"/><Relationship Id="rId24" Type="http://schemas.openxmlformats.org/officeDocument/2006/relationships/tags" Target="../tags/tag1149.xml"/><Relationship Id="rId23" Type="http://schemas.openxmlformats.org/officeDocument/2006/relationships/tags" Target="../tags/tag1148.xml"/><Relationship Id="rId22" Type="http://schemas.openxmlformats.org/officeDocument/2006/relationships/tags" Target="../tags/tag1147.xml"/><Relationship Id="rId21" Type="http://schemas.openxmlformats.org/officeDocument/2006/relationships/tags" Target="../tags/tag1146.xml"/><Relationship Id="rId20" Type="http://schemas.openxmlformats.org/officeDocument/2006/relationships/tags" Target="../tags/tag1145.xml"/><Relationship Id="rId2" Type="http://schemas.openxmlformats.org/officeDocument/2006/relationships/tags" Target="../tags/tag1127.xml"/><Relationship Id="rId19" Type="http://schemas.openxmlformats.org/officeDocument/2006/relationships/tags" Target="../tags/tag1144.xml"/><Relationship Id="rId18" Type="http://schemas.openxmlformats.org/officeDocument/2006/relationships/tags" Target="../tags/tag1143.xml"/><Relationship Id="rId17" Type="http://schemas.openxmlformats.org/officeDocument/2006/relationships/tags" Target="../tags/tag1142.xml"/><Relationship Id="rId16" Type="http://schemas.openxmlformats.org/officeDocument/2006/relationships/tags" Target="../tags/tag1141.xml"/><Relationship Id="rId15" Type="http://schemas.openxmlformats.org/officeDocument/2006/relationships/tags" Target="../tags/tag1140.xml"/><Relationship Id="rId14" Type="http://schemas.openxmlformats.org/officeDocument/2006/relationships/tags" Target="../tags/tag1139.xml"/><Relationship Id="rId13" Type="http://schemas.openxmlformats.org/officeDocument/2006/relationships/tags" Target="../tags/tag1138.xml"/><Relationship Id="rId12" Type="http://schemas.openxmlformats.org/officeDocument/2006/relationships/tags" Target="../tags/tag1137.xml"/><Relationship Id="rId11" Type="http://schemas.openxmlformats.org/officeDocument/2006/relationships/tags" Target="../tags/tag1136.xml"/><Relationship Id="rId10" Type="http://schemas.openxmlformats.org/officeDocument/2006/relationships/tags" Target="../tags/tag1135.xml"/><Relationship Id="rId1" Type="http://schemas.openxmlformats.org/officeDocument/2006/relationships/tags" Target="../tags/tag1126.xml"/></Relationships>
</file>

<file path=ppt/slides/_rels/slide80.xml.rels><?xml version="1.0" encoding="UTF-8" standalone="yes"?>
<Relationships xmlns="http://schemas.openxmlformats.org/package/2006/relationships"><Relationship Id="rId9" Type="http://schemas.openxmlformats.org/officeDocument/2006/relationships/tags" Target="../tags/tag1158.xml"/><Relationship Id="rId8" Type="http://schemas.openxmlformats.org/officeDocument/2006/relationships/tags" Target="../tags/tag1157.xml"/><Relationship Id="rId7" Type="http://schemas.openxmlformats.org/officeDocument/2006/relationships/tags" Target="../tags/tag1156.xml"/><Relationship Id="rId6" Type="http://schemas.openxmlformats.org/officeDocument/2006/relationships/tags" Target="../tags/tag1155.xml"/><Relationship Id="rId5" Type="http://schemas.openxmlformats.org/officeDocument/2006/relationships/tags" Target="../tags/tag1154.xml"/><Relationship Id="rId4" Type="http://schemas.openxmlformats.org/officeDocument/2006/relationships/tags" Target="../tags/tag1153.xml"/><Relationship Id="rId35" Type="http://schemas.openxmlformats.org/officeDocument/2006/relationships/slideLayout" Target="../slideLayouts/slideLayout1027.xml"/><Relationship Id="rId34" Type="http://schemas.openxmlformats.org/officeDocument/2006/relationships/tags" Target="../tags/tag1183.xml"/><Relationship Id="rId33" Type="http://schemas.openxmlformats.org/officeDocument/2006/relationships/tags" Target="../tags/tag1182.xml"/><Relationship Id="rId32" Type="http://schemas.openxmlformats.org/officeDocument/2006/relationships/tags" Target="../tags/tag1181.xml"/><Relationship Id="rId31" Type="http://schemas.openxmlformats.org/officeDocument/2006/relationships/tags" Target="../tags/tag1180.xml"/><Relationship Id="rId30" Type="http://schemas.openxmlformats.org/officeDocument/2006/relationships/tags" Target="../tags/tag1179.xml"/><Relationship Id="rId3" Type="http://schemas.openxmlformats.org/officeDocument/2006/relationships/tags" Target="../tags/tag1152.xml"/><Relationship Id="rId29" Type="http://schemas.openxmlformats.org/officeDocument/2006/relationships/tags" Target="../tags/tag1178.xml"/><Relationship Id="rId28" Type="http://schemas.openxmlformats.org/officeDocument/2006/relationships/tags" Target="../tags/tag1177.xml"/><Relationship Id="rId27" Type="http://schemas.openxmlformats.org/officeDocument/2006/relationships/tags" Target="../tags/tag1176.xml"/><Relationship Id="rId26" Type="http://schemas.openxmlformats.org/officeDocument/2006/relationships/tags" Target="../tags/tag1175.xml"/><Relationship Id="rId25" Type="http://schemas.openxmlformats.org/officeDocument/2006/relationships/tags" Target="../tags/tag1174.xml"/><Relationship Id="rId24" Type="http://schemas.openxmlformats.org/officeDocument/2006/relationships/tags" Target="../tags/tag1173.xml"/><Relationship Id="rId23" Type="http://schemas.openxmlformats.org/officeDocument/2006/relationships/tags" Target="../tags/tag1172.xml"/><Relationship Id="rId22" Type="http://schemas.openxmlformats.org/officeDocument/2006/relationships/tags" Target="../tags/tag1171.xml"/><Relationship Id="rId21" Type="http://schemas.openxmlformats.org/officeDocument/2006/relationships/tags" Target="../tags/tag1170.xml"/><Relationship Id="rId20" Type="http://schemas.openxmlformats.org/officeDocument/2006/relationships/tags" Target="../tags/tag1169.xml"/><Relationship Id="rId2" Type="http://schemas.openxmlformats.org/officeDocument/2006/relationships/tags" Target="../tags/tag1151.xml"/><Relationship Id="rId19" Type="http://schemas.openxmlformats.org/officeDocument/2006/relationships/tags" Target="../tags/tag1168.xml"/><Relationship Id="rId18" Type="http://schemas.openxmlformats.org/officeDocument/2006/relationships/tags" Target="../tags/tag1167.xml"/><Relationship Id="rId17" Type="http://schemas.openxmlformats.org/officeDocument/2006/relationships/tags" Target="../tags/tag1166.xml"/><Relationship Id="rId16" Type="http://schemas.openxmlformats.org/officeDocument/2006/relationships/tags" Target="../tags/tag1165.xml"/><Relationship Id="rId15" Type="http://schemas.openxmlformats.org/officeDocument/2006/relationships/tags" Target="../tags/tag1164.xml"/><Relationship Id="rId14" Type="http://schemas.openxmlformats.org/officeDocument/2006/relationships/tags" Target="../tags/tag1163.xml"/><Relationship Id="rId13" Type="http://schemas.openxmlformats.org/officeDocument/2006/relationships/tags" Target="../tags/tag1162.xml"/><Relationship Id="rId12" Type="http://schemas.openxmlformats.org/officeDocument/2006/relationships/tags" Target="../tags/tag1161.xml"/><Relationship Id="rId11" Type="http://schemas.openxmlformats.org/officeDocument/2006/relationships/tags" Target="../tags/tag1160.xml"/><Relationship Id="rId10" Type="http://schemas.openxmlformats.org/officeDocument/2006/relationships/tags" Target="../tags/tag1159.xml"/><Relationship Id="rId1" Type="http://schemas.openxmlformats.org/officeDocument/2006/relationships/tags" Target="../tags/tag1150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418.xml"/><Relationship Id="rId1" Type="http://schemas.openxmlformats.org/officeDocument/2006/relationships/tags" Target="../tags/tag1184.xml"/></Relationships>
</file>

<file path=ppt/slides/_rels/slide82.xml.rels><?xml version="1.0" encoding="UTF-8" standalone="yes"?>
<Relationships xmlns="http://schemas.openxmlformats.org/package/2006/relationships"><Relationship Id="rId9" Type="http://schemas.openxmlformats.org/officeDocument/2006/relationships/tags" Target="../tags/tag1193.xml"/><Relationship Id="rId8" Type="http://schemas.openxmlformats.org/officeDocument/2006/relationships/tags" Target="../tags/tag1192.xml"/><Relationship Id="rId7" Type="http://schemas.openxmlformats.org/officeDocument/2006/relationships/tags" Target="../tags/tag1191.xml"/><Relationship Id="rId62" Type="http://schemas.openxmlformats.org/officeDocument/2006/relationships/slideLayout" Target="../slideLayouts/slideLayout1044.xml"/><Relationship Id="rId61" Type="http://schemas.openxmlformats.org/officeDocument/2006/relationships/tags" Target="../tags/tag1245.xml"/><Relationship Id="rId60" Type="http://schemas.openxmlformats.org/officeDocument/2006/relationships/tags" Target="../tags/tag1244.xml"/><Relationship Id="rId6" Type="http://schemas.openxmlformats.org/officeDocument/2006/relationships/tags" Target="../tags/tag1190.xml"/><Relationship Id="rId59" Type="http://schemas.openxmlformats.org/officeDocument/2006/relationships/tags" Target="../tags/tag1243.xml"/><Relationship Id="rId58" Type="http://schemas.openxmlformats.org/officeDocument/2006/relationships/tags" Target="../tags/tag1242.xml"/><Relationship Id="rId57" Type="http://schemas.openxmlformats.org/officeDocument/2006/relationships/tags" Target="../tags/tag1241.xml"/><Relationship Id="rId56" Type="http://schemas.openxmlformats.org/officeDocument/2006/relationships/tags" Target="../tags/tag1240.xml"/><Relationship Id="rId55" Type="http://schemas.openxmlformats.org/officeDocument/2006/relationships/tags" Target="../tags/tag1239.xml"/><Relationship Id="rId54" Type="http://schemas.openxmlformats.org/officeDocument/2006/relationships/tags" Target="../tags/tag1238.xml"/><Relationship Id="rId53" Type="http://schemas.openxmlformats.org/officeDocument/2006/relationships/tags" Target="../tags/tag1237.xml"/><Relationship Id="rId52" Type="http://schemas.openxmlformats.org/officeDocument/2006/relationships/tags" Target="../tags/tag1236.xml"/><Relationship Id="rId51" Type="http://schemas.openxmlformats.org/officeDocument/2006/relationships/tags" Target="../tags/tag1235.xml"/><Relationship Id="rId50" Type="http://schemas.openxmlformats.org/officeDocument/2006/relationships/tags" Target="../tags/tag1234.xml"/><Relationship Id="rId5" Type="http://schemas.openxmlformats.org/officeDocument/2006/relationships/tags" Target="../tags/tag1189.xml"/><Relationship Id="rId49" Type="http://schemas.openxmlformats.org/officeDocument/2006/relationships/tags" Target="../tags/tag1233.xml"/><Relationship Id="rId48" Type="http://schemas.openxmlformats.org/officeDocument/2006/relationships/tags" Target="../tags/tag1232.xml"/><Relationship Id="rId47" Type="http://schemas.openxmlformats.org/officeDocument/2006/relationships/tags" Target="../tags/tag1231.xml"/><Relationship Id="rId46" Type="http://schemas.openxmlformats.org/officeDocument/2006/relationships/tags" Target="../tags/tag1230.xml"/><Relationship Id="rId45" Type="http://schemas.openxmlformats.org/officeDocument/2006/relationships/tags" Target="../tags/tag1229.xml"/><Relationship Id="rId44" Type="http://schemas.openxmlformats.org/officeDocument/2006/relationships/tags" Target="../tags/tag1228.xml"/><Relationship Id="rId43" Type="http://schemas.openxmlformats.org/officeDocument/2006/relationships/tags" Target="../tags/tag1227.xml"/><Relationship Id="rId42" Type="http://schemas.openxmlformats.org/officeDocument/2006/relationships/tags" Target="../tags/tag1226.xml"/><Relationship Id="rId41" Type="http://schemas.openxmlformats.org/officeDocument/2006/relationships/tags" Target="../tags/tag1225.xml"/><Relationship Id="rId40" Type="http://schemas.openxmlformats.org/officeDocument/2006/relationships/tags" Target="../tags/tag1224.xml"/><Relationship Id="rId4" Type="http://schemas.openxmlformats.org/officeDocument/2006/relationships/tags" Target="../tags/tag1188.xml"/><Relationship Id="rId39" Type="http://schemas.openxmlformats.org/officeDocument/2006/relationships/tags" Target="../tags/tag1223.xml"/><Relationship Id="rId38" Type="http://schemas.openxmlformats.org/officeDocument/2006/relationships/tags" Target="../tags/tag1222.xml"/><Relationship Id="rId37" Type="http://schemas.openxmlformats.org/officeDocument/2006/relationships/tags" Target="../tags/tag1221.xml"/><Relationship Id="rId36" Type="http://schemas.openxmlformats.org/officeDocument/2006/relationships/tags" Target="../tags/tag1220.xml"/><Relationship Id="rId35" Type="http://schemas.openxmlformats.org/officeDocument/2006/relationships/tags" Target="../tags/tag1219.xml"/><Relationship Id="rId34" Type="http://schemas.openxmlformats.org/officeDocument/2006/relationships/tags" Target="../tags/tag1218.xml"/><Relationship Id="rId33" Type="http://schemas.openxmlformats.org/officeDocument/2006/relationships/tags" Target="../tags/tag1217.xml"/><Relationship Id="rId32" Type="http://schemas.openxmlformats.org/officeDocument/2006/relationships/tags" Target="../tags/tag1216.xml"/><Relationship Id="rId31" Type="http://schemas.openxmlformats.org/officeDocument/2006/relationships/tags" Target="../tags/tag1215.xml"/><Relationship Id="rId30" Type="http://schemas.openxmlformats.org/officeDocument/2006/relationships/tags" Target="../tags/tag1214.xml"/><Relationship Id="rId3" Type="http://schemas.openxmlformats.org/officeDocument/2006/relationships/tags" Target="../tags/tag1187.xml"/><Relationship Id="rId29" Type="http://schemas.openxmlformats.org/officeDocument/2006/relationships/tags" Target="../tags/tag1213.xml"/><Relationship Id="rId28" Type="http://schemas.openxmlformats.org/officeDocument/2006/relationships/tags" Target="../tags/tag1212.xml"/><Relationship Id="rId27" Type="http://schemas.openxmlformats.org/officeDocument/2006/relationships/tags" Target="../tags/tag1211.xml"/><Relationship Id="rId26" Type="http://schemas.openxmlformats.org/officeDocument/2006/relationships/tags" Target="../tags/tag1210.xml"/><Relationship Id="rId25" Type="http://schemas.openxmlformats.org/officeDocument/2006/relationships/tags" Target="../tags/tag1209.xml"/><Relationship Id="rId24" Type="http://schemas.openxmlformats.org/officeDocument/2006/relationships/tags" Target="../tags/tag1208.xml"/><Relationship Id="rId23" Type="http://schemas.openxmlformats.org/officeDocument/2006/relationships/tags" Target="../tags/tag1207.xml"/><Relationship Id="rId22" Type="http://schemas.openxmlformats.org/officeDocument/2006/relationships/tags" Target="../tags/tag1206.xml"/><Relationship Id="rId21" Type="http://schemas.openxmlformats.org/officeDocument/2006/relationships/tags" Target="../tags/tag1205.xml"/><Relationship Id="rId20" Type="http://schemas.openxmlformats.org/officeDocument/2006/relationships/tags" Target="../tags/tag1204.xml"/><Relationship Id="rId2" Type="http://schemas.openxmlformats.org/officeDocument/2006/relationships/tags" Target="../tags/tag1186.xml"/><Relationship Id="rId19" Type="http://schemas.openxmlformats.org/officeDocument/2006/relationships/tags" Target="../tags/tag1203.xml"/><Relationship Id="rId18" Type="http://schemas.openxmlformats.org/officeDocument/2006/relationships/tags" Target="../tags/tag1202.xml"/><Relationship Id="rId17" Type="http://schemas.openxmlformats.org/officeDocument/2006/relationships/tags" Target="../tags/tag1201.xml"/><Relationship Id="rId16" Type="http://schemas.openxmlformats.org/officeDocument/2006/relationships/tags" Target="../tags/tag1200.xml"/><Relationship Id="rId15" Type="http://schemas.openxmlformats.org/officeDocument/2006/relationships/tags" Target="../tags/tag1199.xml"/><Relationship Id="rId14" Type="http://schemas.openxmlformats.org/officeDocument/2006/relationships/tags" Target="../tags/tag1198.xml"/><Relationship Id="rId13" Type="http://schemas.openxmlformats.org/officeDocument/2006/relationships/tags" Target="../tags/tag1197.xml"/><Relationship Id="rId12" Type="http://schemas.openxmlformats.org/officeDocument/2006/relationships/tags" Target="../tags/tag1196.xml"/><Relationship Id="rId11" Type="http://schemas.openxmlformats.org/officeDocument/2006/relationships/tags" Target="../tags/tag1195.xml"/><Relationship Id="rId10" Type="http://schemas.openxmlformats.org/officeDocument/2006/relationships/tags" Target="../tags/tag1194.xml"/><Relationship Id="rId1" Type="http://schemas.openxmlformats.org/officeDocument/2006/relationships/tags" Target="../tags/tag1185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435.xml"/><Relationship Id="rId1" Type="http://schemas.openxmlformats.org/officeDocument/2006/relationships/tags" Target="../tags/tag1246.xml"/></Relationships>
</file>

<file path=ppt/slides/_rels/slide84.xml.rels><?xml version="1.0" encoding="UTF-8" standalone="yes"?>
<Relationships xmlns="http://schemas.openxmlformats.org/package/2006/relationships"><Relationship Id="rId9" Type="http://schemas.openxmlformats.org/officeDocument/2006/relationships/tags" Target="../tags/tag1255.xml"/><Relationship Id="rId8" Type="http://schemas.openxmlformats.org/officeDocument/2006/relationships/tags" Target="../tags/tag1254.xml"/><Relationship Id="rId70" Type="http://schemas.openxmlformats.org/officeDocument/2006/relationships/vmlDrawing" Target="../drawings/vmlDrawing27.vml"/><Relationship Id="rId7" Type="http://schemas.openxmlformats.org/officeDocument/2006/relationships/tags" Target="../tags/tag1253.xml"/><Relationship Id="rId69" Type="http://schemas.openxmlformats.org/officeDocument/2006/relationships/slideLayout" Target="../slideLayouts/slideLayout1061.xml"/><Relationship Id="rId68" Type="http://schemas.openxmlformats.org/officeDocument/2006/relationships/image" Target="../media/image76.emf"/><Relationship Id="rId67" Type="http://schemas.openxmlformats.org/officeDocument/2006/relationships/oleObject" Target="../embeddings/oleObject63.bin"/><Relationship Id="rId66" Type="http://schemas.openxmlformats.org/officeDocument/2006/relationships/tags" Target="../tags/tag1308.xml"/><Relationship Id="rId65" Type="http://schemas.openxmlformats.org/officeDocument/2006/relationships/tags" Target="../tags/tag1307.xml"/><Relationship Id="rId64" Type="http://schemas.openxmlformats.org/officeDocument/2006/relationships/tags" Target="../tags/tag1306.xml"/><Relationship Id="rId63" Type="http://schemas.openxmlformats.org/officeDocument/2006/relationships/tags" Target="../tags/tag1305.xml"/><Relationship Id="rId62" Type="http://schemas.openxmlformats.org/officeDocument/2006/relationships/tags" Target="../tags/tag1304.xml"/><Relationship Id="rId61" Type="http://schemas.openxmlformats.org/officeDocument/2006/relationships/tags" Target="../tags/tag1303.xml"/><Relationship Id="rId60" Type="http://schemas.openxmlformats.org/officeDocument/2006/relationships/tags" Target="../tags/tag1302.xml"/><Relationship Id="rId6" Type="http://schemas.openxmlformats.org/officeDocument/2006/relationships/tags" Target="../tags/tag1252.xml"/><Relationship Id="rId59" Type="http://schemas.openxmlformats.org/officeDocument/2006/relationships/tags" Target="../tags/tag1301.xml"/><Relationship Id="rId58" Type="http://schemas.openxmlformats.org/officeDocument/2006/relationships/tags" Target="../tags/tag1300.xml"/><Relationship Id="rId57" Type="http://schemas.openxmlformats.org/officeDocument/2006/relationships/tags" Target="../tags/tag1299.xml"/><Relationship Id="rId56" Type="http://schemas.openxmlformats.org/officeDocument/2006/relationships/tags" Target="../tags/tag1298.xml"/><Relationship Id="rId55" Type="http://schemas.openxmlformats.org/officeDocument/2006/relationships/tags" Target="../tags/tag1297.xml"/><Relationship Id="rId54" Type="http://schemas.openxmlformats.org/officeDocument/2006/relationships/tags" Target="../tags/tag1296.xml"/><Relationship Id="rId53" Type="http://schemas.openxmlformats.org/officeDocument/2006/relationships/tags" Target="../tags/tag1295.xml"/><Relationship Id="rId52" Type="http://schemas.openxmlformats.org/officeDocument/2006/relationships/tags" Target="../tags/tag1294.xml"/><Relationship Id="rId51" Type="http://schemas.openxmlformats.org/officeDocument/2006/relationships/tags" Target="../tags/tag1293.xml"/><Relationship Id="rId50" Type="http://schemas.openxmlformats.org/officeDocument/2006/relationships/tags" Target="../tags/tag1292.xml"/><Relationship Id="rId5" Type="http://schemas.openxmlformats.org/officeDocument/2006/relationships/tags" Target="../tags/tag1251.xml"/><Relationship Id="rId49" Type="http://schemas.openxmlformats.org/officeDocument/2006/relationships/tags" Target="../tags/tag1291.xml"/><Relationship Id="rId48" Type="http://schemas.openxmlformats.org/officeDocument/2006/relationships/tags" Target="../tags/tag1290.xml"/><Relationship Id="rId47" Type="http://schemas.openxmlformats.org/officeDocument/2006/relationships/tags" Target="../tags/tag1289.xml"/><Relationship Id="rId46" Type="http://schemas.openxmlformats.org/officeDocument/2006/relationships/tags" Target="../tags/tag1288.xml"/><Relationship Id="rId45" Type="http://schemas.openxmlformats.org/officeDocument/2006/relationships/tags" Target="../tags/tag1287.xml"/><Relationship Id="rId44" Type="http://schemas.openxmlformats.org/officeDocument/2006/relationships/tags" Target="../tags/tag1286.xml"/><Relationship Id="rId43" Type="http://schemas.openxmlformats.org/officeDocument/2006/relationships/tags" Target="../tags/tag1285.xml"/><Relationship Id="rId42" Type="http://schemas.openxmlformats.org/officeDocument/2006/relationships/tags" Target="../tags/tag1284.xml"/><Relationship Id="rId41" Type="http://schemas.openxmlformats.org/officeDocument/2006/relationships/image" Target="../media/image75.emf"/><Relationship Id="rId40" Type="http://schemas.openxmlformats.org/officeDocument/2006/relationships/oleObject" Target="../embeddings/oleObject62.bin"/><Relationship Id="rId4" Type="http://schemas.openxmlformats.org/officeDocument/2006/relationships/tags" Target="../tags/tag1250.xml"/><Relationship Id="rId39" Type="http://schemas.openxmlformats.org/officeDocument/2006/relationships/tags" Target="../tags/tag1283.xml"/><Relationship Id="rId38" Type="http://schemas.openxmlformats.org/officeDocument/2006/relationships/tags" Target="../tags/tag1282.xml"/><Relationship Id="rId37" Type="http://schemas.openxmlformats.org/officeDocument/2006/relationships/tags" Target="../tags/tag1281.xml"/><Relationship Id="rId36" Type="http://schemas.openxmlformats.org/officeDocument/2006/relationships/tags" Target="../tags/tag1280.xml"/><Relationship Id="rId35" Type="http://schemas.openxmlformats.org/officeDocument/2006/relationships/tags" Target="../tags/tag1279.xml"/><Relationship Id="rId34" Type="http://schemas.openxmlformats.org/officeDocument/2006/relationships/tags" Target="../tags/tag1278.xml"/><Relationship Id="rId33" Type="http://schemas.openxmlformats.org/officeDocument/2006/relationships/image" Target="../media/image74.emf"/><Relationship Id="rId32" Type="http://schemas.openxmlformats.org/officeDocument/2006/relationships/oleObject" Target="../embeddings/oleObject61.bin"/><Relationship Id="rId31" Type="http://schemas.openxmlformats.org/officeDocument/2006/relationships/tags" Target="../tags/tag1277.xml"/><Relationship Id="rId30" Type="http://schemas.openxmlformats.org/officeDocument/2006/relationships/tags" Target="../tags/tag1276.xml"/><Relationship Id="rId3" Type="http://schemas.openxmlformats.org/officeDocument/2006/relationships/tags" Target="../tags/tag1249.xml"/><Relationship Id="rId29" Type="http://schemas.openxmlformats.org/officeDocument/2006/relationships/tags" Target="../tags/tag1275.xml"/><Relationship Id="rId28" Type="http://schemas.openxmlformats.org/officeDocument/2006/relationships/tags" Target="../tags/tag1274.xml"/><Relationship Id="rId27" Type="http://schemas.openxmlformats.org/officeDocument/2006/relationships/tags" Target="../tags/tag1273.xml"/><Relationship Id="rId26" Type="http://schemas.openxmlformats.org/officeDocument/2006/relationships/tags" Target="../tags/tag1272.xml"/><Relationship Id="rId25" Type="http://schemas.openxmlformats.org/officeDocument/2006/relationships/tags" Target="../tags/tag1271.xml"/><Relationship Id="rId24" Type="http://schemas.openxmlformats.org/officeDocument/2006/relationships/tags" Target="../tags/tag1270.xml"/><Relationship Id="rId23" Type="http://schemas.openxmlformats.org/officeDocument/2006/relationships/tags" Target="../tags/tag1269.xml"/><Relationship Id="rId22" Type="http://schemas.openxmlformats.org/officeDocument/2006/relationships/tags" Target="../tags/tag1268.xml"/><Relationship Id="rId21" Type="http://schemas.openxmlformats.org/officeDocument/2006/relationships/tags" Target="../tags/tag1267.xml"/><Relationship Id="rId20" Type="http://schemas.openxmlformats.org/officeDocument/2006/relationships/tags" Target="../tags/tag1266.xml"/><Relationship Id="rId2" Type="http://schemas.openxmlformats.org/officeDocument/2006/relationships/tags" Target="../tags/tag1248.xml"/><Relationship Id="rId19" Type="http://schemas.openxmlformats.org/officeDocument/2006/relationships/tags" Target="../tags/tag1265.xml"/><Relationship Id="rId18" Type="http://schemas.openxmlformats.org/officeDocument/2006/relationships/tags" Target="../tags/tag1264.xml"/><Relationship Id="rId17" Type="http://schemas.openxmlformats.org/officeDocument/2006/relationships/tags" Target="../tags/tag1263.xml"/><Relationship Id="rId16" Type="http://schemas.openxmlformats.org/officeDocument/2006/relationships/tags" Target="../tags/tag1262.xml"/><Relationship Id="rId15" Type="http://schemas.openxmlformats.org/officeDocument/2006/relationships/tags" Target="../tags/tag1261.xml"/><Relationship Id="rId14" Type="http://schemas.openxmlformats.org/officeDocument/2006/relationships/tags" Target="../tags/tag1260.xml"/><Relationship Id="rId13" Type="http://schemas.openxmlformats.org/officeDocument/2006/relationships/tags" Target="../tags/tag1259.xml"/><Relationship Id="rId12" Type="http://schemas.openxmlformats.org/officeDocument/2006/relationships/tags" Target="../tags/tag1258.xml"/><Relationship Id="rId11" Type="http://schemas.openxmlformats.org/officeDocument/2006/relationships/tags" Target="../tags/tag1257.xml"/><Relationship Id="rId10" Type="http://schemas.openxmlformats.org/officeDocument/2006/relationships/tags" Target="../tags/tag1256.xml"/><Relationship Id="rId1" Type="http://schemas.openxmlformats.org/officeDocument/2006/relationships/tags" Target="../tags/tag124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8.xml"/></Relationships>
</file>

<file path=ppt/slides/_rels/slide86.xml.rels><?xml version="1.0" encoding="UTF-8" standalone="yes"?>
<Relationships xmlns="http://schemas.openxmlformats.org/package/2006/relationships"><Relationship Id="rId9" Type="http://schemas.openxmlformats.org/officeDocument/2006/relationships/tags" Target="../tags/tag1317.xml"/><Relationship Id="rId8" Type="http://schemas.openxmlformats.org/officeDocument/2006/relationships/tags" Target="../tags/tag1316.xml"/><Relationship Id="rId7" Type="http://schemas.openxmlformats.org/officeDocument/2006/relationships/tags" Target="../tags/tag1315.xml"/><Relationship Id="rId6" Type="http://schemas.openxmlformats.org/officeDocument/2006/relationships/tags" Target="../tags/tag1314.xml"/><Relationship Id="rId5" Type="http://schemas.openxmlformats.org/officeDocument/2006/relationships/tags" Target="../tags/tag1313.xml"/><Relationship Id="rId4" Type="http://schemas.openxmlformats.org/officeDocument/2006/relationships/tags" Target="../tags/tag1312.xml"/><Relationship Id="rId32" Type="http://schemas.openxmlformats.org/officeDocument/2006/relationships/slideLayout" Target="../slideLayouts/slideLayout1095.xml"/><Relationship Id="rId31" Type="http://schemas.openxmlformats.org/officeDocument/2006/relationships/tags" Target="../tags/tag1338.xml"/><Relationship Id="rId30" Type="http://schemas.openxmlformats.org/officeDocument/2006/relationships/tags" Target="../tags/tag1337.xml"/><Relationship Id="rId3" Type="http://schemas.openxmlformats.org/officeDocument/2006/relationships/tags" Target="../tags/tag1311.xml"/><Relationship Id="rId29" Type="http://schemas.openxmlformats.org/officeDocument/2006/relationships/tags" Target="../tags/tag1336.xml"/><Relationship Id="rId28" Type="http://schemas.openxmlformats.org/officeDocument/2006/relationships/tags" Target="../tags/tag1335.xml"/><Relationship Id="rId27" Type="http://schemas.openxmlformats.org/officeDocument/2006/relationships/tags" Target="../tags/tag1334.xml"/><Relationship Id="rId26" Type="http://schemas.openxmlformats.org/officeDocument/2006/relationships/tags" Target="../tags/tag1333.xml"/><Relationship Id="rId25" Type="http://schemas.openxmlformats.org/officeDocument/2006/relationships/tags" Target="../tags/tag1332.xml"/><Relationship Id="rId24" Type="http://schemas.openxmlformats.org/officeDocument/2006/relationships/tags" Target="../tags/tag1331.xml"/><Relationship Id="rId23" Type="http://schemas.openxmlformats.org/officeDocument/2006/relationships/tags" Target="../tags/tag1330.xml"/><Relationship Id="rId22" Type="http://schemas.openxmlformats.org/officeDocument/2006/relationships/tags" Target="../tags/tag1329.xml"/><Relationship Id="rId21" Type="http://schemas.openxmlformats.org/officeDocument/2006/relationships/tags" Target="../tags/tag1328.xml"/><Relationship Id="rId20" Type="http://schemas.openxmlformats.org/officeDocument/2006/relationships/tags" Target="../tags/tag1327.xml"/><Relationship Id="rId2" Type="http://schemas.openxmlformats.org/officeDocument/2006/relationships/tags" Target="../tags/tag1310.xml"/><Relationship Id="rId19" Type="http://schemas.openxmlformats.org/officeDocument/2006/relationships/tags" Target="../tags/tag1326.xml"/><Relationship Id="rId18" Type="http://schemas.openxmlformats.org/officeDocument/2006/relationships/tags" Target="../tags/tag1325.xml"/><Relationship Id="rId17" Type="http://schemas.openxmlformats.org/officeDocument/2006/relationships/tags" Target="../tags/tag1324.xml"/><Relationship Id="rId16" Type="http://schemas.openxmlformats.org/officeDocument/2006/relationships/tags" Target="../tags/tag1323.xml"/><Relationship Id="rId15" Type="http://schemas.openxmlformats.org/officeDocument/2006/relationships/tags" Target="../tags/tag1322.xml"/><Relationship Id="rId14" Type="http://schemas.openxmlformats.org/officeDocument/2006/relationships/tags" Target="../tags/tag1321.xml"/><Relationship Id="rId13" Type="http://schemas.openxmlformats.org/officeDocument/2006/relationships/tags" Target="../tags/tag1320.xml"/><Relationship Id="rId12" Type="http://schemas.openxmlformats.org/officeDocument/2006/relationships/tags" Target="../tags/tag1319.xml"/><Relationship Id="rId11" Type="http://schemas.openxmlformats.org/officeDocument/2006/relationships/image" Target="../media/image77.jpeg"/><Relationship Id="rId10" Type="http://schemas.openxmlformats.org/officeDocument/2006/relationships/tags" Target="../tags/tag1318.xml"/><Relationship Id="rId1" Type="http://schemas.openxmlformats.org/officeDocument/2006/relationships/tags" Target="../tags/tag1309.xml"/></Relationships>
</file>

<file path=ppt/slides/_rels/slide87.xml.rels><?xml version="1.0" encoding="UTF-8" standalone="yes"?>
<Relationships xmlns="http://schemas.openxmlformats.org/package/2006/relationships"><Relationship Id="rId9" Type="http://schemas.openxmlformats.org/officeDocument/2006/relationships/tags" Target="../tags/tag1345.xml"/><Relationship Id="rId8" Type="http://schemas.openxmlformats.org/officeDocument/2006/relationships/tags" Target="../tags/tag1344.xml"/><Relationship Id="rId7" Type="http://schemas.openxmlformats.org/officeDocument/2006/relationships/tags" Target="../tags/tag1343.xml"/><Relationship Id="rId6" Type="http://schemas.openxmlformats.org/officeDocument/2006/relationships/tags" Target="../tags/tag1342.xml"/><Relationship Id="rId5" Type="http://schemas.openxmlformats.org/officeDocument/2006/relationships/tags" Target="../tags/tag1341.xml"/><Relationship Id="rId4" Type="http://schemas.openxmlformats.org/officeDocument/2006/relationships/tags" Target="../tags/tag1340.xml"/><Relationship Id="rId3" Type="http://schemas.openxmlformats.org/officeDocument/2006/relationships/image" Target="../media/image78.emf"/><Relationship Id="rId25" Type="http://schemas.openxmlformats.org/officeDocument/2006/relationships/vmlDrawing" Target="../drawings/vmlDrawing28.vml"/><Relationship Id="rId24" Type="http://schemas.openxmlformats.org/officeDocument/2006/relationships/slideLayout" Target="../slideLayouts/slideLayout1112.xml"/><Relationship Id="rId23" Type="http://schemas.openxmlformats.org/officeDocument/2006/relationships/image" Target="../media/image81.wmf"/><Relationship Id="rId22" Type="http://schemas.openxmlformats.org/officeDocument/2006/relationships/oleObject" Target="../embeddings/oleObject67.bin"/><Relationship Id="rId21" Type="http://schemas.openxmlformats.org/officeDocument/2006/relationships/tags" Target="../tags/tag1352.xml"/><Relationship Id="rId20" Type="http://schemas.openxmlformats.org/officeDocument/2006/relationships/image" Target="../media/image80.wmf"/><Relationship Id="rId2" Type="http://schemas.openxmlformats.org/officeDocument/2006/relationships/oleObject" Target="../embeddings/oleObject64.bin"/><Relationship Id="rId19" Type="http://schemas.openxmlformats.org/officeDocument/2006/relationships/oleObject" Target="../embeddings/oleObject66.bin"/><Relationship Id="rId18" Type="http://schemas.openxmlformats.org/officeDocument/2006/relationships/tags" Target="../tags/tag1351.xml"/><Relationship Id="rId17" Type="http://schemas.openxmlformats.org/officeDocument/2006/relationships/tags" Target="../tags/tag1350.xml"/><Relationship Id="rId16" Type="http://schemas.openxmlformats.org/officeDocument/2006/relationships/image" Target="../media/image20.jpeg"/><Relationship Id="rId15" Type="http://schemas.openxmlformats.org/officeDocument/2006/relationships/tags" Target="../tags/tag1349.xml"/><Relationship Id="rId14" Type="http://schemas.openxmlformats.org/officeDocument/2006/relationships/tags" Target="../tags/tag1348.xml"/><Relationship Id="rId13" Type="http://schemas.openxmlformats.org/officeDocument/2006/relationships/tags" Target="../tags/tag1347.xml"/><Relationship Id="rId12" Type="http://schemas.openxmlformats.org/officeDocument/2006/relationships/tags" Target="../tags/tag1346.xml"/><Relationship Id="rId11" Type="http://schemas.openxmlformats.org/officeDocument/2006/relationships/image" Target="../media/image79.emf"/><Relationship Id="rId10" Type="http://schemas.openxmlformats.org/officeDocument/2006/relationships/oleObject" Target="../embeddings/oleObject65.bin"/><Relationship Id="rId1" Type="http://schemas.openxmlformats.org/officeDocument/2006/relationships/tags" Target="../tags/tag1339.xml"/></Relationships>
</file>

<file path=ppt/slides/_rels/slide8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129.xml"/><Relationship Id="rId4" Type="http://schemas.openxmlformats.org/officeDocument/2006/relationships/tags" Target="../tags/tag1356.xml"/><Relationship Id="rId3" Type="http://schemas.openxmlformats.org/officeDocument/2006/relationships/tags" Target="../tags/tag1355.xml"/><Relationship Id="rId2" Type="http://schemas.openxmlformats.org/officeDocument/2006/relationships/tags" Target="../tags/tag1354.xml"/><Relationship Id="rId1" Type="http://schemas.openxmlformats.org/officeDocument/2006/relationships/tags" Target="../tags/tag135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46.xml"/><Relationship Id="rId2" Type="http://schemas.openxmlformats.org/officeDocument/2006/relationships/image" Target="../media/image83.png"/><Relationship Id="rId1" Type="http://schemas.openxmlformats.org/officeDocument/2006/relationships/image" Target="../media/image82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537.xml"/><Relationship Id="rId1" Type="http://schemas.openxmlformats.org/officeDocument/2006/relationships/image" Target="../media/image84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54.xml"/><Relationship Id="rId2" Type="http://schemas.openxmlformats.org/officeDocument/2006/relationships/image" Target="../media/image86.png"/><Relationship Id="rId1" Type="http://schemas.openxmlformats.org/officeDocument/2006/relationships/image" Target="../media/image8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8" name="Text Box 4" descr="蓝色砂纸"/>
          <p:cNvSpPr txBox="1"/>
          <p:nvPr/>
        </p:nvSpPr>
        <p:spPr>
          <a:xfrm>
            <a:off x="2279333" y="2061210"/>
            <a:ext cx="7507287" cy="2263140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7A8E99"/>
            </a:prstShdw>
          </a:effectLst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</a:t>
            </a: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章</a:t>
            </a:r>
            <a:r>
              <a:rPr lang="zh-CN" altLang="en-US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电路定理</a:t>
            </a:r>
            <a:endParaRPr lang="zh-CN" altLang="en-US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(Circuit  Theorems)</a:t>
            </a:r>
            <a:endParaRPr lang="en-US" altLang="zh-CN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P82</a:t>
            </a:r>
            <a:endParaRPr lang="en-US" altLang="zh-CN" sz="4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03" name=""/>
        <p:cNvGrpSpPr/>
        <p:nvPr/>
      </p:nvGrpSpPr>
      <p:grpSpPr/>
      <p:sp>
        <p:nvSpPr>
          <p:cNvPr id="1048601" name="Rectangle 5" descr="羊皮纸">
            <a:hlinkClick r:id="rId1" action="ppaction://hlinksldjump"/>
          </p:cNvPr>
          <p:cNvSpPr/>
          <p:nvPr/>
        </p:nvSpPr>
        <p:spPr>
          <a:xfrm>
            <a:off x="1416050" y="692785"/>
            <a:ext cx="9799320" cy="596582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99997A"/>
            </a:prstShdw>
          </a:effectLst>
        </p:spPr>
        <p:txBody>
          <a:bodyPr anchor="b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4.1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叠加定理 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(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Superposition Theorem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 P101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4.2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替代定理 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(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Substitution Theorem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   P107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130000"/>
              </a:lnSpc>
              <a:spcBef>
                <a:spcPct val="5000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4.3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戴维宁定理和诺顿定理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                  P109</a:t>
            </a:r>
            <a:endParaRPr lang="zh-CN" altLang="en-US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                        </a:t>
            </a:r>
            <a:r>
              <a:rPr lang="zh-CN" altLang="en-US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</a:t>
            </a:r>
            <a:r>
              <a:rPr lang="en-US" altLang="zh-CN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(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Thevenin-Norton  Theorem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4.4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最大功率传输定理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                          P116                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*4.5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特勒根定理 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(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Tellegen’s  Theorem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*4.6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互易定理 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(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Reciprocity  Theorem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130000"/>
              </a:lnSpc>
              <a:spcBef>
                <a:spcPct val="0"/>
              </a:spcBef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*4.7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对偶原理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(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Dual Principle</a:t>
            </a: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</a:t>
            </a: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l" eaLnBrk="1" hangingPunct="1">
              <a:spcBef>
                <a:spcPct val="0"/>
              </a:spcBef>
              <a:buNone/>
            </a:pPr>
            <a:endParaRPr lang="en-US" altLang="zh-CN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23" name=""/>
        <p:cNvGrpSpPr/>
        <p:nvPr/>
      </p:nvGrpSpPr>
      <p:grpSpPr/>
      <p:sp>
        <p:nvSpPr>
          <p:cNvPr id="1048614" name="Text Box 2"/>
          <p:cNvSpPr txBox="1"/>
          <p:nvPr>
            <p:custDataLst>
              <p:tags r:id="rId1"/>
            </p:custDataLst>
          </p:nvPr>
        </p:nvSpPr>
        <p:spPr>
          <a:xfrm>
            <a:off x="2064703" y="1628775"/>
            <a:ext cx="1943100" cy="584835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>
            <a:prstShdw prst="shdw17" dist="17961" dir="2699999">
              <a:srgbClr val="991F00"/>
            </a:prstShdw>
          </a:effectLst>
        </p:spPr>
        <p:txBody>
          <a:bodyPr lIns="90000" tIns="46800" rIns="90000" bIns="4680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>
                <a:schemeClr val="bg1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 </a:t>
            </a:r>
            <a:r>
              <a:rPr lang="zh-CN" altLang="en-US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重点</a:t>
            </a:r>
            <a:r>
              <a:rPr lang="en-US" altLang="zh-CN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</a:t>
            </a:r>
            <a:endParaRPr lang="en-US" altLang="zh-CN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15" name="Text Box 3"/>
          <p:cNvSpPr txBox="1"/>
          <p:nvPr>
            <p:custDataLst>
              <p:tags r:id="rId2"/>
            </p:custDataLst>
          </p:nvPr>
        </p:nvSpPr>
        <p:spPr>
          <a:xfrm>
            <a:off x="1847850" y="2925445"/>
            <a:ext cx="8251190" cy="58483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99997A"/>
            </a:prstShdw>
          </a:effectLst>
        </p:spPr>
        <p:txBody>
          <a:bodyPr wrap="square" lIns="90000" tIns="46800" rIns="90000" bIns="46800">
            <a:spAutoFit/>
          </a:bodyPr>
          <a:p>
            <a:pPr marL="342900" indent="-342900" eaLnBrk="1" hangingPunct="1">
              <a:spcBef>
                <a:spcPct val="50000"/>
              </a:spcBef>
              <a:buClr>
                <a:srgbClr val="FFFF00"/>
              </a:buClr>
              <a:buFont typeface="Monotype Sorts" pitchFamily="2" charset="2"/>
            </a:pPr>
            <a:r>
              <a:rPr lang="en-US" altLang="zh-CN" sz="32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</a:t>
            </a:r>
            <a:r>
              <a:rPr lang="zh-CN" altLang="en-US" sz="32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掌握各定理的内容、适用范围及如何应用。</a:t>
            </a:r>
            <a:endParaRPr lang="zh-CN" altLang="en-US" sz="32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8" name="Text Box 4" descr="蓝色砂纸"/>
          <p:cNvSpPr txBox="1"/>
          <p:nvPr>
            <p:custDataLst>
              <p:tags r:id="rId1"/>
            </p:custDataLst>
          </p:nvPr>
        </p:nvSpPr>
        <p:spPr>
          <a:xfrm>
            <a:off x="2279333" y="2061210"/>
            <a:ext cx="7507287" cy="2263140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7A8E99"/>
            </a:prstShdw>
          </a:effectLst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4.1  </a:t>
            </a: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叠加定理 </a:t>
            </a:r>
            <a:b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</a:b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(</a:t>
            </a: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Superposition Theorem</a:t>
            </a: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</a:t>
            </a:r>
            <a:endParaRPr lang="en-US" altLang="zh-CN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P101</a:t>
            </a:r>
            <a:endParaRPr lang="en-US" altLang="zh-CN" sz="4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63" name=""/>
        <p:cNvGrpSpPr/>
        <p:nvPr/>
      </p:nvGrpSpPr>
      <p:grpSpPr/>
      <p:sp>
        <p:nvSpPr>
          <p:cNvPr id="1048641" name="Text Box 2"/>
          <p:cNvSpPr txBox="1"/>
          <p:nvPr>
            <p:custDataLst>
              <p:tags r:id="rId1"/>
            </p:custDataLst>
          </p:nvPr>
        </p:nvSpPr>
        <p:spPr>
          <a:xfrm>
            <a:off x="912813" y="1634649"/>
            <a:ext cx="2303462" cy="521970"/>
          </a:xfrm>
          <a:prstGeom prst="rect">
            <a:avLst/>
          </a:prstGeom>
          <a:solidFill>
            <a:schemeClr val="accent5"/>
          </a:solidFill>
          <a:ln w="12700" cap="sq" cmpd="sng">
            <a:solidFill>
              <a:schemeClr val="dk1"/>
            </a:solidFill>
            <a:prstDash val="solid"/>
            <a:miter/>
            <a:headEnd type="none" w="sm" len="sm"/>
            <a:tailEnd type="none" w="sm" len="sm"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en-US" altLang="zh-CN" sz="2800" b="1" i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. 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叠加定理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42" name="Text Box 3"/>
          <p:cNvSpPr txBox="1"/>
          <p:nvPr/>
        </p:nvSpPr>
        <p:spPr>
          <a:xfrm>
            <a:off x="767080" y="2205355"/>
            <a:ext cx="4317365" cy="3314065"/>
          </a:xfrm>
          <a:prstGeom prst="rect">
            <a:avLst/>
          </a:prstGeom>
          <a:noFill/>
          <a:ln w="12700">
            <a:noFill/>
          </a:ln>
        </p:spPr>
        <p:txBody>
          <a:bodyPr wrap="square" lIns="92075" tIns="46038" rIns="92075" bIns="46038" anchor="ctr" anchorCtr="0"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571500" algn="just" eaLnBrk="1" hangingPunct="1">
              <a:lnSpc>
                <a:spcPct val="120000"/>
              </a:lnSpc>
              <a:spcBef>
                <a:spcPct val="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在线性电路中，任一支路的电流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或电压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可以看成是电路中</a:t>
            </a:r>
            <a:r>
              <a:rPr lang="zh-CN" altLang="en-US" sz="2400" b="1" dirty="0">
                <a:solidFill>
                  <a:srgbClr val="FF0000"/>
                </a:solidFill>
                <a:highlight>
                  <a:srgbClr val="FFFF00"/>
                </a:highlight>
                <a:latin typeface="Times New Roman" panose="02020603050405020304" pitchFamily="18" charset="0"/>
                <a:ea typeface="黑体" panose="02010609060101010101" pitchFamily="49" charset="-122"/>
              </a:rPr>
              <a:t>每一个独立电源单独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作用于电路时，在该支路产生的电流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或电压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</a:t>
            </a:r>
            <a:r>
              <a:rPr lang="zh-CN" altLang="en-US" sz="2400" b="1" dirty="0">
                <a:solidFill>
                  <a:srgbClr val="FF0000"/>
                </a:solidFill>
                <a:highlight>
                  <a:srgbClr val="FFFF00"/>
                </a:highlight>
                <a:latin typeface="Times New Roman" panose="02020603050405020304" pitchFamily="18" charset="0"/>
                <a:ea typeface="黑体" panose="02010609060101010101" pitchFamily="49" charset="-122"/>
              </a:rPr>
              <a:t>代数和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43" name="AutoShape 5"/>
          <p:cNvSpPr/>
          <p:nvPr>
            <p:custDataLst>
              <p:tags r:id="rId2"/>
            </p:custDataLst>
          </p:nvPr>
        </p:nvSpPr>
        <p:spPr>
          <a:xfrm>
            <a:off x="3503613" y="1772603"/>
            <a:ext cx="1296987" cy="215900"/>
          </a:xfrm>
          <a:prstGeom prst="rightArrow">
            <a:avLst>
              <a:gd name="adj1" fmla="val 50000"/>
              <a:gd name="adj2" fmla="val 150183"/>
            </a:avLst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grpSp>
        <p:nvGrpSpPr>
          <p:cNvPr id="264" name="Group 7"/>
          <p:cNvGrpSpPr/>
          <p:nvPr/>
        </p:nvGrpSpPr>
        <p:grpSpPr>
          <a:xfrm>
            <a:off x="6168390" y="1988820"/>
            <a:ext cx="5161280" cy="3079115"/>
            <a:chOff x="2587" y="391"/>
            <a:chExt cx="2561" cy="1588"/>
          </a:xfrm>
        </p:grpSpPr>
        <p:sp>
          <p:nvSpPr>
            <p:cNvPr id="1048644" name="Oval 8"/>
            <p:cNvSpPr/>
            <p:nvPr>
              <p:custDataLst>
                <p:tags r:id="rId3"/>
              </p:custDataLst>
            </p:nvPr>
          </p:nvSpPr>
          <p:spPr>
            <a:xfrm>
              <a:off x="4536" y="1375"/>
              <a:ext cx="229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45" name="Oval 9"/>
            <p:cNvSpPr/>
            <p:nvPr>
              <p:custDataLst>
                <p:tags r:id="rId4"/>
              </p:custDataLst>
            </p:nvPr>
          </p:nvSpPr>
          <p:spPr>
            <a:xfrm>
              <a:off x="3568" y="1375"/>
              <a:ext cx="229" cy="251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46" name="Rectangle 10"/>
            <p:cNvSpPr/>
            <p:nvPr>
              <p:custDataLst>
                <p:tags r:id="rId5"/>
              </p:custDataLst>
            </p:nvPr>
          </p:nvSpPr>
          <p:spPr>
            <a:xfrm>
              <a:off x="2708" y="605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47" name="Line 11"/>
            <p:cNvSpPr/>
            <p:nvPr/>
          </p:nvSpPr>
          <p:spPr>
            <a:xfrm>
              <a:off x="3675" y="605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648" name="Rectangle 12"/>
            <p:cNvSpPr/>
            <p:nvPr>
              <p:custDataLst>
                <p:tags r:id="rId6"/>
              </p:custDataLst>
            </p:nvPr>
          </p:nvSpPr>
          <p:spPr>
            <a:xfrm>
              <a:off x="4590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49" name="Rectangle 13"/>
            <p:cNvSpPr/>
            <p:nvPr>
              <p:custDataLst>
                <p:tags r:id="rId7"/>
              </p:custDataLst>
            </p:nvPr>
          </p:nvSpPr>
          <p:spPr>
            <a:xfrm>
              <a:off x="3622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50" name="Rectangle 14"/>
            <p:cNvSpPr/>
            <p:nvPr>
              <p:custDataLst>
                <p:tags r:id="rId8"/>
              </p:custDataLst>
            </p:nvPr>
          </p:nvSpPr>
          <p:spPr>
            <a:xfrm>
              <a:off x="2654" y="841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51" name="Text Box 15"/>
            <p:cNvSpPr txBox="1"/>
            <p:nvPr>
              <p:custDataLst>
                <p:tags r:id="rId9"/>
              </p:custDataLst>
            </p:nvPr>
          </p:nvSpPr>
          <p:spPr>
            <a:xfrm>
              <a:off x="2744" y="870"/>
              <a:ext cx="331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2" name="Text Box 16"/>
            <p:cNvSpPr txBox="1"/>
            <p:nvPr>
              <p:custDataLst>
                <p:tags r:id="rId10"/>
              </p:custDataLst>
            </p:nvPr>
          </p:nvSpPr>
          <p:spPr>
            <a:xfrm>
              <a:off x="2881" y="1278"/>
              <a:ext cx="280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3" name="Text Box 17"/>
            <p:cNvSpPr txBox="1"/>
            <p:nvPr>
              <p:custDataLst>
                <p:tags r:id="rId11"/>
              </p:custDataLst>
            </p:nvPr>
          </p:nvSpPr>
          <p:spPr>
            <a:xfrm>
              <a:off x="3675" y="841"/>
              <a:ext cx="377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4" name="Text Box 18"/>
            <p:cNvSpPr txBox="1"/>
            <p:nvPr>
              <p:custDataLst>
                <p:tags r:id="rId12"/>
              </p:custDataLst>
            </p:nvPr>
          </p:nvSpPr>
          <p:spPr>
            <a:xfrm>
              <a:off x="3811" y="1314"/>
              <a:ext cx="334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5" name="Text Box 19"/>
            <p:cNvSpPr txBox="1"/>
            <p:nvPr>
              <p:custDataLst>
                <p:tags r:id="rId13"/>
              </p:custDataLst>
            </p:nvPr>
          </p:nvSpPr>
          <p:spPr>
            <a:xfrm>
              <a:off x="4701" y="870"/>
              <a:ext cx="332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6" name="Text Box 20"/>
            <p:cNvSpPr txBox="1"/>
            <p:nvPr>
              <p:custDataLst>
                <p:tags r:id="rId14"/>
              </p:custDataLst>
            </p:nvPr>
          </p:nvSpPr>
          <p:spPr>
            <a:xfrm>
              <a:off x="4718" y="1314"/>
              <a:ext cx="430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7" name="Line 21"/>
            <p:cNvSpPr/>
            <p:nvPr/>
          </p:nvSpPr>
          <p:spPr>
            <a:xfrm flipV="1">
              <a:off x="2880" y="1252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658" name="Line 22"/>
            <p:cNvSpPr/>
            <p:nvPr/>
          </p:nvSpPr>
          <p:spPr>
            <a:xfrm>
              <a:off x="3568" y="663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659" name="Text Box 23"/>
            <p:cNvSpPr txBox="1"/>
            <p:nvPr>
              <p:custDataLst>
                <p:tags r:id="rId15"/>
              </p:custDataLst>
            </p:nvPr>
          </p:nvSpPr>
          <p:spPr>
            <a:xfrm>
              <a:off x="3313" y="649"/>
              <a:ext cx="232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0" name="Line 24"/>
            <p:cNvSpPr/>
            <p:nvPr/>
          </p:nvSpPr>
          <p:spPr>
            <a:xfrm>
              <a:off x="4214" y="663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661" name="Text Box 25"/>
            <p:cNvSpPr txBox="1"/>
            <p:nvPr>
              <p:custDataLst>
                <p:tags r:id="rId16"/>
              </p:custDataLst>
            </p:nvPr>
          </p:nvSpPr>
          <p:spPr>
            <a:xfrm>
              <a:off x="4196" y="643"/>
              <a:ext cx="232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2" name="Text Box 26"/>
            <p:cNvSpPr txBox="1"/>
            <p:nvPr>
              <p:custDataLst>
                <p:tags r:id="rId17"/>
              </p:custDataLst>
            </p:nvPr>
          </p:nvSpPr>
          <p:spPr>
            <a:xfrm>
              <a:off x="3652" y="1137"/>
              <a:ext cx="226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3" name="Text Box 27"/>
            <p:cNvSpPr txBox="1"/>
            <p:nvPr>
              <p:custDataLst>
                <p:tags r:id="rId18"/>
              </p:custDataLst>
            </p:nvPr>
          </p:nvSpPr>
          <p:spPr>
            <a:xfrm>
              <a:off x="3663" y="1552"/>
              <a:ext cx="212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4" name="Text Box 28"/>
            <p:cNvSpPr txBox="1"/>
            <p:nvPr>
              <p:custDataLst>
                <p:tags r:id="rId19"/>
              </p:custDataLst>
            </p:nvPr>
          </p:nvSpPr>
          <p:spPr>
            <a:xfrm>
              <a:off x="4619" y="1137"/>
              <a:ext cx="226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5" name="Text Box 29"/>
            <p:cNvSpPr txBox="1"/>
            <p:nvPr>
              <p:custDataLst>
                <p:tags r:id="rId20"/>
              </p:custDataLst>
            </p:nvPr>
          </p:nvSpPr>
          <p:spPr>
            <a:xfrm>
              <a:off x="4632" y="1552"/>
              <a:ext cx="212" cy="237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6" name="Line 30"/>
            <p:cNvSpPr/>
            <p:nvPr/>
          </p:nvSpPr>
          <p:spPr>
            <a:xfrm>
              <a:off x="3696" y="1797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667" name="Line 31"/>
            <p:cNvSpPr/>
            <p:nvPr/>
          </p:nvSpPr>
          <p:spPr>
            <a:xfrm>
              <a:off x="3560" y="1979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668" name="Oval 32"/>
            <p:cNvSpPr/>
            <p:nvPr>
              <p:custDataLst>
                <p:tags r:id="rId21"/>
              </p:custDataLst>
            </p:nvPr>
          </p:nvSpPr>
          <p:spPr>
            <a:xfrm>
              <a:off x="2587" y="1332"/>
              <a:ext cx="228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69" name="Line 33"/>
            <p:cNvSpPr/>
            <p:nvPr>
              <p:custDataLst>
                <p:tags r:id="rId22"/>
              </p:custDataLst>
            </p:nvPr>
          </p:nvSpPr>
          <p:spPr>
            <a:xfrm>
              <a:off x="2608" y="1480"/>
              <a:ext cx="181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670" name="Oval 34"/>
            <p:cNvSpPr/>
            <p:nvPr>
              <p:custDataLst>
                <p:tags r:id="rId23"/>
              </p:custDataLst>
            </p:nvPr>
          </p:nvSpPr>
          <p:spPr>
            <a:xfrm>
              <a:off x="3560" y="391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84" name=""/>
        <p:cNvGrpSpPr/>
        <p:nvPr/>
      </p:nvGrpSpPr>
      <p:grpSpPr/>
      <p:sp>
        <p:nvSpPr>
          <p:cNvPr id="1048683" name="Rectangle 6"/>
          <p:cNvSpPr/>
          <p:nvPr>
            <p:custDataLst>
              <p:tags r:id="rId1"/>
            </p:custDataLst>
          </p:nvPr>
        </p:nvSpPr>
        <p:spPr>
          <a:xfrm>
            <a:off x="695008" y="980440"/>
            <a:ext cx="2808287" cy="504825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2 .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定理的证明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285" name="Group 7"/>
          <p:cNvGrpSpPr/>
          <p:nvPr/>
        </p:nvGrpSpPr>
        <p:grpSpPr>
          <a:xfrm>
            <a:off x="5646420" y="1776095"/>
            <a:ext cx="5189855" cy="3165475"/>
            <a:chOff x="2587" y="391"/>
            <a:chExt cx="2561" cy="1588"/>
          </a:xfrm>
        </p:grpSpPr>
        <p:sp>
          <p:nvSpPr>
            <p:cNvPr id="1048684" name="Oval 8"/>
            <p:cNvSpPr/>
            <p:nvPr>
              <p:custDataLst>
                <p:tags r:id="rId2"/>
              </p:custDataLst>
            </p:nvPr>
          </p:nvSpPr>
          <p:spPr>
            <a:xfrm>
              <a:off x="4536" y="1375"/>
              <a:ext cx="229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85" name="Oval 9"/>
            <p:cNvSpPr/>
            <p:nvPr>
              <p:custDataLst>
                <p:tags r:id="rId3"/>
              </p:custDataLst>
            </p:nvPr>
          </p:nvSpPr>
          <p:spPr>
            <a:xfrm>
              <a:off x="3568" y="1375"/>
              <a:ext cx="229" cy="251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86" name="Rectangle 10"/>
            <p:cNvSpPr/>
            <p:nvPr>
              <p:custDataLst>
                <p:tags r:id="rId4"/>
              </p:custDataLst>
            </p:nvPr>
          </p:nvSpPr>
          <p:spPr>
            <a:xfrm>
              <a:off x="2708" y="605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87" name="Line 11"/>
            <p:cNvSpPr/>
            <p:nvPr/>
          </p:nvSpPr>
          <p:spPr>
            <a:xfrm>
              <a:off x="3675" y="605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688" name="Rectangle 12"/>
            <p:cNvSpPr/>
            <p:nvPr>
              <p:custDataLst>
                <p:tags r:id="rId5"/>
              </p:custDataLst>
            </p:nvPr>
          </p:nvSpPr>
          <p:spPr>
            <a:xfrm>
              <a:off x="4590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89" name="Rectangle 13"/>
            <p:cNvSpPr/>
            <p:nvPr>
              <p:custDataLst>
                <p:tags r:id="rId6"/>
              </p:custDataLst>
            </p:nvPr>
          </p:nvSpPr>
          <p:spPr>
            <a:xfrm>
              <a:off x="3622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90" name="Rectangle 14"/>
            <p:cNvSpPr/>
            <p:nvPr>
              <p:custDataLst>
                <p:tags r:id="rId7"/>
              </p:custDataLst>
            </p:nvPr>
          </p:nvSpPr>
          <p:spPr>
            <a:xfrm>
              <a:off x="2654" y="841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691" name="Text Box 15"/>
            <p:cNvSpPr txBox="1"/>
            <p:nvPr>
              <p:custDataLst>
                <p:tags r:id="rId8"/>
              </p:custDataLst>
            </p:nvPr>
          </p:nvSpPr>
          <p:spPr>
            <a:xfrm>
              <a:off x="2744" y="874"/>
              <a:ext cx="331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2" name="Text Box 16"/>
            <p:cNvSpPr txBox="1"/>
            <p:nvPr>
              <p:custDataLst>
                <p:tags r:id="rId9"/>
              </p:custDataLst>
            </p:nvPr>
          </p:nvSpPr>
          <p:spPr>
            <a:xfrm>
              <a:off x="2881" y="1282"/>
              <a:ext cx="280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3" name="Text Box 17"/>
            <p:cNvSpPr txBox="1"/>
            <p:nvPr>
              <p:custDataLst>
                <p:tags r:id="rId10"/>
              </p:custDataLst>
            </p:nvPr>
          </p:nvSpPr>
          <p:spPr>
            <a:xfrm>
              <a:off x="3675" y="845"/>
              <a:ext cx="377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4" name="Text Box 18"/>
            <p:cNvSpPr txBox="1"/>
            <p:nvPr>
              <p:custDataLst>
                <p:tags r:id="rId11"/>
              </p:custDataLst>
            </p:nvPr>
          </p:nvSpPr>
          <p:spPr>
            <a:xfrm>
              <a:off x="3811" y="1318"/>
              <a:ext cx="334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5" name="Text Box 19"/>
            <p:cNvSpPr txBox="1"/>
            <p:nvPr>
              <p:custDataLst>
                <p:tags r:id="rId12"/>
              </p:custDataLst>
            </p:nvPr>
          </p:nvSpPr>
          <p:spPr>
            <a:xfrm>
              <a:off x="4701" y="874"/>
              <a:ext cx="332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6" name="Text Box 20"/>
            <p:cNvSpPr txBox="1"/>
            <p:nvPr>
              <p:custDataLst>
                <p:tags r:id="rId13"/>
              </p:custDataLst>
            </p:nvPr>
          </p:nvSpPr>
          <p:spPr>
            <a:xfrm>
              <a:off x="4718" y="1318"/>
              <a:ext cx="430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7" name="Line 21"/>
            <p:cNvSpPr/>
            <p:nvPr/>
          </p:nvSpPr>
          <p:spPr>
            <a:xfrm flipV="1">
              <a:off x="2880" y="1252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698" name="Line 22"/>
            <p:cNvSpPr/>
            <p:nvPr/>
          </p:nvSpPr>
          <p:spPr>
            <a:xfrm>
              <a:off x="3568" y="663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699" name="Text Box 23"/>
            <p:cNvSpPr txBox="1"/>
            <p:nvPr>
              <p:custDataLst>
                <p:tags r:id="rId14"/>
              </p:custDataLst>
            </p:nvPr>
          </p:nvSpPr>
          <p:spPr>
            <a:xfrm>
              <a:off x="3313" y="653"/>
              <a:ext cx="232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0" name="Line 24"/>
            <p:cNvSpPr/>
            <p:nvPr/>
          </p:nvSpPr>
          <p:spPr>
            <a:xfrm>
              <a:off x="4214" y="663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701" name="Text Box 25"/>
            <p:cNvSpPr txBox="1"/>
            <p:nvPr>
              <p:custDataLst>
                <p:tags r:id="rId15"/>
              </p:custDataLst>
            </p:nvPr>
          </p:nvSpPr>
          <p:spPr>
            <a:xfrm>
              <a:off x="4196" y="647"/>
              <a:ext cx="232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2" name="Text Box 26"/>
            <p:cNvSpPr txBox="1"/>
            <p:nvPr>
              <p:custDataLst>
                <p:tags r:id="rId16"/>
              </p:custDataLst>
            </p:nvPr>
          </p:nvSpPr>
          <p:spPr>
            <a:xfrm>
              <a:off x="3652" y="1141"/>
              <a:ext cx="226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3" name="Text Box 27"/>
            <p:cNvSpPr txBox="1"/>
            <p:nvPr>
              <p:custDataLst>
                <p:tags r:id="rId17"/>
              </p:custDataLst>
            </p:nvPr>
          </p:nvSpPr>
          <p:spPr>
            <a:xfrm>
              <a:off x="3663" y="1556"/>
              <a:ext cx="212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4" name="Text Box 28"/>
            <p:cNvSpPr txBox="1"/>
            <p:nvPr>
              <p:custDataLst>
                <p:tags r:id="rId18"/>
              </p:custDataLst>
            </p:nvPr>
          </p:nvSpPr>
          <p:spPr>
            <a:xfrm>
              <a:off x="4619" y="1141"/>
              <a:ext cx="226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5" name="Text Box 29"/>
            <p:cNvSpPr txBox="1"/>
            <p:nvPr>
              <p:custDataLst>
                <p:tags r:id="rId19"/>
              </p:custDataLst>
            </p:nvPr>
          </p:nvSpPr>
          <p:spPr>
            <a:xfrm>
              <a:off x="4632" y="1556"/>
              <a:ext cx="212" cy="23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6" name="Line 30"/>
            <p:cNvSpPr/>
            <p:nvPr/>
          </p:nvSpPr>
          <p:spPr>
            <a:xfrm>
              <a:off x="3696" y="1797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07" name="Line 31"/>
            <p:cNvSpPr/>
            <p:nvPr/>
          </p:nvSpPr>
          <p:spPr>
            <a:xfrm>
              <a:off x="3560" y="1979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08" name="Oval 32"/>
            <p:cNvSpPr/>
            <p:nvPr>
              <p:custDataLst>
                <p:tags r:id="rId20"/>
              </p:custDataLst>
            </p:nvPr>
          </p:nvSpPr>
          <p:spPr>
            <a:xfrm>
              <a:off x="2587" y="1332"/>
              <a:ext cx="228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09" name="Line 33"/>
            <p:cNvSpPr/>
            <p:nvPr>
              <p:custDataLst>
                <p:tags r:id="rId21"/>
              </p:custDataLst>
            </p:nvPr>
          </p:nvSpPr>
          <p:spPr>
            <a:xfrm>
              <a:off x="2608" y="1480"/>
              <a:ext cx="181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10" name="Oval 34"/>
            <p:cNvSpPr/>
            <p:nvPr>
              <p:custDataLst>
                <p:tags r:id="rId22"/>
              </p:custDataLst>
            </p:nvPr>
          </p:nvSpPr>
          <p:spPr>
            <a:xfrm>
              <a:off x="3560" y="391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8711" name="Text Box 35"/>
          <p:cNvSpPr txBox="1"/>
          <p:nvPr>
            <p:custDataLst>
              <p:tags r:id="rId23"/>
            </p:custDataLst>
          </p:nvPr>
        </p:nvSpPr>
        <p:spPr>
          <a:xfrm>
            <a:off x="1343660" y="1671321"/>
            <a:ext cx="1800225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用结点法：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12" name="Text Box 36"/>
          <p:cNvSpPr txBox="1"/>
          <p:nvPr>
            <p:custDataLst>
              <p:tags r:id="rId24"/>
            </p:custDataLst>
          </p:nvPr>
        </p:nvSpPr>
        <p:spPr>
          <a:xfrm>
            <a:off x="767715" y="2308702"/>
            <a:ext cx="5113338" cy="1272540"/>
          </a:xfrm>
          <a:prstGeom prst="rect">
            <a:avLst/>
          </a:prstGeom>
          <a:noFill/>
          <a:ln w="9525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 algn="just" eaLnBrk="1" hangingPunct="1">
              <a:lnSpc>
                <a:spcPct val="120000"/>
              </a:lnSpc>
              <a:spcBef>
                <a:spcPct val="0"/>
              </a:spcBef>
            </a:pPr>
            <a:r>
              <a:rPr lang="en-US" altLang="zh-CN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S1</a:t>
            </a:r>
            <a:r>
              <a:rPr lang="en-US" altLang="zh-CN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1</a:t>
            </a:r>
            <a:r>
              <a:rPr lang="zh-CN" altLang="en-US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支路电流</a:t>
            </a:r>
            <a:r>
              <a:rPr lang="en-US" altLang="zh-CN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i</a:t>
            </a:r>
            <a:r>
              <a:rPr lang="en-US" altLang="zh-CN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1</a:t>
            </a:r>
            <a:r>
              <a:rPr lang="en-US" altLang="zh-CN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=i</a:t>
            </a:r>
            <a:r>
              <a:rPr lang="en-US" altLang="zh-CN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S1</a:t>
            </a:r>
            <a:endParaRPr lang="en-US" altLang="zh-CN" i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  <a:p>
            <a:pPr lvl="0" algn="just"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设电流源电流为u</a:t>
            </a:r>
            <a:r>
              <a:rPr lang="zh-CN" altLang="en-US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s1</a:t>
            </a:r>
            <a:endParaRPr lang="zh-CN" altLang="en-US" i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305" name=""/>
        <p:cNvGrpSpPr/>
        <p:nvPr/>
      </p:nvGrpSpPr>
      <p:grpSpPr/>
      <p:grpSp>
        <p:nvGrpSpPr>
          <p:cNvPr id="306" name="Group 7"/>
          <p:cNvGrpSpPr/>
          <p:nvPr/>
        </p:nvGrpSpPr>
        <p:grpSpPr>
          <a:xfrm>
            <a:off x="232093" y="1445895"/>
            <a:ext cx="5518753" cy="3422015"/>
            <a:chOff x="2587" y="391"/>
            <a:chExt cx="2561" cy="1588"/>
          </a:xfrm>
        </p:grpSpPr>
        <p:sp>
          <p:nvSpPr>
            <p:cNvPr id="1048725" name="Oval 8"/>
            <p:cNvSpPr/>
            <p:nvPr>
              <p:custDataLst>
                <p:tags r:id="rId1"/>
              </p:custDataLst>
            </p:nvPr>
          </p:nvSpPr>
          <p:spPr>
            <a:xfrm>
              <a:off x="4536" y="1375"/>
              <a:ext cx="229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26" name="Oval 9"/>
            <p:cNvSpPr/>
            <p:nvPr>
              <p:custDataLst>
                <p:tags r:id="rId2"/>
              </p:custDataLst>
            </p:nvPr>
          </p:nvSpPr>
          <p:spPr>
            <a:xfrm>
              <a:off x="3568" y="1375"/>
              <a:ext cx="229" cy="251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27" name="Rectangle 10"/>
            <p:cNvSpPr/>
            <p:nvPr>
              <p:custDataLst>
                <p:tags r:id="rId3"/>
              </p:custDataLst>
            </p:nvPr>
          </p:nvSpPr>
          <p:spPr>
            <a:xfrm>
              <a:off x="2708" y="605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28" name="Line 11"/>
            <p:cNvSpPr/>
            <p:nvPr/>
          </p:nvSpPr>
          <p:spPr>
            <a:xfrm>
              <a:off x="3675" y="605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29" name="Rectangle 12"/>
            <p:cNvSpPr/>
            <p:nvPr>
              <p:custDataLst>
                <p:tags r:id="rId4"/>
              </p:custDataLst>
            </p:nvPr>
          </p:nvSpPr>
          <p:spPr>
            <a:xfrm>
              <a:off x="4590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30" name="Rectangle 13"/>
            <p:cNvSpPr/>
            <p:nvPr>
              <p:custDataLst>
                <p:tags r:id="rId5"/>
              </p:custDataLst>
            </p:nvPr>
          </p:nvSpPr>
          <p:spPr>
            <a:xfrm>
              <a:off x="3622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31" name="Rectangle 14"/>
            <p:cNvSpPr/>
            <p:nvPr>
              <p:custDataLst>
                <p:tags r:id="rId6"/>
              </p:custDataLst>
            </p:nvPr>
          </p:nvSpPr>
          <p:spPr>
            <a:xfrm>
              <a:off x="2654" y="841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32" name="Text Box 15"/>
            <p:cNvSpPr txBox="1"/>
            <p:nvPr>
              <p:custDataLst>
                <p:tags r:id="rId7"/>
              </p:custDataLst>
            </p:nvPr>
          </p:nvSpPr>
          <p:spPr>
            <a:xfrm>
              <a:off x="2744" y="882"/>
              <a:ext cx="331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33" name="Text Box 16"/>
            <p:cNvSpPr txBox="1"/>
            <p:nvPr>
              <p:custDataLst>
                <p:tags r:id="rId8"/>
              </p:custDataLst>
            </p:nvPr>
          </p:nvSpPr>
          <p:spPr>
            <a:xfrm>
              <a:off x="2881" y="1290"/>
              <a:ext cx="280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34" name="Text Box 17"/>
            <p:cNvSpPr txBox="1"/>
            <p:nvPr>
              <p:custDataLst>
                <p:tags r:id="rId9"/>
              </p:custDataLst>
            </p:nvPr>
          </p:nvSpPr>
          <p:spPr>
            <a:xfrm>
              <a:off x="3675" y="853"/>
              <a:ext cx="377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35" name="Text Box 18"/>
            <p:cNvSpPr txBox="1"/>
            <p:nvPr>
              <p:custDataLst>
                <p:tags r:id="rId10"/>
              </p:custDataLst>
            </p:nvPr>
          </p:nvSpPr>
          <p:spPr>
            <a:xfrm>
              <a:off x="3811" y="1326"/>
              <a:ext cx="334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36" name="Text Box 19"/>
            <p:cNvSpPr txBox="1"/>
            <p:nvPr>
              <p:custDataLst>
                <p:tags r:id="rId11"/>
              </p:custDataLst>
            </p:nvPr>
          </p:nvSpPr>
          <p:spPr>
            <a:xfrm>
              <a:off x="4701" y="882"/>
              <a:ext cx="332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37" name="Text Box 20"/>
            <p:cNvSpPr txBox="1"/>
            <p:nvPr>
              <p:custDataLst>
                <p:tags r:id="rId12"/>
              </p:custDataLst>
            </p:nvPr>
          </p:nvSpPr>
          <p:spPr>
            <a:xfrm>
              <a:off x="4718" y="1326"/>
              <a:ext cx="430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38" name="Line 21"/>
            <p:cNvSpPr/>
            <p:nvPr/>
          </p:nvSpPr>
          <p:spPr>
            <a:xfrm flipV="1">
              <a:off x="2880" y="1252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739" name="Line 22"/>
            <p:cNvSpPr/>
            <p:nvPr/>
          </p:nvSpPr>
          <p:spPr>
            <a:xfrm>
              <a:off x="3568" y="663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740" name="Text Box 23"/>
            <p:cNvSpPr txBox="1"/>
            <p:nvPr>
              <p:custDataLst>
                <p:tags r:id="rId13"/>
              </p:custDataLst>
            </p:nvPr>
          </p:nvSpPr>
          <p:spPr>
            <a:xfrm>
              <a:off x="3313" y="661"/>
              <a:ext cx="232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41" name="Line 24"/>
            <p:cNvSpPr/>
            <p:nvPr/>
          </p:nvSpPr>
          <p:spPr>
            <a:xfrm>
              <a:off x="4214" y="663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742" name="Text Box 25"/>
            <p:cNvSpPr txBox="1"/>
            <p:nvPr>
              <p:custDataLst>
                <p:tags r:id="rId14"/>
              </p:custDataLst>
            </p:nvPr>
          </p:nvSpPr>
          <p:spPr>
            <a:xfrm>
              <a:off x="4196" y="655"/>
              <a:ext cx="232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43" name="Text Box 26"/>
            <p:cNvSpPr txBox="1"/>
            <p:nvPr>
              <p:custDataLst>
                <p:tags r:id="rId15"/>
              </p:custDataLst>
            </p:nvPr>
          </p:nvSpPr>
          <p:spPr>
            <a:xfrm>
              <a:off x="3652" y="1149"/>
              <a:ext cx="226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44" name="Text Box 27"/>
            <p:cNvSpPr txBox="1"/>
            <p:nvPr>
              <p:custDataLst>
                <p:tags r:id="rId16"/>
              </p:custDataLst>
            </p:nvPr>
          </p:nvSpPr>
          <p:spPr>
            <a:xfrm>
              <a:off x="3663" y="1564"/>
              <a:ext cx="212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45" name="Text Box 28"/>
            <p:cNvSpPr txBox="1"/>
            <p:nvPr>
              <p:custDataLst>
                <p:tags r:id="rId17"/>
              </p:custDataLst>
            </p:nvPr>
          </p:nvSpPr>
          <p:spPr>
            <a:xfrm>
              <a:off x="4619" y="1149"/>
              <a:ext cx="226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46" name="Text Box 29"/>
            <p:cNvSpPr txBox="1"/>
            <p:nvPr>
              <p:custDataLst>
                <p:tags r:id="rId18"/>
              </p:custDataLst>
            </p:nvPr>
          </p:nvSpPr>
          <p:spPr>
            <a:xfrm>
              <a:off x="4632" y="1564"/>
              <a:ext cx="212" cy="214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squar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47" name="Line 30"/>
            <p:cNvSpPr/>
            <p:nvPr/>
          </p:nvSpPr>
          <p:spPr>
            <a:xfrm>
              <a:off x="3696" y="1797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48" name="Line 31"/>
            <p:cNvSpPr/>
            <p:nvPr/>
          </p:nvSpPr>
          <p:spPr>
            <a:xfrm>
              <a:off x="3560" y="1979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49" name="Oval 32"/>
            <p:cNvSpPr/>
            <p:nvPr>
              <p:custDataLst>
                <p:tags r:id="rId19"/>
              </p:custDataLst>
            </p:nvPr>
          </p:nvSpPr>
          <p:spPr>
            <a:xfrm>
              <a:off x="2587" y="1332"/>
              <a:ext cx="228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750" name="Line 33"/>
            <p:cNvSpPr/>
            <p:nvPr>
              <p:custDataLst>
                <p:tags r:id="rId20"/>
              </p:custDataLst>
            </p:nvPr>
          </p:nvSpPr>
          <p:spPr>
            <a:xfrm>
              <a:off x="2608" y="1480"/>
              <a:ext cx="181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751" name="Oval 34"/>
            <p:cNvSpPr/>
            <p:nvPr>
              <p:custDataLst>
                <p:tags r:id="rId21"/>
              </p:custDataLst>
            </p:nvPr>
          </p:nvSpPr>
          <p:spPr>
            <a:xfrm>
              <a:off x="3560" y="391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8752" name="Text Box 36"/>
          <p:cNvSpPr txBox="1"/>
          <p:nvPr>
            <p:custDataLst>
              <p:tags r:id="rId22"/>
            </p:custDataLst>
          </p:nvPr>
        </p:nvSpPr>
        <p:spPr>
          <a:xfrm>
            <a:off x="6311900" y="1832134"/>
            <a:ext cx="5113338" cy="583565"/>
          </a:xfrm>
          <a:prstGeom prst="rect">
            <a:avLst/>
          </a:prstGeom>
          <a:noFill/>
          <a:ln w="9525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0"/>
              </a:spcBef>
              <a:buNone/>
            </a:pPr>
            <a:r>
              <a:rPr lang="en-US" altLang="zh-CN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(G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en-US" altLang="zh-CN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+G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lang="en-US" altLang="zh-CN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n1</a:t>
            </a:r>
            <a:r>
              <a:rPr lang="en-US" altLang="zh-CN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s2</a:t>
            </a:r>
            <a:r>
              <a:rPr lang="en-US" altLang="zh-CN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s3</a:t>
            </a:r>
            <a:r>
              <a:rPr lang="en-US" altLang="zh-CN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b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S1</a:t>
            </a:r>
            <a:endParaRPr lang="en-US" altLang="zh-CN" b="1" baseline="-25000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04" name="Object 55"/>
          <p:cNvGraphicFramePr>
            <a:graphicFrameLocks noChangeAspect="1"/>
          </p:cNvGraphicFramePr>
          <p:nvPr>
            <p:custDataLst>
              <p:tags r:id="rId23"/>
            </p:custDataLst>
          </p:nvPr>
        </p:nvGraphicFramePr>
        <p:xfrm>
          <a:off x="6383973" y="3301365"/>
          <a:ext cx="4662487" cy="922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9" name="" showAsIcon="1" r:id="rId24" imgW="1955165" imgH="352425" progId="Equation.3">
                  <p:embed/>
                </p:oleObj>
              </mc:Choice>
              <mc:Fallback>
                <p:oleObj name="" showAsIcon="1" r:id="rId24" imgW="1955165" imgH="352425" progId="Equation.3">
                  <p:embed/>
                  <p:pic>
                    <p:nvPicPr>
                      <p:cNvPr id="0" name="图片 3078"/>
                      <p:cNvPicPr/>
                      <p:nvPr/>
                    </p:nvPicPr>
                    <p:blipFill>
                      <a:blip r:embed="rId25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383973" y="3301365"/>
                        <a:ext cx="4662487" cy="922338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326" name=""/>
        <p:cNvGrpSpPr/>
        <p:nvPr/>
      </p:nvGrpSpPr>
      <p:grpSpPr/>
      <p:graphicFrame>
        <p:nvGraphicFramePr>
          <p:cNvPr id="4194305" name="Object 55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3873183" y="5445125"/>
          <a:ext cx="4662487" cy="922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9" name="" showAsIcon="1" r:id="rId2" imgW="1955165" imgH="352425" progId="Equation.3">
                  <p:embed/>
                </p:oleObj>
              </mc:Choice>
              <mc:Fallback>
                <p:oleObj name="" showAsIcon="1" r:id="rId2" imgW="1955165" imgH="352425" progId="Equation.3">
                  <p:embed/>
                  <p:pic>
                    <p:nvPicPr>
                      <p:cNvPr id="0" name="图片 3078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3873183" y="5445125"/>
                        <a:ext cx="4662487" cy="922338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097163" name="图片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9425" y="1052830"/>
            <a:ext cx="4515485" cy="3592195"/>
          </a:xfrm>
          <a:prstGeom prst="rect">
            <a:avLst/>
          </a:prstGeom>
        </p:spPr>
      </p:pic>
      <p:graphicFrame>
        <p:nvGraphicFramePr>
          <p:cNvPr id="4194306" name="对象 5"/>
          <p:cNvGraphicFramePr/>
          <p:nvPr/>
        </p:nvGraphicFramePr>
        <p:xfrm>
          <a:off x="5520055" y="1196340"/>
          <a:ext cx="4922520" cy="323469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" name="" r:id="rId5" imgW="5809615" imgH="3206750" progId="Equation.KSEE3">
                  <p:embed/>
                </p:oleObj>
              </mc:Choice>
              <mc:Fallback>
                <p:oleObj name="" r:id="rId5" imgW="5809615" imgH="3206750" progId="Equation.KSEE3">
                  <p:embed/>
                  <p:pic>
                    <p:nvPicPr>
                      <p:cNvPr id="0" name="图片 6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5520055" y="1196340"/>
                        <a:ext cx="4922520" cy="323469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8765" name="Rectangle 6"/>
          <p:cNvSpPr/>
          <p:nvPr>
            <p:custDataLst>
              <p:tags r:id="rId7"/>
            </p:custDataLst>
          </p:nvPr>
        </p:nvSpPr>
        <p:spPr>
          <a:xfrm>
            <a:off x="1631633" y="116205"/>
            <a:ext cx="2808287" cy="504825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单独电流源作用</a:t>
            </a:r>
            <a:endParaRPr lang="zh-CN" altLang="en-US" sz="2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346" name=""/>
        <p:cNvGrpSpPr/>
        <p:nvPr/>
      </p:nvGrpSpPr>
      <p:grpSpPr/>
      <p:graphicFrame>
        <p:nvGraphicFramePr>
          <p:cNvPr id="4194307" name="Object 55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3935413" y="5229225"/>
          <a:ext cx="4662487" cy="922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9" name="" showAsIcon="1" r:id="rId2" imgW="1955165" imgH="352425" progId="Equation.3">
                  <p:embed/>
                </p:oleObj>
              </mc:Choice>
              <mc:Fallback>
                <p:oleObj name="" showAsIcon="1" r:id="rId2" imgW="1955165" imgH="352425" progId="Equation.3">
                  <p:embed/>
                  <p:pic>
                    <p:nvPicPr>
                      <p:cNvPr id="0" name="图片 3078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3935413" y="5229225"/>
                        <a:ext cx="4662487" cy="922338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8778" name="Rectangle 6"/>
          <p:cNvSpPr/>
          <p:nvPr>
            <p:custDataLst>
              <p:tags r:id="rId4"/>
            </p:custDataLst>
          </p:nvPr>
        </p:nvSpPr>
        <p:spPr>
          <a:xfrm>
            <a:off x="1631950" y="116205"/>
            <a:ext cx="4271645" cy="504825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单独电压源</a:t>
            </a:r>
            <a:r>
              <a:rPr lang="en-US" altLang="zh-CN" sz="2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作用</a:t>
            </a:r>
            <a:endParaRPr lang="zh-CN" altLang="en-US" sz="2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169" name="图片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5325" y="1052830"/>
            <a:ext cx="4655820" cy="3716020"/>
          </a:xfrm>
          <a:prstGeom prst="rect">
            <a:avLst/>
          </a:prstGeom>
        </p:spPr>
      </p:pic>
      <p:graphicFrame>
        <p:nvGraphicFramePr>
          <p:cNvPr id="4194308" name="对象 5"/>
          <p:cNvGraphicFramePr/>
          <p:nvPr/>
        </p:nvGraphicFramePr>
        <p:xfrm>
          <a:off x="5520055" y="1953895"/>
          <a:ext cx="6266815" cy="194246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" name="" r:id="rId6" imgW="2806700" imgH="914400" progId="Equation.KSEE3">
                  <p:embed/>
                </p:oleObj>
              </mc:Choice>
              <mc:Fallback>
                <p:oleObj name="" r:id="rId6" imgW="2806700" imgH="914400" progId="Equation.KSEE3">
                  <p:embed/>
                  <p:pic>
                    <p:nvPicPr>
                      <p:cNvPr id="0" name="图片 6"/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5520055" y="1953895"/>
                        <a:ext cx="6266815" cy="194246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366" name=""/>
        <p:cNvGrpSpPr/>
        <p:nvPr/>
      </p:nvGrpSpPr>
      <p:grpSpPr/>
      <p:sp>
        <p:nvSpPr>
          <p:cNvPr id="1048791" name="Text Box 64"/>
          <p:cNvSpPr txBox="1"/>
          <p:nvPr/>
        </p:nvSpPr>
        <p:spPr>
          <a:xfrm>
            <a:off x="767398" y="1124268"/>
            <a:ext cx="2087562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支路电流为：</a:t>
            </a:r>
            <a:endParaRPr lang="zh-CN" altLang="en-US" sz="24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09" name="Object 66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911543" y="4004945"/>
          <a:ext cx="8407400" cy="1438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7" name="" showAsIcon="1" r:id="rId2" imgW="3627120" imgH="579120" progId="Equation.3">
                  <p:embed/>
                </p:oleObj>
              </mc:Choice>
              <mc:Fallback>
                <p:oleObj name="" showAsIcon="1" r:id="rId2" imgW="3627120" imgH="579120" progId="Equation.3">
                  <p:embed/>
                  <p:pic>
                    <p:nvPicPr>
                      <p:cNvPr id="0" name="图片 3076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911543" y="4004945"/>
                        <a:ext cx="8407400" cy="1438275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0" name="Object 67"/>
          <p:cNvGraphicFramePr>
            <a:graphicFrameLocks noChangeAspect="1"/>
          </p:cNvGraphicFramePr>
          <p:nvPr>
            <p:custDataLst>
              <p:tags r:id="rId4"/>
            </p:custDataLst>
          </p:nvPr>
        </p:nvGraphicFramePr>
        <p:xfrm>
          <a:off x="908050" y="1916113"/>
          <a:ext cx="8208963" cy="1501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6" name="" showAsIcon="1" r:id="rId5" imgW="3383280" imgH="579120" progId="Equation.3">
                  <p:embed/>
                </p:oleObj>
              </mc:Choice>
              <mc:Fallback>
                <p:oleObj name="" showAsIcon="1" r:id="rId5" imgW="3383280" imgH="579120" progId="Equation.3">
                  <p:embed/>
                  <p:pic>
                    <p:nvPicPr>
                      <p:cNvPr id="0" name="图片 3075"/>
                      <p:cNvPicPr/>
                      <p:nvPr/>
                    </p:nvPicPr>
                    <p:blipFill>
                      <a:blip r:embed="rId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908050" y="1916113"/>
                        <a:ext cx="8208963" cy="1501775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386" name=""/>
        <p:cNvGrpSpPr/>
        <p:nvPr/>
      </p:nvGrpSpPr>
      <p:grpSpPr/>
      <p:sp>
        <p:nvSpPr>
          <p:cNvPr id="1048804" name="Text Box 3"/>
          <p:cNvSpPr txBox="1"/>
          <p:nvPr/>
        </p:nvSpPr>
        <p:spPr>
          <a:xfrm>
            <a:off x="1847850" y="2780665"/>
            <a:ext cx="8807450" cy="1124585"/>
          </a:xfrm>
          <a:prstGeom prst="rect">
            <a:avLst/>
          </a:prstGeom>
          <a:noFill/>
          <a:ln w="9525">
            <a:noFill/>
          </a:ln>
        </p:spPr>
        <p:txBody>
          <a:bodyPr wrap="squar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l" eaLnBrk="1" hangingPunct="1">
              <a:spcBef>
                <a:spcPct val="1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结点电压和支路电流均可看成：</a:t>
            </a:r>
            <a:endParaRPr lang="zh-CN" altLang="en-US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l" eaLnBrk="1" hangingPunct="1">
              <a:spcBef>
                <a:spcPct val="1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各独立电源单独作用时，产生的响应之叠加。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                           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05" name="Text Box 6"/>
          <p:cNvSpPr txBox="1"/>
          <p:nvPr>
            <p:custDataLst>
              <p:tags r:id="rId1"/>
            </p:custDataLst>
          </p:nvPr>
        </p:nvSpPr>
        <p:spPr>
          <a:xfrm>
            <a:off x="1918335" y="1849120"/>
            <a:ext cx="1008063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结论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06" name=""/>
        <p:cNvGrpSpPr/>
        <p:nvPr/>
      </p:nvGrpSpPr>
      <p:grpSpPr/>
      <p:sp>
        <p:nvSpPr>
          <p:cNvPr id="1048818" name="Text Box 112"/>
          <p:cNvSpPr txBox="1"/>
          <p:nvPr>
            <p:custDataLst>
              <p:tags r:id="rId1"/>
            </p:custDataLst>
          </p:nvPr>
        </p:nvSpPr>
        <p:spPr>
          <a:xfrm>
            <a:off x="1487488" y="1052037"/>
            <a:ext cx="1969770" cy="521970"/>
          </a:xfrm>
          <a:prstGeom prst="rect">
            <a:avLst/>
          </a:prstGeom>
          <a:solidFill>
            <a:schemeClr val="accent5"/>
          </a:solidFill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几点说明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19" name="Text Box 113"/>
          <p:cNvSpPr txBox="1"/>
          <p:nvPr/>
        </p:nvSpPr>
        <p:spPr>
          <a:xfrm>
            <a:off x="1510030" y="1627664"/>
            <a:ext cx="4569460" cy="58356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1.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叠加定理只适用于线性电路。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20" name="Text Box 114"/>
          <p:cNvSpPr txBox="1"/>
          <p:nvPr/>
        </p:nvSpPr>
        <p:spPr>
          <a:xfrm>
            <a:off x="1465580" y="2275364"/>
            <a:ext cx="4569460" cy="58356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一个电源作用，其余电源为零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21" name="Text Box 115"/>
          <p:cNvSpPr txBox="1"/>
          <p:nvPr/>
        </p:nvSpPr>
        <p:spPr>
          <a:xfrm>
            <a:off x="7199630" y="1628140"/>
            <a:ext cx="2937510" cy="46037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电压源为零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—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短路。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22" name="Text Box 116"/>
          <p:cNvSpPr txBox="1"/>
          <p:nvPr/>
        </p:nvSpPr>
        <p:spPr>
          <a:xfrm>
            <a:off x="7199630" y="2420303"/>
            <a:ext cx="2937510" cy="46037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电流源为零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—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开路。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07" name="Group 121"/>
          <p:cNvGrpSpPr/>
          <p:nvPr/>
        </p:nvGrpSpPr>
        <p:grpSpPr>
          <a:xfrm>
            <a:off x="2153920" y="3336290"/>
            <a:ext cx="4065588" cy="2520950"/>
            <a:chOff x="2587" y="391"/>
            <a:chExt cx="2561" cy="1588"/>
          </a:xfrm>
        </p:grpSpPr>
        <p:sp>
          <p:nvSpPr>
            <p:cNvPr id="1048823" name="Oval 122"/>
            <p:cNvSpPr/>
            <p:nvPr>
              <p:custDataLst>
                <p:tags r:id="rId2"/>
              </p:custDataLst>
            </p:nvPr>
          </p:nvSpPr>
          <p:spPr>
            <a:xfrm>
              <a:off x="4536" y="1375"/>
              <a:ext cx="229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24" name="Oval 123"/>
            <p:cNvSpPr/>
            <p:nvPr>
              <p:custDataLst>
                <p:tags r:id="rId3"/>
              </p:custDataLst>
            </p:nvPr>
          </p:nvSpPr>
          <p:spPr>
            <a:xfrm>
              <a:off x="3568" y="1375"/>
              <a:ext cx="229" cy="251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25" name="Rectangle 124"/>
            <p:cNvSpPr/>
            <p:nvPr>
              <p:custDataLst>
                <p:tags r:id="rId4"/>
              </p:custDataLst>
            </p:nvPr>
          </p:nvSpPr>
          <p:spPr>
            <a:xfrm>
              <a:off x="2708" y="605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26" name="Line 125"/>
            <p:cNvSpPr/>
            <p:nvPr/>
          </p:nvSpPr>
          <p:spPr>
            <a:xfrm>
              <a:off x="3675" y="605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27" name="Rectangle 126"/>
            <p:cNvSpPr/>
            <p:nvPr>
              <p:custDataLst>
                <p:tags r:id="rId5"/>
              </p:custDataLst>
            </p:nvPr>
          </p:nvSpPr>
          <p:spPr>
            <a:xfrm>
              <a:off x="4590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28" name="Rectangle 127"/>
            <p:cNvSpPr/>
            <p:nvPr>
              <p:custDataLst>
                <p:tags r:id="rId6"/>
              </p:custDataLst>
            </p:nvPr>
          </p:nvSpPr>
          <p:spPr>
            <a:xfrm>
              <a:off x="3622" y="84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29" name="Rectangle 128"/>
            <p:cNvSpPr/>
            <p:nvPr>
              <p:custDataLst>
                <p:tags r:id="rId7"/>
              </p:custDataLst>
            </p:nvPr>
          </p:nvSpPr>
          <p:spPr>
            <a:xfrm>
              <a:off x="2654" y="841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30" name="Text Box 129"/>
            <p:cNvSpPr txBox="1"/>
            <p:nvPr>
              <p:custDataLst>
                <p:tags r:id="rId8"/>
              </p:custDataLst>
            </p:nvPr>
          </p:nvSpPr>
          <p:spPr>
            <a:xfrm>
              <a:off x="2744" y="844"/>
              <a:ext cx="33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1" name="Text Box 130"/>
            <p:cNvSpPr txBox="1"/>
            <p:nvPr>
              <p:custDataLst>
                <p:tags r:id="rId9"/>
              </p:custDataLst>
            </p:nvPr>
          </p:nvSpPr>
          <p:spPr>
            <a:xfrm>
              <a:off x="2882" y="1252"/>
              <a:ext cx="28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2" name="Text Box 131"/>
            <p:cNvSpPr txBox="1"/>
            <p:nvPr>
              <p:custDataLst>
                <p:tags r:id="rId10"/>
              </p:custDataLst>
            </p:nvPr>
          </p:nvSpPr>
          <p:spPr>
            <a:xfrm>
              <a:off x="3675" y="815"/>
              <a:ext cx="37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3" name="Text Box 132"/>
            <p:cNvSpPr txBox="1"/>
            <p:nvPr>
              <p:custDataLst>
                <p:tags r:id="rId11"/>
              </p:custDataLst>
            </p:nvPr>
          </p:nvSpPr>
          <p:spPr>
            <a:xfrm>
              <a:off x="3811" y="1288"/>
              <a:ext cx="33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4" name="Text Box 133"/>
            <p:cNvSpPr txBox="1"/>
            <p:nvPr>
              <p:custDataLst>
                <p:tags r:id="rId12"/>
              </p:custDataLst>
            </p:nvPr>
          </p:nvSpPr>
          <p:spPr>
            <a:xfrm>
              <a:off x="4701" y="844"/>
              <a:ext cx="33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5" name="Text Box 134"/>
            <p:cNvSpPr txBox="1"/>
            <p:nvPr>
              <p:custDataLst>
                <p:tags r:id="rId13"/>
              </p:custDataLst>
            </p:nvPr>
          </p:nvSpPr>
          <p:spPr>
            <a:xfrm>
              <a:off x="4718" y="1288"/>
              <a:ext cx="43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6" name="Line 135"/>
            <p:cNvSpPr/>
            <p:nvPr/>
          </p:nvSpPr>
          <p:spPr>
            <a:xfrm flipV="1">
              <a:off x="2880" y="1252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37" name="Line 136"/>
            <p:cNvSpPr/>
            <p:nvPr/>
          </p:nvSpPr>
          <p:spPr>
            <a:xfrm>
              <a:off x="3568" y="663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38" name="Text Box 137"/>
            <p:cNvSpPr txBox="1"/>
            <p:nvPr>
              <p:custDataLst>
                <p:tags r:id="rId14"/>
              </p:custDataLst>
            </p:nvPr>
          </p:nvSpPr>
          <p:spPr>
            <a:xfrm>
              <a:off x="3313" y="623"/>
              <a:ext cx="23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9" name="Line 138"/>
            <p:cNvSpPr/>
            <p:nvPr/>
          </p:nvSpPr>
          <p:spPr>
            <a:xfrm>
              <a:off x="4214" y="663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40" name="Text Box 139"/>
            <p:cNvSpPr txBox="1"/>
            <p:nvPr>
              <p:custDataLst>
                <p:tags r:id="rId15"/>
              </p:custDataLst>
            </p:nvPr>
          </p:nvSpPr>
          <p:spPr>
            <a:xfrm>
              <a:off x="4196" y="617"/>
              <a:ext cx="23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1" name="Text Box 140"/>
            <p:cNvSpPr txBox="1"/>
            <p:nvPr>
              <p:custDataLst>
                <p:tags r:id="rId16"/>
              </p:custDataLst>
            </p:nvPr>
          </p:nvSpPr>
          <p:spPr>
            <a:xfrm>
              <a:off x="3652" y="1111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2" name="Text Box 141"/>
            <p:cNvSpPr txBox="1"/>
            <p:nvPr>
              <p:custDataLst>
                <p:tags r:id="rId17"/>
              </p:custDataLst>
            </p:nvPr>
          </p:nvSpPr>
          <p:spPr>
            <a:xfrm>
              <a:off x="3663" y="1526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3" name="Text Box 142"/>
            <p:cNvSpPr txBox="1"/>
            <p:nvPr>
              <p:custDataLst>
                <p:tags r:id="rId18"/>
              </p:custDataLst>
            </p:nvPr>
          </p:nvSpPr>
          <p:spPr>
            <a:xfrm>
              <a:off x="4619" y="1111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4" name="Text Box 143"/>
            <p:cNvSpPr txBox="1"/>
            <p:nvPr>
              <p:custDataLst>
                <p:tags r:id="rId19"/>
              </p:custDataLst>
            </p:nvPr>
          </p:nvSpPr>
          <p:spPr>
            <a:xfrm>
              <a:off x="4632" y="1526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5" name="Line 144"/>
            <p:cNvSpPr/>
            <p:nvPr/>
          </p:nvSpPr>
          <p:spPr>
            <a:xfrm>
              <a:off x="3696" y="1797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46" name="Line 145"/>
            <p:cNvSpPr/>
            <p:nvPr/>
          </p:nvSpPr>
          <p:spPr>
            <a:xfrm>
              <a:off x="3560" y="1979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47" name="Oval 146"/>
            <p:cNvSpPr/>
            <p:nvPr>
              <p:custDataLst>
                <p:tags r:id="rId20"/>
              </p:custDataLst>
            </p:nvPr>
          </p:nvSpPr>
          <p:spPr>
            <a:xfrm>
              <a:off x="2587" y="1332"/>
              <a:ext cx="228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48" name="Line 147"/>
            <p:cNvSpPr/>
            <p:nvPr>
              <p:custDataLst>
                <p:tags r:id="rId21"/>
              </p:custDataLst>
            </p:nvPr>
          </p:nvSpPr>
          <p:spPr>
            <a:xfrm>
              <a:off x="2608" y="1480"/>
              <a:ext cx="181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49" name="Oval 148"/>
            <p:cNvSpPr/>
            <p:nvPr>
              <p:custDataLst>
                <p:tags r:id="rId22"/>
              </p:custDataLst>
            </p:nvPr>
          </p:nvSpPr>
          <p:spPr>
            <a:xfrm>
              <a:off x="3560" y="391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8850" name="Text Box 149"/>
          <p:cNvSpPr txBox="1"/>
          <p:nvPr>
            <p:custDataLst>
              <p:tags r:id="rId23"/>
            </p:custDataLst>
          </p:nvPr>
        </p:nvSpPr>
        <p:spPr>
          <a:xfrm>
            <a:off x="2380615" y="5935028"/>
            <a:ext cx="2632710" cy="460375"/>
          </a:xfrm>
          <a:prstGeom prst="rect">
            <a:avLst/>
          </a:prstGeom>
          <a:noFill/>
          <a:ln w="12700" cap="sq" cmpd="sng">
            <a:solidFill>
              <a:srgbClr val="66FFFF"/>
            </a:solidFill>
            <a:prstDash val="solid"/>
            <a:miter/>
            <a:headEnd type="none" w="sm" len="sm"/>
            <a:tailEnd type="none" w="sm" len="sm"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三个电源共同作用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08" name="Group 184"/>
          <p:cNvGrpSpPr/>
          <p:nvPr/>
        </p:nvGrpSpPr>
        <p:grpSpPr>
          <a:xfrm>
            <a:off x="6617970" y="3409315"/>
            <a:ext cx="3883025" cy="2520950"/>
            <a:chOff x="3016" y="2160"/>
            <a:chExt cx="2446" cy="1588"/>
          </a:xfrm>
        </p:grpSpPr>
        <p:sp>
          <p:nvSpPr>
            <p:cNvPr id="1048851" name="Rectangle 153"/>
            <p:cNvSpPr/>
            <p:nvPr>
              <p:custDataLst>
                <p:tags r:id="rId24"/>
              </p:custDataLst>
            </p:nvPr>
          </p:nvSpPr>
          <p:spPr>
            <a:xfrm>
              <a:off x="3137" y="2374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52" name="Line 154"/>
            <p:cNvSpPr/>
            <p:nvPr/>
          </p:nvSpPr>
          <p:spPr>
            <a:xfrm>
              <a:off x="4104" y="2374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53" name="Rectangle 155"/>
            <p:cNvSpPr/>
            <p:nvPr>
              <p:custDataLst>
                <p:tags r:id="rId25"/>
              </p:custDataLst>
            </p:nvPr>
          </p:nvSpPr>
          <p:spPr>
            <a:xfrm>
              <a:off x="5019" y="261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54" name="Rectangle 156"/>
            <p:cNvSpPr/>
            <p:nvPr>
              <p:custDataLst>
                <p:tags r:id="rId26"/>
              </p:custDataLst>
            </p:nvPr>
          </p:nvSpPr>
          <p:spPr>
            <a:xfrm>
              <a:off x="4051" y="261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55" name="Rectangle 157"/>
            <p:cNvSpPr/>
            <p:nvPr>
              <p:custDataLst>
                <p:tags r:id="rId27"/>
              </p:custDataLst>
            </p:nvPr>
          </p:nvSpPr>
          <p:spPr>
            <a:xfrm>
              <a:off x="3083" y="2610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56" name="Text Box 158"/>
            <p:cNvSpPr txBox="1"/>
            <p:nvPr>
              <p:custDataLst>
                <p:tags r:id="rId28"/>
              </p:custDataLst>
            </p:nvPr>
          </p:nvSpPr>
          <p:spPr>
            <a:xfrm>
              <a:off x="3173" y="2613"/>
              <a:ext cx="33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57" name="Text Box 159"/>
            <p:cNvSpPr txBox="1"/>
            <p:nvPr>
              <p:custDataLst>
                <p:tags r:id="rId29"/>
              </p:custDataLst>
            </p:nvPr>
          </p:nvSpPr>
          <p:spPr>
            <a:xfrm>
              <a:off x="3311" y="3021"/>
              <a:ext cx="28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58" name="Text Box 160"/>
            <p:cNvSpPr txBox="1"/>
            <p:nvPr>
              <p:custDataLst>
                <p:tags r:id="rId30"/>
              </p:custDataLst>
            </p:nvPr>
          </p:nvSpPr>
          <p:spPr>
            <a:xfrm>
              <a:off x="4104" y="2584"/>
              <a:ext cx="37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59" name="Text Box 162"/>
            <p:cNvSpPr txBox="1"/>
            <p:nvPr>
              <p:custDataLst>
                <p:tags r:id="rId31"/>
              </p:custDataLst>
            </p:nvPr>
          </p:nvSpPr>
          <p:spPr>
            <a:xfrm>
              <a:off x="5130" y="2613"/>
              <a:ext cx="33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60" name="Line 164"/>
            <p:cNvSpPr/>
            <p:nvPr/>
          </p:nvSpPr>
          <p:spPr>
            <a:xfrm flipV="1">
              <a:off x="3309" y="3021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61" name="Line 165"/>
            <p:cNvSpPr/>
            <p:nvPr/>
          </p:nvSpPr>
          <p:spPr>
            <a:xfrm>
              <a:off x="3997" y="2432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62" name="Line 167"/>
            <p:cNvSpPr/>
            <p:nvPr/>
          </p:nvSpPr>
          <p:spPr>
            <a:xfrm>
              <a:off x="4643" y="2432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63" name="Line 173"/>
            <p:cNvSpPr/>
            <p:nvPr/>
          </p:nvSpPr>
          <p:spPr>
            <a:xfrm>
              <a:off x="4125" y="3566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64" name="Line 174"/>
            <p:cNvSpPr/>
            <p:nvPr/>
          </p:nvSpPr>
          <p:spPr>
            <a:xfrm>
              <a:off x="3989" y="3748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65" name="Oval 175"/>
            <p:cNvSpPr/>
            <p:nvPr>
              <p:custDataLst>
                <p:tags r:id="rId32"/>
              </p:custDataLst>
            </p:nvPr>
          </p:nvSpPr>
          <p:spPr>
            <a:xfrm>
              <a:off x="3016" y="3101"/>
              <a:ext cx="228" cy="25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66" name="Line 176"/>
            <p:cNvSpPr/>
            <p:nvPr>
              <p:custDataLst>
                <p:tags r:id="rId33"/>
              </p:custDataLst>
            </p:nvPr>
          </p:nvSpPr>
          <p:spPr>
            <a:xfrm>
              <a:off x="3037" y="3249"/>
              <a:ext cx="181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67" name="Oval 177"/>
            <p:cNvSpPr/>
            <p:nvPr>
              <p:custDataLst>
                <p:tags r:id="rId34"/>
              </p:custDataLst>
            </p:nvPr>
          </p:nvSpPr>
          <p:spPr>
            <a:xfrm>
              <a:off x="3989" y="2160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aphicFrame>
          <p:nvGraphicFramePr>
            <p:cNvPr id="4194311" name="Object 178"/>
            <p:cNvGraphicFramePr>
              <a:graphicFrameLocks noChangeAspect="1"/>
            </p:cNvGraphicFramePr>
            <p:nvPr/>
          </p:nvGraphicFramePr>
          <p:xfrm>
            <a:off x="3696" y="2395"/>
            <a:ext cx="268" cy="3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1" name="" showAsIcon="1" r:id="rId35" imgW="143510" imgH="161290" progId="Equation.3">
                    <p:embed/>
                  </p:oleObj>
                </mc:Choice>
                <mc:Fallback>
                  <p:oleObj name="" showAsIcon="1" r:id="rId35" imgW="143510" imgH="161290" progId="Equation.3">
                    <p:embed/>
                    <p:pic>
                      <p:nvPicPr>
                        <p:cNvPr id="0" name="图片 3080"/>
                        <p:cNvPicPr/>
                        <p:nvPr/>
                      </p:nvPicPr>
                      <p:blipFill>
                        <a:blip r:embed="rId36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3696" y="2395"/>
                          <a:ext cx="268" cy="303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194312" name="Object 179"/>
            <p:cNvGraphicFramePr>
              <a:graphicFrameLocks noChangeAspect="1"/>
            </p:cNvGraphicFramePr>
            <p:nvPr/>
          </p:nvGraphicFramePr>
          <p:xfrm>
            <a:off x="4604" y="2432"/>
            <a:ext cx="268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0" name="" showAsIcon="1" r:id="rId37" imgW="143510" imgH="178435" progId="Equation.3">
                    <p:embed/>
                  </p:oleObj>
                </mc:Choice>
                <mc:Fallback>
                  <p:oleObj name="" showAsIcon="1" r:id="rId37" imgW="143510" imgH="178435" progId="Equation.3">
                    <p:embed/>
                    <p:pic>
                      <p:nvPicPr>
                        <p:cNvPr id="0" name="图片 3079"/>
                        <p:cNvPicPr/>
                        <p:nvPr/>
                      </p:nvPicPr>
                      <p:blipFill>
                        <a:blip r:embed="rId38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604" y="2432"/>
                          <a:ext cx="268" cy="319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48868" name="Text Box 180"/>
          <p:cNvSpPr txBox="1"/>
          <p:nvPr>
            <p:custDataLst>
              <p:tags r:id="rId39"/>
            </p:custDataLst>
          </p:nvPr>
        </p:nvSpPr>
        <p:spPr>
          <a:xfrm>
            <a:off x="6338888" y="5790089"/>
            <a:ext cx="1723390" cy="583565"/>
          </a:xfrm>
          <a:prstGeom prst="rect">
            <a:avLst/>
          </a:prstGeom>
          <a:noFill/>
          <a:ln w="12700" cap="sq" cmpd="sng">
            <a:solidFill>
              <a:srgbClr val="66FFFF"/>
            </a:solidFill>
            <a:prstDash val="solid"/>
            <a:miter/>
            <a:headEnd type="none" w="sm" len="sm"/>
            <a:tailEnd type="none" w="sm" len="sm"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单独作用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69" name="Text Box 183"/>
          <p:cNvSpPr txBox="1"/>
          <p:nvPr>
            <p:custDataLst>
              <p:tags r:id="rId40"/>
            </p:custDataLst>
          </p:nvPr>
        </p:nvSpPr>
        <p:spPr>
          <a:xfrm>
            <a:off x="6114733" y="4345940"/>
            <a:ext cx="503237" cy="70675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4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endParaRPr lang="en-US" altLang="zh-CN" sz="40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70" name="AutoShape 185"/>
          <p:cNvSpPr/>
          <p:nvPr>
            <p:custDataLst>
              <p:tags r:id="rId41"/>
            </p:custDataLst>
          </p:nvPr>
        </p:nvSpPr>
        <p:spPr>
          <a:xfrm rot="-1258265">
            <a:off x="6293485" y="2061528"/>
            <a:ext cx="792163" cy="217487"/>
          </a:xfrm>
          <a:prstGeom prst="rightArrow">
            <a:avLst>
              <a:gd name="adj1" fmla="val 50000"/>
              <a:gd name="adj2" fmla="val 91058"/>
            </a:avLst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sp>
        <p:nvSpPr>
          <p:cNvPr id="1048871" name="AutoShape 186"/>
          <p:cNvSpPr/>
          <p:nvPr>
            <p:custDataLst>
              <p:tags r:id="rId42"/>
            </p:custDataLst>
          </p:nvPr>
        </p:nvSpPr>
        <p:spPr>
          <a:xfrm>
            <a:off x="6293485" y="2564765"/>
            <a:ext cx="792163" cy="217488"/>
          </a:xfrm>
          <a:prstGeom prst="rightArrow">
            <a:avLst>
              <a:gd name="adj1" fmla="val 50000"/>
              <a:gd name="adj2" fmla="val 91058"/>
            </a:avLst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28" name=""/>
        <p:cNvGrpSpPr/>
        <p:nvPr/>
      </p:nvGrpSpPr>
      <p:grpSpPr/>
      <p:sp>
        <p:nvSpPr>
          <p:cNvPr id="1048884" name="Text Box 7"/>
          <p:cNvSpPr txBox="1"/>
          <p:nvPr>
            <p:custDataLst>
              <p:tags r:id="rId1"/>
            </p:custDataLst>
          </p:nvPr>
        </p:nvSpPr>
        <p:spPr>
          <a:xfrm>
            <a:off x="6197283" y="1717993"/>
            <a:ext cx="470535" cy="70675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4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endParaRPr lang="en-US" altLang="zh-CN" sz="4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85" name="Text Box 8"/>
          <p:cNvSpPr txBox="1"/>
          <p:nvPr>
            <p:custDataLst>
              <p:tags r:id="rId2"/>
            </p:custDataLst>
          </p:nvPr>
        </p:nvSpPr>
        <p:spPr>
          <a:xfrm>
            <a:off x="2863374" y="3574256"/>
            <a:ext cx="1869440" cy="583565"/>
          </a:xfrm>
          <a:prstGeom prst="rect">
            <a:avLst/>
          </a:prstGeom>
          <a:noFill/>
          <a:ln w="28575" cap="sq" cmpd="sng">
            <a:solidFill>
              <a:srgbClr val="66FFFF"/>
            </a:solidFill>
            <a:prstDash val="solid"/>
            <a:miter/>
            <a:headEnd type="none" w="sm" len="sm"/>
            <a:tailEnd type="none" w="sm" len="sm"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s2</a:t>
            </a:r>
            <a:r>
              <a:rPr lang="zh-CN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单独作用</a:t>
            </a:r>
            <a:endParaRPr lang="zh-CN" altLang="zh-CN" sz="24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86" name="Text Box 11"/>
          <p:cNvSpPr txBox="1"/>
          <p:nvPr>
            <p:custDataLst>
              <p:tags r:id="rId3"/>
            </p:custDataLst>
          </p:nvPr>
        </p:nvSpPr>
        <p:spPr>
          <a:xfrm>
            <a:off x="7471887" y="3647281"/>
            <a:ext cx="1869440" cy="583565"/>
          </a:xfrm>
          <a:prstGeom prst="rect">
            <a:avLst/>
          </a:prstGeom>
          <a:noFill/>
          <a:ln w="28575" cap="sq" cmpd="sng">
            <a:solidFill>
              <a:srgbClr val="66FFFF"/>
            </a:solidFill>
            <a:prstDash val="solid"/>
            <a:miter/>
            <a:headEnd type="none" w="sm" len="sm"/>
            <a:tailEnd type="none" w="sm" len="sm"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s3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单独作用</a:t>
            </a:r>
            <a:endParaRPr lang="zh-CN" altLang="en-US" sz="24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87" name="Text Box 12"/>
          <p:cNvSpPr txBox="1"/>
          <p:nvPr>
            <p:custDataLst>
              <p:tags r:id="rId4"/>
            </p:custDataLst>
          </p:nvPr>
        </p:nvSpPr>
        <p:spPr>
          <a:xfrm>
            <a:off x="1733233" y="1646555"/>
            <a:ext cx="470535" cy="70675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4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endParaRPr lang="en-US" altLang="zh-CN" sz="4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29" name="Group 174"/>
          <p:cNvGrpSpPr/>
          <p:nvPr/>
        </p:nvGrpSpPr>
        <p:grpSpPr>
          <a:xfrm>
            <a:off x="2279650" y="906145"/>
            <a:ext cx="3776663" cy="2520950"/>
            <a:chOff x="588" y="164"/>
            <a:chExt cx="2379" cy="1588"/>
          </a:xfrm>
        </p:grpSpPr>
        <p:sp>
          <p:nvSpPr>
            <p:cNvPr id="1048888" name="Oval 109"/>
            <p:cNvSpPr/>
            <p:nvPr>
              <p:custDataLst>
                <p:tags r:id="rId5"/>
              </p:custDataLst>
            </p:nvPr>
          </p:nvSpPr>
          <p:spPr>
            <a:xfrm>
              <a:off x="1502" y="1148"/>
              <a:ext cx="229" cy="251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89" name="Line 111"/>
            <p:cNvSpPr/>
            <p:nvPr/>
          </p:nvSpPr>
          <p:spPr>
            <a:xfrm>
              <a:off x="1609" y="378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890" name="Rectangle 113"/>
            <p:cNvSpPr/>
            <p:nvPr>
              <p:custDataLst>
                <p:tags r:id="rId6"/>
              </p:custDataLst>
            </p:nvPr>
          </p:nvSpPr>
          <p:spPr>
            <a:xfrm>
              <a:off x="1556" y="614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891" name="Text Box 115"/>
            <p:cNvSpPr txBox="1"/>
            <p:nvPr>
              <p:custDataLst>
                <p:tags r:id="rId7"/>
              </p:custDataLst>
            </p:nvPr>
          </p:nvSpPr>
          <p:spPr>
            <a:xfrm>
              <a:off x="678" y="617"/>
              <a:ext cx="33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2" name="Text Box 117"/>
            <p:cNvSpPr txBox="1"/>
            <p:nvPr>
              <p:custDataLst>
                <p:tags r:id="rId8"/>
              </p:custDataLst>
            </p:nvPr>
          </p:nvSpPr>
          <p:spPr>
            <a:xfrm>
              <a:off x="1609" y="588"/>
              <a:ext cx="37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3" name="Text Box 118"/>
            <p:cNvSpPr txBox="1"/>
            <p:nvPr>
              <p:custDataLst>
                <p:tags r:id="rId9"/>
              </p:custDataLst>
            </p:nvPr>
          </p:nvSpPr>
          <p:spPr>
            <a:xfrm>
              <a:off x="1745" y="1061"/>
              <a:ext cx="33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4" name="Text Box 119"/>
            <p:cNvSpPr txBox="1"/>
            <p:nvPr>
              <p:custDataLst>
                <p:tags r:id="rId10"/>
              </p:custDataLst>
            </p:nvPr>
          </p:nvSpPr>
          <p:spPr>
            <a:xfrm>
              <a:off x="2635" y="617"/>
              <a:ext cx="33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5" name="Line 122"/>
            <p:cNvSpPr/>
            <p:nvPr/>
          </p:nvSpPr>
          <p:spPr>
            <a:xfrm>
              <a:off x="1502" y="436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96" name="Line 124"/>
            <p:cNvSpPr/>
            <p:nvPr/>
          </p:nvSpPr>
          <p:spPr>
            <a:xfrm>
              <a:off x="2148" y="436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897" name="Text Box 126"/>
            <p:cNvSpPr txBox="1"/>
            <p:nvPr>
              <p:custDataLst>
                <p:tags r:id="rId11"/>
              </p:custDataLst>
            </p:nvPr>
          </p:nvSpPr>
          <p:spPr>
            <a:xfrm>
              <a:off x="1586" y="884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8" name="Text Box 127"/>
            <p:cNvSpPr txBox="1"/>
            <p:nvPr>
              <p:custDataLst>
                <p:tags r:id="rId12"/>
              </p:custDataLst>
            </p:nvPr>
          </p:nvSpPr>
          <p:spPr>
            <a:xfrm>
              <a:off x="1597" y="1299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9" name="Line 130"/>
            <p:cNvSpPr/>
            <p:nvPr/>
          </p:nvSpPr>
          <p:spPr>
            <a:xfrm>
              <a:off x="1630" y="1570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0" name="Line 131"/>
            <p:cNvSpPr/>
            <p:nvPr/>
          </p:nvSpPr>
          <p:spPr>
            <a:xfrm>
              <a:off x="1494" y="1752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1" name="Oval 134"/>
            <p:cNvSpPr/>
            <p:nvPr>
              <p:custDataLst>
                <p:tags r:id="rId13"/>
              </p:custDataLst>
            </p:nvPr>
          </p:nvSpPr>
          <p:spPr>
            <a:xfrm>
              <a:off x="1494" y="164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02" name="Line 135"/>
            <p:cNvSpPr/>
            <p:nvPr/>
          </p:nvSpPr>
          <p:spPr>
            <a:xfrm>
              <a:off x="657" y="391"/>
              <a:ext cx="0" cy="635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3" name="Rectangle 114"/>
            <p:cNvSpPr/>
            <p:nvPr>
              <p:custDataLst>
                <p:tags r:id="rId14"/>
              </p:custDataLst>
            </p:nvPr>
          </p:nvSpPr>
          <p:spPr>
            <a:xfrm>
              <a:off x="588" y="614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04" name="Line 136"/>
            <p:cNvSpPr/>
            <p:nvPr/>
          </p:nvSpPr>
          <p:spPr>
            <a:xfrm>
              <a:off x="657" y="391"/>
              <a:ext cx="1951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5" name="Line 137"/>
            <p:cNvSpPr/>
            <p:nvPr/>
          </p:nvSpPr>
          <p:spPr>
            <a:xfrm>
              <a:off x="2608" y="391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6" name="Line 138"/>
            <p:cNvSpPr/>
            <p:nvPr/>
          </p:nvSpPr>
          <p:spPr>
            <a:xfrm>
              <a:off x="657" y="1570"/>
              <a:ext cx="1951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7" name="Line 139"/>
            <p:cNvSpPr/>
            <p:nvPr/>
          </p:nvSpPr>
          <p:spPr>
            <a:xfrm flipV="1">
              <a:off x="657" y="1434"/>
              <a:ext cx="0" cy="1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08" name="Oval 140"/>
            <p:cNvSpPr/>
            <p:nvPr>
              <p:custDataLst>
                <p:tags r:id="rId15"/>
              </p:custDataLst>
            </p:nvPr>
          </p:nvSpPr>
          <p:spPr>
            <a:xfrm>
              <a:off x="612" y="1344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09" name="Oval 141"/>
            <p:cNvSpPr/>
            <p:nvPr>
              <p:custDataLst>
                <p:tags r:id="rId16"/>
              </p:custDataLst>
            </p:nvPr>
          </p:nvSpPr>
          <p:spPr>
            <a:xfrm>
              <a:off x="612" y="1026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10" name="Rectangle 112"/>
            <p:cNvSpPr/>
            <p:nvPr>
              <p:custDataLst>
                <p:tags r:id="rId17"/>
              </p:custDataLst>
            </p:nvPr>
          </p:nvSpPr>
          <p:spPr>
            <a:xfrm>
              <a:off x="2545" y="614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graphicFrame>
          <p:nvGraphicFramePr>
            <p:cNvPr id="4194313" name="Object 169"/>
            <p:cNvGraphicFramePr>
              <a:graphicFrameLocks noChangeAspect="1"/>
            </p:cNvGraphicFramePr>
            <p:nvPr/>
          </p:nvGraphicFramePr>
          <p:xfrm>
            <a:off x="2064" y="482"/>
            <a:ext cx="302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3" name="" showAsIcon="1" r:id="rId18" imgW="161290" imgH="178435" progId="Equation.3">
                    <p:embed/>
                  </p:oleObj>
                </mc:Choice>
                <mc:Fallback>
                  <p:oleObj name="" showAsIcon="1" r:id="rId18" imgW="161290" imgH="178435" progId="Equation.3">
                    <p:embed/>
                    <p:pic>
                      <p:nvPicPr>
                        <p:cNvPr id="0" name="图片 3082"/>
                        <p:cNvPicPr/>
                        <p:nvPr/>
                      </p:nvPicPr>
                      <p:blipFill>
                        <a:blip r:embed="rId19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2064" y="482"/>
                          <a:ext cx="302" cy="319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194314" name="Object 170"/>
            <p:cNvGraphicFramePr>
              <a:graphicFrameLocks noChangeAspect="1"/>
            </p:cNvGraphicFramePr>
            <p:nvPr/>
          </p:nvGraphicFramePr>
          <p:xfrm>
            <a:off x="1156" y="436"/>
            <a:ext cx="302" cy="3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2" name="" showAsIcon="1" r:id="rId20" imgW="161290" imgH="161290" progId="Equation.3">
                    <p:embed/>
                  </p:oleObj>
                </mc:Choice>
                <mc:Fallback>
                  <p:oleObj name="" showAsIcon="1" r:id="rId20" imgW="161290" imgH="161290" progId="Equation.3">
                    <p:embed/>
                    <p:pic>
                      <p:nvPicPr>
                        <p:cNvPr id="0" name="图片 3081"/>
                        <p:cNvPicPr/>
                        <p:nvPr/>
                      </p:nvPicPr>
                      <p:blipFill>
                        <a:blip r:embed="rId21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1156" y="436"/>
                          <a:ext cx="302" cy="303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430" name="Group 173"/>
          <p:cNvGrpSpPr/>
          <p:nvPr/>
        </p:nvGrpSpPr>
        <p:grpSpPr>
          <a:xfrm>
            <a:off x="6891338" y="906145"/>
            <a:ext cx="3776662" cy="2520950"/>
            <a:chOff x="3381" y="255"/>
            <a:chExt cx="2379" cy="1588"/>
          </a:xfrm>
        </p:grpSpPr>
        <p:sp>
          <p:nvSpPr>
            <p:cNvPr id="1048911" name="Oval 144"/>
            <p:cNvSpPr/>
            <p:nvPr>
              <p:custDataLst>
                <p:tags r:id="rId22"/>
              </p:custDataLst>
            </p:nvPr>
          </p:nvSpPr>
          <p:spPr>
            <a:xfrm>
              <a:off x="5284" y="1207"/>
              <a:ext cx="229" cy="251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12" name="Line 145"/>
            <p:cNvSpPr/>
            <p:nvPr/>
          </p:nvSpPr>
          <p:spPr>
            <a:xfrm>
              <a:off x="4402" y="469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13" name="Rectangle 146"/>
            <p:cNvSpPr/>
            <p:nvPr>
              <p:custDataLst>
                <p:tags r:id="rId23"/>
              </p:custDataLst>
            </p:nvPr>
          </p:nvSpPr>
          <p:spPr>
            <a:xfrm>
              <a:off x="4349" y="705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14" name="Text Box 147"/>
            <p:cNvSpPr txBox="1"/>
            <p:nvPr>
              <p:custDataLst>
                <p:tags r:id="rId24"/>
              </p:custDataLst>
            </p:nvPr>
          </p:nvSpPr>
          <p:spPr>
            <a:xfrm>
              <a:off x="3471" y="708"/>
              <a:ext cx="33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15" name="Text Box 148"/>
            <p:cNvSpPr txBox="1"/>
            <p:nvPr>
              <p:custDataLst>
                <p:tags r:id="rId25"/>
              </p:custDataLst>
            </p:nvPr>
          </p:nvSpPr>
          <p:spPr>
            <a:xfrm>
              <a:off x="4402" y="679"/>
              <a:ext cx="37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16" name="Text Box 149"/>
            <p:cNvSpPr txBox="1"/>
            <p:nvPr>
              <p:custDataLst>
                <p:tags r:id="rId26"/>
              </p:custDataLst>
            </p:nvPr>
          </p:nvSpPr>
          <p:spPr>
            <a:xfrm>
              <a:off x="4878" y="1161"/>
              <a:ext cx="33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17" name="Text Box 150"/>
            <p:cNvSpPr txBox="1"/>
            <p:nvPr>
              <p:custDataLst>
                <p:tags r:id="rId27"/>
              </p:custDataLst>
            </p:nvPr>
          </p:nvSpPr>
          <p:spPr>
            <a:xfrm>
              <a:off x="5428" y="708"/>
              <a:ext cx="33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18" name="Line 151"/>
            <p:cNvSpPr/>
            <p:nvPr/>
          </p:nvSpPr>
          <p:spPr>
            <a:xfrm>
              <a:off x="4295" y="527"/>
              <a:ext cx="0" cy="238"/>
            </a:xfrm>
            <a:prstGeom prst="line">
              <a:avLst/>
            </a:prstGeom>
            <a:ln w="28575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919" name="Line 153"/>
            <p:cNvSpPr/>
            <p:nvPr/>
          </p:nvSpPr>
          <p:spPr>
            <a:xfrm>
              <a:off x="4941" y="527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920" name="Text Box 155"/>
            <p:cNvSpPr txBox="1"/>
            <p:nvPr>
              <p:custDataLst>
                <p:tags r:id="rId28"/>
              </p:custDataLst>
            </p:nvPr>
          </p:nvSpPr>
          <p:spPr>
            <a:xfrm>
              <a:off x="5103" y="980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21" name="Text Box 156"/>
            <p:cNvSpPr txBox="1"/>
            <p:nvPr>
              <p:custDataLst>
                <p:tags r:id="rId29"/>
              </p:custDataLst>
            </p:nvPr>
          </p:nvSpPr>
          <p:spPr>
            <a:xfrm>
              <a:off x="5057" y="1343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22" name="Line 157"/>
            <p:cNvSpPr/>
            <p:nvPr/>
          </p:nvSpPr>
          <p:spPr>
            <a:xfrm>
              <a:off x="4423" y="1661"/>
              <a:ext cx="0" cy="18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23" name="Line 158"/>
            <p:cNvSpPr/>
            <p:nvPr/>
          </p:nvSpPr>
          <p:spPr>
            <a:xfrm>
              <a:off x="4287" y="1843"/>
              <a:ext cx="318" cy="0"/>
            </a:xfrm>
            <a:prstGeom prst="line">
              <a:avLst/>
            </a:prstGeom>
            <a:ln w="571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24" name="Oval 159"/>
            <p:cNvSpPr/>
            <p:nvPr>
              <p:custDataLst>
                <p:tags r:id="rId30"/>
              </p:custDataLst>
            </p:nvPr>
          </p:nvSpPr>
          <p:spPr>
            <a:xfrm>
              <a:off x="4287" y="255"/>
              <a:ext cx="181" cy="182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1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1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25" name="Line 160"/>
            <p:cNvSpPr/>
            <p:nvPr/>
          </p:nvSpPr>
          <p:spPr>
            <a:xfrm>
              <a:off x="3450" y="482"/>
              <a:ext cx="0" cy="635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26" name="Rectangle 161"/>
            <p:cNvSpPr/>
            <p:nvPr>
              <p:custDataLst>
                <p:tags r:id="rId31"/>
              </p:custDataLst>
            </p:nvPr>
          </p:nvSpPr>
          <p:spPr>
            <a:xfrm>
              <a:off x="3381" y="705"/>
              <a:ext cx="107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27" name="Line 162"/>
            <p:cNvSpPr/>
            <p:nvPr/>
          </p:nvSpPr>
          <p:spPr>
            <a:xfrm>
              <a:off x="3450" y="482"/>
              <a:ext cx="1951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28" name="Line 163"/>
            <p:cNvSpPr/>
            <p:nvPr/>
          </p:nvSpPr>
          <p:spPr>
            <a:xfrm>
              <a:off x="5401" y="482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29" name="Line 164"/>
            <p:cNvSpPr/>
            <p:nvPr/>
          </p:nvSpPr>
          <p:spPr>
            <a:xfrm>
              <a:off x="3450" y="1661"/>
              <a:ext cx="1951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30" name="Line 165"/>
            <p:cNvSpPr/>
            <p:nvPr/>
          </p:nvSpPr>
          <p:spPr>
            <a:xfrm flipV="1">
              <a:off x="3450" y="1525"/>
              <a:ext cx="0" cy="1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31" name="Oval 166"/>
            <p:cNvSpPr/>
            <p:nvPr>
              <p:custDataLst>
                <p:tags r:id="rId32"/>
              </p:custDataLst>
            </p:nvPr>
          </p:nvSpPr>
          <p:spPr>
            <a:xfrm>
              <a:off x="3405" y="1435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32" name="Oval 167"/>
            <p:cNvSpPr/>
            <p:nvPr>
              <p:custDataLst>
                <p:tags r:id="rId33"/>
              </p:custDataLst>
            </p:nvPr>
          </p:nvSpPr>
          <p:spPr>
            <a:xfrm>
              <a:off x="3405" y="1117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48933" name="Rectangle 168"/>
            <p:cNvSpPr/>
            <p:nvPr>
              <p:custDataLst>
                <p:tags r:id="rId34"/>
              </p:custDataLst>
            </p:nvPr>
          </p:nvSpPr>
          <p:spPr>
            <a:xfrm>
              <a:off x="5338" y="705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graphicFrame>
          <p:nvGraphicFramePr>
            <p:cNvPr id="4194315" name="Object 171"/>
            <p:cNvGraphicFramePr>
              <a:graphicFrameLocks noChangeAspect="1"/>
            </p:cNvGraphicFramePr>
            <p:nvPr/>
          </p:nvGraphicFramePr>
          <p:xfrm>
            <a:off x="4014" y="527"/>
            <a:ext cx="284" cy="30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5" name="" showAsIcon="1" r:id="rId35" imgW="161290" imgH="161290" progId="Equation.3">
                    <p:embed/>
                  </p:oleObj>
                </mc:Choice>
                <mc:Fallback>
                  <p:oleObj name="" showAsIcon="1" r:id="rId35" imgW="161290" imgH="161290" progId="Equation.3">
                    <p:embed/>
                    <p:pic>
                      <p:nvPicPr>
                        <p:cNvPr id="0" name="图片 3084"/>
                        <p:cNvPicPr/>
                        <p:nvPr/>
                      </p:nvPicPr>
                      <p:blipFill>
                        <a:blip r:embed="rId36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014" y="527"/>
                          <a:ext cx="284" cy="302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194316" name="Object 172"/>
            <p:cNvGraphicFramePr>
              <a:graphicFrameLocks noChangeAspect="1"/>
            </p:cNvGraphicFramePr>
            <p:nvPr/>
          </p:nvGraphicFramePr>
          <p:xfrm>
            <a:off x="4967" y="572"/>
            <a:ext cx="285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4" name="" showAsIcon="1" r:id="rId37" imgW="161290" imgH="178435" progId="Equation.3">
                    <p:embed/>
                  </p:oleObj>
                </mc:Choice>
                <mc:Fallback>
                  <p:oleObj name="" showAsIcon="1" r:id="rId37" imgW="161290" imgH="178435" progId="Equation.3">
                    <p:embed/>
                    <p:pic>
                      <p:nvPicPr>
                        <p:cNvPr id="0" name="图片 3083"/>
                        <p:cNvPicPr/>
                        <p:nvPr/>
                      </p:nvPicPr>
                      <p:blipFill>
                        <a:blip r:embed="rId38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967" y="572"/>
                          <a:ext cx="285" cy="319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48934" name="Text Box 175"/>
          <p:cNvSpPr txBox="1"/>
          <p:nvPr/>
        </p:nvSpPr>
        <p:spPr>
          <a:xfrm>
            <a:off x="1703705" y="4292600"/>
            <a:ext cx="9411970" cy="583565"/>
          </a:xfrm>
          <a:prstGeom prst="rect">
            <a:avLst/>
          </a:prstGeom>
          <a:noFill/>
          <a:ln w="12700">
            <a:noFill/>
          </a:ln>
        </p:spPr>
        <p:txBody>
          <a:bodyPr wrap="squar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功率不能叠加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功率为电压和电流的乘积，为电源的二次函数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35" name="Text Box 176"/>
          <p:cNvSpPr txBox="1"/>
          <p:nvPr/>
        </p:nvSpPr>
        <p:spPr>
          <a:xfrm>
            <a:off x="1703546" y="4940459"/>
            <a:ext cx="5613400" cy="583565"/>
          </a:xfrm>
          <a:prstGeom prst="rect">
            <a:avLst/>
          </a:prstGeom>
          <a:noFill/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4.  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叠加时要注意各分量的参考方向。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36" name="Text Box 177"/>
          <p:cNvSpPr txBox="1"/>
          <p:nvPr/>
        </p:nvSpPr>
        <p:spPr>
          <a:xfrm>
            <a:off x="1703705" y="5523865"/>
            <a:ext cx="9638030" cy="953135"/>
          </a:xfrm>
          <a:prstGeom prst="rect">
            <a:avLst/>
          </a:prstGeom>
          <a:noFill/>
          <a:ln w="12700">
            <a:noFill/>
          </a:ln>
        </p:spPr>
        <p:txBody>
          <a:bodyPr wrap="squar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0"/>
              </a:spcBef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5.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含受控源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线性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电路亦可用叠加，但叠加只适用于独立源，受控源应始终保留。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49" name="Text Box 2"/>
          <p:cNvSpPr txBox="1"/>
          <p:nvPr>
            <p:custDataLst>
              <p:tags r:id="rId1"/>
            </p:custDataLst>
          </p:nvPr>
        </p:nvSpPr>
        <p:spPr>
          <a:xfrm>
            <a:off x="1919288" y="1571467"/>
            <a:ext cx="3744912" cy="521970"/>
          </a:xfrm>
          <a:prstGeom prst="rect">
            <a:avLst/>
          </a:prstGeom>
          <a:solidFill>
            <a:schemeClr val="accent5"/>
          </a:solidFill>
          <a:ln w="12700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4.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叠加定理的应用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50" name="Text Box 3"/>
          <p:cNvSpPr txBox="1"/>
          <p:nvPr>
            <p:custDataLst>
              <p:tags r:id="rId2"/>
            </p:custDataLst>
          </p:nvPr>
        </p:nvSpPr>
        <p:spPr>
          <a:xfrm>
            <a:off x="1559243" y="116205"/>
            <a:ext cx="8636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51" name="Text Box 41"/>
          <p:cNvSpPr txBox="1"/>
          <p:nvPr/>
        </p:nvSpPr>
        <p:spPr>
          <a:xfrm>
            <a:off x="3000375" y="2293620"/>
            <a:ext cx="2016125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求电压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U.</a:t>
            </a:r>
            <a:endParaRPr lang="en-US" altLang="zh-CN" sz="2400" b="1" i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51" name="Group 45"/>
          <p:cNvGrpSpPr/>
          <p:nvPr/>
        </p:nvGrpSpPr>
        <p:grpSpPr>
          <a:xfrm>
            <a:off x="4079875" y="3356610"/>
            <a:ext cx="4071938" cy="1919288"/>
            <a:chOff x="2653" y="424"/>
            <a:chExt cx="2565" cy="1209"/>
          </a:xfrm>
        </p:grpSpPr>
        <p:sp>
          <p:nvSpPr>
            <p:cNvPr id="1048952" name="Oval 32"/>
            <p:cNvSpPr/>
            <p:nvPr>
              <p:custDataLst>
                <p:tags r:id="rId3"/>
              </p:custDataLst>
            </p:nvPr>
          </p:nvSpPr>
          <p:spPr>
            <a:xfrm>
              <a:off x="2653" y="935"/>
              <a:ext cx="272" cy="272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53" name="Rectangle 7"/>
            <p:cNvSpPr/>
            <p:nvPr/>
          </p:nvSpPr>
          <p:spPr>
            <a:xfrm>
              <a:off x="2774" y="424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54" name="Line 8"/>
            <p:cNvSpPr/>
            <p:nvPr/>
          </p:nvSpPr>
          <p:spPr>
            <a:xfrm>
              <a:off x="3741" y="424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8955" name="Rectangle 9"/>
            <p:cNvSpPr/>
            <p:nvPr>
              <p:custDataLst>
                <p:tags r:id="rId4"/>
              </p:custDataLst>
            </p:nvPr>
          </p:nvSpPr>
          <p:spPr>
            <a:xfrm>
              <a:off x="4656" y="66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56" name="Rectangle 10"/>
            <p:cNvSpPr/>
            <p:nvPr>
              <p:custDataLst>
                <p:tags r:id="rId5"/>
              </p:custDataLst>
            </p:nvPr>
          </p:nvSpPr>
          <p:spPr>
            <a:xfrm>
              <a:off x="3688" y="66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57" name="Text Box 12"/>
            <p:cNvSpPr txBox="1"/>
            <p:nvPr>
              <p:custDataLst>
                <p:tags r:id="rId6"/>
              </p:custDataLst>
            </p:nvPr>
          </p:nvSpPr>
          <p:spPr>
            <a:xfrm>
              <a:off x="3288" y="617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58" name="Text Box 15"/>
            <p:cNvSpPr txBox="1"/>
            <p:nvPr>
              <p:custDataLst>
                <p:tags r:id="rId7"/>
              </p:custDataLst>
            </p:nvPr>
          </p:nvSpPr>
          <p:spPr>
            <a:xfrm>
              <a:off x="2880" y="934"/>
              <a:ext cx="44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59" name="Line 21"/>
            <p:cNvSpPr/>
            <p:nvPr/>
          </p:nvSpPr>
          <p:spPr>
            <a:xfrm>
              <a:off x="4105" y="1162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960" name="Text Box 22"/>
            <p:cNvSpPr txBox="1"/>
            <p:nvPr>
              <p:custDataLst>
                <p:tags r:id="rId8"/>
              </p:custDataLst>
            </p:nvPr>
          </p:nvSpPr>
          <p:spPr>
            <a:xfrm>
              <a:off x="4014" y="617"/>
              <a:ext cx="35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61" name="Text Box 25"/>
            <p:cNvSpPr txBox="1"/>
            <p:nvPr>
              <p:custDataLst>
                <p:tags r:id="rId9"/>
              </p:custDataLst>
            </p:nvPr>
          </p:nvSpPr>
          <p:spPr>
            <a:xfrm>
              <a:off x="2880" y="1161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62" name="Text Box 26"/>
            <p:cNvSpPr txBox="1"/>
            <p:nvPr>
              <p:custDataLst>
                <p:tags r:id="rId10"/>
              </p:custDataLst>
            </p:nvPr>
          </p:nvSpPr>
          <p:spPr>
            <a:xfrm>
              <a:off x="2880" y="662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63" name="Rectangle 33"/>
            <p:cNvSpPr/>
            <p:nvPr>
              <p:custDataLst>
                <p:tags r:id="rId11"/>
              </p:custDataLst>
            </p:nvPr>
          </p:nvSpPr>
          <p:spPr>
            <a:xfrm>
              <a:off x="3696" y="1137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64" name="Rectangle 34"/>
            <p:cNvSpPr/>
            <p:nvPr>
              <p:custDataLst>
                <p:tags r:id="rId12"/>
              </p:custDataLst>
            </p:nvPr>
          </p:nvSpPr>
          <p:spPr>
            <a:xfrm>
              <a:off x="4649" y="1137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65" name="Line 35"/>
            <p:cNvSpPr/>
            <p:nvPr/>
          </p:nvSpPr>
          <p:spPr>
            <a:xfrm>
              <a:off x="3742" y="1026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8966" name="Oval 36"/>
            <p:cNvSpPr/>
            <p:nvPr>
              <p:custDataLst>
                <p:tags r:id="rId13"/>
              </p:custDataLst>
            </p:nvPr>
          </p:nvSpPr>
          <p:spPr>
            <a:xfrm>
              <a:off x="4105" y="890"/>
              <a:ext cx="272" cy="227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67" name="Line 37"/>
            <p:cNvSpPr/>
            <p:nvPr>
              <p:custDataLst>
                <p:tags r:id="rId14"/>
              </p:custDataLst>
            </p:nvPr>
          </p:nvSpPr>
          <p:spPr>
            <a:xfrm>
              <a:off x="4241" y="890"/>
              <a:ext cx="0" cy="227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8968" name="Text Box 38"/>
            <p:cNvSpPr txBox="1"/>
            <p:nvPr>
              <p:custDataLst>
                <p:tags r:id="rId15"/>
              </p:custDataLst>
            </p:nvPr>
          </p:nvSpPr>
          <p:spPr>
            <a:xfrm>
              <a:off x="4740" y="662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69" name="Text Box 39"/>
            <p:cNvSpPr txBox="1"/>
            <p:nvPr>
              <p:custDataLst>
                <p:tags r:id="rId16"/>
              </p:custDataLst>
            </p:nvPr>
          </p:nvSpPr>
          <p:spPr>
            <a:xfrm>
              <a:off x="4262" y="1206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70" name="Text Box 40"/>
            <p:cNvSpPr txBox="1"/>
            <p:nvPr>
              <p:custDataLst>
                <p:tags r:id="rId17"/>
              </p:custDataLst>
            </p:nvPr>
          </p:nvSpPr>
          <p:spPr>
            <a:xfrm>
              <a:off x="3288" y="1161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71" name="Text Box 42"/>
            <p:cNvSpPr txBox="1"/>
            <p:nvPr>
              <p:custDataLst>
                <p:tags r:id="rId18"/>
              </p:custDataLst>
            </p:nvPr>
          </p:nvSpPr>
          <p:spPr>
            <a:xfrm>
              <a:off x="4785" y="889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72" name="Text Box 43"/>
            <p:cNvSpPr txBox="1"/>
            <p:nvPr>
              <p:custDataLst>
                <p:tags r:id="rId19"/>
              </p:custDataLst>
            </p:nvPr>
          </p:nvSpPr>
          <p:spPr>
            <a:xfrm>
              <a:off x="4741" y="1343"/>
              <a:ext cx="30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48973" name="Text Box 44"/>
            <p:cNvSpPr txBox="1"/>
            <p:nvPr>
              <p:custDataLst>
                <p:tags r:id="rId20"/>
              </p:custDataLst>
            </p:nvPr>
          </p:nvSpPr>
          <p:spPr>
            <a:xfrm>
              <a:off x="4830" y="1116"/>
              <a:ext cx="255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71" name=""/>
        <p:cNvGrpSpPr/>
        <p:nvPr/>
      </p:nvGrpSpPr>
      <p:grpSpPr/>
      <p:grpSp>
        <p:nvGrpSpPr>
          <p:cNvPr id="472" name="Group 45"/>
          <p:cNvGrpSpPr/>
          <p:nvPr/>
        </p:nvGrpSpPr>
        <p:grpSpPr>
          <a:xfrm>
            <a:off x="431165" y="2205355"/>
            <a:ext cx="4071938" cy="1919288"/>
            <a:chOff x="2653" y="424"/>
            <a:chExt cx="2565" cy="1209"/>
          </a:xfrm>
        </p:grpSpPr>
        <p:sp>
          <p:nvSpPr>
            <p:cNvPr id="1048986" name="Oval 32"/>
            <p:cNvSpPr/>
            <p:nvPr>
              <p:custDataLst>
                <p:tags r:id="rId1"/>
              </p:custDataLst>
            </p:nvPr>
          </p:nvSpPr>
          <p:spPr>
            <a:xfrm>
              <a:off x="2653" y="935"/>
              <a:ext cx="272" cy="272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87" name="Rectangle 7"/>
            <p:cNvSpPr/>
            <p:nvPr/>
          </p:nvSpPr>
          <p:spPr>
            <a:xfrm>
              <a:off x="2774" y="424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88" name="Line 8"/>
            <p:cNvSpPr/>
            <p:nvPr/>
          </p:nvSpPr>
          <p:spPr>
            <a:xfrm>
              <a:off x="3741" y="424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8989" name="Rectangle 9"/>
            <p:cNvSpPr/>
            <p:nvPr>
              <p:custDataLst>
                <p:tags r:id="rId2"/>
              </p:custDataLst>
            </p:nvPr>
          </p:nvSpPr>
          <p:spPr>
            <a:xfrm>
              <a:off x="4656" y="66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90" name="Rectangle 10"/>
            <p:cNvSpPr/>
            <p:nvPr>
              <p:custDataLst>
                <p:tags r:id="rId3"/>
              </p:custDataLst>
            </p:nvPr>
          </p:nvSpPr>
          <p:spPr>
            <a:xfrm>
              <a:off x="3688" y="66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91" name="Text Box 12"/>
            <p:cNvSpPr txBox="1"/>
            <p:nvPr>
              <p:custDataLst>
                <p:tags r:id="rId4"/>
              </p:custDataLst>
            </p:nvPr>
          </p:nvSpPr>
          <p:spPr>
            <a:xfrm>
              <a:off x="3288" y="617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92" name="Text Box 15"/>
            <p:cNvSpPr txBox="1"/>
            <p:nvPr>
              <p:custDataLst>
                <p:tags r:id="rId5"/>
              </p:custDataLst>
            </p:nvPr>
          </p:nvSpPr>
          <p:spPr>
            <a:xfrm>
              <a:off x="2880" y="934"/>
              <a:ext cx="44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93" name="Line 21"/>
            <p:cNvSpPr/>
            <p:nvPr/>
          </p:nvSpPr>
          <p:spPr>
            <a:xfrm>
              <a:off x="4105" y="1162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8994" name="Text Box 22"/>
            <p:cNvSpPr txBox="1"/>
            <p:nvPr>
              <p:custDataLst>
                <p:tags r:id="rId6"/>
              </p:custDataLst>
            </p:nvPr>
          </p:nvSpPr>
          <p:spPr>
            <a:xfrm>
              <a:off x="4014" y="617"/>
              <a:ext cx="35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95" name="Text Box 25"/>
            <p:cNvSpPr txBox="1"/>
            <p:nvPr>
              <p:custDataLst>
                <p:tags r:id="rId7"/>
              </p:custDataLst>
            </p:nvPr>
          </p:nvSpPr>
          <p:spPr>
            <a:xfrm>
              <a:off x="2880" y="1161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96" name="Text Box 26"/>
            <p:cNvSpPr txBox="1"/>
            <p:nvPr>
              <p:custDataLst>
                <p:tags r:id="rId8"/>
              </p:custDataLst>
            </p:nvPr>
          </p:nvSpPr>
          <p:spPr>
            <a:xfrm>
              <a:off x="2880" y="662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97" name="Rectangle 33"/>
            <p:cNvSpPr/>
            <p:nvPr>
              <p:custDataLst>
                <p:tags r:id="rId9"/>
              </p:custDataLst>
            </p:nvPr>
          </p:nvSpPr>
          <p:spPr>
            <a:xfrm>
              <a:off x="3696" y="1137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98" name="Rectangle 34"/>
            <p:cNvSpPr/>
            <p:nvPr>
              <p:custDataLst>
                <p:tags r:id="rId10"/>
              </p:custDataLst>
            </p:nvPr>
          </p:nvSpPr>
          <p:spPr>
            <a:xfrm>
              <a:off x="4649" y="1137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8999" name="Line 35"/>
            <p:cNvSpPr/>
            <p:nvPr/>
          </p:nvSpPr>
          <p:spPr>
            <a:xfrm>
              <a:off x="3742" y="1026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00" name="Oval 36"/>
            <p:cNvSpPr/>
            <p:nvPr>
              <p:custDataLst>
                <p:tags r:id="rId11"/>
              </p:custDataLst>
            </p:nvPr>
          </p:nvSpPr>
          <p:spPr>
            <a:xfrm>
              <a:off x="4105" y="890"/>
              <a:ext cx="272" cy="227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01" name="Line 37"/>
            <p:cNvSpPr/>
            <p:nvPr>
              <p:custDataLst>
                <p:tags r:id="rId12"/>
              </p:custDataLst>
            </p:nvPr>
          </p:nvSpPr>
          <p:spPr>
            <a:xfrm>
              <a:off x="4241" y="890"/>
              <a:ext cx="0" cy="227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002" name="Text Box 38"/>
            <p:cNvSpPr txBox="1"/>
            <p:nvPr>
              <p:custDataLst>
                <p:tags r:id="rId13"/>
              </p:custDataLst>
            </p:nvPr>
          </p:nvSpPr>
          <p:spPr>
            <a:xfrm>
              <a:off x="4740" y="662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03" name="Text Box 39"/>
            <p:cNvSpPr txBox="1"/>
            <p:nvPr>
              <p:custDataLst>
                <p:tags r:id="rId14"/>
              </p:custDataLst>
            </p:nvPr>
          </p:nvSpPr>
          <p:spPr>
            <a:xfrm>
              <a:off x="4262" y="1206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04" name="Text Box 40"/>
            <p:cNvSpPr txBox="1"/>
            <p:nvPr>
              <p:custDataLst>
                <p:tags r:id="rId15"/>
              </p:custDataLst>
            </p:nvPr>
          </p:nvSpPr>
          <p:spPr>
            <a:xfrm>
              <a:off x="3288" y="1161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05" name="Text Box 42"/>
            <p:cNvSpPr txBox="1"/>
            <p:nvPr>
              <p:custDataLst>
                <p:tags r:id="rId16"/>
              </p:custDataLst>
            </p:nvPr>
          </p:nvSpPr>
          <p:spPr>
            <a:xfrm>
              <a:off x="4785" y="889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06" name="Text Box 43"/>
            <p:cNvSpPr txBox="1"/>
            <p:nvPr>
              <p:custDataLst>
                <p:tags r:id="rId17"/>
              </p:custDataLst>
            </p:nvPr>
          </p:nvSpPr>
          <p:spPr>
            <a:xfrm>
              <a:off x="4741" y="1343"/>
              <a:ext cx="30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49007" name="Text Box 44"/>
            <p:cNvSpPr txBox="1"/>
            <p:nvPr>
              <p:custDataLst>
                <p:tags r:id="rId18"/>
              </p:custDataLst>
            </p:nvPr>
          </p:nvSpPr>
          <p:spPr>
            <a:xfrm>
              <a:off x="4830" y="1116"/>
              <a:ext cx="255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473" name="Group 95"/>
          <p:cNvGrpSpPr/>
          <p:nvPr/>
        </p:nvGrpSpPr>
        <p:grpSpPr>
          <a:xfrm>
            <a:off x="7056438" y="1941195"/>
            <a:ext cx="3397250" cy="1992313"/>
            <a:chOff x="567" y="2432"/>
            <a:chExt cx="2140" cy="1255"/>
          </a:xfrm>
        </p:grpSpPr>
        <p:sp>
          <p:nvSpPr>
            <p:cNvPr id="1049008" name="Oval 70"/>
            <p:cNvSpPr/>
            <p:nvPr>
              <p:custDataLst>
                <p:tags r:id="rId19"/>
              </p:custDataLst>
            </p:nvPr>
          </p:nvSpPr>
          <p:spPr>
            <a:xfrm>
              <a:off x="567" y="2989"/>
              <a:ext cx="272" cy="272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09" name="Rectangle 71"/>
            <p:cNvSpPr/>
            <p:nvPr/>
          </p:nvSpPr>
          <p:spPr>
            <a:xfrm>
              <a:off x="688" y="2432"/>
              <a:ext cx="1602" cy="1230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10" name="Line 72"/>
            <p:cNvSpPr/>
            <p:nvPr/>
          </p:nvSpPr>
          <p:spPr>
            <a:xfrm>
              <a:off x="1655" y="2432"/>
              <a:ext cx="0" cy="123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11" name="Rectangle 73"/>
            <p:cNvSpPr/>
            <p:nvPr>
              <p:custDataLst>
                <p:tags r:id="rId20"/>
              </p:custDataLst>
            </p:nvPr>
          </p:nvSpPr>
          <p:spPr>
            <a:xfrm>
              <a:off x="2245" y="2614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12" name="Rectangle 74"/>
            <p:cNvSpPr/>
            <p:nvPr>
              <p:custDataLst>
                <p:tags r:id="rId21"/>
              </p:custDataLst>
            </p:nvPr>
          </p:nvSpPr>
          <p:spPr>
            <a:xfrm>
              <a:off x="1602" y="2614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13" name="Text Box 75"/>
            <p:cNvSpPr txBox="1"/>
            <p:nvPr>
              <p:custDataLst>
                <p:tags r:id="rId22"/>
              </p:custDataLst>
            </p:nvPr>
          </p:nvSpPr>
          <p:spPr>
            <a:xfrm>
              <a:off x="1202" y="2671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14" name="Text Box 76"/>
            <p:cNvSpPr txBox="1"/>
            <p:nvPr>
              <p:custDataLst>
                <p:tags r:id="rId23"/>
              </p:custDataLst>
            </p:nvPr>
          </p:nvSpPr>
          <p:spPr>
            <a:xfrm>
              <a:off x="794" y="2988"/>
              <a:ext cx="44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15" name="Text Box 79"/>
            <p:cNvSpPr txBox="1"/>
            <p:nvPr>
              <p:custDataLst>
                <p:tags r:id="rId24"/>
              </p:custDataLst>
            </p:nvPr>
          </p:nvSpPr>
          <p:spPr>
            <a:xfrm>
              <a:off x="794" y="3215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16" name="Text Box 80"/>
            <p:cNvSpPr txBox="1"/>
            <p:nvPr>
              <p:custDataLst>
                <p:tags r:id="rId25"/>
              </p:custDataLst>
            </p:nvPr>
          </p:nvSpPr>
          <p:spPr>
            <a:xfrm>
              <a:off x="794" y="2716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17" name="Rectangle 81"/>
            <p:cNvSpPr/>
            <p:nvPr>
              <p:custDataLst>
                <p:tags r:id="rId26"/>
              </p:custDataLst>
            </p:nvPr>
          </p:nvSpPr>
          <p:spPr>
            <a:xfrm>
              <a:off x="1610" y="319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18" name="Rectangle 82"/>
            <p:cNvSpPr/>
            <p:nvPr>
              <p:custDataLst>
                <p:tags r:id="rId27"/>
              </p:custDataLst>
            </p:nvPr>
          </p:nvSpPr>
          <p:spPr>
            <a:xfrm>
              <a:off x="2245" y="319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19" name="Text Box 86"/>
            <p:cNvSpPr txBox="1"/>
            <p:nvPr>
              <p:custDataLst>
                <p:tags r:id="rId28"/>
              </p:custDataLst>
            </p:nvPr>
          </p:nvSpPr>
          <p:spPr>
            <a:xfrm>
              <a:off x="1837" y="2613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20" name="Text Box 87"/>
            <p:cNvSpPr txBox="1"/>
            <p:nvPr>
              <p:custDataLst>
                <p:tags r:id="rId29"/>
              </p:custDataLst>
            </p:nvPr>
          </p:nvSpPr>
          <p:spPr>
            <a:xfrm>
              <a:off x="1791" y="3202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21" name="Text Box 88"/>
            <p:cNvSpPr txBox="1"/>
            <p:nvPr>
              <p:custDataLst>
                <p:tags r:id="rId30"/>
              </p:custDataLst>
            </p:nvPr>
          </p:nvSpPr>
          <p:spPr>
            <a:xfrm>
              <a:off x="1202" y="3215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22" name="Text Box 89"/>
            <p:cNvSpPr txBox="1"/>
            <p:nvPr>
              <p:custDataLst>
                <p:tags r:id="rId31"/>
              </p:custDataLst>
            </p:nvPr>
          </p:nvSpPr>
          <p:spPr>
            <a:xfrm>
              <a:off x="2335" y="2943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23" name="Text Box 90"/>
            <p:cNvSpPr txBox="1"/>
            <p:nvPr>
              <p:custDataLst>
                <p:tags r:id="rId32"/>
              </p:custDataLst>
            </p:nvPr>
          </p:nvSpPr>
          <p:spPr>
            <a:xfrm>
              <a:off x="2291" y="3397"/>
              <a:ext cx="30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49024" name="Text Box 91"/>
            <p:cNvSpPr txBox="1"/>
            <p:nvPr>
              <p:custDataLst>
                <p:tags r:id="rId33"/>
              </p:custDataLst>
            </p:nvPr>
          </p:nvSpPr>
          <p:spPr>
            <a:xfrm>
              <a:off x="2307" y="3170"/>
              <a:ext cx="40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(1)</a:t>
              </a:r>
              <a:endParaRPr lang="en-US" altLang="zh-CN" sz="2400" b="1" i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474" name="Group 92"/>
          <p:cNvGrpSpPr/>
          <p:nvPr/>
        </p:nvGrpSpPr>
        <p:grpSpPr>
          <a:xfrm>
            <a:off x="4871720" y="2372995"/>
            <a:ext cx="1368425" cy="1152525"/>
            <a:chOff x="2789" y="1298"/>
            <a:chExt cx="862" cy="726"/>
          </a:xfrm>
        </p:grpSpPr>
        <p:sp>
          <p:nvSpPr>
            <p:cNvPr id="1049025" name="AutoShape 93"/>
            <p:cNvSpPr/>
            <p:nvPr>
              <p:custDataLst>
                <p:tags r:id="rId34"/>
              </p:custDataLst>
            </p:nvPr>
          </p:nvSpPr>
          <p:spPr>
            <a:xfrm>
              <a:off x="2835" y="1842"/>
              <a:ext cx="816" cy="182"/>
            </a:xfrm>
            <a:prstGeom prst="rightArrow">
              <a:avLst>
                <a:gd name="adj1" fmla="val 50000"/>
                <a:gd name="adj2" fmla="val 112087"/>
              </a:avLst>
            </a:pr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26" name="Text Box 94"/>
            <p:cNvSpPr txBox="1"/>
            <p:nvPr/>
          </p:nvSpPr>
          <p:spPr>
            <a:xfrm>
              <a:off x="2789" y="1298"/>
              <a:ext cx="726" cy="52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画出分电路图</a:t>
              </a:r>
              <a:endPara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027" name="Text Box 98"/>
          <p:cNvSpPr txBox="1"/>
          <p:nvPr/>
        </p:nvSpPr>
        <p:spPr>
          <a:xfrm>
            <a:off x="262573" y="1484630"/>
            <a:ext cx="2376487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12V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17" name="Object 99"/>
          <p:cNvGraphicFramePr>
            <a:graphicFrameLocks noChangeAspect="1"/>
          </p:cNvGraphicFramePr>
          <p:nvPr>
            <p:custDataLst>
              <p:tags r:id="rId35"/>
            </p:custDataLst>
          </p:nvPr>
        </p:nvGraphicFramePr>
        <p:xfrm>
          <a:off x="7248208" y="4796790"/>
          <a:ext cx="2901950" cy="868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8" name="" showAsIcon="1" r:id="rId36" imgW="1197610" imgH="326390" progId="Equation.3">
                  <p:embed/>
                </p:oleObj>
              </mc:Choice>
              <mc:Fallback>
                <p:oleObj name="" showAsIcon="1" r:id="rId36" imgW="1197610" imgH="326390" progId="Equation.3">
                  <p:embed/>
                  <p:pic>
                    <p:nvPicPr>
                      <p:cNvPr id="0" name="图片 3087"/>
                      <p:cNvPicPr/>
                      <p:nvPr/>
                    </p:nvPicPr>
                    <p:blipFill>
                      <a:blip r:embed="rId37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7248208" y="4796790"/>
                        <a:ext cx="2901950" cy="868363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028" name="Text Box 103"/>
          <p:cNvSpPr txBox="1"/>
          <p:nvPr>
            <p:custDataLst>
              <p:tags r:id="rId38"/>
            </p:custDataLst>
          </p:nvPr>
        </p:nvSpPr>
        <p:spPr>
          <a:xfrm>
            <a:off x="551498" y="908368"/>
            <a:ext cx="576262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cxnSp>
        <p:nvCxnSpPr>
          <p:cNvPr id="3145728" name="曲线连接符 1"/>
          <p:cNvCxnSpPr/>
          <p:nvPr>
            <p:custDataLst>
              <p:tags r:id="rId39"/>
            </p:custDataLst>
          </p:nvPr>
        </p:nvCxnSpPr>
        <p:spPr>
          <a:xfrm flipV="1">
            <a:off x="6671945" y="1340485"/>
            <a:ext cx="1369695" cy="938530"/>
          </a:xfrm>
          <a:prstGeom prst="curvedConnector3">
            <a:avLst>
              <a:gd name="adj1" fmla="val 30690"/>
            </a:avLst>
          </a:prstGeom>
          <a:ln>
            <a:solidFill>
              <a:schemeClr val="accent5">
                <a:shade val="95000"/>
                <a:satMod val="10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94" name=""/>
        <p:cNvGrpSpPr/>
        <p:nvPr/>
      </p:nvGrpSpPr>
      <p:grpSpPr/>
      <p:grpSp>
        <p:nvGrpSpPr>
          <p:cNvPr id="495" name="Group 45"/>
          <p:cNvGrpSpPr/>
          <p:nvPr/>
        </p:nvGrpSpPr>
        <p:grpSpPr>
          <a:xfrm>
            <a:off x="1223010" y="3253105"/>
            <a:ext cx="4071938" cy="1919288"/>
            <a:chOff x="2653" y="424"/>
            <a:chExt cx="2565" cy="1209"/>
          </a:xfrm>
        </p:grpSpPr>
        <p:sp>
          <p:nvSpPr>
            <p:cNvPr id="1049041" name="Oval 32"/>
            <p:cNvSpPr/>
            <p:nvPr>
              <p:custDataLst>
                <p:tags r:id="rId1"/>
              </p:custDataLst>
            </p:nvPr>
          </p:nvSpPr>
          <p:spPr>
            <a:xfrm>
              <a:off x="2653" y="935"/>
              <a:ext cx="272" cy="272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42" name="Rectangle 7"/>
            <p:cNvSpPr/>
            <p:nvPr/>
          </p:nvSpPr>
          <p:spPr>
            <a:xfrm>
              <a:off x="2774" y="424"/>
              <a:ext cx="1936" cy="118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43" name="Line 8"/>
            <p:cNvSpPr/>
            <p:nvPr/>
          </p:nvSpPr>
          <p:spPr>
            <a:xfrm>
              <a:off x="3741" y="424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44" name="Rectangle 9"/>
            <p:cNvSpPr/>
            <p:nvPr>
              <p:custDataLst>
                <p:tags r:id="rId2"/>
              </p:custDataLst>
            </p:nvPr>
          </p:nvSpPr>
          <p:spPr>
            <a:xfrm>
              <a:off x="4656" y="66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45" name="Rectangle 10"/>
            <p:cNvSpPr/>
            <p:nvPr>
              <p:custDataLst>
                <p:tags r:id="rId3"/>
              </p:custDataLst>
            </p:nvPr>
          </p:nvSpPr>
          <p:spPr>
            <a:xfrm>
              <a:off x="3688" y="660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46" name="Text Box 12"/>
            <p:cNvSpPr txBox="1"/>
            <p:nvPr>
              <p:custDataLst>
                <p:tags r:id="rId4"/>
              </p:custDataLst>
            </p:nvPr>
          </p:nvSpPr>
          <p:spPr>
            <a:xfrm>
              <a:off x="3288" y="617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47" name="Text Box 15"/>
            <p:cNvSpPr txBox="1"/>
            <p:nvPr>
              <p:custDataLst>
                <p:tags r:id="rId5"/>
              </p:custDataLst>
            </p:nvPr>
          </p:nvSpPr>
          <p:spPr>
            <a:xfrm>
              <a:off x="2880" y="934"/>
              <a:ext cx="44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48" name="Line 21"/>
            <p:cNvSpPr/>
            <p:nvPr/>
          </p:nvSpPr>
          <p:spPr>
            <a:xfrm>
              <a:off x="4105" y="1162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049" name="Text Box 22"/>
            <p:cNvSpPr txBox="1"/>
            <p:nvPr>
              <p:custDataLst>
                <p:tags r:id="rId6"/>
              </p:custDataLst>
            </p:nvPr>
          </p:nvSpPr>
          <p:spPr>
            <a:xfrm>
              <a:off x="4014" y="617"/>
              <a:ext cx="35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50" name="Text Box 25"/>
            <p:cNvSpPr txBox="1"/>
            <p:nvPr>
              <p:custDataLst>
                <p:tags r:id="rId7"/>
              </p:custDataLst>
            </p:nvPr>
          </p:nvSpPr>
          <p:spPr>
            <a:xfrm>
              <a:off x="2880" y="1161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51" name="Text Box 26"/>
            <p:cNvSpPr txBox="1"/>
            <p:nvPr>
              <p:custDataLst>
                <p:tags r:id="rId8"/>
              </p:custDataLst>
            </p:nvPr>
          </p:nvSpPr>
          <p:spPr>
            <a:xfrm>
              <a:off x="2880" y="662"/>
              <a:ext cx="2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52" name="Rectangle 33"/>
            <p:cNvSpPr/>
            <p:nvPr>
              <p:custDataLst>
                <p:tags r:id="rId9"/>
              </p:custDataLst>
            </p:nvPr>
          </p:nvSpPr>
          <p:spPr>
            <a:xfrm>
              <a:off x="3696" y="1137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53" name="Rectangle 34"/>
            <p:cNvSpPr/>
            <p:nvPr>
              <p:custDataLst>
                <p:tags r:id="rId10"/>
              </p:custDataLst>
            </p:nvPr>
          </p:nvSpPr>
          <p:spPr>
            <a:xfrm>
              <a:off x="4649" y="1137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54" name="Line 35"/>
            <p:cNvSpPr/>
            <p:nvPr/>
          </p:nvSpPr>
          <p:spPr>
            <a:xfrm>
              <a:off x="3742" y="1026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55" name="Oval 36"/>
            <p:cNvSpPr/>
            <p:nvPr>
              <p:custDataLst>
                <p:tags r:id="rId11"/>
              </p:custDataLst>
            </p:nvPr>
          </p:nvSpPr>
          <p:spPr>
            <a:xfrm>
              <a:off x="4105" y="890"/>
              <a:ext cx="272" cy="227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56" name="Line 37"/>
            <p:cNvSpPr/>
            <p:nvPr>
              <p:custDataLst>
                <p:tags r:id="rId12"/>
              </p:custDataLst>
            </p:nvPr>
          </p:nvSpPr>
          <p:spPr>
            <a:xfrm>
              <a:off x="4241" y="890"/>
              <a:ext cx="0" cy="227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057" name="Text Box 38"/>
            <p:cNvSpPr txBox="1"/>
            <p:nvPr>
              <p:custDataLst>
                <p:tags r:id="rId13"/>
              </p:custDataLst>
            </p:nvPr>
          </p:nvSpPr>
          <p:spPr>
            <a:xfrm>
              <a:off x="4740" y="662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58" name="Text Box 39"/>
            <p:cNvSpPr txBox="1"/>
            <p:nvPr>
              <p:custDataLst>
                <p:tags r:id="rId14"/>
              </p:custDataLst>
            </p:nvPr>
          </p:nvSpPr>
          <p:spPr>
            <a:xfrm>
              <a:off x="4262" y="1206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59" name="Text Box 40"/>
            <p:cNvSpPr txBox="1"/>
            <p:nvPr>
              <p:custDataLst>
                <p:tags r:id="rId15"/>
              </p:custDataLst>
            </p:nvPr>
          </p:nvSpPr>
          <p:spPr>
            <a:xfrm>
              <a:off x="3288" y="1161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60" name="Text Box 42"/>
            <p:cNvSpPr txBox="1"/>
            <p:nvPr>
              <p:custDataLst>
                <p:tags r:id="rId16"/>
              </p:custDataLst>
            </p:nvPr>
          </p:nvSpPr>
          <p:spPr>
            <a:xfrm>
              <a:off x="4785" y="889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61" name="Text Box 43"/>
            <p:cNvSpPr txBox="1"/>
            <p:nvPr>
              <p:custDataLst>
                <p:tags r:id="rId17"/>
              </p:custDataLst>
            </p:nvPr>
          </p:nvSpPr>
          <p:spPr>
            <a:xfrm>
              <a:off x="4741" y="1343"/>
              <a:ext cx="30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49062" name="Text Box 44"/>
            <p:cNvSpPr txBox="1"/>
            <p:nvPr>
              <p:custDataLst>
                <p:tags r:id="rId18"/>
              </p:custDataLst>
            </p:nvPr>
          </p:nvSpPr>
          <p:spPr>
            <a:xfrm>
              <a:off x="4830" y="1116"/>
              <a:ext cx="255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496" name="Group 96"/>
          <p:cNvGrpSpPr/>
          <p:nvPr/>
        </p:nvGrpSpPr>
        <p:grpSpPr>
          <a:xfrm>
            <a:off x="6239828" y="2924810"/>
            <a:ext cx="3279775" cy="1919288"/>
            <a:chOff x="3515" y="2478"/>
            <a:chExt cx="2066" cy="1209"/>
          </a:xfrm>
        </p:grpSpPr>
        <p:sp>
          <p:nvSpPr>
            <p:cNvPr id="1049063" name="Rectangle 48"/>
            <p:cNvSpPr/>
            <p:nvPr/>
          </p:nvSpPr>
          <p:spPr>
            <a:xfrm>
              <a:off x="3515" y="2478"/>
              <a:ext cx="1558" cy="1179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64" name="Line 49"/>
            <p:cNvSpPr/>
            <p:nvPr/>
          </p:nvSpPr>
          <p:spPr>
            <a:xfrm>
              <a:off x="4104" y="2478"/>
              <a:ext cx="0" cy="11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65" name="Rectangle 50"/>
            <p:cNvSpPr/>
            <p:nvPr>
              <p:custDataLst>
                <p:tags r:id="rId19"/>
              </p:custDataLst>
            </p:nvPr>
          </p:nvSpPr>
          <p:spPr>
            <a:xfrm>
              <a:off x="5019" y="2714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66" name="Rectangle 51"/>
            <p:cNvSpPr/>
            <p:nvPr>
              <p:custDataLst>
                <p:tags r:id="rId20"/>
              </p:custDataLst>
            </p:nvPr>
          </p:nvSpPr>
          <p:spPr>
            <a:xfrm>
              <a:off x="4051" y="2714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67" name="Text Box 52"/>
            <p:cNvSpPr txBox="1"/>
            <p:nvPr>
              <p:custDataLst>
                <p:tags r:id="rId21"/>
              </p:custDataLst>
            </p:nvPr>
          </p:nvSpPr>
          <p:spPr>
            <a:xfrm>
              <a:off x="3651" y="2671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68" name="Line 54"/>
            <p:cNvSpPr/>
            <p:nvPr/>
          </p:nvSpPr>
          <p:spPr>
            <a:xfrm>
              <a:off x="4468" y="3216"/>
              <a:ext cx="32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069" name="Text Box 55"/>
            <p:cNvSpPr txBox="1"/>
            <p:nvPr>
              <p:custDataLst>
                <p:tags r:id="rId22"/>
              </p:custDataLst>
            </p:nvPr>
          </p:nvSpPr>
          <p:spPr>
            <a:xfrm>
              <a:off x="4377" y="2671"/>
              <a:ext cx="35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70" name="Rectangle 58"/>
            <p:cNvSpPr/>
            <p:nvPr>
              <p:custDataLst>
                <p:tags r:id="rId23"/>
              </p:custDataLst>
            </p:nvPr>
          </p:nvSpPr>
          <p:spPr>
            <a:xfrm>
              <a:off x="4059" y="319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71" name="Rectangle 59"/>
            <p:cNvSpPr/>
            <p:nvPr>
              <p:custDataLst>
                <p:tags r:id="rId24"/>
              </p:custDataLst>
            </p:nvPr>
          </p:nvSpPr>
          <p:spPr>
            <a:xfrm>
              <a:off x="5012" y="3191"/>
              <a:ext cx="108" cy="29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2075" tIns="46038" rIns="92075" bIns="46038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72" name="Line 60"/>
            <p:cNvSpPr/>
            <p:nvPr/>
          </p:nvSpPr>
          <p:spPr>
            <a:xfrm>
              <a:off x="4105" y="3080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73" name="Oval 61"/>
            <p:cNvSpPr/>
            <p:nvPr>
              <p:custDataLst>
                <p:tags r:id="rId25"/>
              </p:custDataLst>
            </p:nvPr>
          </p:nvSpPr>
          <p:spPr>
            <a:xfrm>
              <a:off x="4468" y="2944"/>
              <a:ext cx="272" cy="227"/>
            </a:xfrm>
            <a:prstGeom prst="ellipse">
              <a:avLst/>
            </a:prstGeom>
            <a:solidFill>
              <a:schemeClr val="accent6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74" name="Line 62"/>
            <p:cNvSpPr/>
            <p:nvPr>
              <p:custDataLst>
                <p:tags r:id="rId26"/>
              </p:custDataLst>
            </p:nvPr>
          </p:nvSpPr>
          <p:spPr>
            <a:xfrm>
              <a:off x="4604" y="2944"/>
              <a:ext cx="0" cy="227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075" name="Text Box 63"/>
            <p:cNvSpPr txBox="1"/>
            <p:nvPr>
              <p:custDataLst>
                <p:tags r:id="rId27"/>
              </p:custDataLst>
            </p:nvPr>
          </p:nvSpPr>
          <p:spPr>
            <a:xfrm>
              <a:off x="5103" y="2716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76" name="Text Box 64"/>
            <p:cNvSpPr txBox="1"/>
            <p:nvPr>
              <p:custDataLst>
                <p:tags r:id="rId28"/>
              </p:custDataLst>
            </p:nvPr>
          </p:nvSpPr>
          <p:spPr>
            <a:xfrm>
              <a:off x="4625" y="3260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77" name="Text Box 65"/>
            <p:cNvSpPr txBox="1"/>
            <p:nvPr>
              <p:custDataLst>
                <p:tags r:id="rId29"/>
              </p:custDataLst>
            </p:nvPr>
          </p:nvSpPr>
          <p:spPr>
            <a:xfrm>
              <a:off x="3651" y="3215"/>
              <a:ext cx="47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78" name="Text Box 66"/>
            <p:cNvSpPr txBox="1"/>
            <p:nvPr>
              <p:custDataLst>
                <p:tags r:id="rId30"/>
              </p:custDataLst>
            </p:nvPr>
          </p:nvSpPr>
          <p:spPr>
            <a:xfrm>
              <a:off x="5148" y="2943"/>
              <a:ext cx="22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79" name="Text Box 67"/>
            <p:cNvSpPr txBox="1"/>
            <p:nvPr>
              <p:custDataLst>
                <p:tags r:id="rId31"/>
              </p:custDataLst>
            </p:nvPr>
          </p:nvSpPr>
          <p:spPr>
            <a:xfrm>
              <a:off x="5104" y="3397"/>
              <a:ext cx="30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49080" name="Text Box 68"/>
            <p:cNvSpPr txBox="1"/>
            <p:nvPr>
              <p:custDataLst>
                <p:tags r:id="rId32"/>
              </p:custDataLst>
            </p:nvPr>
          </p:nvSpPr>
          <p:spPr>
            <a:xfrm>
              <a:off x="5078" y="3170"/>
              <a:ext cx="48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2075" tIns="46038" rIns="92075" bIns="46038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(2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081" name="Text Box 100"/>
          <p:cNvSpPr txBox="1"/>
          <p:nvPr/>
        </p:nvSpPr>
        <p:spPr>
          <a:xfrm>
            <a:off x="465773" y="2473960"/>
            <a:ext cx="2376487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3A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18" name="Object 101"/>
          <p:cNvGraphicFramePr>
            <a:graphicFrameLocks noChangeAspect="1"/>
          </p:cNvGraphicFramePr>
          <p:nvPr>
            <p:custDataLst>
              <p:tags r:id="rId33"/>
            </p:custDataLst>
          </p:nvPr>
        </p:nvGraphicFramePr>
        <p:xfrm>
          <a:off x="7103428" y="1700530"/>
          <a:ext cx="2982912" cy="487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7" name="" showAsIcon="1" r:id="rId34" imgW="1232535" imgH="161290" progId="Equation.3">
                  <p:embed/>
                </p:oleObj>
              </mc:Choice>
              <mc:Fallback>
                <p:oleObj name="" showAsIcon="1" r:id="rId34" imgW="1232535" imgH="161290" progId="Equation.3">
                  <p:embed/>
                  <p:pic>
                    <p:nvPicPr>
                      <p:cNvPr id="0" name="图片 3086"/>
                      <p:cNvPicPr/>
                      <p:nvPr/>
                    </p:nvPicPr>
                    <p:blipFill>
                      <a:blip r:embed="rId35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7103428" y="1700530"/>
                        <a:ext cx="2982912" cy="487363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9" name="Object 102"/>
          <p:cNvGraphicFramePr>
            <a:graphicFrameLocks noChangeAspect="1"/>
          </p:cNvGraphicFramePr>
          <p:nvPr>
            <p:custDataLst>
              <p:tags r:id="rId36"/>
            </p:custDataLst>
          </p:nvPr>
        </p:nvGraphicFramePr>
        <p:xfrm>
          <a:off x="4799965" y="5805170"/>
          <a:ext cx="2224088" cy="3794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6" name="" showAsIcon="1" r:id="rId37" imgW="909955" imgH="117475" progId="Equation.3">
                  <p:embed/>
                </p:oleObj>
              </mc:Choice>
              <mc:Fallback>
                <p:oleObj name="" showAsIcon="1" r:id="rId37" imgW="909955" imgH="117475" progId="Equation.3">
                  <p:embed/>
                  <p:pic>
                    <p:nvPicPr>
                      <p:cNvPr id="0" name="图片 3085"/>
                      <p:cNvPicPr/>
                      <p:nvPr/>
                    </p:nvPicPr>
                    <p:blipFill>
                      <a:blip r:embed="rId38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799965" y="5805170"/>
                        <a:ext cx="2224088" cy="379413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082" name="Text Box 103"/>
          <p:cNvSpPr txBox="1"/>
          <p:nvPr>
            <p:custDataLst>
              <p:tags r:id="rId39"/>
            </p:custDataLst>
          </p:nvPr>
        </p:nvSpPr>
        <p:spPr>
          <a:xfrm>
            <a:off x="754698" y="1323023"/>
            <a:ext cx="576262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516" name=""/>
        <p:cNvGrpSpPr/>
        <p:nvPr/>
      </p:nvGrpSpPr>
      <p:grpSpPr/>
      <p:sp>
        <p:nvSpPr>
          <p:cNvPr id="1049095" name="Text Box 8"/>
          <p:cNvSpPr txBox="1"/>
          <p:nvPr>
            <p:custDataLst>
              <p:tags r:id="rId1"/>
            </p:custDataLst>
          </p:nvPr>
        </p:nvSpPr>
        <p:spPr>
          <a:xfrm>
            <a:off x="681355" y="1195705"/>
            <a:ext cx="8636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517" name="Group 35"/>
          <p:cNvGrpSpPr/>
          <p:nvPr/>
        </p:nvGrpSpPr>
        <p:grpSpPr>
          <a:xfrm>
            <a:off x="3647758" y="2348865"/>
            <a:ext cx="4052887" cy="2374900"/>
            <a:chOff x="2290" y="210"/>
            <a:chExt cx="2553" cy="1496"/>
          </a:xfrm>
        </p:grpSpPr>
        <p:sp>
          <p:nvSpPr>
            <p:cNvPr id="1049096" name="Oval 20"/>
            <p:cNvSpPr/>
            <p:nvPr>
              <p:custDataLst>
                <p:tags r:id="rId2"/>
              </p:custDataLst>
            </p:nvPr>
          </p:nvSpPr>
          <p:spPr>
            <a:xfrm>
              <a:off x="2744" y="663"/>
              <a:ext cx="318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97" name="Rectangle 10"/>
            <p:cNvSpPr/>
            <p:nvPr/>
          </p:nvSpPr>
          <p:spPr>
            <a:xfrm>
              <a:off x="2925" y="255"/>
              <a:ext cx="953" cy="113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098" name="Line 11"/>
            <p:cNvSpPr/>
            <p:nvPr/>
          </p:nvSpPr>
          <p:spPr>
            <a:xfrm>
              <a:off x="2925" y="255"/>
              <a:ext cx="953" cy="113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099" name="Line 12"/>
            <p:cNvSpPr/>
            <p:nvPr/>
          </p:nvSpPr>
          <p:spPr>
            <a:xfrm>
              <a:off x="2925" y="1389"/>
              <a:ext cx="0" cy="31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100" name="Line 13"/>
            <p:cNvSpPr/>
            <p:nvPr/>
          </p:nvSpPr>
          <p:spPr>
            <a:xfrm>
              <a:off x="2925" y="1706"/>
              <a:ext cx="1497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01" name="Line 14"/>
            <p:cNvSpPr/>
            <p:nvPr/>
          </p:nvSpPr>
          <p:spPr>
            <a:xfrm>
              <a:off x="3878" y="255"/>
              <a:ext cx="54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102" name="Line 15"/>
            <p:cNvSpPr/>
            <p:nvPr/>
          </p:nvSpPr>
          <p:spPr>
            <a:xfrm>
              <a:off x="4422" y="255"/>
              <a:ext cx="0" cy="145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03" name="Rectangle 16"/>
            <p:cNvSpPr/>
            <p:nvPr>
              <p:custDataLst>
                <p:tags r:id="rId3"/>
              </p:custDataLst>
            </p:nvPr>
          </p:nvSpPr>
          <p:spPr>
            <a:xfrm rot="2607395">
              <a:off x="3288" y="799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04" name="Rectangle 17"/>
            <p:cNvSpPr/>
            <p:nvPr>
              <p:custDataLst>
                <p:tags r:id="rId4"/>
              </p:custDataLst>
            </p:nvPr>
          </p:nvSpPr>
          <p:spPr>
            <a:xfrm rot="5400000">
              <a:off x="4241" y="93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05" name="Rectangle 18"/>
            <p:cNvSpPr/>
            <p:nvPr>
              <p:custDataLst>
                <p:tags r:id="rId5"/>
              </p:custDataLst>
            </p:nvPr>
          </p:nvSpPr>
          <p:spPr>
            <a:xfrm>
              <a:off x="3198" y="1298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06" name="Rectangle 19"/>
            <p:cNvSpPr/>
            <p:nvPr>
              <p:custDataLst>
                <p:tags r:id="rId6"/>
              </p:custDataLst>
            </p:nvPr>
          </p:nvSpPr>
          <p:spPr>
            <a:xfrm>
              <a:off x="3243" y="210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07" name="Oval 21"/>
            <p:cNvSpPr/>
            <p:nvPr>
              <p:custDataLst>
                <p:tags r:id="rId7"/>
              </p:custDataLst>
            </p:nvPr>
          </p:nvSpPr>
          <p:spPr>
            <a:xfrm>
              <a:off x="3741" y="572"/>
              <a:ext cx="318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08" name="Line 22"/>
            <p:cNvSpPr/>
            <p:nvPr>
              <p:custDataLst>
                <p:tags r:id="rId8"/>
              </p:custDataLst>
            </p:nvPr>
          </p:nvSpPr>
          <p:spPr>
            <a:xfrm>
              <a:off x="3742" y="754"/>
              <a:ext cx="317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09" name="Line 23"/>
            <p:cNvSpPr/>
            <p:nvPr/>
          </p:nvSpPr>
          <p:spPr>
            <a:xfrm flipV="1">
              <a:off x="3833" y="300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110" name="Text Box 24"/>
            <p:cNvSpPr txBox="1"/>
            <p:nvPr>
              <p:custDataLst>
                <p:tags r:id="rId9"/>
              </p:custDataLst>
            </p:nvPr>
          </p:nvSpPr>
          <p:spPr>
            <a:xfrm>
              <a:off x="2562" y="391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1" name="Text Box 25"/>
            <p:cNvSpPr txBox="1"/>
            <p:nvPr>
              <p:custDataLst>
                <p:tags r:id="rId10"/>
              </p:custDataLst>
            </p:nvPr>
          </p:nvSpPr>
          <p:spPr>
            <a:xfrm>
              <a:off x="2562" y="1026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112" name="Text Box 26"/>
            <p:cNvSpPr txBox="1"/>
            <p:nvPr>
              <p:custDataLst>
                <p:tags r:id="rId11"/>
              </p:custDataLst>
            </p:nvPr>
          </p:nvSpPr>
          <p:spPr>
            <a:xfrm>
              <a:off x="2290" y="709"/>
              <a:ext cx="54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3" name="Text Box 27"/>
            <p:cNvSpPr txBox="1"/>
            <p:nvPr>
              <p:custDataLst>
                <p:tags r:id="rId12"/>
              </p:custDataLst>
            </p:nvPr>
          </p:nvSpPr>
          <p:spPr>
            <a:xfrm>
              <a:off x="3878" y="300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4" name="Text Box 28"/>
            <p:cNvSpPr txBox="1"/>
            <p:nvPr>
              <p:custDataLst>
                <p:tags r:id="rId13"/>
              </p:custDataLst>
            </p:nvPr>
          </p:nvSpPr>
          <p:spPr>
            <a:xfrm>
              <a:off x="3560" y="300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5" name="Text Box 29"/>
            <p:cNvSpPr txBox="1"/>
            <p:nvPr>
              <p:custDataLst>
                <p:tags r:id="rId14"/>
              </p:custDataLst>
            </p:nvPr>
          </p:nvSpPr>
          <p:spPr>
            <a:xfrm>
              <a:off x="3606" y="79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116" name="Text Box 30"/>
            <p:cNvSpPr txBox="1"/>
            <p:nvPr>
              <p:custDataLst>
                <p:tags r:id="rId15"/>
              </p:custDataLst>
            </p:nvPr>
          </p:nvSpPr>
          <p:spPr>
            <a:xfrm>
              <a:off x="3515" y="482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7" name="Text Box 31"/>
            <p:cNvSpPr txBox="1"/>
            <p:nvPr>
              <p:custDataLst>
                <p:tags r:id="rId16"/>
              </p:custDataLst>
            </p:nvPr>
          </p:nvSpPr>
          <p:spPr>
            <a:xfrm>
              <a:off x="3152" y="138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18" name="Text Box 32"/>
            <p:cNvSpPr txBox="1"/>
            <p:nvPr>
              <p:custDataLst>
                <p:tags r:id="rId17"/>
              </p:custDataLst>
            </p:nvPr>
          </p:nvSpPr>
          <p:spPr>
            <a:xfrm>
              <a:off x="3061" y="84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19" name="Text Box 33"/>
            <p:cNvSpPr txBox="1"/>
            <p:nvPr>
              <p:custDataLst>
                <p:tags r:id="rId18"/>
              </p:custDataLst>
            </p:nvPr>
          </p:nvSpPr>
          <p:spPr>
            <a:xfrm>
              <a:off x="4468" y="84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20" name="Text Box 34"/>
            <p:cNvSpPr txBox="1"/>
            <p:nvPr>
              <p:custDataLst>
                <p:tags r:id="rId19"/>
              </p:custDataLst>
            </p:nvPr>
          </p:nvSpPr>
          <p:spPr>
            <a:xfrm>
              <a:off x="3198" y="30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49121" name="Text Box 36"/>
          <p:cNvSpPr txBox="1"/>
          <p:nvPr/>
        </p:nvSpPr>
        <p:spPr>
          <a:xfrm>
            <a:off x="1760855" y="1124268"/>
            <a:ext cx="3455988" cy="82994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求电流源的电压和发出的功率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537" name=""/>
        <p:cNvGrpSpPr/>
        <p:nvPr/>
      </p:nvGrpSpPr>
      <p:grpSpPr/>
      <p:grpSp>
        <p:nvGrpSpPr>
          <p:cNvPr id="538" name="Group 72"/>
          <p:cNvGrpSpPr/>
          <p:nvPr/>
        </p:nvGrpSpPr>
        <p:grpSpPr>
          <a:xfrm>
            <a:off x="1920875" y="2975610"/>
            <a:ext cx="4052888" cy="2447925"/>
            <a:chOff x="2971" y="164"/>
            <a:chExt cx="2553" cy="1542"/>
          </a:xfrm>
        </p:grpSpPr>
        <p:sp>
          <p:nvSpPr>
            <p:cNvPr id="1049134" name="Line 66"/>
            <p:cNvSpPr/>
            <p:nvPr/>
          </p:nvSpPr>
          <p:spPr>
            <a:xfrm>
              <a:off x="3606" y="255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35" name="Line 64"/>
            <p:cNvSpPr/>
            <p:nvPr/>
          </p:nvSpPr>
          <p:spPr>
            <a:xfrm>
              <a:off x="3606" y="1389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36" name="Oval 39"/>
            <p:cNvSpPr/>
            <p:nvPr>
              <p:custDataLst>
                <p:tags r:id="rId1"/>
              </p:custDataLst>
            </p:nvPr>
          </p:nvSpPr>
          <p:spPr>
            <a:xfrm>
              <a:off x="3425" y="663"/>
              <a:ext cx="318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37" name="Line 41"/>
            <p:cNvSpPr/>
            <p:nvPr/>
          </p:nvSpPr>
          <p:spPr>
            <a:xfrm>
              <a:off x="3606" y="255"/>
              <a:ext cx="953" cy="113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138" name="Line 42"/>
            <p:cNvSpPr/>
            <p:nvPr/>
          </p:nvSpPr>
          <p:spPr>
            <a:xfrm>
              <a:off x="3606" y="1389"/>
              <a:ext cx="0" cy="31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139" name="Line 43"/>
            <p:cNvSpPr/>
            <p:nvPr/>
          </p:nvSpPr>
          <p:spPr>
            <a:xfrm>
              <a:off x="3606" y="1706"/>
              <a:ext cx="1497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40" name="Line 44"/>
            <p:cNvSpPr/>
            <p:nvPr/>
          </p:nvSpPr>
          <p:spPr>
            <a:xfrm>
              <a:off x="4559" y="255"/>
              <a:ext cx="54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141" name="Line 45"/>
            <p:cNvSpPr/>
            <p:nvPr/>
          </p:nvSpPr>
          <p:spPr>
            <a:xfrm>
              <a:off x="5103" y="255"/>
              <a:ext cx="0" cy="145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42" name="Rectangle 46"/>
            <p:cNvSpPr/>
            <p:nvPr>
              <p:custDataLst>
                <p:tags r:id="rId2"/>
              </p:custDataLst>
            </p:nvPr>
          </p:nvSpPr>
          <p:spPr>
            <a:xfrm rot="2607395">
              <a:off x="3969" y="799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43" name="Rectangle 47"/>
            <p:cNvSpPr/>
            <p:nvPr>
              <p:custDataLst>
                <p:tags r:id="rId3"/>
              </p:custDataLst>
            </p:nvPr>
          </p:nvSpPr>
          <p:spPr>
            <a:xfrm rot="5400000">
              <a:off x="4922" y="93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44" name="Rectangle 48"/>
            <p:cNvSpPr/>
            <p:nvPr>
              <p:custDataLst>
                <p:tags r:id="rId4"/>
              </p:custDataLst>
            </p:nvPr>
          </p:nvSpPr>
          <p:spPr>
            <a:xfrm>
              <a:off x="3879" y="1298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45" name="Rectangle 49"/>
            <p:cNvSpPr/>
            <p:nvPr>
              <p:custDataLst>
                <p:tags r:id="rId5"/>
              </p:custDataLst>
            </p:nvPr>
          </p:nvSpPr>
          <p:spPr>
            <a:xfrm>
              <a:off x="3924" y="16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46" name="Text Box 53"/>
            <p:cNvSpPr txBox="1"/>
            <p:nvPr>
              <p:custDataLst>
                <p:tags r:id="rId6"/>
              </p:custDataLst>
            </p:nvPr>
          </p:nvSpPr>
          <p:spPr>
            <a:xfrm>
              <a:off x="3243" y="391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47" name="Text Box 54"/>
            <p:cNvSpPr txBox="1"/>
            <p:nvPr>
              <p:custDataLst>
                <p:tags r:id="rId7"/>
              </p:custDataLst>
            </p:nvPr>
          </p:nvSpPr>
          <p:spPr>
            <a:xfrm>
              <a:off x="3243" y="1026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148" name="Text Box 55"/>
            <p:cNvSpPr txBox="1"/>
            <p:nvPr>
              <p:custDataLst>
                <p:tags r:id="rId8"/>
              </p:custDataLst>
            </p:nvPr>
          </p:nvSpPr>
          <p:spPr>
            <a:xfrm>
              <a:off x="2971" y="709"/>
              <a:ext cx="54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49" name="Text Box 57"/>
            <p:cNvSpPr txBox="1"/>
            <p:nvPr>
              <p:custDataLst>
                <p:tags r:id="rId9"/>
              </p:custDataLst>
            </p:nvPr>
          </p:nvSpPr>
          <p:spPr>
            <a:xfrm>
              <a:off x="4241" y="300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50" name="Text Box 58"/>
            <p:cNvSpPr txBox="1"/>
            <p:nvPr>
              <p:custDataLst>
                <p:tags r:id="rId10"/>
              </p:custDataLst>
            </p:nvPr>
          </p:nvSpPr>
          <p:spPr>
            <a:xfrm>
              <a:off x="4287" y="79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151" name="Text Box 59"/>
            <p:cNvSpPr txBox="1"/>
            <p:nvPr>
              <p:custDataLst>
                <p:tags r:id="rId11"/>
              </p:custDataLst>
            </p:nvPr>
          </p:nvSpPr>
          <p:spPr>
            <a:xfrm>
              <a:off x="4150" y="618"/>
              <a:ext cx="63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（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52" name="Text Box 60"/>
            <p:cNvSpPr txBox="1"/>
            <p:nvPr>
              <p:custDataLst>
                <p:tags r:id="rId12"/>
              </p:custDataLst>
            </p:nvPr>
          </p:nvSpPr>
          <p:spPr>
            <a:xfrm>
              <a:off x="3833" y="138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53" name="Text Box 61"/>
            <p:cNvSpPr txBox="1"/>
            <p:nvPr>
              <p:custDataLst>
                <p:tags r:id="rId13"/>
              </p:custDataLst>
            </p:nvPr>
          </p:nvSpPr>
          <p:spPr>
            <a:xfrm>
              <a:off x="3742" y="84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54" name="Text Box 62"/>
            <p:cNvSpPr txBox="1"/>
            <p:nvPr>
              <p:custDataLst>
                <p:tags r:id="rId14"/>
              </p:custDataLst>
            </p:nvPr>
          </p:nvSpPr>
          <p:spPr>
            <a:xfrm>
              <a:off x="5149" y="84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55" name="Text Box 63"/>
            <p:cNvSpPr txBox="1"/>
            <p:nvPr>
              <p:custDataLst>
                <p:tags r:id="rId15"/>
              </p:custDataLst>
            </p:nvPr>
          </p:nvSpPr>
          <p:spPr>
            <a:xfrm>
              <a:off x="3879" y="30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56" name="Line 65"/>
            <p:cNvSpPr/>
            <p:nvPr/>
          </p:nvSpPr>
          <p:spPr>
            <a:xfrm>
              <a:off x="3606" y="255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57" name="Line 67"/>
            <p:cNvSpPr/>
            <p:nvPr/>
          </p:nvSpPr>
          <p:spPr>
            <a:xfrm>
              <a:off x="4558" y="255"/>
              <a:ext cx="0" cy="27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58" name="Line 68"/>
            <p:cNvSpPr/>
            <p:nvPr/>
          </p:nvSpPr>
          <p:spPr>
            <a:xfrm flipV="1">
              <a:off x="4558" y="1117"/>
              <a:ext cx="0" cy="27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59" name="Oval 69"/>
            <p:cNvSpPr/>
            <p:nvPr/>
          </p:nvSpPr>
          <p:spPr>
            <a:xfrm>
              <a:off x="4513" y="1026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60" name="Oval 70"/>
            <p:cNvSpPr/>
            <p:nvPr/>
          </p:nvSpPr>
          <p:spPr>
            <a:xfrm>
              <a:off x="4513" y="527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</p:grpSp>
      <p:graphicFrame>
        <p:nvGraphicFramePr>
          <p:cNvPr id="4194320" name="Object 101"/>
          <p:cNvGraphicFramePr>
            <a:graphicFrameLocks noChangeAspect="1"/>
          </p:cNvGraphicFramePr>
          <p:nvPr>
            <p:custDataLst>
              <p:tags r:id="rId16"/>
            </p:custDataLst>
          </p:nvPr>
        </p:nvGraphicFramePr>
        <p:xfrm>
          <a:off x="6652578" y="3649028"/>
          <a:ext cx="3090862" cy="868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0" name="" showAsIcon="1" r:id="rId17" imgW="1275715" imgH="326390" progId="Equation.3">
                  <p:embed/>
                </p:oleObj>
              </mc:Choice>
              <mc:Fallback>
                <p:oleObj name="" showAsIcon="1" r:id="rId17" imgW="1275715" imgH="326390" progId="Equation.3">
                  <p:embed/>
                  <p:pic>
                    <p:nvPicPr>
                      <p:cNvPr id="0" name="图片 3089"/>
                      <p:cNvPicPr/>
                      <p:nvPr/>
                    </p:nvPicPr>
                    <p:blipFill>
                      <a:blip r:embed="rId18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652578" y="3649028"/>
                        <a:ext cx="3090862" cy="868362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39" name="Group 106"/>
          <p:cNvGrpSpPr/>
          <p:nvPr/>
        </p:nvGrpSpPr>
        <p:grpSpPr>
          <a:xfrm>
            <a:off x="768350" y="3550285"/>
            <a:ext cx="1368425" cy="1152525"/>
            <a:chOff x="2789" y="1298"/>
            <a:chExt cx="862" cy="726"/>
          </a:xfrm>
        </p:grpSpPr>
        <p:sp>
          <p:nvSpPr>
            <p:cNvPr id="1049161" name="AutoShape 37"/>
            <p:cNvSpPr/>
            <p:nvPr>
              <p:custDataLst>
                <p:tags r:id="rId19"/>
              </p:custDataLst>
            </p:nvPr>
          </p:nvSpPr>
          <p:spPr>
            <a:xfrm>
              <a:off x="2835" y="1842"/>
              <a:ext cx="816" cy="182"/>
            </a:xfrm>
            <a:prstGeom prst="rightArrow">
              <a:avLst>
                <a:gd name="adj1" fmla="val 50000"/>
                <a:gd name="adj2" fmla="val 112087"/>
              </a:avLst>
            </a:pr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62" name="Text Box 105"/>
            <p:cNvSpPr txBox="1"/>
            <p:nvPr/>
          </p:nvSpPr>
          <p:spPr>
            <a:xfrm>
              <a:off x="2789" y="1298"/>
              <a:ext cx="726" cy="52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画出分电路图</a:t>
              </a:r>
              <a:endPara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163" name="AutoShape 107" descr="羊皮纸"/>
          <p:cNvSpPr/>
          <p:nvPr>
            <p:custDataLst>
              <p:tags r:id="rId20"/>
            </p:custDataLst>
          </p:nvPr>
        </p:nvSpPr>
        <p:spPr>
          <a:xfrm>
            <a:off x="6311900" y="1728788"/>
            <a:ext cx="1727200" cy="936625"/>
          </a:xfrm>
          <a:prstGeom prst="wedgeRoundRectCallout">
            <a:avLst>
              <a:gd name="adj1" fmla="val -81528"/>
              <a:gd name="adj2" fmla="val 62880"/>
              <a:gd name="adj3" fmla="val 16667"/>
            </a:avLst>
          </a:prstGeom>
          <a:blipFill rotWithShape="1">
            <a:blip r:embed="rId21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为两个简单电路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164" name="Text Box 108"/>
          <p:cNvSpPr txBox="1"/>
          <p:nvPr/>
        </p:nvSpPr>
        <p:spPr>
          <a:xfrm>
            <a:off x="839470" y="1074103"/>
            <a:ext cx="2376488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10V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559" name=""/>
        <p:cNvGrpSpPr/>
        <p:nvPr/>
      </p:nvGrpSpPr>
      <p:grpSpPr/>
      <p:grpSp>
        <p:nvGrpSpPr>
          <p:cNvPr id="560" name="Group 99"/>
          <p:cNvGrpSpPr/>
          <p:nvPr/>
        </p:nvGrpSpPr>
        <p:grpSpPr>
          <a:xfrm>
            <a:off x="1847850" y="1844675"/>
            <a:ext cx="4768850" cy="3648075"/>
            <a:chOff x="3651" y="2160"/>
            <a:chExt cx="1918" cy="1496"/>
          </a:xfrm>
        </p:grpSpPr>
        <p:sp>
          <p:nvSpPr>
            <p:cNvPr id="1049177" name="Rectangle 75"/>
            <p:cNvSpPr/>
            <p:nvPr/>
          </p:nvSpPr>
          <p:spPr>
            <a:xfrm>
              <a:off x="3651" y="2205"/>
              <a:ext cx="953" cy="113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78" name="Line 76"/>
            <p:cNvSpPr/>
            <p:nvPr/>
          </p:nvSpPr>
          <p:spPr>
            <a:xfrm>
              <a:off x="3651" y="2205"/>
              <a:ext cx="953" cy="113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179" name="Line 77"/>
            <p:cNvSpPr/>
            <p:nvPr/>
          </p:nvSpPr>
          <p:spPr>
            <a:xfrm>
              <a:off x="3651" y="3339"/>
              <a:ext cx="0" cy="31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180" name="Line 78"/>
            <p:cNvSpPr/>
            <p:nvPr/>
          </p:nvSpPr>
          <p:spPr>
            <a:xfrm>
              <a:off x="3651" y="3656"/>
              <a:ext cx="1497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81" name="Line 79"/>
            <p:cNvSpPr/>
            <p:nvPr/>
          </p:nvSpPr>
          <p:spPr>
            <a:xfrm>
              <a:off x="4604" y="2205"/>
              <a:ext cx="54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182" name="Line 80"/>
            <p:cNvSpPr/>
            <p:nvPr/>
          </p:nvSpPr>
          <p:spPr>
            <a:xfrm>
              <a:off x="5148" y="2205"/>
              <a:ext cx="0" cy="145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83" name="Rectangle 81"/>
            <p:cNvSpPr/>
            <p:nvPr>
              <p:custDataLst>
                <p:tags r:id="rId1"/>
              </p:custDataLst>
            </p:nvPr>
          </p:nvSpPr>
          <p:spPr>
            <a:xfrm rot="2607395">
              <a:off x="4014" y="2749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84" name="Rectangle 82"/>
            <p:cNvSpPr/>
            <p:nvPr>
              <p:custDataLst>
                <p:tags r:id="rId2"/>
              </p:custDataLst>
            </p:nvPr>
          </p:nvSpPr>
          <p:spPr>
            <a:xfrm rot="5400000">
              <a:off x="4967" y="288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85" name="Rectangle 83"/>
            <p:cNvSpPr/>
            <p:nvPr>
              <p:custDataLst>
                <p:tags r:id="rId3"/>
              </p:custDataLst>
            </p:nvPr>
          </p:nvSpPr>
          <p:spPr>
            <a:xfrm>
              <a:off x="3924" y="3248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86" name="Rectangle 84"/>
            <p:cNvSpPr/>
            <p:nvPr>
              <p:custDataLst>
                <p:tags r:id="rId4"/>
              </p:custDataLst>
            </p:nvPr>
          </p:nvSpPr>
          <p:spPr>
            <a:xfrm>
              <a:off x="3969" y="2160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87" name="Oval 85"/>
            <p:cNvSpPr/>
            <p:nvPr>
              <p:custDataLst>
                <p:tags r:id="rId5"/>
              </p:custDataLst>
            </p:nvPr>
          </p:nvSpPr>
          <p:spPr>
            <a:xfrm>
              <a:off x="4467" y="2522"/>
              <a:ext cx="318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188" name="Line 86"/>
            <p:cNvSpPr/>
            <p:nvPr>
              <p:custDataLst>
                <p:tags r:id="rId6"/>
              </p:custDataLst>
            </p:nvPr>
          </p:nvSpPr>
          <p:spPr>
            <a:xfrm>
              <a:off x="4468" y="2704"/>
              <a:ext cx="317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189" name="Line 87"/>
            <p:cNvSpPr/>
            <p:nvPr/>
          </p:nvSpPr>
          <p:spPr>
            <a:xfrm flipV="1">
              <a:off x="4559" y="2250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190" name="Text Box 91"/>
            <p:cNvSpPr txBox="1"/>
            <p:nvPr>
              <p:custDataLst>
                <p:tags r:id="rId7"/>
              </p:custDataLst>
            </p:nvPr>
          </p:nvSpPr>
          <p:spPr>
            <a:xfrm>
              <a:off x="4604" y="2250"/>
              <a:ext cx="499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91" name="Text Box 92"/>
            <p:cNvSpPr txBox="1"/>
            <p:nvPr>
              <p:custDataLst>
                <p:tags r:id="rId8"/>
              </p:custDataLst>
            </p:nvPr>
          </p:nvSpPr>
          <p:spPr>
            <a:xfrm>
              <a:off x="4286" y="2250"/>
              <a:ext cx="318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92" name="Text Box 93"/>
            <p:cNvSpPr txBox="1"/>
            <p:nvPr>
              <p:custDataLst>
                <p:tags r:id="rId9"/>
              </p:custDataLst>
            </p:nvPr>
          </p:nvSpPr>
          <p:spPr>
            <a:xfrm>
              <a:off x="4332" y="2749"/>
              <a:ext cx="375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193" name="Text Box 94"/>
            <p:cNvSpPr txBox="1"/>
            <p:nvPr>
              <p:custDataLst>
                <p:tags r:id="rId10"/>
              </p:custDataLst>
            </p:nvPr>
          </p:nvSpPr>
          <p:spPr>
            <a:xfrm>
              <a:off x="4059" y="2432"/>
              <a:ext cx="635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（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94" name="Text Box 95"/>
            <p:cNvSpPr txBox="1"/>
            <p:nvPr>
              <p:custDataLst>
                <p:tags r:id="rId11"/>
              </p:custDataLst>
            </p:nvPr>
          </p:nvSpPr>
          <p:spPr>
            <a:xfrm>
              <a:off x="3878" y="3339"/>
              <a:ext cx="375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5" name="Text Box 96"/>
            <p:cNvSpPr txBox="1"/>
            <p:nvPr>
              <p:custDataLst>
                <p:tags r:id="rId12"/>
              </p:custDataLst>
            </p:nvPr>
          </p:nvSpPr>
          <p:spPr>
            <a:xfrm>
              <a:off x="3787" y="2795"/>
              <a:ext cx="375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6" name="Text Box 97"/>
            <p:cNvSpPr txBox="1"/>
            <p:nvPr>
              <p:custDataLst>
                <p:tags r:id="rId13"/>
              </p:custDataLst>
            </p:nvPr>
          </p:nvSpPr>
          <p:spPr>
            <a:xfrm>
              <a:off x="5194" y="2795"/>
              <a:ext cx="375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7" name="Text Box 98"/>
            <p:cNvSpPr txBox="1"/>
            <p:nvPr>
              <p:custDataLst>
                <p:tags r:id="rId14"/>
              </p:custDataLst>
            </p:nvPr>
          </p:nvSpPr>
          <p:spPr>
            <a:xfrm>
              <a:off x="3924" y="2250"/>
              <a:ext cx="375" cy="1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4194321" name="Object 102"/>
          <p:cNvGraphicFramePr>
            <a:graphicFrameLocks noChangeAspect="1"/>
          </p:cNvGraphicFramePr>
          <p:nvPr>
            <p:custDataLst>
              <p:tags r:id="rId15"/>
            </p:custDataLst>
          </p:nvPr>
        </p:nvGraphicFramePr>
        <p:xfrm>
          <a:off x="6960235" y="980440"/>
          <a:ext cx="3360738" cy="868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1" name="" showAsIcon="1" r:id="rId16" imgW="1397635" imgH="326390" progId="Equation.3">
                  <p:embed/>
                </p:oleObj>
              </mc:Choice>
              <mc:Fallback>
                <p:oleObj name="" showAsIcon="1" r:id="rId16" imgW="1397635" imgH="326390" progId="Equation.3">
                  <p:embed/>
                  <p:pic>
                    <p:nvPicPr>
                      <p:cNvPr id="0" name="图片 3090"/>
                      <p:cNvPicPr/>
                      <p:nvPr/>
                    </p:nvPicPr>
                    <p:blipFill>
                      <a:blip r:embed="rId17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960235" y="980440"/>
                        <a:ext cx="3360738" cy="868363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198" name="Text Box 109"/>
          <p:cNvSpPr txBox="1"/>
          <p:nvPr/>
        </p:nvSpPr>
        <p:spPr>
          <a:xfrm>
            <a:off x="767398" y="1097280"/>
            <a:ext cx="2339975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2A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311900" y="2727325"/>
            <a:ext cx="5625465" cy="3119120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580" name=""/>
        <p:cNvGrpSpPr/>
        <p:nvPr/>
      </p:nvGrpSpPr>
      <p:grpSpPr/>
      <p:grpSp>
        <p:nvGrpSpPr>
          <p:cNvPr id="581" name="Group 72"/>
          <p:cNvGrpSpPr/>
          <p:nvPr/>
        </p:nvGrpSpPr>
        <p:grpSpPr>
          <a:xfrm>
            <a:off x="2733040" y="981075"/>
            <a:ext cx="4052888" cy="2447925"/>
            <a:chOff x="2971" y="164"/>
            <a:chExt cx="2553" cy="1542"/>
          </a:xfrm>
        </p:grpSpPr>
        <p:sp>
          <p:nvSpPr>
            <p:cNvPr id="1049211" name="Line 66"/>
            <p:cNvSpPr/>
            <p:nvPr/>
          </p:nvSpPr>
          <p:spPr>
            <a:xfrm>
              <a:off x="3606" y="255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12" name="Line 64"/>
            <p:cNvSpPr/>
            <p:nvPr/>
          </p:nvSpPr>
          <p:spPr>
            <a:xfrm>
              <a:off x="3606" y="1389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13" name="Oval 39"/>
            <p:cNvSpPr/>
            <p:nvPr>
              <p:custDataLst>
                <p:tags r:id="rId1"/>
              </p:custDataLst>
            </p:nvPr>
          </p:nvSpPr>
          <p:spPr>
            <a:xfrm>
              <a:off x="3425" y="663"/>
              <a:ext cx="318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14" name="Line 41"/>
            <p:cNvSpPr/>
            <p:nvPr/>
          </p:nvSpPr>
          <p:spPr>
            <a:xfrm>
              <a:off x="3606" y="255"/>
              <a:ext cx="953" cy="113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215" name="Line 42"/>
            <p:cNvSpPr/>
            <p:nvPr/>
          </p:nvSpPr>
          <p:spPr>
            <a:xfrm>
              <a:off x="3606" y="1389"/>
              <a:ext cx="0" cy="31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216" name="Line 43"/>
            <p:cNvSpPr/>
            <p:nvPr/>
          </p:nvSpPr>
          <p:spPr>
            <a:xfrm>
              <a:off x="3606" y="1706"/>
              <a:ext cx="1497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17" name="Line 44"/>
            <p:cNvSpPr/>
            <p:nvPr/>
          </p:nvSpPr>
          <p:spPr>
            <a:xfrm>
              <a:off x="4559" y="255"/>
              <a:ext cx="54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218" name="Line 45"/>
            <p:cNvSpPr/>
            <p:nvPr/>
          </p:nvSpPr>
          <p:spPr>
            <a:xfrm>
              <a:off x="5103" y="255"/>
              <a:ext cx="0" cy="145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19" name="Rectangle 46"/>
            <p:cNvSpPr/>
            <p:nvPr>
              <p:custDataLst>
                <p:tags r:id="rId2"/>
              </p:custDataLst>
            </p:nvPr>
          </p:nvSpPr>
          <p:spPr>
            <a:xfrm rot="2607395">
              <a:off x="3969" y="799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20" name="Rectangle 47"/>
            <p:cNvSpPr/>
            <p:nvPr>
              <p:custDataLst>
                <p:tags r:id="rId3"/>
              </p:custDataLst>
            </p:nvPr>
          </p:nvSpPr>
          <p:spPr>
            <a:xfrm rot="5400000">
              <a:off x="4922" y="93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21" name="Rectangle 48"/>
            <p:cNvSpPr/>
            <p:nvPr>
              <p:custDataLst>
                <p:tags r:id="rId4"/>
              </p:custDataLst>
            </p:nvPr>
          </p:nvSpPr>
          <p:spPr>
            <a:xfrm>
              <a:off x="3879" y="1298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22" name="Rectangle 49"/>
            <p:cNvSpPr/>
            <p:nvPr>
              <p:custDataLst>
                <p:tags r:id="rId5"/>
              </p:custDataLst>
            </p:nvPr>
          </p:nvSpPr>
          <p:spPr>
            <a:xfrm>
              <a:off x="3924" y="16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23" name="Text Box 53"/>
            <p:cNvSpPr txBox="1"/>
            <p:nvPr>
              <p:custDataLst>
                <p:tags r:id="rId6"/>
              </p:custDataLst>
            </p:nvPr>
          </p:nvSpPr>
          <p:spPr>
            <a:xfrm>
              <a:off x="3243" y="391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4" name="Text Box 54"/>
            <p:cNvSpPr txBox="1"/>
            <p:nvPr>
              <p:custDataLst>
                <p:tags r:id="rId7"/>
              </p:custDataLst>
            </p:nvPr>
          </p:nvSpPr>
          <p:spPr>
            <a:xfrm>
              <a:off x="3243" y="1026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225" name="Text Box 55"/>
            <p:cNvSpPr txBox="1"/>
            <p:nvPr>
              <p:custDataLst>
                <p:tags r:id="rId8"/>
              </p:custDataLst>
            </p:nvPr>
          </p:nvSpPr>
          <p:spPr>
            <a:xfrm>
              <a:off x="2971" y="709"/>
              <a:ext cx="54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6" name="Text Box 57"/>
            <p:cNvSpPr txBox="1"/>
            <p:nvPr>
              <p:custDataLst>
                <p:tags r:id="rId9"/>
              </p:custDataLst>
            </p:nvPr>
          </p:nvSpPr>
          <p:spPr>
            <a:xfrm>
              <a:off x="4241" y="300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7" name="Text Box 58"/>
            <p:cNvSpPr txBox="1"/>
            <p:nvPr>
              <p:custDataLst>
                <p:tags r:id="rId10"/>
              </p:custDataLst>
            </p:nvPr>
          </p:nvSpPr>
          <p:spPr>
            <a:xfrm>
              <a:off x="4287" y="79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228" name="Text Box 59"/>
            <p:cNvSpPr txBox="1"/>
            <p:nvPr>
              <p:custDataLst>
                <p:tags r:id="rId11"/>
              </p:custDataLst>
            </p:nvPr>
          </p:nvSpPr>
          <p:spPr>
            <a:xfrm>
              <a:off x="4150" y="618"/>
              <a:ext cx="63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（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9" name="Text Box 60"/>
            <p:cNvSpPr txBox="1"/>
            <p:nvPr>
              <p:custDataLst>
                <p:tags r:id="rId12"/>
              </p:custDataLst>
            </p:nvPr>
          </p:nvSpPr>
          <p:spPr>
            <a:xfrm>
              <a:off x="3833" y="138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30" name="Text Box 61"/>
            <p:cNvSpPr txBox="1"/>
            <p:nvPr>
              <p:custDataLst>
                <p:tags r:id="rId13"/>
              </p:custDataLst>
            </p:nvPr>
          </p:nvSpPr>
          <p:spPr>
            <a:xfrm>
              <a:off x="3742" y="84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31" name="Text Box 62"/>
            <p:cNvSpPr txBox="1"/>
            <p:nvPr>
              <p:custDataLst>
                <p:tags r:id="rId14"/>
              </p:custDataLst>
            </p:nvPr>
          </p:nvSpPr>
          <p:spPr>
            <a:xfrm>
              <a:off x="5149" y="84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32" name="Text Box 63"/>
            <p:cNvSpPr txBox="1"/>
            <p:nvPr>
              <p:custDataLst>
                <p:tags r:id="rId15"/>
              </p:custDataLst>
            </p:nvPr>
          </p:nvSpPr>
          <p:spPr>
            <a:xfrm>
              <a:off x="3879" y="30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33" name="Line 65"/>
            <p:cNvSpPr/>
            <p:nvPr/>
          </p:nvSpPr>
          <p:spPr>
            <a:xfrm>
              <a:off x="3606" y="255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34" name="Line 67"/>
            <p:cNvSpPr/>
            <p:nvPr/>
          </p:nvSpPr>
          <p:spPr>
            <a:xfrm>
              <a:off x="4558" y="255"/>
              <a:ext cx="0" cy="27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35" name="Line 68"/>
            <p:cNvSpPr/>
            <p:nvPr/>
          </p:nvSpPr>
          <p:spPr>
            <a:xfrm flipV="1">
              <a:off x="4558" y="1117"/>
              <a:ext cx="0" cy="27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36" name="Oval 69"/>
            <p:cNvSpPr/>
            <p:nvPr/>
          </p:nvSpPr>
          <p:spPr>
            <a:xfrm>
              <a:off x="4513" y="1026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37" name="Oval 70"/>
            <p:cNvSpPr/>
            <p:nvPr/>
          </p:nvSpPr>
          <p:spPr>
            <a:xfrm>
              <a:off x="4513" y="527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</p:grpSp>
      <p:grpSp>
        <p:nvGrpSpPr>
          <p:cNvPr id="582" name="Group 99"/>
          <p:cNvGrpSpPr/>
          <p:nvPr/>
        </p:nvGrpSpPr>
        <p:grpSpPr>
          <a:xfrm>
            <a:off x="7031990" y="1052513"/>
            <a:ext cx="3044825" cy="2374900"/>
            <a:chOff x="3651" y="2160"/>
            <a:chExt cx="1918" cy="1496"/>
          </a:xfrm>
        </p:grpSpPr>
        <p:sp>
          <p:nvSpPr>
            <p:cNvPr id="1049238" name="Rectangle 75"/>
            <p:cNvSpPr/>
            <p:nvPr/>
          </p:nvSpPr>
          <p:spPr>
            <a:xfrm>
              <a:off x="3651" y="2205"/>
              <a:ext cx="953" cy="113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39" name="Line 76"/>
            <p:cNvSpPr/>
            <p:nvPr/>
          </p:nvSpPr>
          <p:spPr>
            <a:xfrm>
              <a:off x="3651" y="2205"/>
              <a:ext cx="953" cy="113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240" name="Line 77"/>
            <p:cNvSpPr/>
            <p:nvPr/>
          </p:nvSpPr>
          <p:spPr>
            <a:xfrm>
              <a:off x="3651" y="3339"/>
              <a:ext cx="0" cy="31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241" name="Line 78"/>
            <p:cNvSpPr/>
            <p:nvPr/>
          </p:nvSpPr>
          <p:spPr>
            <a:xfrm>
              <a:off x="3651" y="3656"/>
              <a:ext cx="1497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42" name="Line 79"/>
            <p:cNvSpPr/>
            <p:nvPr/>
          </p:nvSpPr>
          <p:spPr>
            <a:xfrm>
              <a:off x="4604" y="2205"/>
              <a:ext cx="54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49243" name="Line 80"/>
            <p:cNvSpPr/>
            <p:nvPr/>
          </p:nvSpPr>
          <p:spPr>
            <a:xfrm>
              <a:off x="5148" y="2205"/>
              <a:ext cx="0" cy="145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44" name="Rectangle 81"/>
            <p:cNvSpPr/>
            <p:nvPr>
              <p:custDataLst>
                <p:tags r:id="rId16"/>
              </p:custDataLst>
            </p:nvPr>
          </p:nvSpPr>
          <p:spPr>
            <a:xfrm rot="2607395">
              <a:off x="4014" y="2749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45" name="Rectangle 82"/>
            <p:cNvSpPr/>
            <p:nvPr>
              <p:custDataLst>
                <p:tags r:id="rId17"/>
              </p:custDataLst>
            </p:nvPr>
          </p:nvSpPr>
          <p:spPr>
            <a:xfrm rot="5400000">
              <a:off x="4967" y="2884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46" name="Rectangle 83"/>
            <p:cNvSpPr/>
            <p:nvPr>
              <p:custDataLst>
                <p:tags r:id="rId18"/>
              </p:custDataLst>
            </p:nvPr>
          </p:nvSpPr>
          <p:spPr>
            <a:xfrm>
              <a:off x="3924" y="3248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47" name="Rectangle 84"/>
            <p:cNvSpPr/>
            <p:nvPr>
              <p:custDataLst>
                <p:tags r:id="rId19"/>
              </p:custDataLst>
            </p:nvPr>
          </p:nvSpPr>
          <p:spPr>
            <a:xfrm>
              <a:off x="3969" y="2160"/>
              <a:ext cx="317" cy="136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48" name="Oval 85"/>
            <p:cNvSpPr/>
            <p:nvPr>
              <p:custDataLst>
                <p:tags r:id="rId20"/>
              </p:custDataLst>
            </p:nvPr>
          </p:nvSpPr>
          <p:spPr>
            <a:xfrm>
              <a:off x="4467" y="2522"/>
              <a:ext cx="318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49" name="Line 86"/>
            <p:cNvSpPr/>
            <p:nvPr>
              <p:custDataLst>
                <p:tags r:id="rId21"/>
              </p:custDataLst>
            </p:nvPr>
          </p:nvSpPr>
          <p:spPr>
            <a:xfrm>
              <a:off x="4468" y="2704"/>
              <a:ext cx="317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250" name="Line 87"/>
            <p:cNvSpPr/>
            <p:nvPr/>
          </p:nvSpPr>
          <p:spPr>
            <a:xfrm flipV="1">
              <a:off x="4559" y="2250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251" name="Text Box 91"/>
            <p:cNvSpPr txBox="1"/>
            <p:nvPr>
              <p:custDataLst>
                <p:tags r:id="rId22"/>
              </p:custDataLst>
            </p:nvPr>
          </p:nvSpPr>
          <p:spPr>
            <a:xfrm>
              <a:off x="4604" y="2250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52" name="Text Box 92"/>
            <p:cNvSpPr txBox="1"/>
            <p:nvPr>
              <p:custDataLst>
                <p:tags r:id="rId23"/>
              </p:custDataLst>
            </p:nvPr>
          </p:nvSpPr>
          <p:spPr>
            <a:xfrm>
              <a:off x="4286" y="2250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53" name="Text Box 93"/>
            <p:cNvSpPr txBox="1"/>
            <p:nvPr>
              <p:custDataLst>
                <p:tags r:id="rId24"/>
              </p:custDataLst>
            </p:nvPr>
          </p:nvSpPr>
          <p:spPr>
            <a:xfrm>
              <a:off x="4332" y="274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254" name="Text Box 94"/>
            <p:cNvSpPr txBox="1"/>
            <p:nvPr>
              <p:custDataLst>
                <p:tags r:id="rId25"/>
              </p:custDataLst>
            </p:nvPr>
          </p:nvSpPr>
          <p:spPr>
            <a:xfrm>
              <a:off x="4059" y="2432"/>
              <a:ext cx="63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（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55" name="Text Box 95"/>
            <p:cNvSpPr txBox="1"/>
            <p:nvPr>
              <p:custDataLst>
                <p:tags r:id="rId26"/>
              </p:custDataLst>
            </p:nvPr>
          </p:nvSpPr>
          <p:spPr>
            <a:xfrm>
              <a:off x="3878" y="333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56" name="Text Box 96"/>
            <p:cNvSpPr txBox="1"/>
            <p:nvPr>
              <p:custDataLst>
                <p:tags r:id="rId27"/>
              </p:custDataLst>
            </p:nvPr>
          </p:nvSpPr>
          <p:spPr>
            <a:xfrm>
              <a:off x="3787" y="279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57" name="Text Box 97"/>
            <p:cNvSpPr txBox="1"/>
            <p:nvPr>
              <p:custDataLst>
                <p:tags r:id="rId28"/>
              </p:custDataLst>
            </p:nvPr>
          </p:nvSpPr>
          <p:spPr>
            <a:xfrm>
              <a:off x="5194" y="279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58" name="Text Box 98"/>
            <p:cNvSpPr txBox="1"/>
            <p:nvPr>
              <p:custDataLst>
                <p:tags r:id="rId29"/>
              </p:custDataLst>
            </p:nvPr>
          </p:nvSpPr>
          <p:spPr>
            <a:xfrm>
              <a:off x="3924" y="225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49259" name="Text Box 100"/>
          <p:cNvSpPr txBox="1"/>
          <p:nvPr>
            <p:custDataLst>
              <p:tags r:id="rId30"/>
            </p:custDataLst>
          </p:nvPr>
        </p:nvSpPr>
        <p:spPr>
          <a:xfrm>
            <a:off x="6404928" y="1484313"/>
            <a:ext cx="576262" cy="5835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＋</a:t>
            </a:r>
            <a:endParaRPr lang="zh-CN" altLang="en-US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22" name="Object 103"/>
          <p:cNvGraphicFramePr>
            <a:graphicFrameLocks noChangeAspect="1"/>
          </p:cNvGraphicFramePr>
          <p:nvPr>
            <p:custDataLst>
              <p:tags r:id="rId31"/>
            </p:custDataLst>
          </p:nvPr>
        </p:nvGraphicFramePr>
        <p:xfrm>
          <a:off x="4007803" y="4148455"/>
          <a:ext cx="1655762" cy="503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2" name="" showAsIcon="1" r:id="rId32" imgW="492125" imgH="117475" progId="Equation.3">
                  <p:embed/>
                </p:oleObj>
              </mc:Choice>
              <mc:Fallback>
                <p:oleObj name="" showAsIcon="1" r:id="rId32" imgW="492125" imgH="117475" progId="Equation.3">
                  <p:embed/>
                  <p:pic>
                    <p:nvPicPr>
                      <p:cNvPr id="0" name="图片 3091"/>
                      <p:cNvPicPr/>
                      <p:nvPr/>
                    </p:nvPicPr>
                    <p:blipFill>
                      <a:blip r:embed="rId3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007803" y="4148455"/>
                        <a:ext cx="1655762" cy="50323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3" name="Object 104"/>
          <p:cNvGraphicFramePr>
            <a:graphicFrameLocks noChangeAspect="1"/>
          </p:cNvGraphicFramePr>
          <p:nvPr>
            <p:custDataLst>
              <p:tags r:id="rId34"/>
            </p:custDataLst>
          </p:nvPr>
        </p:nvGraphicFramePr>
        <p:xfrm>
          <a:off x="4079558" y="5372418"/>
          <a:ext cx="3382962" cy="477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9" name="" showAsIcon="1" r:id="rId35" imgW="1101725" imgH="117475" progId="Equation.3">
                  <p:embed/>
                </p:oleObj>
              </mc:Choice>
              <mc:Fallback>
                <p:oleObj name="" showAsIcon="1" r:id="rId35" imgW="1101725" imgH="117475" progId="Equation.3">
                  <p:embed/>
                  <p:pic>
                    <p:nvPicPr>
                      <p:cNvPr id="0" name="图片 3088"/>
                      <p:cNvPicPr/>
                      <p:nvPr/>
                    </p:nvPicPr>
                    <p:blipFill>
                      <a:blip r:embed="rId3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079558" y="5372418"/>
                        <a:ext cx="3382962" cy="477837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83" name="Group 106"/>
          <p:cNvGrpSpPr/>
          <p:nvPr/>
        </p:nvGrpSpPr>
        <p:grpSpPr>
          <a:xfrm>
            <a:off x="1580515" y="1555750"/>
            <a:ext cx="1368425" cy="1152525"/>
            <a:chOff x="2789" y="1298"/>
            <a:chExt cx="862" cy="726"/>
          </a:xfrm>
        </p:grpSpPr>
        <p:sp>
          <p:nvSpPr>
            <p:cNvPr id="1049260" name="AutoShape 37"/>
            <p:cNvSpPr/>
            <p:nvPr>
              <p:custDataLst>
                <p:tags r:id="rId37"/>
              </p:custDataLst>
            </p:nvPr>
          </p:nvSpPr>
          <p:spPr>
            <a:xfrm>
              <a:off x="2835" y="1842"/>
              <a:ext cx="816" cy="182"/>
            </a:xfrm>
            <a:prstGeom prst="rightArrow">
              <a:avLst>
                <a:gd name="adj1" fmla="val 50000"/>
                <a:gd name="adj2" fmla="val 112087"/>
              </a:avLst>
            </a:pr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261" name="Text Box 105"/>
            <p:cNvSpPr txBox="1"/>
            <p:nvPr/>
          </p:nvSpPr>
          <p:spPr>
            <a:xfrm>
              <a:off x="2789" y="1298"/>
              <a:ext cx="726" cy="52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画出分电路图</a:t>
              </a:r>
              <a:endPara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603" name=""/>
        <p:cNvGrpSpPr/>
        <p:nvPr/>
      </p:nvGrpSpPr>
      <p:grpSpPr/>
      <p:sp>
        <p:nvSpPr>
          <p:cNvPr id="1049274" name="Text Box 5"/>
          <p:cNvSpPr txBox="1"/>
          <p:nvPr>
            <p:custDataLst>
              <p:tags r:id="rId1"/>
            </p:custDataLst>
          </p:nvPr>
        </p:nvSpPr>
        <p:spPr>
          <a:xfrm>
            <a:off x="623253" y="1196340"/>
            <a:ext cx="8636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604" name="Group 130"/>
          <p:cNvGrpSpPr/>
          <p:nvPr/>
        </p:nvGrpSpPr>
        <p:grpSpPr>
          <a:xfrm>
            <a:off x="3792220" y="1556385"/>
            <a:ext cx="5708650" cy="3731895"/>
            <a:chOff x="249" y="527"/>
            <a:chExt cx="2426" cy="1451"/>
          </a:xfrm>
        </p:grpSpPr>
        <p:sp>
          <p:nvSpPr>
            <p:cNvPr id="1049275" name="Text Box 27"/>
            <p:cNvSpPr txBox="1"/>
            <p:nvPr>
              <p:custDataLst>
                <p:tags r:id="rId2"/>
              </p:custDataLst>
            </p:nvPr>
          </p:nvSpPr>
          <p:spPr>
            <a:xfrm>
              <a:off x="1655" y="527"/>
              <a:ext cx="318" cy="17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605" name="Group 46"/>
            <p:cNvGrpSpPr/>
            <p:nvPr/>
          </p:nvGrpSpPr>
          <p:grpSpPr>
            <a:xfrm>
              <a:off x="249" y="618"/>
              <a:ext cx="2426" cy="1360"/>
              <a:chOff x="0" y="346"/>
              <a:chExt cx="2426" cy="1360"/>
            </a:xfrm>
          </p:grpSpPr>
          <p:sp>
            <p:nvSpPr>
              <p:cNvPr id="1049276" name="Line 37"/>
              <p:cNvSpPr/>
              <p:nvPr/>
            </p:nvSpPr>
            <p:spPr>
              <a:xfrm>
                <a:off x="2381" y="754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277" name="Oval 39"/>
              <p:cNvSpPr/>
              <p:nvPr>
                <p:custDataLst>
                  <p:tags r:id="rId3"/>
                </p:custDataLst>
              </p:nvPr>
            </p:nvSpPr>
            <p:spPr>
              <a:xfrm>
                <a:off x="930" y="1252"/>
                <a:ext cx="317" cy="27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78" name="Oval 7"/>
              <p:cNvSpPr/>
              <p:nvPr>
                <p:custDataLst>
                  <p:tags r:id="rId4"/>
                </p:custDataLst>
              </p:nvPr>
            </p:nvSpPr>
            <p:spPr>
              <a:xfrm>
                <a:off x="340" y="1253"/>
                <a:ext cx="317" cy="27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79" name="Rectangle 17"/>
              <p:cNvSpPr/>
              <p:nvPr>
                <p:custDataLst>
                  <p:tags r:id="rId5"/>
                </p:custDataLst>
              </p:nvPr>
            </p:nvSpPr>
            <p:spPr>
              <a:xfrm>
                <a:off x="2336" y="1026"/>
                <a:ext cx="90" cy="318"/>
              </a:xfrm>
              <a:prstGeom prst="rect">
                <a:avLst/>
              </a:pr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80" name="Text Box 21"/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204" y="1434"/>
                <a:ext cx="318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281" name="Text Box 22"/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204" y="1026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82" name="Text Box 23"/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1202" y="1207"/>
                <a:ext cx="544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12V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283" name="Text Box 24"/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1882" y="1344"/>
                <a:ext cx="499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2A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284" name="Text Box 25"/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1111" y="1026"/>
                <a:ext cx="318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285" name="Text Box 26"/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1111" y="1434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86" name="Text Box 28"/>
              <p:cNvSpPr txBox="1"/>
              <p:nvPr>
                <p:custDataLst>
                  <p:tags r:id="rId12"/>
                </p:custDataLst>
              </p:nvPr>
            </p:nvSpPr>
            <p:spPr>
              <a:xfrm>
                <a:off x="2018" y="1026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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287" name="Text Box 29"/>
              <p:cNvSpPr txBox="1"/>
              <p:nvPr>
                <p:custDataLst>
                  <p:tags r:id="rId13"/>
                </p:custDataLst>
              </p:nvPr>
            </p:nvSpPr>
            <p:spPr>
              <a:xfrm>
                <a:off x="1247" y="829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3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A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288" name="Text Box 30"/>
              <p:cNvSpPr txBox="1"/>
              <p:nvPr>
                <p:custDataLst>
                  <p:tags r:id="rId14"/>
                </p:custDataLst>
              </p:nvPr>
            </p:nvSpPr>
            <p:spPr>
              <a:xfrm>
                <a:off x="736" y="845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3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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289" name="Text Box 31"/>
              <p:cNvSpPr txBox="1"/>
              <p:nvPr>
                <p:custDataLst>
                  <p:tags r:id="rId15"/>
                </p:custDataLst>
              </p:nvPr>
            </p:nvSpPr>
            <p:spPr>
              <a:xfrm>
                <a:off x="158" y="799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6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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290" name="Line 32"/>
              <p:cNvSpPr/>
              <p:nvPr/>
            </p:nvSpPr>
            <p:spPr>
              <a:xfrm>
                <a:off x="521" y="754"/>
                <a:ext cx="1860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291" name="Line 33"/>
              <p:cNvSpPr/>
              <p:nvPr/>
            </p:nvSpPr>
            <p:spPr>
              <a:xfrm>
                <a:off x="521" y="1706"/>
                <a:ext cx="1860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292" name="Line 34"/>
              <p:cNvSpPr/>
              <p:nvPr/>
            </p:nvSpPr>
            <p:spPr>
              <a:xfrm>
                <a:off x="521" y="754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293" name="Line 35"/>
              <p:cNvSpPr/>
              <p:nvPr/>
            </p:nvSpPr>
            <p:spPr>
              <a:xfrm>
                <a:off x="1111" y="754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oval" w="med" len="med"/>
                <a:tailEnd type="oval" w="med" len="med"/>
              </a:ln>
            </p:spPr>
          </p:sp>
          <p:sp>
            <p:nvSpPr>
              <p:cNvPr id="1049294" name="Line 36"/>
              <p:cNvSpPr/>
              <p:nvPr/>
            </p:nvSpPr>
            <p:spPr>
              <a:xfrm>
                <a:off x="1882" y="754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oval" w="med" len="med"/>
                <a:tailEnd type="oval" w="med" len="med"/>
              </a:ln>
            </p:spPr>
          </p:sp>
          <p:sp>
            <p:nvSpPr>
              <p:cNvPr id="1049295" name="Oval 18"/>
              <p:cNvSpPr/>
              <p:nvPr>
                <p:custDataLst>
                  <p:tags r:id="rId16"/>
                </p:custDataLst>
              </p:nvPr>
            </p:nvSpPr>
            <p:spPr>
              <a:xfrm rot="-5400000">
                <a:off x="1359" y="549"/>
                <a:ext cx="274" cy="317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96" name="Line 19"/>
              <p:cNvSpPr/>
              <p:nvPr>
                <p:custDataLst>
                  <p:tags r:id="rId17"/>
                </p:custDataLst>
              </p:nvPr>
            </p:nvSpPr>
            <p:spPr>
              <a:xfrm rot="-5400000">
                <a:off x="1336" y="707"/>
                <a:ext cx="275" cy="0"/>
              </a:xfrm>
              <a:prstGeom prst="line">
                <a:avLst/>
              </a:prstGeom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297" name="Line 20"/>
              <p:cNvSpPr/>
              <p:nvPr/>
            </p:nvSpPr>
            <p:spPr>
              <a:xfrm rot="-5400000" flipV="1">
                <a:off x="1201" y="572"/>
                <a:ext cx="0" cy="182"/>
              </a:xfrm>
              <a:prstGeom prst="line">
                <a:avLst/>
              </a:prstGeom>
              <a:ln w="38100" cap="flat" cmpd="sng">
                <a:solidFill>
                  <a:srgbClr val="66FFFF"/>
                </a:solidFill>
                <a:prstDash val="solid"/>
                <a:headEnd type="none" w="med" len="med"/>
                <a:tailEnd type="triangle" w="med" len="med"/>
              </a:ln>
            </p:spPr>
          </p:sp>
          <p:sp>
            <p:nvSpPr>
              <p:cNvPr id="1049298" name="Rectangle 15"/>
              <p:cNvSpPr/>
              <p:nvPr>
                <p:custDataLst>
                  <p:tags r:id="rId18"/>
                </p:custDataLst>
              </p:nvPr>
            </p:nvSpPr>
            <p:spPr>
              <a:xfrm rot="5400000">
                <a:off x="363" y="958"/>
                <a:ext cx="317" cy="90"/>
              </a:xfrm>
              <a:prstGeom prst="rect">
                <a:avLst/>
              </a:pr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299" name="Rectangle 14"/>
              <p:cNvSpPr/>
              <p:nvPr>
                <p:custDataLst>
                  <p:tags r:id="rId19"/>
                </p:custDataLst>
              </p:nvPr>
            </p:nvSpPr>
            <p:spPr>
              <a:xfrm rot="5400000">
                <a:off x="974" y="935"/>
                <a:ext cx="272" cy="91"/>
              </a:xfrm>
              <a:prstGeom prst="rect">
                <a:avLst/>
              </a:pr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300" name="Oval 40"/>
              <p:cNvSpPr/>
              <p:nvPr>
                <p:custDataLst>
                  <p:tags r:id="rId20"/>
                </p:custDataLst>
              </p:nvPr>
            </p:nvSpPr>
            <p:spPr>
              <a:xfrm>
                <a:off x="1746" y="1117"/>
                <a:ext cx="272" cy="272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301" name="Line 41"/>
              <p:cNvSpPr/>
              <p:nvPr>
                <p:custDataLst>
                  <p:tags r:id="rId21"/>
                </p:custDataLst>
              </p:nvPr>
            </p:nvSpPr>
            <p:spPr>
              <a:xfrm flipV="1">
                <a:off x="1746" y="1275"/>
                <a:ext cx="272" cy="23"/>
              </a:xfrm>
              <a:prstGeom prst="line">
                <a:avLst/>
              </a:prstGeom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302" name="Line 42"/>
              <p:cNvSpPr/>
              <p:nvPr/>
            </p:nvSpPr>
            <p:spPr>
              <a:xfrm>
                <a:off x="1791" y="1434"/>
                <a:ext cx="0" cy="182"/>
              </a:xfrm>
              <a:prstGeom prst="line">
                <a:avLst/>
              </a:prstGeom>
              <a:ln w="38100" cap="flat" cmpd="sng">
                <a:solidFill>
                  <a:srgbClr val="66FFFF"/>
                </a:solidFill>
                <a:prstDash val="solid"/>
                <a:headEnd type="none" w="med" len="med"/>
                <a:tailEnd type="triangle" w="med" len="med"/>
              </a:ln>
            </p:spPr>
          </p:sp>
          <p:sp>
            <p:nvSpPr>
              <p:cNvPr id="1049303" name="Text Box 43"/>
              <p:cNvSpPr txBox="1"/>
              <p:nvPr>
                <p:custDataLst>
                  <p:tags r:id="rId22"/>
                </p:custDataLst>
              </p:nvPr>
            </p:nvSpPr>
            <p:spPr>
              <a:xfrm>
                <a:off x="0" y="1253"/>
                <a:ext cx="408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6V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304" name="Text Box 44"/>
              <p:cNvSpPr txBox="1"/>
              <p:nvPr>
                <p:custDataLst>
                  <p:tags r:id="rId23"/>
                </p:custDataLst>
              </p:nvPr>
            </p:nvSpPr>
            <p:spPr>
              <a:xfrm>
                <a:off x="1066" y="346"/>
                <a:ext cx="318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305" name="Text Box 45"/>
              <p:cNvSpPr txBox="1"/>
              <p:nvPr>
                <p:custDataLst>
                  <p:tags r:id="rId24"/>
                </p:custDataLst>
              </p:nvPr>
            </p:nvSpPr>
            <p:spPr>
              <a:xfrm>
                <a:off x="1655" y="391"/>
                <a:ext cx="375" cy="17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</p:grpSp>
      </p:grpSp>
      <p:sp>
        <p:nvSpPr>
          <p:cNvPr id="1049306" name="Text Box 47"/>
          <p:cNvSpPr txBox="1"/>
          <p:nvPr>
            <p:custDataLst>
              <p:tags r:id="rId25"/>
            </p:custDataLst>
          </p:nvPr>
        </p:nvSpPr>
        <p:spPr>
          <a:xfrm>
            <a:off x="1847533" y="1196340"/>
            <a:ext cx="36004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计算电压</a:t>
            </a:r>
            <a:r>
              <a:rPr lang="en-US" altLang="zh-CN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zh-CN" altLang="en-US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625" name=""/>
        <p:cNvGrpSpPr/>
        <p:nvPr/>
      </p:nvGrpSpPr>
      <p:grpSpPr/>
      <p:graphicFrame>
        <p:nvGraphicFramePr>
          <p:cNvPr id="4194324" name="Object 122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5375910" y="4796790"/>
          <a:ext cx="6276340" cy="95059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3" name="" showAsIcon="1" r:id="rId2" imgW="1336675" imgH="161290" progId="Equation.3">
                  <p:embed/>
                </p:oleObj>
              </mc:Choice>
              <mc:Fallback>
                <p:oleObj name="" showAsIcon="1" r:id="rId2" imgW="1336675" imgH="161290" progId="Equation.3">
                  <p:embed/>
                  <p:pic>
                    <p:nvPicPr>
                      <p:cNvPr id="0" name="图片 3092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5375910" y="4796790"/>
                        <a:ext cx="6276340" cy="95059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388" name="Text Box 133"/>
          <p:cNvSpPr txBox="1"/>
          <p:nvPr>
            <p:custDataLst>
              <p:tags r:id="rId4"/>
            </p:custDataLst>
          </p:nvPr>
        </p:nvSpPr>
        <p:spPr>
          <a:xfrm>
            <a:off x="984568" y="980440"/>
            <a:ext cx="2951162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3A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6744335" y="2060575"/>
            <a:ext cx="4464685" cy="136842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>
              <a:lnSpc>
                <a:spcPct val="120000"/>
              </a:lnSpc>
            </a:pP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-u+</a:t>
            </a:r>
            <a:r>
              <a:rPr lang="en-US" altLang="zh-CN" sz="3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*3+3*1=0</a:t>
            </a:r>
            <a:endParaRPr lang="en-US" altLang="zh-CN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</a:pP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u=9</a:t>
            </a:r>
            <a:endParaRPr lang="en-US" altLang="zh-CN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/>
          <a:stretch>
            <a:fillRect/>
          </a:stretch>
        </p:blipFill>
        <p:spPr>
          <a:xfrm>
            <a:off x="479425" y="1484630"/>
            <a:ext cx="5734050" cy="3076575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647" name=""/>
        <p:cNvGrpSpPr/>
        <p:nvPr/>
      </p:nvGrpSpPr>
      <p:grpSpPr/>
      <p:graphicFrame>
        <p:nvGraphicFramePr>
          <p:cNvPr id="4194325" name="Object 123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020128" y="4435793"/>
          <a:ext cx="3743325" cy="468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4" name="" showAsIcon="1" r:id="rId2" imgW="1449705" imgH="143510" progId="Equation.3">
                  <p:embed/>
                </p:oleObj>
              </mc:Choice>
              <mc:Fallback>
                <p:oleObj name="" showAsIcon="1" r:id="rId2" imgW="1449705" imgH="143510" progId="Equation.3">
                  <p:embed/>
                  <p:pic>
                    <p:nvPicPr>
                      <p:cNvPr id="0" name="图片 3093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020128" y="4435793"/>
                        <a:ext cx="3743325" cy="468312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6" name="Object 128"/>
          <p:cNvGraphicFramePr>
            <a:graphicFrameLocks noChangeAspect="1"/>
          </p:cNvGraphicFramePr>
          <p:nvPr>
            <p:custDataLst>
              <p:tags r:id="rId4"/>
            </p:custDataLst>
          </p:nvPr>
        </p:nvGraphicFramePr>
        <p:xfrm>
          <a:off x="911543" y="3284855"/>
          <a:ext cx="3960812" cy="549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9" name="" showAsIcon="1" r:id="rId5" imgW="1467485" imgH="161290" progId="Equation.3">
                  <p:embed/>
                </p:oleObj>
              </mc:Choice>
              <mc:Fallback>
                <p:oleObj name="" showAsIcon="1" r:id="rId5" imgW="1467485" imgH="161290" progId="Equation.3">
                  <p:embed/>
                  <p:pic>
                    <p:nvPicPr>
                      <p:cNvPr id="0" name="图片 3098"/>
                      <p:cNvPicPr/>
                      <p:nvPr/>
                    </p:nvPicPr>
                    <p:blipFill>
                      <a:blip r:embed="rId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911543" y="3284855"/>
                        <a:ext cx="3960812" cy="54927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7" name="Object 129"/>
          <p:cNvGraphicFramePr>
            <a:graphicFrameLocks noChangeAspect="1"/>
          </p:cNvGraphicFramePr>
          <p:nvPr>
            <p:custDataLst>
              <p:tags r:id="rId7"/>
            </p:custDataLst>
          </p:nvPr>
        </p:nvGraphicFramePr>
        <p:xfrm>
          <a:off x="5592445" y="4364990"/>
          <a:ext cx="5975985" cy="7124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0" name="" showAsIcon="1" r:id="rId8" imgW="1510665" imgH="143510" progId="Equation.3">
                  <p:embed/>
                </p:oleObj>
              </mc:Choice>
              <mc:Fallback>
                <p:oleObj name="" showAsIcon="1" r:id="rId8" imgW="1510665" imgH="143510" progId="Equation.3">
                  <p:embed/>
                  <p:pic>
                    <p:nvPicPr>
                      <p:cNvPr id="0" name="图片 3099"/>
                      <p:cNvPicPr/>
                      <p:nvPr/>
                    </p:nvPicPr>
                    <p:blipFill>
                      <a:blip r:embed="rId9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5592445" y="4364990"/>
                        <a:ext cx="5975985" cy="71247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387" name="Text Box 131"/>
          <p:cNvSpPr txBox="1"/>
          <p:nvPr>
            <p:custDataLst>
              <p:tags r:id="rId10"/>
            </p:custDataLst>
          </p:nvPr>
        </p:nvSpPr>
        <p:spPr>
          <a:xfrm>
            <a:off x="1805623" y="5577840"/>
            <a:ext cx="8424862" cy="82994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说明：叠加方式是任意的，可以一次一个独立源单独作用，也可以一次几个独立源同时作用，取决于使分析计算简便。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3" name="矩形 2"/>
          <p:cNvSpPr/>
          <p:nvPr>
            <p:custDataLst>
              <p:tags r:id="rId11"/>
            </p:custDataLst>
          </p:nvPr>
        </p:nvSpPr>
        <p:spPr>
          <a:xfrm>
            <a:off x="911860" y="1052830"/>
            <a:ext cx="4464685" cy="136842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>
              <a:lnSpc>
                <a:spcPct val="120000"/>
              </a:lnSpc>
            </a:pP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u-</a:t>
            </a:r>
            <a:r>
              <a:rPr lang="en-US" altLang="zh-CN" sz="3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2*1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-6=0</a:t>
            </a:r>
            <a:endParaRPr lang="en-US" altLang="zh-CN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</a:pP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u=8</a:t>
            </a:r>
            <a:endParaRPr lang="en-US" altLang="zh-CN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12"/>
            </p:custDataLst>
          </p:nvPr>
        </p:nvPicPr>
        <p:blipFill>
          <a:blip r:embed="rId13"/>
          <a:stretch>
            <a:fillRect/>
          </a:stretch>
        </p:blipFill>
        <p:spPr>
          <a:xfrm>
            <a:off x="6240145" y="1124585"/>
            <a:ext cx="4981575" cy="2628900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669" name=""/>
        <p:cNvGrpSpPr/>
        <p:nvPr/>
      </p:nvGrpSpPr>
      <p:grpSpPr/>
      <p:sp>
        <p:nvSpPr>
          <p:cNvPr id="1049401" name="Text Box 35"/>
          <p:cNvSpPr txBox="1"/>
          <p:nvPr>
            <p:custDataLst>
              <p:tags r:id="rId1"/>
            </p:custDataLst>
          </p:nvPr>
        </p:nvSpPr>
        <p:spPr>
          <a:xfrm>
            <a:off x="192405" y="1052830"/>
            <a:ext cx="8636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402" name="Text Box 39"/>
          <p:cNvSpPr txBox="1"/>
          <p:nvPr>
            <p:custDataLst>
              <p:tags r:id="rId2"/>
            </p:custDataLst>
          </p:nvPr>
        </p:nvSpPr>
        <p:spPr>
          <a:xfrm>
            <a:off x="1199515" y="1052830"/>
            <a:ext cx="36004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计算电压</a:t>
            </a:r>
            <a:r>
              <a:rPr lang="en-US" altLang="zh-CN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zh-CN" altLang="en-US" sz="2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</a:t>
            </a:r>
            <a:r>
              <a:rPr lang="en-US" altLang="zh-CN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zh-CN" altLang="en-US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1919605" y="1556385"/>
            <a:ext cx="7604125" cy="4695190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691" name=""/>
        <p:cNvGrpSpPr/>
        <p:nvPr/>
      </p:nvGrpSpPr>
      <p:grpSpPr/>
      <p:grpSp>
        <p:nvGrpSpPr>
          <p:cNvPr id="692" name="Group 40"/>
          <p:cNvGrpSpPr/>
          <p:nvPr/>
        </p:nvGrpSpPr>
        <p:grpSpPr>
          <a:xfrm>
            <a:off x="1847215" y="3652203"/>
            <a:ext cx="1368425" cy="1152525"/>
            <a:chOff x="2789" y="1298"/>
            <a:chExt cx="862" cy="726"/>
          </a:xfrm>
        </p:grpSpPr>
        <p:sp>
          <p:nvSpPr>
            <p:cNvPr id="1049441" name="AutoShape 41"/>
            <p:cNvSpPr/>
            <p:nvPr>
              <p:custDataLst>
                <p:tags r:id="rId1"/>
              </p:custDataLst>
            </p:nvPr>
          </p:nvSpPr>
          <p:spPr>
            <a:xfrm>
              <a:off x="2835" y="1842"/>
              <a:ext cx="816" cy="182"/>
            </a:xfrm>
            <a:prstGeom prst="rightArrow">
              <a:avLst>
                <a:gd name="adj1" fmla="val 50000"/>
                <a:gd name="adj2" fmla="val 112087"/>
              </a:avLst>
            </a:pr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442" name="Text Box 42"/>
            <p:cNvSpPr txBox="1"/>
            <p:nvPr/>
          </p:nvSpPr>
          <p:spPr>
            <a:xfrm>
              <a:off x="2789" y="1298"/>
              <a:ext cx="726" cy="52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画出分电路图</a:t>
              </a:r>
              <a:endPara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693" name="Group 71"/>
          <p:cNvGrpSpPr/>
          <p:nvPr/>
        </p:nvGrpSpPr>
        <p:grpSpPr>
          <a:xfrm>
            <a:off x="2855278" y="3363278"/>
            <a:ext cx="4248150" cy="1657350"/>
            <a:chOff x="1610" y="2205"/>
            <a:chExt cx="2676" cy="1044"/>
          </a:xfrm>
        </p:grpSpPr>
        <p:sp>
          <p:nvSpPr>
            <p:cNvPr id="1049443" name="AutoShape 44"/>
            <p:cNvSpPr/>
            <p:nvPr>
              <p:custDataLst>
                <p:tags r:id="rId2"/>
              </p:custDataLst>
            </p:nvPr>
          </p:nvSpPr>
          <p:spPr>
            <a:xfrm>
              <a:off x="2835" y="2795"/>
              <a:ext cx="272" cy="318"/>
            </a:xfrm>
            <a:prstGeom prst="diamond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444" name="Text Box 45"/>
            <p:cNvSpPr txBox="1"/>
            <p:nvPr>
              <p:custDataLst>
                <p:tags r:id="rId3"/>
              </p:custDataLst>
            </p:nvPr>
          </p:nvSpPr>
          <p:spPr>
            <a:xfrm>
              <a:off x="3470" y="2568"/>
              <a:ext cx="81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（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45" name="Oval 47"/>
            <p:cNvSpPr/>
            <p:nvPr>
              <p:custDataLst>
                <p:tags r:id="rId4"/>
              </p:custDataLst>
            </p:nvPr>
          </p:nvSpPr>
          <p:spPr>
            <a:xfrm>
              <a:off x="2064" y="2614"/>
              <a:ext cx="317" cy="273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446" name="Text Box 48"/>
            <p:cNvSpPr txBox="1"/>
            <p:nvPr>
              <p:custDataLst>
                <p:tags r:id="rId5"/>
              </p:custDataLst>
            </p:nvPr>
          </p:nvSpPr>
          <p:spPr>
            <a:xfrm>
              <a:off x="1928" y="2387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47" name="Text Box 49"/>
            <p:cNvSpPr txBox="1"/>
            <p:nvPr>
              <p:custDataLst>
                <p:tags r:id="rId6"/>
              </p:custDataLst>
            </p:nvPr>
          </p:nvSpPr>
          <p:spPr>
            <a:xfrm>
              <a:off x="1928" y="2886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448" name="Text Box 50"/>
            <p:cNvSpPr txBox="1"/>
            <p:nvPr>
              <p:custDataLst>
                <p:tags r:id="rId7"/>
              </p:custDataLst>
            </p:nvPr>
          </p:nvSpPr>
          <p:spPr>
            <a:xfrm>
              <a:off x="1610" y="2568"/>
              <a:ext cx="54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49" name="Text Box 51"/>
            <p:cNvSpPr txBox="1"/>
            <p:nvPr>
              <p:custDataLst>
                <p:tags r:id="rId8"/>
              </p:custDataLst>
            </p:nvPr>
          </p:nvSpPr>
          <p:spPr>
            <a:xfrm>
              <a:off x="3107" y="2795"/>
              <a:ext cx="771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 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(1)</a:t>
              </a:r>
              <a:endParaRPr lang="en-US" altLang="zh-CN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0" name="Text Box 52"/>
            <p:cNvSpPr txBox="1"/>
            <p:nvPr>
              <p:custDataLst>
                <p:tags r:id="rId9"/>
              </p:custDataLst>
            </p:nvPr>
          </p:nvSpPr>
          <p:spPr>
            <a:xfrm>
              <a:off x="2971" y="2659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1" name="Text Box 53"/>
            <p:cNvSpPr txBox="1"/>
            <p:nvPr>
              <p:custDataLst>
                <p:tags r:id="rId10"/>
              </p:custDataLst>
            </p:nvPr>
          </p:nvSpPr>
          <p:spPr>
            <a:xfrm>
              <a:off x="2971" y="2931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452" name="Text Box 54"/>
            <p:cNvSpPr txBox="1"/>
            <p:nvPr>
              <p:custDataLst>
                <p:tags r:id="rId11"/>
              </p:custDataLst>
            </p:nvPr>
          </p:nvSpPr>
          <p:spPr>
            <a:xfrm>
              <a:off x="3017" y="2387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453" name="Text Box 56"/>
            <p:cNvSpPr txBox="1"/>
            <p:nvPr>
              <p:custDataLst>
                <p:tags r:id="rId12"/>
              </p:custDataLst>
            </p:nvPr>
          </p:nvSpPr>
          <p:spPr>
            <a:xfrm>
              <a:off x="2382" y="2296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454" name="Line 57"/>
            <p:cNvSpPr/>
            <p:nvPr/>
          </p:nvSpPr>
          <p:spPr>
            <a:xfrm>
              <a:off x="2268" y="2251"/>
              <a:ext cx="1429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455" name="Line 58"/>
            <p:cNvSpPr/>
            <p:nvPr/>
          </p:nvSpPr>
          <p:spPr>
            <a:xfrm>
              <a:off x="2268" y="3203"/>
              <a:ext cx="1429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456" name="Line 59"/>
            <p:cNvSpPr/>
            <p:nvPr/>
          </p:nvSpPr>
          <p:spPr>
            <a:xfrm>
              <a:off x="2245" y="2251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457" name="Line 60"/>
            <p:cNvSpPr/>
            <p:nvPr/>
          </p:nvSpPr>
          <p:spPr>
            <a:xfrm>
              <a:off x="2971" y="2251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458" name="Rectangle 61"/>
            <p:cNvSpPr/>
            <p:nvPr>
              <p:custDataLst>
                <p:tags r:id="rId13"/>
              </p:custDataLst>
            </p:nvPr>
          </p:nvSpPr>
          <p:spPr>
            <a:xfrm rot="5400000">
              <a:off x="2835" y="2522"/>
              <a:ext cx="272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459" name="Rectangle 62"/>
            <p:cNvSpPr/>
            <p:nvPr>
              <p:custDataLst>
                <p:tags r:id="rId14"/>
              </p:custDataLst>
            </p:nvPr>
          </p:nvSpPr>
          <p:spPr>
            <a:xfrm rot="5400000">
              <a:off x="2540" y="2137"/>
              <a:ext cx="91" cy="227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460" name="Line 64"/>
            <p:cNvSpPr/>
            <p:nvPr/>
          </p:nvSpPr>
          <p:spPr>
            <a:xfrm>
              <a:off x="2155" y="2296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triangle" w="med" len="med"/>
              <a:tailEnd type="none" w="med" len="med"/>
            </a:ln>
          </p:spPr>
        </p:sp>
        <p:sp>
          <p:nvSpPr>
            <p:cNvPr id="1049461" name="Text Box 65"/>
            <p:cNvSpPr txBox="1"/>
            <p:nvPr>
              <p:custDataLst>
                <p:tags r:id="rId15"/>
              </p:custDataLst>
            </p:nvPr>
          </p:nvSpPr>
          <p:spPr>
            <a:xfrm>
              <a:off x="3560" y="2251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62" name="Text Box 66"/>
            <p:cNvSpPr txBox="1"/>
            <p:nvPr>
              <p:custDataLst>
                <p:tags r:id="rId16"/>
              </p:custDataLst>
            </p:nvPr>
          </p:nvSpPr>
          <p:spPr>
            <a:xfrm>
              <a:off x="3560" y="2886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463" name="Text Box 68"/>
            <p:cNvSpPr txBox="1"/>
            <p:nvPr>
              <p:custDataLst>
                <p:tags r:id="rId17"/>
              </p:custDataLst>
            </p:nvPr>
          </p:nvSpPr>
          <p:spPr>
            <a:xfrm>
              <a:off x="1701" y="2205"/>
              <a:ext cx="58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（</a:t>
              </a:r>
              <a:r>
                <a: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zh-CN" altLang="en-US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）</a:t>
              </a:r>
              <a:endParaRPr lang="zh-CN" altLang="en-US" sz="2400" b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64" name="Oval 69"/>
            <p:cNvSpPr/>
            <p:nvPr/>
          </p:nvSpPr>
          <p:spPr>
            <a:xfrm>
              <a:off x="3697" y="3158"/>
              <a:ext cx="90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465" name="Oval 70"/>
            <p:cNvSpPr/>
            <p:nvPr/>
          </p:nvSpPr>
          <p:spPr>
            <a:xfrm>
              <a:off x="3696" y="2205"/>
              <a:ext cx="90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</p:grpSp>
      <p:graphicFrame>
        <p:nvGraphicFramePr>
          <p:cNvPr id="4194328" name="Object 123"/>
          <p:cNvGraphicFramePr>
            <a:graphicFrameLocks noChangeAspect="1"/>
          </p:cNvGraphicFramePr>
          <p:nvPr>
            <p:custDataLst>
              <p:tags r:id="rId18"/>
            </p:custDataLst>
          </p:nvPr>
        </p:nvGraphicFramePr>
        <p:xfrm>
          <a:off x="2024063" y="1412875"/>
          <a:ext cx="3249612" cy="488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2" name="" showAsIcon="1" r:id="rId19" imgW="1345565" imgH="161290" progId="Equation.3">
                  <p:embed/>
                </p:oleObj>
              </mc:Choice>
              <mc:Fallback>
                <p:oleObj name="" showAsIcon="1" r:id="rId19" imgW="1345565" imgH="161290" progId="Equation.3">
                  <p:embed/>
                  <p:pic>
                    <p:nvPicPr>
                      <p:cNvPr id="0" name="图片 3101"/>
                      <p:cNvPicPr/>
                      <p:nvPr/>
                    </p:nvPicPr>
                    <p:blipFill>
                      <a:blip r:embed="rId20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2024063" y="1412875"/>
                        <a:ext cx="3249612" cy="488950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9" name="Object 124"/>
          <p:cNvGraphicFramePr>
            <a:graphicFrameLocks noChangeAspect="1"/>
          </p:cNvGraphicFramePr>
          <p:nvPr>
            <p:custDataLst>
              <p:tags r:id="rId21"/>
            </p:custDataLst>
          </p:nvPr>
        </p:nvGraphicFramePr>
        <p:xfrm>
          <a:off x="2073275" y="2060575"/>
          <a:ext cx="4732338" cy="495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1" name="" showAsIcon="1" r:id="rId22" imgW="1728470" imgH="143510" progId="Equation.3">
                  <p:embed/>
                </p:oleObj>
              </mc:Choice>
              <mc:Fallback>
                <p:oleObj name="" showAsIcon="1" r:id="rId22" imgW="1728470" imgH="143510" progId="Equation.3">
                  <p:embed/>
                  <p:pic>
                    <p:nvPicPr>
                      <p:cNvPr id="0" name="图片 3100"/>
                      <p:cNvPicPr/>
                      <p:nvPr/>
                    </p:nvPicPr>
                    <p:blipFill>
                      <a:blip r:embed="rId2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2073275" y="2060575"/>
                        <a:ext cx="4732338" cy="495300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0" name="Object 125"/>
          <p:cNvGraphicFramePr>
            <a:graphicFrameLocks noChangeAspect="1"/>
          </p:cNvGraphicFramePr>
          <p:nvPr/>
        </p:nvGraphicFramePr>
        <p:xfrm>
          <a:off x="5519738" y="1412875"/>
          <a:ext cx="1150937" cy="409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4" name="" showAsIcon="1" r:id="rId24" imgW="474345" imgH="143510" progId="Equation.3">
                  <p:embed/>
                </p:oleObj>
              </mc:Choice>
              <mc:Fallback>
                <p:oleObj name="" showAsIcon="1" r:id="rId24" imgW="474345" imgH="143510" progId="Equation.3">
                  <p:embed/>
                  <p:pic>
                    <p:nvPicPr>
                      <p:cNvPr id="0" name="图片 3103"/>
                      <p:cNvPicPr/>
                      <p:nvPr/>
                    </p:nvPicPr>
                    <p:blipFill>
                      <a:blip r:embed="rId25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5519738" y="1412875"/>
                        <a:ext cx="1150937" cy="40957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1" name="Object 133"/>
          <p:cNvGraphicFramePr>
            <a:graphicFrameLocks noChangeAspect="1"/>
          </p:cNvGraphicFramePr>
          <p:nvPr/>
        </p:nvGraphicFramePr>
        <p:xfrm>
          <a:off x="4065588" y="2636838"/>
          <a:ext cx="4133850" cy="517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5" name="" showAsIcon="1" r:id="rId26" imgW="1624330" imgH="161290" progId="Equation.3">
                  <p:embed/>
                </p:oleObj>
              </mc:Choice>
              <mc:Fallback>
                <p:oleObj name="" showAsIcon="1" r:id="rId26" imgW="1624330" imgH="161290" progId="Equation.3">
                  <p:embed/>
                  <p:pic>
                    <p:nvPicPr>
                      <p:cNvPr id="0" name="图片 3094"/>
                      <p:cNvPicPr/>
                      <p:nvPr/>
                    </p:nvPicPr>
                    <p:blipFill>
                      <a:blip r:embed="rId27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065588" y="2636838"/>
                        <a:ext cx="4133850" cy="51752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2" name="Object 134"/>
          <p:cNvGraphicFramePr>
            <a:graphicFrameLocks noChangeAspect="1"/>
          </p:cNvGraphicFramePr>
          <p:nvPr/>
        </p:nvGraphicFramePr>
        <p:xfrm>
          <a:off x="8543925" y="2565400"/>
          <a:ext cx="1439863" cy="442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7" name="" showAsIcon="1" r:id="rId28" imgW="561975" imgH="143510" progId="Equation.3">
                  <p:embed/>
                </p:oleObj>
              </mc:Choice>
              <mc:Fallback>
                <p:oleObj name="" showAsIcon="1" r:id="rId28" imgW="561975" imgH="143510" progId="Equation.3">
                  <p:embed/>
                  <p:pic>
                    <p:nvPicPr>
                      <p:cNvPr id="0" name="图片 3096"/>
                      <p:cNvPicPr/>
                      <p:nvPr/>
                    </p:nvPicPr>
                    <p:blipFill>
                      <a:blip r:embed="rId29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8543925" y="2565400"/>
                        <a:ext cx="1439863" cy="442913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466" name="AutoShape 137" descr="羊皮纸"/>
          <p:cNvSpPr/>
          <p:nvPr>
            <p:custDataLst>
              <p:tags r:id="rId30"/>
            </p:custDataLst>
          </p:nvPr>
        </p:nvSpPr>
        <p:spPr>
          <a:xfrm>
            <a:off x="8256588" y="3213100"/>
            <a:ext cx="1728787" cy="863600"/>
          </a:xfrm>
          <a:prstGeom prst="wedgeRoundRectCallout">
            <a:avLst>
              <a:gd name="adj1" fmla="val -120250"/>
              <a:gd name="adj2" fmla="val 135477"/>
              <a:gd name="adj3" fmla="val 16667"/>
            </a:avLst>
          </a:prstGeom>
          <a:blipFill rotWithShape="1">
            <a:blip r:embed="rId31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受控源始终保留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467" name="Text Box 138"/>
          <p:cNvSpPr txBox="1"/>
          <p:nvPr/>
        </p:nvSpPr>
        <p:spPr>
          <a:xfrm>
            <a:off x="2063750" y="908050"/>
            <a:ext cx="2376488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10V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713" name=""/>
        <p:cNvGrpSpPr/>
        <p:nvPr/>
      </p:nvGrpSpPr>
      <p:grpSpPr/>
      <p:graphicFrame>
        <p:nvGraphicFramePr>
          <p:cNvPr id="4194333" name="Object 126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990725" y="2780030"/>
          <a:ext cx="2190750" cy="420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3" name="" showAsIcon="1" r:id="rId2" imgW="805815" imgH="117475" progId="Equation.3">
                  <p:embed/>
                </p:oleObj>
              </mc:Choice>
              <mc:Fallback>
                <p:oleObj name="" showAsIcon="1" r:id="rId2" imgW="805815" imgH="117475" progId="Equation.3">
                  <p:embed/>
                  <p:pic>
                    <p:nvPicPr>
                      <p:cNvPr id="0" name="图片 3102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990725" y="2780030"/>
                        <a:ext cx="2190750" cy="420688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14" name="Group 132"/>
          <p:cNvGrpSpPr/>
          <p:nvPr/>
        </p:nvGrpSpPr>
        <p:grpSpPr>
          <a:xfrm>
            <a:off x="4255770" y="3789045"/>
            <a:ext cx="5018405" cy="2156304"/>
            <a:chOff x="3311" y="1661"/>
            <a:chExt cx="2449" cy="998"/>
          </a:xfrm>
        </p:grpSpPr>
        <p:grpSp>
          <p:nvGrpSpPr>
            <p:cNvPr id="715" name="Group 122"/>
            <p:cNvGrpSpPr/>
            <p:nvPr/>
          </p:nvGrpSpPr>
          <p:grpSpPr>
            <a:xfrm>
              <a:off x="3311" y="1661"/>
              <a:ext cx="2449" cy="998"/>
              <a:chOff x="2245" y="2341"/>
              <a:chExt cx="2449" cy="998"/>
            </a:xfrm>
          </p:grpSpPr>
          <p:sp>
            <p:nvSpPr>
              <p:cNvPr id="1049480" name="AutoShape 98"/>
              <p:cNvSpPr/>
              <p:nvPr>
                <p:custDataLst>
                  <p:tags r:id="rId4"/>
                </p:custDataLst>
              </p:nvPr>
            </p:nvSpPr>
            <p:spPr>
              <a:xfrm>
                <a:off x="3243" y="2931"/>
                <a:ext cx="272" cy="318"/>
              </a:xfrm>
              <a:prstGeom prst="diamond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481" name="Text Box 99"/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4196" y="2750"/>
                <a:ext cx="498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400" b="1" baseline="30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(2)</a:t>
                </a:r>
                <a:endPara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482" name="Line 100"/>
              <p:cNvSpPr/>
              <p:nvPr/>
            </p:nvSpPr>
            <p:spPr>
              <a:xfrm>
                <a:off x="4105" y="2387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483" name="Text Box 105"/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515" y="2931"/>
                <a:ext cx="499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2</a:t>
                </a:r>
                <a:r>
                  <a:rPr lang="en-US" altLang="zh-CN" sz="24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lang="en-US" altLang="zh-CN" sz="2400" b="1" baseline="30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 (2)</a:t>
                </a:r>
                <a:endParaRPr lang="en-US" altLang="zh-CN" sz="24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484" name="Text Box 106"/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79" y="2795"/>
                <a:ext cx="318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485" name="Text Box 107"/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79" y="3067"/>
                <a:ext cx="375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486" name="Text Box 108"/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425" y="2523"/>
                <a:ext cx="375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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487" name="Text Box 109"/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2245" y="2750"/>
                <a:ext cx="408" cy="242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lang="en-US" altLang="zh-CN" sz="2800" b="1" baseline="30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 (2)</a:t>
                </a:r>
                <a:endParaRPr lang="en-US" altLang="zh-CN" sz="2800" b="1" baseline="30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488" name="Text Box 110"/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2790" y="2432"/>
                <a:ext cx="375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2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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489" name="Line 111"/>
              <p:cNvSpPr/>
              <p:nvPr/>
            </p:nvSpPr>
            <p:spPr>
              <a:xfrm>
                <a:off x="2676" y="2387"/>
                <a:ext cx="1429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490" name="Line 112"/>
              <p:cNvSpPr/>
              <p:nvPr/>
            </p:nvSpPr>
            <p:spPr>
              <a:xfrm>
                <a:off x="2676" y="3339"/>
                <a:ext cx="1429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491" name="Line 113"/>
              <p:cNvSpPr/>
              <p:nvPr/>
            </p:nvSpPr>
            <p:spPr>
              <a:xfrm>
                <a:off x="2653" y="2387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492" name="Line 114"/>
              <p:cNvSpPr/>
              <p:nvPr/>
            </p:nvSpPr>
            <p:spPr>
              <a:xfrm>
                <a:off x="3379" y="2387"/>
                <a:ext cx="0" cy="952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oval" w="med" len="med"/>
                <a:tailEnd type="oval" w="med" len="med"/>
              </a:ln>
            </p:spPr>
          </p:sp>
          <p:sp>
            <p:nvSpPr>
              <p:cNvPr id="1049493" name="Rectangle 115"/>
              <p:cNvSpPr/>
              <p:nvPr>
                <p:custDataLst>
                  <p:tags r:id="rId12"/>
                </p:custDataLst>
              </p:nvPr>
            </p:nvSpPr>
            <p:spPr>
              <a:xfrm rot="5400000">
                <a:off x="3243" y="2658"/>
                <a:ext cx="272" cy="91"/>
              </a:xfrm>
              <a:prstGeom prst="rect">
                <a:avLst/>
              </a:pr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494" name="Rectangle 116"/>
              <p:cNvSpPr/>
              <p:nvPr>
                <p:custDataLst>
                  <p:tags r:id="rId13"/>
                </p:custDataLst>
              </p:nvPr>
            </p:nvSpPr>
            <p:spPr>
              <a:xfrm rot="5400000">
                <a:off x="2948" y="2273"/>
                <a:ext cx="91" cy="227"/>
              </a:xfrm>
              <a:prstGeom prst="rect">
                <a:avLst/>
              </a:pr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495" name="Oval 117"/>
              <p:cNvSpPr/>
              <p:nvPr>
                <p:custDataLst>
                  <p:tags r:id="rId14"/>
                </p:custDataLst>
              </p:nvPr>
            </p:nvSpPr>
            <p:spPr>
              <a:xfrm>
                <a:off x="3969" y="2704"/>
                <a:ext cx="272" cy="272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496" name="Line 118"/>
              <p:cNvSpPr/>
              <p:nvPr/>
            </p:nvSpPr>
            <p:spPr>
              <a:xfrm>
                <a:off x="2744" y="2749"/>
                <a:ext cx="0" cy="182"/>
              </a:xfrm>
              <a:prstGeom prst="line">
                <a:avLst/>
              </a:prstGeom>
              <a:ln w="38100" cap="flat" cmpd="sng">
                <a:solidFill>
                  <a:srgbClr val="66FFFF"/>
                </a:solidFill>
                <a:prstDash val="solid"/>
                <a:headEnd type="triangle" w="med" len="med"/>
                <a:tailEnd type="none" w="med" len="med"/>
              </a:ln>
            </p:spPr>
          </p:sp>
          <p:sp>
            <p:nvSpPr>
              <p:cNvPr id="1049497" name="Text Box 119"/>
              <p:cNvSpPr txBox="1"/>
              <p:nvPr>
                <p:custDataLst>
                  <p:tags r:id="rId15"/>
                </p:custDataLst>
              </p:nvPr>
            </p:nvSpPr>
            <p:spPr>
              <a:xfrm>
                <a:off x="4105" y="2432"/>
                <a:ext cx="318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498" name="Text Box 120"/>
              <p:cNvSpPr txBox="1"/>
              <p:nvPr>
                <p:custDataLst>
                  <p:tags r:id="rId16"/>
                </p:custDataLst>
              </p:nvPr>
            </p:nvSpPr>
            <p:spPr>
              <a:xfrm>
                <a:off x="4060" y="2977"/>
                <a:ext cx="375" cy="21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499" name="Line 121"/>
              <p:cNvSpPr/>
              <p:nvPr>
                <p:custDataLst>
                  <p:tags r:id="rId17"/>
                </p:custDataLst>
              </p:nvPr>
            </p:nvSpPr>
            <p:spPr>
              <a:xfrm>
                <a:off x="3969" y="2840"/>
                <a:ext cx="272" cy="0"/>
              </a:xfrm>
              <a:prstGeom prst="line">
                <a:avLst/>
              </a:prstGeom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49500" name="Line 130"/>
            <p:cNvSpPr/>
            <p:nvPr/>
          </p:nvSpPr>
          <p:spPr>
            <a:xfrm flipV="1">
              <a:off x="5057" y="1797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501" name="Text Box 131"/>
            <p:cNvSpPr txBox="1"/>
            <p:nvPr>
              <p:custDataLst>
                <p:tags r:id="rId18"/>
              </p:custDataLst>
            </p:nvPr>
          </p:nvSpPr>
          <p:spPr>
            <a:xfrm>
              <a:off x="4694" y="1706"/>
              <a:ext cx="408" cy="21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34" name="Object 133"/>
          <p:cNvGraphicFramePr>
            <a:graphicFrameLocks noChangeAspect="1"/>
          </p:cNvGraphicFramePr>
          <p:nvPr>
            <p:custDataLst>
              <p:tags r:id="rId19"/>
            </p:custDataLst>
          </p:nvPr>
        </p:nvGraphicFramePr>
        <p:xfrm>
          <a:off x="3862388" y="1556068"/>
          <a:ext cx="4133850" cy="517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5" name="" showAsIcon="1" r:id="rId20" imgW="1624330" imgH="161290" progId="Equation.3">
                  <p:embed/>
                </p:oleObj>
              </mc:Choice>
              <mc:Fallback>
                <p:oleObj name="" showAsIcon="1" r:id="rId20" imgW="1624330" imgH="161290" progId="Equation.3">
                  <p:embed/>
                  <p:pic>
                    <p:nvPicPr>
                      <p:cNvPr id="0" name="图片 3094"/>
                      <p:cNvPicPr/>
                      <p:nvPr/>
                    </p:nvPicPr>
                    <p:blipFill>
                      <a:blip r:embed="rId21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3862388" y="1556068"/>
                        <a:ext cx="4133850" cy="517525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5" name="Object 134"/>
          <p:cNvGraphicFramePr>
            <a:graphicFrameLocks noChangeAspect="1"/>
          </p:cNvGraphicFramePr>
          <p:nvPr>
            <p:custDataLst>
              <p:tags r:id="rId22"/>
            </p:custDataLst>
          </p:nvPr>
        </p:nvGraphicFramePr>
        <p:xfrm>
          <a:off x="8340725" y="1484630"/>
          <a:ext cx="1439863" cy="442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7" name="" showAsIcon="1" r:id="rId23" imgW="561975" imgH="143510" progId="Equation.3">
                  <p:embed/>
                </p:oleObj>
              </mc:Choice>
              <mc:Fallback>
                <p:oleObj name="" showAsIcon="1" r:id="rId23" imgW="561975" imgH="143510" progId="Equation.3">
                  <p:embed/>
                  <p:pic>
                    <p:nvPicPr>
                      <p:cNvPr id="0" name="图片 3096"/>
                      <p:cNvPicPr/>
                      <p:nvPr/>
                    </p:nvPicPr>
                    <p:blipFill>
                      <a:blip r:embed="rId24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8340725" y="1484630"/>
                        <a:ext cx="1439863" cy="442913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6" name="Object 135"/>
          <p:cNvGraphicFramePr>
            <a:graphicFrameLocks noChangeAspect="1"/>
          </p:cNvGraphicFramePr>
          <p:nvPr>
            <p:custDataLst>
              <p:tags r:id="rId25"/>
            </p:custDataLst>
          </p:nvPr>
        </p:nvGraphicFramePr>
        <p:xfrm>
          <a:off x="2005013" y="2132330"/>
          <a:ext cx="4319587" cy="542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6" name="" showAsIcon="1" r:id="rId26" imgW="1624330" imgH="161290" progId="Equation.3">
                  <p:embed/>
                </p:oleObj>
              </mc:Choice>
              <mc:Fallback>
                <p:oleObj name="" showAsIcon="1" r:id="rId26" imgW="1624330" imgH="161290" progId="Equation.3">
                  <p:embed/>
                  <p:pic>
                    <p:nvPicPr>
                      <p:cNvPr id="0" name="图片 3095"/>
                      <p:cNvPicPr/>
                      <p:nvPr/>
                    </p:nvPicPr>
                    <p:blipFill>
                      <a:blip r:embed="rId27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2005013" y="2132330"/>
                        <a:ext cx="4319587" cy="542925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7" name="Object 136"/>
          <p:cNvGraphicFramePr>
            <a:graphicFrameLocks noChangeAspect="1"/>
          </p:cNvGraphicFramePr>
          <p:nvPr>
            <p:custDataLst>
              <p:tags r:id="rId28"/>
            </p:custDataLst>
          </p:nvPr>
        </p:nvGraphicFramePr>
        <p:xfrm>
          <a:off x="4784725" y="2780030"/>
          <a:ext cx="2506663" cy="476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8" name="" showAsIcon="1" r:id="rId29" imgW="927735" imgH="143510" progId="Equation.3">
                  <p:embed/>
                </p:oleObj>
              </mc:Choice>
              <mc:Fallback>
                <p:oleObj name="" showAsIcon="1" r:id="rId29" imgW="927735" imgH="143510" progId="Equation.3">
                  <p:embed/>
                  <p:pic>
                    <p:nvPicPr>
                      <p:cNvPr id="0" name="图片 3097"/>
                      <p:cNvPicPr/>
                      <p:nvPr/>
                    </p:nvPicPr>
                    <p:blipFill>
                      <a:blip r:embed="rId30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784725" y="2780030"/>
                        <a:ext cx="2506663" cy="476250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502" name="AutoShape 137" descr="羊皮纸"/>
          <p:cNvSpPr/>
          <p:nvPr>
            <p:custDataLst>
              <p:tags r:id="rId31"/>
            </p:custDataLst>
          </p:nvPr>
        </p:nvSpPr>
        <p:spPr>
          <a:xfrm>
            <a:off x="8053388" y="2132330"/>
            <a:ext cx="1728787" cy="863600"/>
          </a:xfrm>
          <a:prstGeom prst="wedgeRoundRectCallout">
            <a:avLst>
              <a:gd name="adj1" fmla="val -120250"/>
              <a:gd name="adj2" fmla="val 135477"/>
              <a:gd name="adj3" fmla="val 16667"/>
            </a:avLst>
          </a:prstGeom>
          <a:blipFill rotWithShape="1">
            <a:blip r:embed="rId32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受控源始终保留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503" name="Text Box 139"/>
          <p:cNvSpPr txBox="1"/>
          <p:nvPr/>
        </p:nvSpPr>
        <p:spPr>
          <a:xfrm>
            <a:off x="1644650" y="1627505"/>
            <a:ext cx="2376488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5A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电源作用：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782" name=""/>
        <p:cNvGrpSpPr/>
        <p:nvPr/>
      </p:nvGrpSpPr>
      <p:grpSpPr/>
      <p:sp>
        <p:nvSpPr>
          <p:cNvPr id="1049579" name="Text Box 87"/>
          <p:cNvSpPr txBox="1"/>
          <p:nvPr/>
        </p:nvSpPr>
        <p:spPr>
          <a:xfrm>
            <a:off x="2927827" y="2349024"/>
            <a:ext cx="5983605" cy="521970"/>
          </a:xfrm>
          <a:prstGeom prst="rect">
            <a:avLst/>
          </a:prstGeom>
          <a:solidFill>
            <a:schemeClr val="accent5"/>
          </a:solidFill>
          <a:ln w="12700">
            <a:noFill/>
          </a:ln>
        </p:spPr>
        <p:txBody>
          <a:bodyPr wrap="none"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5.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齐性原理（</a:t>
            </a: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homogeneity   property)</a:t>
            </a:r>
            <a:endParaRPr lang="en-US" altLang="zh-CN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838" name=""/>
        <p:cNvGrpSpPr/>
        <p:nvPr/>
      </p:nvGrpSpPr>
      <p:grpSpPr/>
      <p:sp>
        <p:nvSpPr>
          <p:cNvPr id="1049663" name="Text Box 5"/>
          <p:cNvSpPr txBox="1"/>
          <p:nvPr/>
        </p:nvSpPr>
        <p:spPr>
          <a:xfrm>
            <a:off x="2063750" y="1484472"/>
            <a:ext cx="1944688" cy="521970"/>
          </a:xfrm>
          <a:prstGeom prst="rect">
            <a:avLst/>
          </a:prstGeom>
          <a:solidFill>
            <a:schemeClr val="hlink"/>
          </a:solidFill>
          <a:ln w="12700">
            <a:noFill/>
          </a:ln>
        </p:spPr>
        <p:txBody>
          <a:bodyPr lIns="0" tIns="46038" rIns="57600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齐性原理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664" name="Text Box 6"/>
          <p:cNvSpPr txBox="1"/>
          <p:nvPr/>
        </p:nvSpPr>
        <p:spPr>
          <a:xfrm>
            <a:off x="2063750" y="2126615"/>
            <a:ext cx="7931150" cy="1420495"/>
          </a:xfrm>
          <a:prstGeom prst="rect">
            <a:avLst/>
          </a:prstGeom>
          <a:noFill/>
          <a:ln w="12700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666750" algn="just" eaLnBrk="1" hangingPunct="1">
              <a:lnSpc>
                <a:spcPct val="120000"/>
              </a:lnSpc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线性电路中，所有激励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独立源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都增大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或减小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同样的倍数，则电路中响应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电压或电流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也增大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或减小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同样的倍数。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665" name="Text Box 7"/>
          <p:cNvSpPr txBox="1"/>
          <p:nvPr>
            <p:custDataLst>
              <p:tags r:id="rId1"/>
            </p:custDataLst>
          </p:nvPr>
        </p:nvSpPr>
        <p:spPr>
          <a:xfrm>
            <a:off x="2990692" y="3716338"/>
            <a:ext cx="5907405" cy="460375"/>
          </a:xfrm>
          <a:prstGeom prst="rect">
            <a:avLst/>
          </a:prstGeom>
          <a:solidFill>
            <a:schemeClr val="hlink"/>
          </a:solidFill>
          <a:ln w="12700">
            <a:noFill/>
          </a:ln>
        </p:spPr>
        <p:txBody>
          <a:bodyPr wrap="none" lIns="0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当激励只有一个时，则响应与激励成正比。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666" name="Text Box 8"/>
          <p:cNvSpPr txBox="1"/>
          <p:nvPr/>
        </p:nvSpPr>
        <p:spPr>
          <a:xfrm>
            <a:off x="2782888" y="4435476"/>
            <a:ext cx="4537075" cy="460375"/>
          </a:xfrm>
          <a:prstGeom prst="rect">
            <a:avLst/>
          </a:prstGeom>
          <a:noFill/>
          <a:ln w="12700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可加性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(additivity  property)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8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92" name="Text Box 4" descr="蓝色砂纸"/>
          <p:cNvSpPr txBox="1"/>
          <p:nvPr>
            <p:custDataLst>
              <p:tags r:id="rId1"/>
            </p:custDataLst>
          </p:nvPr>
        </p:nvSpPr>
        <p:spPr>
          <a:xfrm>
            <a:off x="1703705" y="2132965"/>
            <a:ext cx="8916670" cy="230695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7A8E99"/>
            </a:prstShdw>
          </a:effectLst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4. 2  </a:t>
            </a: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替代定理 </a:t>
            </a:r>
            <a:endParaRPr lang="zh-CN" altLang="en-US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(</a:t>
            </a: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Substitution Theorem</a:t>
            </a: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)</a:t>
            </a:r>
            <a:endParaRPr lang="en-US" altLang="zh-CN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P107</a:t>
            </a:r>
            <a:endParaRPr lang="en-US" altLang="zh-CN" sz="4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898" name=""/>
        <p:cNvGrpSpPr/>
        <p:nvPr/>
      </p:nvGrpSpPr>
      <p:grpSpPr/>
      <p:sp>
        <p:nvSpPr>
          <p:cNvPr id="1049705" name="Text Box 2" descr="新闻纸"/>
          <p:cNvSpPr txBox="1"/>
          <p:nvPr>
            <p:custDataLst>
              <p:tags r:id="rId1"/>
            </p:custDataLst>
          </p:nvPr>
        </p:nvSpPr>
        <p:spPr>
          <a:xfrm>
            <a:off x="2208213" y="260350"/>
            <a:ext cx="8001000" cy="58356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959595"/>
            </a:prstShdw>
          </a:effectLst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endParaRPr lang="en-US" altLang="zh-CN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706" name="Text Box 3"/>
          <p:cNvSpPr txBox="1"/>
          <p:nvPr/>
        </p:nvSpPr>
        <p:spPr>
          <a:xfrm>
            <a:off x="1487805" y="908685"/>
            <a:ext cx="8595995" cy="257619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 algn="l" eaLnBrk="1" hangingPunct="1">
              <a:lnSpc>
                <a:spcPct val="70000"/>
              </a:lnSpc>
              <a:spcBef>
                <a:spcPct val="50000"/>
              </a:spcBef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若某一支路电压为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400" b="1" i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、电流为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i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endParaRPr lang="zh-CN" altLang="en-US" sz="2400" b="1" i="1" baseline="-25000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70000"/>
              </a:lnSpc>
              <a:spcBef>
                <a:spcPct val="50000"/>
              </a:spcBef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用一个电压等于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400" b="1" i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的独立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70000"/>
              </a:lnSpc>
              <a:spcBef>
                <a:spcPct val="50000"/>
              </a:spcBef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或者用一个电流等于</a:t>
            </a:r>
            <a:r>
              <a:rPr lang="en-US" altLang="zh-CN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i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 独立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电流源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70000"/>
              </a:lnSpc>
              <a:spcBef>
                <a:spcPct val="50000"/>
              </a:spcBef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或用一</a:t>
            </a:r>
            <a:r>
              <a:rPr lang="en-US" altLang="zh-CN" sz="2800" b="1" i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R=u</a:t>
            </a:r>
            <a:r>
              <a:rPr lang="en-US" altLang="zh-CN" sz="2800" b="1" i="1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en-US" altLang="zh-CN" sz="2800" b="1" i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/i</a:t>
            </a:r>
            <a:r>
              <a:rPr lang="en-US" altLang="zh-CN" sz="2800" b="1" i="1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来替代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l" eaLnBrk="1" hangingPunct="1">
              <a:lnSpc>
                <a:spcPct val="70000"/>
              </a:lnSpc>
              <a:spcBef>
                <a:spcPct val="50000"/>
              </a:spcBef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替代后电路中全部电压和电流均保持原有值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解答唯一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899" name="Group 49"/>
          <p:cNvGrpSpPr/>
          <p:nvPr/>
        </p:nvGrpSpPr>
        <p:grpSpPr>
          <a:xfrm>
            <a:off x="6240463" y="3789363"/>
            <a:ext cx="1238250" cy="2089150"/>
            <a:chOff x="3492" y="2704"/>
            <a:chExt cx="780" cy="1316"/>
          </a:xfrm>
        </p:grpSpPr>
        <p:sp>
          <p:nvSpPr>
            <p:cNvPr id="1049707" name="Line 48"/>
            <p:cNvSpPr/>
            <p:nvPr/>
          </p:nvSpPr>
          <p:spPr>
            <a:xfrm>
              <a:off x="3651" y="2704"/>
              <a:ext cx="0" cy="1316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708" name="Text Box 14"/>
            <p:cNvSpPr txBox="1"/>
            <p:nvPr>
              <p:custDataLst>
                <p:tags r:id="rId2"/>
              </p:custDataLst>
            </p:nvPr>
          </p:nvSpPr>
          <p:spPr>
            <a:xfrm>
              <a:off x="3878" y="3067"/>
              <a:ext cx="394" cy="36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09" name="Oval 17"/>
            <p:cNvSpPr/>
            <p:nvPr>
              <p:custDataLst>
                <p:tags r:id="rId3"/>
              </p:custDataLst>
            </p:nvPr>
          </p:nvSpPr>
          <p:spPr>
            <a:xfrm>
              <a:off x="3504" y="3144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cxnSp>
          <p:nvCxnSpPr>
            <p:cNvPr id="3145730" name="AutoShape 18"/>
            <p:cNvCxnSpPr>
              <a:stCxn id="1049709" idx="2"/>
              <a:endCxn id="1049709" idx="6"/>
            </p:cNvCxnSpPr>
            <p:nvPr>
              <p:custDataLst>
                <p:tags r:id="rId4"/>
              </p:custDataLst>
            </p:nvPr>
          </p:nvCxnSpPr>
          <p:spPr>
            <a:xfrm>
              <a:off x="3492" y="3288"/>
              <a:ext cx="312" cy="0"/>
            </a:xfrm>
            <a:prstGeom prst="straightConnector1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49710" name="Line 19"/>
            <p:cNvSpPr/>
            <p:nvPr/>
          </p:nvSpPr>
          <p:spPr>
            <a:xfrm>
              <a:off x="3840" y="3144"/>
              <a:ext cx="0" cy="33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</p:grpSp>
      <p:grpSp>
        <p:nvGrpSpPr>
          <p:cNvPr id="900" name="Group 45"/>
          <p:cNvGrpSpPr/>
          <p:nvPr/>
        </p:nvGrpSpPr>
        <p:grpSpPr>
          <a:xfrm>
            <a:off x="1776413" y="3573463"/>
            <a:ext cx="1412875" cy="2376487"/>
            <a:chOff x="295" y="2659"/>
            <a:chExt cx="890" cy="1497"/>
          </a:xfrm>
        </p:grpSpPr>
        <p:sp>
          <p:nvSpPr>
            <p:cNvPr id="1049711" name="Line 44"/>
            <p:cNvSpPr/>
            <p:nvPr/>
          </p:nvSpPr>
          <p:spPr>
            <a:xfrm>
              <a:off x="612" y="2659"/>
              <a:ext cx="0" cy="1497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712" name="Text Box 41"/>
            <p:cNvSpPr txBox="1"/>
            <p:nvPr>
              <p:custDataLst>
                <p:tags r:id="rId5"/>
              </p:custDataLst>
            </p:nvPr>
          </p:nvSpPr>
          <p:spPr>
            <a:xfrm>
              <a:off x="431" y="3113"/>
              <a:ext cx="408" cy="615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just" eaLnBrk="1" hangingPunct="1">
                <a:lnSpc>
                  <a:spcPct val="80000"/>
                </a:lnSpc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支</a:t>
              </a:r>
              <a:endParaRPr lang="zh-CN" altLang="en-US" sz="24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marL="0" lvl="0" indent="0" algn="just" eaLnBrk="1" hangingPunct="1">
                <a:lnSpc>
                  <a:spcPct val="80000"/>
                </a:lnSpc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路</a:t>
              </a:r>
              <a:endParaRPr lang="zh-CN" altLang="en-US" sz="24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marL="0" lvl="0" indent="0" algn="just" eaLnBrk="1" hangingPunct="1">
                <a:lnSpc>
                  <a:spcPct val="80000"/>
                </a:lnSpc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</a:t>
              </a:r>
              <a:r>
                <a:rPr lang="en-US" altLang="zh-CN" sz="2400" b="1" i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r>
                <a:rPr lang="en-US" altLang="zh-CN" sz="1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     </a:t>
              </a:r>
              <a:endParaRPr lang="en-US" altLang="zh-CN" sz="1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13" name="Line 36"/>
            <p:cNvSpPr/>
            <p:nvPr/>
          </p:nvSpPr>
          <p:spPr>
            <a:xfrm>
              <a:off x="703" y="2704"/>
              <a:ext cx="8" cy="29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714" name="Text Box 37"/>
            <p:cNvSpPr txBox="1"/>
            <p:nvPr>
              <p:custDataLst>
                <p:tags r:id="rId6"/>
              </p:custDataLst>
            </p:nvPr>
          </p:nvSpPr>
          <p:spPr>
            <a:xfrm>
              <a:off x="295" y="2704"/>
              <a:ext cx="336" cy="36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15" name="Text Box 38"/>
            <p:cNvSpPr txBox="1"/>
            <p:nvPr>
              <p:custDataLst>
                <p:tags r:id="rId7"/>
              </p:custDataLst>
            </p:nvPr>
          </p:nvSpPr>
          <p:spPr>
            <a:xfrm>
              <a:off x="839" y="2840"/>
              <a:ext cx="154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16" name="Text Box 39"/>
            <p:cNvSpPr txBox="1"/>
            <p:nvPr>
              <p:custDataLst>
                <p:tags r:id="rId8"/>
              </p:custDataLst>
            </p:nvPr>
          </p:nvSpPr>
          <p:spPr>
            <a:xfrm>
              <a:off x="839" y="3702"/>
              <a:ext cx="240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17" name="Text Box 40"/>
            <p:cNvSpPr txBox="1"/>
            <p:nvPr>
              <p:custDataLst>
                <p:tags r:id="rId9"/>
              </p:custDataLst>
            </p:nvPr>
          </p:nvSpPr>
          <p:spPr>
            <a:xfrm>
              <a:off x="839" y="3238"/>
              <a:ext cx="346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718" name="AutoShape 42"/>
          <p:cNvSpPr/>
          <p:nvPr>
            <p:custDataLst>
              <p:tags r:id="rId10"/>
            </p:custDataLst>
          </p:nvPr>
        </p:nvSpPr>
        <p:spPr>
          <a:xfrm>
            <a:off x="3359150" y="4054159"/>
            <a:ext cx="576263" cy="838834"/>
          </a:xfrm>
          <a:prstGeom prst="rightArrow">
            <a:avLst>
              <a:gd name="adj1" fmla="val 50000"/>
              <a:gd name="adj2" fmla="val 66727"/>
            </a:avLst>
          </a:prstGeom>
          <a:solidFill>
            <a:schemeClr val="lt1"/>
          </a:solidFill>
          <a:ln w="19050" cap="flat" cmpd="sng">
            <a:solidFill>
              <a:schemeClr val="lt1"/>
            </a:solidFill>
            <a:prstDash val="solid"/>
            <a:miter/>
            <a:headEnd type="none" w="med" len="med"/>
            <a:tailEnd type="none" w="med" len="med"/>
          </a:ln>
        </p:spPr>
        <p:txBody>
          <a:bodyPr lIns="90000" tIns="46800" rIns="90000" bIns="46800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sp>
        <p:nvSpPr>
          <p:cNvPr id="1049719" name="AutoShape 43"/>
          <p:cNvSpPr/>
          <p:nvPr>
            <p:custDataLst>
              <p:tags r:id="rId11"/>
            </p:custDataLst>
          </p:nvPr>
        </p:nvSpPr>
        <p:spPr>
          <a:xfrm>
            <a:off x="5448300" y="4054159"/>
            <a:ext cx="576263" cy="838834"/>
          </a:xfrm>
          <a:prstGeom prst="rightArrow">
            <a:avLst>
              <a:gd name="adj1" fmla="val 50000"/>
              <a:gd name="adj2" fmla="val 66727"/>
            </a:avLst>
          </a:prstGeom>
          <a:solidFill>
            <a:schemeClr val="lt1"/>
          </a:solidFill>
          <a:ln w="19050" cap="flat" cmpd="sng">
            <a:solidFill>
              <a:schemeClr val="lt1"/>
            </a:solidFill>
            <a:prstDash val="solid"/>
            <a:miter/>
            <a:headEnd type="none" w="med" len="med"/>
            <a:tailEnd type="none" w="med" len="med"/>
          </a:ln>
        </p:spPr>
        <p:txBody>
          <a:bodyPr lIns="90000" tIns="46800" rIns="90000" bIns="46800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grpSp>
        <p:nvGrpSpPr>
          <p:cNvPr id="901" name="Group 47"/>
          <p:cNvGrpSpPr/>
          <p:nvPr/>
        </p:nvGrpSpPr>
        <p:grpSpPr>
          <a:xfrm>
            <a:off x="4367213" y="3717925"/>
            <a:ext cx="1054100" cy="2160588"/>
            <a:chOff x="1927" y="2704"/>
            <a:chExt cx="664" cy="1361"/>
          </a:xfrm>
        </p:grpSpPr>
        <p:sp>
          <p:nvSpPr>
            <p:cNvPr id="1049720" name="Oval 8"/>
            <p:cNvSpPr/>
            <p:nvPr>
              <p:custDataLst>
                <p:tags r:id="rId12"/>
              </p:custDataLst>
            </p:nvPr>
          </p:nvSpPr>
          <p:spPr>
            <a:xfrm>
              <a:off x="1927" y="3203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cxnSp>
          <p:nvCxnSpPr>
            <p:cNvPr id="3145731" name="AutoShape 9"/>
            <p:cNvCxnSpPr>
              <a:stCxn id="1049720" idx="0"/>
              <a:endCxn id="1049720" idx="4"/>
            </p:cNvCxnSpPr>
            <p:nvPr>
              <p:custDataLst>
                <p:tags r:id="rId13"/>
              </p:custDataLst>
            </p:nvPr>
          </p:nvCxnSpPr>
          <p:spPr>
            <a:xfrm>
              <a:off x="2071" y="3191"/>
              <a:ext cx="0" cy="312"/>
            </a:xfrm>
            <a:prstGeom prst="straightConnector1">
              <a:avLst/>
            </a:prstGeom>
            <a:ln w="19050" cap="flat" cmpd="sng">
              <a:solidFill>
                <a:schemeClr val="dk1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49721" name="Text Box 10"/>
            <p:cNvSpPr txBox="1"/>
            <p:nvPr>
              <p:custDataLst>
                <p:tags r:id="rId14"/>
              </p:custDataLst>
            </p:nvPr>
          </p:nvSpPr>
          <p:spPr>
            <a:xfrm>
              <a:off x="2200" y="2931"/>
              <a:ext cx="1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2" name="Text Box 11"/>
            <p:cNvSpPr txBox="1"/>
            <p:nvPr>
              <p:custDataLst>
                <p:tags r:id="rId15"/>
              </p:custDataLst>
            </p:nvPr>
          </p:nvSpPr>
          <p:spPr>
            <a:xfrm>
              <a:off x="2200" y="3521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3" name="Text Box 12"/>
            <p:cNvSpPr txBox="1"/>
            <p:nvPr>
              <p:custDataLst>
                <p:tags r:id="rId16"/>
              </p:custDataLst>
            </p:nvPr>
          </p:nvSpPr>
          <p:spPr>
            <a:xfrm>
              <a:off x="2245" y="3203"/>
              <a:ext cx="346" cy="36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4" name="Line 46"/>
            <p:cNvSpPr/>
            <p:nvPr/>
          </p:nvSpPr>
          <p:spPr>
            <a:xfrm>
              <a:off x="2064" y="2704"/>
              <a:ext cx="0" cy="1361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</p:grpSp>
      <p:grpSp>
        <p:nvGrpSpPr>
          <p:cNvPr id="902" name="Group 60"/>
          <p:cNvGrpSpPr/>
          <p:nvPr/>
        </p:nvGrpSpPr>
        <p:grpSpPr>
          <a:xfrm>
            <a:off x="8040688" y="3502025"/>
            <a:ext cx="1968500" cy="2376488"/>
            <a:chOff x="4105" y="2478"/>
            <a:chExt cx="1240" cy="1497"/>
          </a:xfrm>
        </p:grpSpPr>
        <p:sp>
          <p:nvSpPr>
            <p:cNvPr id="1049725" name="Line 51"/>
            <p:cNvSpPr/>
            <p:nvPr/>
          </p:nvSpPr>
          <p:spPr>
            <a:xfrm>
              <a:off x="4467" y="2478"/>
              <a:ext cx="0" cy="1497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726" name="Line 53"/>
            <p:cNvSpPr/>
            <p:nvPr/>
          </p:nvSpPr>
          <p:spPr>
            <a:xfrm>
              <a:off x="4558" y="2523"/>
              <a:ext cx="8" cy="29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727" name="Text Box 54"/>
            <p:cNvSpPr txBox="1"/>
            <p:nvPr>
              <p:custDataLst>
                <p:tags r:id="rId17"/>
              </p:custDataLst>
            </p:nvPr>
          </p:nvSpPr>
          <p:spPr>
            <a:xfrm>
              <a:off x="4150" y="2523"/>
              <a:ext cx="336" cy="36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8" name="Text Box 55"/>
            <p:cNvSpPr txBox="1"/>
            <p:nvPr>
              <p:custDataLst>
                <p:tags r:id="rId18"/>
              </p:custDataLst>
            </p:nvPr>
          </p:nvSpPr>
          <p:spPr>
            <a:xfrm>
              <a:off x="4195" y="2795"/>
              <a:ext cx="154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9" name="Text Box 56"/>
            <p:cNvSpPr txBox="1"/>
            <p:nvPr>
              <p:custDataLst>
                <p:tags r:id="rId19"/>
              </p:custDataLst>
            </p:nvPr>
          </p:nvSpPr>
          <p:spPr>
            <a:xfrm>
              <a:off x="4195" y="3385"/>
              <a:ext cx="240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30" name="Text Box 57"/>
            <p:cNvSpPr txBox="1"/>
            <p:nvPr>
              <p:custDataLst>
                <p:tags r:id="rId20"/>
              </p:custDataLst>
            </p:nvPr>
          </p:nvSpPr>
          <p:spPr>
            <a:xfrm>
              <a:off x="4105" y="3113"/>
              <a:ext cx="346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31" name="Rectangle 58"/>
            <p:cNvSpPr/>
            <p:nvPr>
              <p:custDataLst>
                <p:tags r:id="rId21"/>
              </p:custDataLst>
            </p:nvPr>
          </p:nvSpPr>
          <p:spPr>
            <a:xfrm>
              <a:off x="4377" y="3022"/>
              <a:ext cx="136" cy="317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732" name="Rectangle 59"/>
            <p:cNvSpPr/>
            <p:nvPr>
              <p:custDataLst>
                <p:tags r:id="rId22"/>
              </p:custDataLst>
            </p:nvPr>
          </p:nvSpPr>
          <p:spPr>
            <a:xfrm>
              <a:off x="4558" y="2991"/>
              <a:ext cx="787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R=u</a:t>
              </a:r>
              <a:r>
                <a: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/i</a:t>
              </a:r>
              <a:r>
                <a: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733" name="AutoShape 61"/>
          <p:cNvSpPr/>
          <p:nvPr>
            <p:custDataLst>
              <p:tags r:id="rId23"/>
            </p:custDataLst>
          </p:nvPr>
        </p:nvSpPr>
        <p:spPr>
          <a:xfrm>
            <a:off x="7248525" y="3981134"/>
            <a:ext cx="576263" cy="838834"/>
          </a:xfrm>
          <a:prstGeom prst="rightArrow">
            <a:avLst>
              <a:gd name="adj1" fmla="val 50000"/>
              <a:gd name="adj2" fmla="val 66727"/>
            </a:avLst>
          </a:prstGeom>
          <a:solidFill>
            <a:schemeClr val="lt1"/>
          </a:solidFill>
          <a:ln w="19050" cap="flat" cmpd="sng">
            <a:solidFill>
              <a:schemeClr val="lt1"/>
            </a:solidFill>
            <a:prstDash val="solid"/>
            <a:miter/>
            <a:headEnd type="none" w="med" len="med"/>
            <a:tailEnd type="none" w="med" len="med"/>
          </a:ln>
        </p:spPr>
        <p:txBody>
          <a:bodyPr lIns="90000" tIns="46800" rIns="90000" bIns="46800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924" name=""/>
        <p:cNvGrpSpPr/>
        <p:nvPr/>
      </p:nvGrpSpPr>
      <p:grpSpPr/>
      <p:sp>
        <p:nvSpPr>
          <p:cNvPr id="1049749" name="Text Box 3"/>
          <p:cNvSpPr txBox="1"/>
          <p:nvPr/>
        </p:nvSpPr>
        <p:spPr>
          <a:xfrm>
            <a:off x="1559560" y="1772285"/>
            <a:ext cx="8335963" cy="396938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457200" lvl="0" indent="-457200" algn="just" eaLnBrk="1" hangingPunct="1">
              <a:spcBef>
                <a:spcPct val="50000"/>
              </a:spcBef>
              <a:buAutoNum type="arabicPeriod"/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替代定理</a:t>
            </a:r>
            <a:r>
              <a:rPr lang="zh-CN" altLang="en-US" sz="2800" b="1" dirty="0">
                <a:solidFill>
                  <a:srgbClr val="FF0000"/>
                </a:solidFill>
                <a:highlight>
                  <a:srgbClr val="FFFF00"/>
                </a:highlight>
                <a:latin typeface="Times New Roman" panose="02020603050405020304" pitchFamily="18" charset="0"/>
                <a:ea typeface="黑体" panose="02010609060101010101" pitchFamily="49" charset="-122"/>
              </a:rPr>
              <a:t>是集总参数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电路理论中一个重要定理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对线性、非线性、时变、非时变电路都成立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.</a:t>
            </a:r>
            <a:endParaRPr lang="en-US" altLang="zh-CN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57200" lvl="0" indent="-457200" algn="just" eaLnBrk="1" hangingPunct="1">
              <a:spcBef>
                <a:spcPct val="50000"/>
              </a:spcBef>
              <a:buAutoNum type="arabicPeriod"/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替代定理常用来辅佐其它分析法来求解分析电路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.</a:t>
            </a:r>
            <a:endParaRPr lang="en-US" altLang="zh-CN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57200" lvl="0" indent="-457200" algn="just" eaLnBrk="1" hangingPunct="1">
              <a:spcBef>
                <a:spcPct val="50000"/>
              </a:spcBef>
              <a:buAutoNum type="arabicPeriod"/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事实上替代定理就是电路的</a:t>
            </a:r>
            <a:r>
              <a:rPr lang="zh-CN" altLang="en-US" sz="2800" b="1" dirty="0">
                <a:solidFill>
                  <a:srgbClr val="FF0000"/>
                </a:solidFill>
                <a:highlight>
                  <a:srgbClr val="FFFF00"/>
                </a:highlight>
                <a:latin typeface="Times New Roman" panose="02020603050405020304" pitchFamily="18" charset="0"/>
                <a:ea typeface="黑体" panose="02010609060101010101" pitchFamily="49" charset="-122"/>
              </a:rPr>
              <a:t>等效变换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：以各支路的电压或电流为未知量所列出的方程是一个代数方程组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由于具有唯一解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则将其中一个未知量用其解去替代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不会影响其它未知量的值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故替代前后电压与电流均保持不变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.</a:t>
            </a:r>
            <a:endParaRPr lang="en-US" altLang="zh-CN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750" name="Text Box 23"/>
          <p:cNvSpPr txBox="1"/>
          <p:nvPr>
            <p:custDataLst>
              <p:tags r:id="rId1"/>
            </p:custDataLst>
          </p:nvPr>
        </p:nvSpPr>
        <p:spPr>
          <a:xfrm>
            <a:off x="1500823" y="1197610"/>
            <a:ext cx="986790" cy="52197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txBody>
          <a:bodyPr wrap="non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注：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946" name=""/>
        <p:cNvGrpSpPr/>
        <p:nvPr/>
      </p:nvGrpSpPr>
      <p:grpSpPr/>
      <p:grpSp>
        <p:nvGrpSpPr>
          <p:cNvPr id="947" name="Group 67"/>
          <p:cNvGrpSpPr/>
          <p:nvPr/>
        </p:nvGrpSpPr>
        <p:grpSpPr>
          <a:xfrm>
            <a:off x="2640013" y="908050"/>
            <a:ext cx="2087562" cy="2160588"/>
            <a:chOff x="340" y="618"/>
            <a:chExt cx="1315" cy="1361"/>
          </a:xfrm>
        </p:grpSpPr>
        <p:sp>
          <p:nvSpPr>
            <p:cNvPr id="1049766" name="Rectangle 15"/>
            <p:cNvSpPr/>
            <p:nvPr>
              <p:custDataLst>
                <p:tags r:id="rId1"/>
              </p:custDataLst>
            </p:nvPr>
          </p:nvSpPr>
          <p:spPr>
            <a:xfrm>
              <a:off x="1312" y="1163"/>
              <a:ext cx="343" cy="62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767" name="Rectangle 16"/>
            <p:cNvSpPr/>
            <p:nvPr>
              <p:custDataLst>
                <p:tags r:id="rId2"/>
              </p:custDataLst>
            </p:nvPr>
          </p:nvSpPr>
          <p:spPr>
            <a:xfrm>
              <a:off x="340" y="848"/>
              <a:ext cx="515" cy="1131"/>
            </a:xfrm>
            <a:prstGeom prst="rect">
              <a:avLst/>
            </a:prstGeom>
            <a:solidFill>
              <a:schemeClr val="accent4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768" name="Text Box 17"/>
            <p:cNvSpPr txBox="1"/>
            <p:nvPr>
              <p:custDataLst>
                <p:tags r:id="rId3"/>
              </p:custDataLst>
            </p:nvPr>
          </p:nvSpPr>
          <p:spPr>
            <a:xfrm>
              <a:off x="397" y="1100"/>
              <a:ext cx="343" cy="406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36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36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948" name="Group 18"/>
            <p:cNvGrpSpPr/>
            <p:nvPr/>
          </p:nvGrpSpPr>
          <p:grpSpPr>
            <a:xfrm>
              <a:off x="855" y="974"/>
              <a:ext cx="628" cy="189"/>
              <a:chOff x="1008" y="2400"/>
              <a:chExt cx="528" cy="144"/>
            </a:xfrm>
          </p:grpSpPr>
          <p:sp>
            <p:nvSpPr>
              <p:cNvPr id="1049769" name="Line 19"/>
              <p:cNvSpPr/>
              <p:nvPr/>
            </p:nvSpPr>
            <p:spPr>
              <a:xfrm>
                <a:off x="1008" y="2400"/>
                <a:ext cx="52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770" name="Line 20"/>
              <p:cNvSpPr/>
              <p:nvPr/>
            </p:nvSpPr>
            <p:spPr>
              <a:xfrm>
                <a:off x="1536" y="2400"/>
                <a:ext cx="0" cy="144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grpSp>
          <p:nvGrpSpPr>
            <p:cNvPr id="949" name="Group 21"/>
            <p:cNvGrpSpPr/>
            <p:nvPr/>
          </p:nvGrpSpPr>
          <p:grpSpPr>
            <a:xfrm>
              <a:off x="855" y="1791"/>
              <a:ext cx="628" cy="125"/>
              <a:chOff x="1008" y="3024"/>
              <a:chExt cx="480" cy="96"/>
            </a:xfrm>
          </p:grpSpPr>
          <p:sp>
            <p:nvSpPr>
              <p:cNvPr id="1049771" name="Line 22"/>
              <p:cNvSpPr/>
              <p:nvPr/>
            </p:nvSpPr>
            <p:spPr>
              <a:xfrm>
                <a:off x="1008" y="3120"/>
                <a:ext cx="480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772" name="Line 23"/>
              <p:cNvSpPr/>
              <p:nvPr/>
            </p:nvSpPr>
            <p:spPr>
              <a:xfrm flipV="1">
                <a:off x="1488" y="3024"/>
                <a:ext cx="0" cy="96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49773" name="Line 24"/>
            <p:cNvSpPr/>
            <p:nvPr/>
          </p:nvSpPr>
          <p:spPr>
            <a:xfrm>
              <a:off x="1140" y="1026"/>
              <a:ext cx="343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774" name="Text Box 25"/>
            <p:cNvSpPr txBox="1"/>
            <p:nvPr>
              <p:custDataLst>
                <p:tags r:id="rId4"/>
              </p:custDataLst>
            </p:nvPr>
          </p:nvSpPr>
          <p:spPr>
            <a:xfrm>
              <a:off x="1111" y="618"/>
              <a:ext cx="401" cy="368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75" name="Text Box 26"/>
            <p:cNvSpPr txBox="1"/>
            <p:nvPr>
              <p:custDataLst>
                <p:tags r:id="rId5"/>
              </p:custDataLst>
            </p:nvPr>
          </p:nvSpPr>
          <p:spPr>
            <a:xfrm>
              <a:off x="1111" y="981"/>
              <a:ext cx="183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76" name="Text Box 27"/>
            <p:cNvSpPr txBox="1"/>
            <p:nvPr>
              <p:custDataLst>
                <p:tags r:id="rId6"/>
              </p:custDataLst>
            </p:nvPr>
          </p:nvSpPr>
          <p:spPr>
            <a:xfrm>
              <a:off x="1066" y="1525"/>
              <a:ext cx="286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77" name="Text Box 28"/>
            <p:cNvSpPr txBox="1"/>
            <p:nvPr>
              <p:custDataLst>
                <p:tags r:id="rId7"/>
              </p:custDataLst>
            </p:nvPr>
          </p:nvSpPr>
          <p:spPr>
            <a:xfrm>
              <a:off x="975" y="1253"/>
              <a:ext cx="41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78" name="Text Box 29"/>
            <p:cNvSpPr txBox="1"/>
            <p:nvPr>
              <p:custDataLst>
                <p:tags r:id="rId8"/>
              </p:custDataLst>
            </p:nvPr>
          </p:nvSpPr>
          <p:spPr>
            <a:xfrm>
              <a:off x="1312" y="1163"/>
              <a:ext cx="286" cy="615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just" eaLnBrk="1" hangingPunct="1">
                <a:lnSpc>
                  <a:spcPct val="80000"/>
                </a:lnSpc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支</a:t>
              </a:r>
              <a:endParaRPr lang="zh-CN" altLang="en-US" sz="24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marL="0" lvl="0" indent="0" algn="just" eaLnBrk="1" hangingPunct="1">
                <a:lnSpc>
                  <a:spcPct val="80000"/>
                </a:lnSpc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路</a:t>
              </a:r>
              <a:endParaRPr lang="zh-CN" altLang="en-US" sz="24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marL="0" lvl="0" indent="0" algn="just" eaLnBrk="1" hangingPunct="1">
                <a:lnSpc>
                  <a:spcPct val="80000"/>
                </a:lnSpc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</a:t>
              </a:r>
              <a:r>
                <a:rPr lang="en-US" altLang="zh-CN" sz="2400" b="1" i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r>
                <a:rPr lang="en-US" altLang="zh-CN" sz="24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     </a:t>
              </a:r>
              <a:endParaRPr lang="en-US" altLang="zh-CN" sz="24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950" name="Group 31"/>
          <p:cNvGrpSpPr/>
          <p:nvPr/>
        </p:nvGrpSpPr>
        <p:grpSpPr>
          <a:xfrm>
            <a:off x="6527800" y="1196975"/>
            <a:ext cx="2376488" cy="1727200"/>
            <a:chOff x="2304" y="2400"/>
            <a:chExt cx="1354" cy="864"/>
          </a:xfrm>
        </p:grpSpPr>
        <p:sp>
          <p:nvSpPr>
            <p:cNvPr id="1049779" name="Rectangle 32"/>
            <p:cNvSpPr/>
            <p:nvPr>
              <p:custDataLst>
                <p:tags r:id="rId9"/>
              </p:custDataLst>
            </p:nvPr>
          </p:nvSpPr>
          <p:spPr>
            <a:xfrm>
              <a:off x="2304" y="2400"/>
              <a:ext cx="432" cy="864"/>
            </a:xfrm>
            <a:prstGeom prst="rect">
              <a:avLst/>
            </a:prstGeom>
            <a:solidFill>
              <a:schemeClr val="accent4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780" name="Rectangle 33"/>
            <p:cNvSpPr/>
            <p:nvPr/>
          </p:nvSpPr>
          <p:spPr>
            <a:xfrm>
              <a:off x="2736" y="2544"/>
              <a:ext cx="432" cy="62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781" name="Text Box 34"/>
            <p:cNvSpPr txBox="1"/>
            <p:nvPr>
              <p:custDataLst>
                <p:tags r:id="rId10"/>
              </p:custDataLst>
            </p:nvPr>
          </p:nvSpPr>
          <p:spPr>
            <a:xfrm>
              <a:off x="2352" y="2592"/>
              <a:ext cx="288" cy="323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36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36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82" name="Oval 35"/>
            <p:cNvSpPr/>
            <p:nvPr>
              <p:custDataLst>
                <p:tags r:id="rId11"/>
              </p:custDataLst>
            </p:nvPr>
          </p:nvSpPr>
          <p:spPr>
            <a:xfrm>
              <a:off x="3024" y="2736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cxnSp>
          <p:nvCxnSpPr>
            <p:cNvPr id="3145732" name="AutoShape 36"/>
            <p:cNvCxnSpPr>
              <a:stCxn id="1049782" idx="0"/>
              <a:endCxn id="1049782" idx="4"/>
            </p:cNvCxnSpPr>
            <p:nvPr/>
          </p:nvCxnSpPr>
          <p:spPr>
            <a:xfrm>
              <a:off x="3168" y="2727"/>
              <a:ext cx="0" cy="306"/>
            </a:xfrm>
            <a:prstGeom prst="straightConnector1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49783" name="Text Box 37"/>
            <p:cNvSpPr txBox="1"/>
            <p:nvPr>
              <p:custDataLst>
                <p:tags r:id="rId12"/>
              </p:custDataLst>
            </p:nvPr>
          </p:nvSpPr>
          <p:spPr>
            <a:xfrm>
              <a:off x="3158" y="2496"/>
              <a:ext cx="154" cy="23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84" name="Text Box 38"/>
            <p:cNvSpPr txBox="1"/>
            <p:nvPr>
              <p:custDataLst>
                <p:tags r:id="rId13"/>
              </p:custDataLst>
            </p:nvPr>
          </p:nvSpPr>
          <p:spPr>
            <a:xfrm>
              <a:off x="3168" y="2928"/>
              <a:ext cx="240" cy="23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85" name="Text Box 39"/>
            <p:cNvSpPr txBox="1"/>
            <p:nvPr>
              <p:custDataLst>
                <p:tags r:id="rId14"/>
              </p:custDataLst>
            </p:nvPr>
          </p:nvSpPr>
          <p:spPr>
            <a:xfrm>
              <a:off x="3312" y="2688"/>
              <a:ext cx="346" cy="292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786" name="AutoShape 40"/>
          <p:cNvSpPr/>
          <p:nvPr>
            <p:custDataLst>
              <p:tags r:id="rId15"/>
            </p:custDataLst>
          </p:nvPr>
        </p:nvSpPr>
        <p:spPr>
          <a:xfrm>
            <a:off x="5232400" y="1489155"/>
            <a:ext cx="792163" cy="857090"/>
          </a:xfrm>
          <a:prstGeom prst="rightArrow">
            <a:avLst>
              <a:gd name="adj1" fmla="val 50000"/>
              <a:gd name="adj2" fmla="val 68543"/>
            </a:avLst>
          </a:prstGeom>
          <a:solidFill>
            <a:schemeClr val="lt1"/>
          </a:solidFill>
          <a:ln w="19050">
            <a:noFill/>
          </a:ln>
        </p:spPr>
        <p:txBody>
          <a:bodyPr lIns="90000" tIns="46800" rIns="90000" bIns="46800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grpSp>
        <p:nvGrpSpPr>
          <p:cNvPr id="951" name="Group 73"/>
          <p:cNvGrpSpPr/>
          <p:nvPr/>
        </p:nvGrpSpPr>
        <p:grpSpPr>
          <a:xfrm>
            <a:off x="2711450" y="3284538"/>
            <a:ext cx="3201988" cy="3114674"/>
            <a:chOff x="748" y="2160"/>
            <a:chExt cx="2017" cy="1962"/>
          </a:xfrm>
        </p:grpSpPr>
        <p:grpSp>
          <p:nvGrpSpPr>
            <p:cNvPr id="952" name="Group 72"/>
            <p:cNvGrpSpPr/>
            <p:nvPr/>
          </p:nvGrpSpPr>
          <p:grpSpPr>
            <a:xfrm>
              <a:off x="1111" y="2659"/>
              <a:ext cx="1654" cy="1463"/>
              <a:chOff x="748" y="2614"/>
              <a:chExt cx="1654" cy="1463"/>
            </a:xfrm>
          </p:grpSpPr>
          <p:sp>
            <p:nvSpPr>
              <p:cNvPr id="1049787" name="Oval 3"/>
              <p:cNvSpPr/>
              <p:nvPr>
                <p:custDataLst>
                  <p:tags r:id="rId16"/>
                </p:custDataLst>
              </p:nvPr>
            </p:nvSpPr>
            <p:spPr>
              <a:xfrm rot="5400000">
                <a:off x="1032" y="3462"/>
                <a:ext cx="283" cy="427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lIns="90000" tIns="46800" rIns="90000" bIns="46800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788" name="Text Box 7"/>
              <p:cNvSpPr txBox="1"/>
              <p:nvPr>
                <p:custDataLst>
                  <p:tags r:id="rId17"/>
                </p:custDataLst>
              </p:nvPr>
            </p:nvSpPr>
            <p:spPr>
              <a:xfrm>
                <a:off x="1066" y="3748"/>
                <a:ext cx="478" cy="329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i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k</a:t>
                </a:r>
                <a:endPara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789" name="Oval 9"/>
              <p:cNvSpPr/>
              <p:nvPr>
                <p:custDataLst>
                  <p:tags r:id="rId18"/>
                </p:custDataLst>
              </p:nvPr>
            </p:nvSpPr>
            <p:spPr>
              <a:xfrm>
                <a:off x="1565" y="3209"/>
                <a:ext cx="284" cy="43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lIns="90000" tIns="46800" rIns="90000" bIns="46800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790" name="Text Box 13"/>
              <p:cNvSpPr txBox="1"/>
              <p:nvPr>
                <p:custDataLst>
                  <p:tags r:id="rId19"/>
                </p:custDataLst>
              </p:nvPr>
            </p:nvSpPr>
            <p:spPr>
              <a:xfrm>
                <a:off x="1837" y="3249"/>
                <a:ext cx="565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i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k</a:t>
                </a:r>
                <a:endPara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grpSp>
            <p:nvGrpSpPr>
              <p:cNvPr id="953" name="Group 57"/>
              <p:cNvGrpSpPr/>
              <p:nvPr/>
            </p:nvGrpSpPr>
            <p:grpSpPr>
              <a:xfrm>
                <a:off x="1292" y="2614"/>
                <a:ext cx="304" cy="480"/>
                <a:chOff x="4197" y="1872"/>
                <a:chExt cx="304" cy="480"/>
              </a:xfrm>
            </p:grpSpPr>
            <p:sp>
              <p:nvSpPr>
                <p:cNvPr id="1049791" name="Line 58"/>
                <p:cNvSpPr/>
                <p:nvPr>
                  <p:custDataLst>
                    <p:tags r:id="rId20"/>
                  </p:custDataLst>
                </p:nvPr>
              </p:nvSpPr>
              <p:spPr>
                <a:xfrm>
                  <a:off x="4224" y="1927"/>
                  <a:ext cx="84" cy="0"/>
                </a:xfrm>
                <a:prstGeom prst="line">
                  <a:avLst/>
                </a:prstGeom>
                <a:ln w="19050" cap="flat" cmpd="sng">
                  <a:solidFill>
                    <a:schemeClr val="lt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049792" name="Line 59"/>
                <p:cNvSpPr/>
                <p:nvPr>
                  <p:custDataLst>
                    <p:tags r:id="rId21"/>
                  </p:custDataLst>
                </p:nvPr>
              </p:nvSpPr>
              <p:spPr>
                <a:xfrm rot="-5400000">
                  <a:off x="4218" y="1920"/>
                  <a:ext cx="96" cy="0"/>
                </a:xfrm>
                <a:prstGeom prst="line">
                  <a:avLst/>
                </a:prstGeom>
                <a:ln w="19050" cap="flat" cmpd="sng">
                  <a:solidFill>
                    <a:schemeClr val="lt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049793" name="Line 60"/>
                <p:cNvSpPr/>
                <p:nvPr>
                  <p:custDataLst>
                    <p:tags r:id="rId22"/>
                  </p:custDataLst>
                </p:nvPr>
              </p:nvSpPr>
              <p:spPr>
                <a:xfrm>
                  <a:off x="4224" y="2352"/>
                  <a:ext cx="84" cy="0"/>
                </a:xfrm>
                <a:prstGeom prst="line">
                  <a:avLst/>
                </a:prstGeom>
                <a:ln w="19050" cap="flat" cmpd="sng">
                  <a:solidFill>
                    <a:schemeClr val="lt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049794" name="Text Box 61"/>
                <p:cNvSpPr txBox="1"/>
                <p:nvPr>
                  <p:custDataLst>
                    <p:tags r:id="rId23"/>
                  </p:custDataLst>
                </p:nvPr>
              </p:nvSpPr>
              <p:spPr>
                <a:xfrm>
                  <a:off x="4197" y="1986"/>
                  <a:ext cx="304" cy="329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 wrap="none"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50000"/>
                    </a:spcBef>
                    <a:buNone/>
                  </a:pPr>
                  <a:r>
                    <a:rPr lang="en-US" altLang="zh-CN" sz="2800" b="1" i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u</a:t>
                  </a:r>
                  <a:r>
                    <a:rPr lang="en-US" altLang="zh-CN" sz="1600" b="1" i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k</a:t>
                  </a:r>
                  <a:endParaRPr lang="en-US" altLang="zh-CN" sz="16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</p:grpSp>
          <p:sp>
            <p:nvSpPr>
              <p:cNvPr id="1049795" name="Text Box 68"/>
              <p:cNvSpPr txBox="1"/>
              <p:nvPr>
                <p:custDataLst>
                  <p:tags r:id="rId24"/>
                </p:custDataLst>
              </p:nvPr>
            </p:nvSpPr>
            <p:spPr>
              <a:xfrm>
                <a:off x="748" y="3657"/>
                <a:ext cx="272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796" name="Text Box 69"/>
              <p:cNvSpPr txBox="1"/>
              <p:nvPr>
                <p:custDataLst>
                  <p:tags r:id="rId25"/>
                </p:custDataLst>
              </p:nvPr>
            </p:nvSpPr>
            <p:spPr>
              <a:xfrm>
                <a:off x="1791" y="3475"/>
                <a:ext cx="272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797" name="Text Box 70"/>
              <p:cNvSpPr txBox="1"/>
              <p:nvPr>
                <p:custDataLst>
                  <p:tags r:id="rId26"/>
                </p:custDataLst>
              </p:nvPr>
            </p:nvSpPr>
            <p:spPr>
              <a:xfrm>
                <a:off x="1338" y="3657"/>
                <a:ext cx="272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＋</a:t>
                </a:r>
                <a:endPara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798" name="Text Box 71"/>
              <p:cNvSpPr txBox="1"/>
              <p:nvPr>
                <p:custDataLst>
                  <p:tags r:id="rId27"/>
                </p:custDataLst>
              </p:nvPr>
            </p:nvSpPr>
            <p:spPr>
              <a:xfrm>
                <a:off x="1837" y="3067"/>
                <a:ext cx="272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zh-CN" altLang="en-US" sz="2400" b="1" dirty="0">
                    <a:solidFill>
                      <a:schemeClr val="lt1"/>
                    </a:solidFill>
                    <a:ea typeface="仿宋_GB2312" pitchFamily="49" charset="-122"/>
                  </a:rPr>
                  <a:t>－</a:t>
                </a:r>
                <a:endParaRPr lang="zh-CN" altLang="en-US" sz="2400" b="1" dirty="0">
                  <a:solidFill>
                    <a:schemeClr val="lt1"/>
                  </a:solidFill>
                  <a:ea typeface="仿宋_GB2312" pitchFamily="49" charset="-122"/>
                </a:endParaRPr>
              </a:p>
            </p:txBody>
          </p:sp>
        </p:grpSp>
        <p:grpSp>
          <p:nvGrpSpPr>
            <p:cNvPr id="954" name="Group 41"/>
            <p:cNvGrpSpPr/>
            <p:nvPr/>
          </p:nvGrpSpPr>
          <p:grpSpPr>
            <a:xfrm>
              <a:off x="748" y="2160"/>
              <a:ext cx="1488" cy="1680"/>
              <a:chOff x="720" y="2400"/>
              <a:chExt cx="1488" cy="1680"/>
            </a:xfrm>
          </p:grpSpPr>
          <p:sp>
            <p:nvSpPr>
              <p:cNvPr id="1049799" name="Rectangle 42"/>
              <p:cNvSpPr/>
              <p:nvPr>
                <p:custDataLst>
                  <p:tags r:id="rId28"/>
                </p:custDataLst>
              </p:nvPr>
            </p:nvSpPr>
            <p:spPr>
              <a:xfrm>
                <a:off x="720" y="2736"/>
                <a:ext cx="432" cy="1344"/>
              </a:xfrm>
              <a:prstGeom prst="rect">
                <a:avLst/>
              </a:prstGeom>
              <a:solidFill>
                <a:schemeClr val="accent4"/>
              </a:solidFill>
              <a:ln w="28575" cap="flat" cmpd="sng">
                <a:solidFill>
                  <a:srgbClr val="FFCC00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49800" name="Text Box 43"/>
              <p:cNvSpPr txBox="1"/>
              <p:nvPr>
                <p:custDataLst>
                  <p:tags r:id="rId29"/>
                </p:custDataLst>
              </p:nvPr>
            </p:nvSpPr>
            <p:spPr>
              <a:xfrm>
                <a:off x="768" y="3168"/>
                <a:ext cx="288" cy="406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36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A</a:t>
                </a:r>
                <a:endParaRPr lang="en-US" altLang="zh-CN" sz="36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grpSp>
            <p:nvGrpSpPr>
              <p:cNvPr id="955" name="Group 44"/>
              <p:cNvGrpSpPr/>
              <p:nvPr/>
            </p:nvGrpSpPr>
            <p:grpSpPr>
              <a:xfrm>
                <a:off x="1632" y="2400"/>
                <a:ext cx="336" cy="384"/>
                <a:chOff x="1392" y="2592"/>
                <a:chExt cx="336" cy="384"/>
              </a:xfrm>
            </p:grpSpPr>
            <p:sp>
              <p:nvSpPr>
                <p:cNvPr id="1049801" name="Line 45"/>
                <p:cNvSpPr/>
                <p:nvPr/>
              </p:nvSpPr>
              <p:spPr>
                <a:xfrm>
                  <a:off x="1392" y="2976"/>
                  <a:ext cx="288" cy="0"/>
                </a:xfrm>
                <a:prstGeom prst="line">
                  <a:avLst/>
                </a:prstGeom>
                <a:ln w="38100" cap="flat" cmpd="sng">
                  <a:solidFill>
                    <a:srgbClr val="66FFFF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1049802" name="Text Box 46"/>
                <p:cNvSpPr txBox="1"/>
                <p:nvPr>
                  <p:custDataLst>
                    <p:tags r:id="rId30"/>
                  </p:custDataLst>
                </p:nvPr>
              </p:nvSpPr>
              <p:spPr>
                <a:xfrm>
                  <a:off x="1392" y="2592"/>
                  <a:ext cx="336" cy="368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50000"/>
                    </a:spcBef>
                    <a:buNone/>
                  </a:pPr>
                  <a:r>
                    <a:rPr lang="en-US" altLang="zh-CN" b="1" i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i</a:t>
                  </a:r>
                  <a:r>
                    <a:rPr lang="en-US" altLang="zh-CN" b="1" i="1" baseline="-25000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k</a:t>
                  </a:r>
                  <a:endParaRPr lang="en-US" altLang="zh-CN" sz="2400" b="1" i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</p:grpSp>
          <p:sp>
            <p:nvSpPr>
              <p:cNvPr id="1049803" name="Text Box 47"/>
              <p:cNvSpPr txBox="1"/>
              <p:nvPr>
                <p:custDataLst>
                  <p:tags r:id="rId31"/>
                </p:custDataLst>
              </p:nvPr>
            </p:nvSpPr>
            <p:spPr>
              <a:xfrm>
                <a:off x="1200" y="2928"/>
                <a:ext cx="240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804" name="Text Box 48"/>
              <p:cNvSpPr txBox="1"/>
              <p:nvPr>
                <p:custDataLst>
                  <p:tags r:id="rId32"/>
                </p:custDataLst>
              </p:nvPr>
            </p:nvSpPr>
            <p:spPr>
              <a:xfrm>
                <a:off x="1200" y="3552"/>
                <a:ext cx="240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–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9805" name="Text Box 49"/>
              <p:cNvSpPr txBox="1"/>
              <p:nvPr>
                <p:custDataLst>
                  <p:tags r:id="rId33"/>
                </p:custDataLst>
              </p:nvPr>
            </p:nvSpPr>
            <p:spPr>
              <a:xfrm>
                <a:off x="1200" y="3216"/>
                <a:ext cx="346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i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k</a:t>
                </a:r>
                <a:endPara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grpSp>
            <p:nvGrpSpPr>
              <p:cNvPr id="956" name="Group 50"/>
              <p:cNvGrpSpPr/>
              <p:nvPr/>
            </p:nvGrpSpPr>
            <p:grpSpPr>
              <a:xfrm>
                <a:off x="1920" y="2976"/>
                <a:ext cx="288" cy="524"/>
                <a:chOff x="2304" y="2928"/>
                <a:chExt cx="288" cy="524"/>
              </a:xfrm>
            </p:grpSpPr>
            <p:sp>
              <p:nvSpPr>
                <p:cNvPr id="1049806" name="Rectangle 51"/>
                <p:cNvSpPr/>
                <p:nvPr>
                  <p:custDataLst>
                    <p:tags r:id="rId34"/>
                  </p:custDataLst>
                </p:nvPr>
              </p:nvSpPr>
              <p:spPr>
                <a:xfrm>
                  <a:off x="2304" y="2928"/>
                  <a:ext cx="288" cy="480"/>
                </a:xfrm>
                <a:prstGeom prst="rect">
                  <a:avLst/>
                </a:prstGeom>
                <a:solidFill>
                  <a:schemeClr val="accent1"/>
                </a:solidFill>
                <a:ln w="28575" cap="flat" cmpd="sng">
                  <a:solidFill>
                    <a:srgbClr val="FFCC00"/>
                  </a:solidFill>
                  <a:prstDash val="solid"/>
                  <a:miter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algn="ctr" eaLnBrk="1" hangingPunct="1">
                    <a:spcBef>
                      <a:spcPct val="50000"/>
                    </a:spcBef>
                    <a:buClr>
                      <a:schemeClr val="accent2"/>
                    </a:buClr>
                    <a:buSzPct val="75000"/>
                    <a:buFont typeface="Monotype Sorts" pitchFamily="2" charset="2"/>
                    <a:buNone/>
                  </a:pPr>
                  <a:r>
                    <a:rPr lang="en-US" altLang="zh-CN" sz="2400" b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楷体_GB2312" pitchFamily="49" charset="-122"/>
                    </a:rPr>
                    <a:t>      </a:t>
                  </a:r>
                  <a:endParaRPr lang="en-US" altLang="zh-CN" sz="2400" b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楷体_GB2312" pitchFamily="49" charset="-122"/>
                  </a:endParaRPr>
                </a:p>
              </p:txBody>
            </p:sp>
            <p:sp>
              <p:nvSpPr>
                <p:cNvPr id="1049807" name="Text Box 52"/>
                <p:cNvSpPr txBox="1"/>
                <p:nvPr>
                  <p:custDataLst>
                    <p:tags r:id="rId35"/>
                  </p:custDataLst>
                </p:nvPr>
              </p:nvSpPr>
              <p:spPr>
                <a:xfrm>
                  <a:off x="2304" y="2976"/>
                  <a:ext cx="240" cy="476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algn="just" eaLnBrk="1" hangingPunct="1">
                    <a:lnSpc>
                      <a:spcPct val="80000"/>
                    </a:lnSpc>
                    <a:spcBef>
                      <a:spcPct val="0"/>
                    </a:spcBef>
                    <a:buNone/>
                  </a:pPr>
                  <a:r>
                    <a:rPr lang="zh-CN" altLang="en-US" sz="1800" b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支</a:t>
                  </a:r>
                  <a:endParaRPr lang="zh-CN" altLang="en-US" sz="1800" b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  <a:p>
                  <a:pPr marL="0" lvl="0" indent="0" algn="just" eaLnBrk="1" hangingPunct="1">
                    <a:lnSpc>
                      <a:spcPct val="80000"/>
                    </a:lnSpc>
                    <a:spcBef>
                      <a:spcPct val="0"/>
                    </a:spcBef>
                    <a:buNone/>
                  </a:pPr>
                  <a:r>
                    <a:rPr lang="zh-CN" altLang="en-US" sz="1800" b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路</a:t>
                  </a:r>
                  <a:endParaRPr lang="zh-CN" altLang="en-US" sz="1800" b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  <a:p>
                  <a:pPr marL="0" lvl="0" indent="0" algn="just" eaLnBrk="1" hangingPunct="1">
                    <a:lnSpc>
                      <a:spcPct val="80000"/>
                    </a:lnSpc>
                    <a:spcBef>
                      <a:spcPct val="0"/>
                    </a:spcBef>
                    <a:buNone/>
                  </a:pPr>
                  <a:r>
                    <a:rPr lang="zh-CN" altLang="en-US" sz="1800" b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 </a:t>
                  </a:r>
                  <a:r>
                    <a:rPr lang="en-US" altLang="zh-CN" sz="1800" b="1" i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k</a:t>
                  </a:r>
                  <a:r>
                    <a:rPr lang="en-US" altLang="zh-CN" sz="1800" b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      </a:t>
                  </a:r>
                  <a:endParaRPr lang="en-US" altLang="zh-CN" sz="1800" b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</p:grpSp>
          <p:sp>
            <p:nvSpPr>
              <p:cNvPr id="1049808" name="Line 53"/>
              <p:cNvSpPr/>
              <p:nvPr/>
            </p:nvSpPr>
            <p:spPr>
              <a:xfrm>
                <a:off x="1152" y="2832"/>
                <a:ext cx="912" cy="0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809" name="Line 54"/>
              <p:cNvSpPr/>
              <p:nvPr/>
            </p:nvSpPr>
            <p:spPr>
              <a:xfrm>
                <a:off x="2064" y="2832"/>
                <a:ext cx="0" cy="144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810" name="Line 55"/>
              <p:cNvSpPr/>
              <p:nvPr/>
            </p:nvSpPr>
            <p:spPr>
              <a:xfrm>
                <a:off x="1152" y="3984"/>
                <a:ext cx="912" cy="0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49811" name="Line 56"/>
              <p:cNvSpPr/>
              <p:nvPr/>
            </p:nvSpPr>
            <p:spPr>
              <a:xfrm flipV="1">
                <a:off x="2064" y="3456"/>
                <a:ext cx="0" cy="528"/>
              </a:xfrm>
              <a:prstGeom prst="line">
                <a:avLst/>
              </a:prstGeom>
              <a:ln w="1905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</p:grpSp>
      <p:sp>
        <p:nvSpPr>
          <p:cNvPr id="1049812" name="Arc 62"/>
          <p:cNvSpPr/>
          <p:nvPr>
            <p:custDataLst>
              <p:tags r:id="rId36"/>
            </p:custDataLst>
          </p:nvPr>
        </p:nvSpPr>
        <p:spPr>
          <a:xfrm>
            <a:off x="4800600" y="4049713"/>
            <a:ext cx="1163638" cy="1827212"/>
          </a:xfrm>
          <a:custGeom>
            <a:avLst/>
            <a:gdLst/>
            <a:ahLst/>
            <a:cxnLst>
              <a:cxn ang="0">
                <a:pos x="2147483646" y="0"/>
              </a:cxn>
              <a:cxn ang="0">
                <a:pos x="0" y="2147483646"/>
              </a:cxn>
              <a:cxn ang="0">
                <a:pos x="2147483646" y="2147483646"/>
              </a:cxn>
            </a:cxnLst>
            <a:rect l="0" t="0" r="r" b="b"/>
            <a:pathLst>
              <a:path w="21959" h="43200" fill="none">
                <a:moveTo>
                  <a:pt x="359" y="0"/>
                </a:moveTo>
                <a:cubicBezTo>
                  <a:pt x="12288" y="0"/>
                  <a:pt x="21959" y="9670"/>
                  <a:pt x="21959" y="21600"/>
                </a:cubicBezTo>
                <a:cubicBezTo>
                  <a:pt x="21959" y="33529"/>
                  <a:pt x="12288" y="43200"/>
                  <a:pt x="359" y="43200"/>
                </a:cubicBezTo>
                <a:cubicBezTo>
                  <a:pt x="239" y="43199"/>
                  <a:pt x="119" y="43199"/>
                  <a:pt x="-1" y="43197"/>
                </a:cubicBezTo>
              </a:path>
              <a:path w="21959" h="43200" stroke="0">
                <a:moveTo>
                  <a:pt x="359" y="0"/>
                </a:moveTo>
                <a:cubicBezTo>
                  <a:pt x="12288" y="0"/>
                  <a:pt x="21959" y="9670"/>
                  <a:pt x="21959" y="21600"/>
                </a:cubicBezTo>
                <a:cubicBezTo>
                  <a:pt x="21959" y="33529"/>
                  <a:pt x="12288" y="43200"/>
                  <a:pt x="359" y="43200"/>
                </a:cubicBezTo>
                <a:cubicBezTo>
                  <a:pt x="239" y="43199"/>
                  <a:pt x="119" y="43199"/>
                  <a:pt x="-1" y="43197"/>
                </a:cubicBezTo>
                <a:lnTo>
                  <a:pt x="359" y="21600"/>
                </a:lnTo>
                <a:lnTo>
                  <a:pt x="359" y="0"/>
                </a:lnTo>
                <a:close/>
              </a:path>
            </a:pathLst>
          </a:custGeom>
          <a:noFill/>
          <a:ln w="38100" cap="flat" cmpd="sng">
            <a:solidFill>
              <a:schemeClr val="accent5">
                <a:alpha val="100000"/>
              </a:scheme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p>
            <a:endParaRPr lang="zh-CN" altLang="en-US" sz="2800">
              <a:solidFill>
                <a:schemeClr val="dk1"/>
              </a:solidFill>
            </a:endParaRPr>
          </a:p>
        </p:txBody>
      </p:sp>
      <p:sp>
        <p:nvSpPr>
          <p:cNvPr id="1049813" name="AutoShape 63"/>
          <p:cNvSpPr/>
          <p:nvPr>
            <p:custDataLst>
              <p:tags r:id="rId37"/>
            </p:custDataLst>
          </p:nvPr>
        </p:nvSpPr>
        <p:spPr>
          <a:xfrm>
            <a:off x="6959600" y="3573463"/>
            <a:ext cx="576263" cy="1368425"/>
          </a:xfrm>
          <a:custGeom>
            <a:avLst/>
            <a:gdLst>
              <a:gd name="txL" fmla="*/ 0 w 21600"/>
              <a:gd name="txT" fmla="*/ 14400 h 21600"/>
              <a:gd name="txR" fmla="*/ 18514 w 21600"/>
              <a:gd name="txB" fmla="*/ 21600 h 21600"/>
            </a:gdLst>
            <a:ahLst/>
            <a:cxnLst>
              <a:cxn ang="17694720">
                <a:pos x="2147483646" y="0"/>
              </a:cxn>
              <a:cxn ang="11796480">
                <a:pos x="2147483646" y="2147483646"/>
              </a:cxn>
              <a:cxn ang="11796480">
                <a:pos x="0" y="2147483646"/>
              </a:cxn>
              <a:cxn ang="5898240">
                <a:pos x="2147483646" y="2147483646"/>
              </a:cxn>
              <a:cxn ang="0">
                <a:pos x="2147483646" y="2147483646"/>
              </a:cxn>
              <a:cxn ang="0">
                <a:pos x="2147483646" y="2147483646"/>
              </a:cxn>
            </a:cxnLst>
            <a:rect l="txL" t="txT" r="txR" b="txB"/>
            <a:pathLst>
              <a:path w="21600" h="21600">
                <a:moveTo>
                  <a:pt x="15429" y="0"/>
                </a:moveTo>
                <a:lnTo>
                  <a:pt x="9257" y="7200"/>
                </a:lnTo>
                <a:lnTo>
                  <a:pt x="12343" y="7200"/>
                </a:lnTo>
                <a:lnTo>
                  <a:pt x="12343" y="14400"/>
                </a:lnTo>
                <a:lnTo>
                  <a:pt x="0" y="14400"/>
                </a:lnTo>
                <a:lnTo>
                  <a:pt x="0" y="21600"/>
                </a:lnTo>
                <a:lnTo>
                  <a:pt x="18514" y="21600"/>
                </a:lnTo>
                <a:lnTo>
                  <a:pt x="18514" y="7200"/>
                </a:lnTo>
                <a:lnTo>
                  <a:pt x="21600" y="7200"/>
                </a:lnTo>
                <a:lnTo>
                  <a:pt x="15429" y="0"/>
                </a:lnTo>
                <a:close/>
              </a:path>
            </a:pathLst>
          </a:custGeom>
          <a:solidFill>
            <a:schemeClr val="accent5">
              <a:alpha val="100000"/>
            </a:schemeClr>
          </a:solidFill>
          <a:ln w="19050" cap="flat" cmpd="sng">
            <a:solidFill>
              <a:schemeClr val="accent5">
                <a:alpha val="100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/>
          <a:p>
            <a:endParaRPr lang="zh-CN" altLang="en-US" sz="2800">
              <a:solidFill>
                <a:schemeClr val="dk1"/>
              </a:solidFill>
            </a:endParaRPr>
          </a:p>
        </p:txBody>
      </p:sp>
      <p:sp>
        <p:nvSpPr>
          <p:cNvPr id="1049814" name="Text Box 65"/>
          <p:cNvSpPr txBox="1"/>
          <p:nvPr>
            <p:custDataLst>
              <p:tags r:id="rId38"/>
            </p:custDataLst>
          </p:nvPr>
        </p:nvSpPr>
        <p:spPr>
          <a:xfrm>
            <a:off x="6600349" y="5371624"/>
            <a:ext cx="1012190" cy="523240"/>
          </a:xfrm>
          <a:prstGeom prst="rect">
            <a:avLst/>
          </a:prstGeom>
          <a:noFill/>
          <a:ln w="19050">
            <a:noFill/>
          </a:ln>
        </p:spPr>
        <p:txBody>
          <a:bodyPr wrap="none" lIns="90000" tIns="46800" rIns="90000" bIns="46800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证毕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!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15" name="Text Box 66"/>
          <p:cNvSpPr txBox="1"/>
          <p:nvPr/>
        </p:nvSpPr>
        <p:spPr>
          <a:xfrm>
            <a:off x="1559243" y="116205"/>
            <a:ext cx="3240087" cy="52197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2.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定理的证明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16" name="Text Box 74"/>
          <p:cNvSpPr txBox="1"/>
          <p:nvPr>
            <p:custDataLst>
              <p:tags r:id="rId39"/>
            </p:custDataLst>
          </p:nvPr>
        </p:nvSpPr>
        <p:spPr>
          <a:xfrm rot="5400000">
            <a:off x="2589848" y="3121978"/>
            <a:ext cx="936625" cy="82994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4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＝</a:t>
            </a:r>
            <a:endParaRPr lang="zh-CN" altLang="en-US" sz="4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976" name=""/>
        <p:cNvGrpSpPr/>
        <p:nvPr/>
      </p:nvGrpSpPr>
      <p:grpSpPr/>
      <p:sp>
        <p:nvSpPr>
          <p:cNvPr id="1049829" name="Text Box 2"/>
          <p:cNvSpPr txBox="1"/>
          <p:nvPr>
            <p:custDataLst>
              <p:tags r:id="rId1"/>
            </p:custDataLst>
          </p:nvPr>
        </p:nvSpPr>
        <p:spPr>
          <a:xfrm>
            <a:off x="396875" y="889000"/>
            <a:ext cx="6477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30" name="Text Box 3"/>
          <p:cNvSpPr txBox="1"/>
          <p:nvPr/>
        </p:nvSpPr>
        <p:spPr>
          <a:xfrm>
            <a:off x="1332230" y="889000"/>
            <a:ext cx="4305300" cy="46037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求图示电路的支路电压和电流。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977" name="Group 47"/>
          <p:cNvGrpSpPr/>
          <p:nvPr/>
        </p:nvGrpSpPr>
        <p:grpSpPr>
          <a:xfrm>
            <a:off x="6599873" y="836295"/>
            <a:ext cx="4249737" cy="2208213"/>
            <a:chOff x="3083" y="0"/>
            <a:chExt cx="2677" cy="1391"/>
          </a:xfrm>
        </p:grpSpPr>
        <p:sp>
          <p:nvSpPr>
            <p:cNvPr id="1049831" name="Line 7"/>
            <p:cNvSpPr/>
            <p:nvPr/>
          </p:nvSpPr>
          <p:spPr>
            <a:xfrm>
              <a:off x="5124" y="363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32" name="Oval 9"/>
            <p:cNvSpPr/>
            <p:nvPr>
              <p:custDataLst>
                <p:tags r:id="rId2"/>
              </p:custDataLst>
            </p:nvPr>
          </p:nvSpPr>
          <p:spPr>
            <a:xfrm>
              <a:off x="3083" y="862"/>
              <a:ext cx="317" cy="273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33" name="Rectangle 10"/>
            <p:cNvSpPr/>
            <p:nvPr>
              <p:custDataLst>
                <p:tags r:id="rId3"/>
              </p:custDataLst>
            </p:nvPr>
          </p:nvSpPr>
          <p:spPr>
            <a:xfrm>
              <a:off x="5079" y="635"/>
              <a:ext cx="90" cy="318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34" name="Text Box 11"/>
            <p:cNvSpPr txBox="1"/>
            <p:nvPr>
              <p:custDataLst>
                <p:tags r:id="rId4"/>
              </p:custDataLst>
            </p:nvPr>
          </p:nvSpPr>
          <p:spPr>
            <a:xfrm>
              <a:off x="3288" y="663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5" name="Text Box 12"/>
            <p:cNvSpPr txBox="1"/>
            <p:nvPr>
              <p:custDataLst>
                <p:tags r:id="rId5"/>
              </p:custDataLst>
            </p:nvPr>
          </p:nvSpPr>
          <p:spPr>
            <a:xfrm>
              <a:off x="3288" y="1101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836" name="Text Box 14"/>
            <p:cNvSpPr txBox="1"/>
            <p:nvPr>
              <p:custDataLst>
                <p:tags r:id="rId6"/>
              </p:custDataLst>
            </p:nvPr>
          </p:nvSpPr>
          <p:spPr>
            <a:xfrm>
              <a:off x="5193" y="317"/>
              <a:ext cx="363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7" name="Text Box 17"/>
            <p:cNvSpPr txBox="1"/>
            <p:nvPr>
              <p:custDataLst>
                <p:tags r:id="rId7"/>
              </p:custDataLst>
            </p:nvPr>
          </p:nvSpPr>
          <p:spPr>
            <a:xfrm>
              <a:off x="5147" y="635"/>
              <a:ext cx="61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38" name="Text Box 19"/>
            <p:cNvSpPr txBox="1"/>
            <p:nvPr>
              <p:custDataLst>
                <p:tags r:id="rId8"/>
              </p:custDataLst>
            </p:nvPr>
          </p:nvSpPr>
          <p:spPr>
            <a:xfrm>
              <a:off x="3514" y="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39" name="Text Box 20"/>
            <p:cNvSpPr txBox="1"/>
            <p:nvPr>
              <p:custDataLst>
                <p:tags r:id="rId9"/>
              </p:custDataLst>
            </p:nvPr>
          </p:nvSpPr>
          <p:spPr>
            <a:xfrm>
              <a:off x="4558" y="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40" name="Line 21"/>
            <p:cNvSpPr/>
            <p:nvPr/>
          </p:nvSpPr>
          <p:spPr>
            <a:xfrm>
              <a:off x="3264" y="363"/>
              <a:ext cx="1860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41" name="Line 22"/>
            <p:cNvSpPr/>
            <p:nvPr/>
          </p:nvSpPr>
          <p:spPr>
            <a:xfrm>
              <a:off x="3264" y="1315"/>
              <a:ext cx="1860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42" name="Line 23"/>
            <p:cNvSpPr/>
            <p:nvPr/>
          </p:nvSpPr>
          <p:spPr>
            <a:xfrm>
              <a:off x="3264" y="363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43" name="Line 24"/>
            <p:cNvSpPr/>
            <p:nvPr/>
          </p:nvSpPr>
          <p:spPr>
            <a:xfrm>
              <a:off x="4241" y="363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844" name="Rectangle 29"/>
            <p:cNvSpPr/>
            <p:nvPr>
              <p:custDataLst>
                <p:tags r:id="rId10"/>
              </p:custDataLst>
            </p:nvPr>
          </p:nvSpPr>
          <p:spPr>
            <a:xfrm rot="5400000">
              <a:off x="3673" y="203"/>
              <a:ext cx="91" cy="318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45" name="Rectangle 30"/>
            <p:cNvSpPr/>
            <p:nvPr>
              <p:custDataLst>
                <p:tags r:id="rId11"/>
              </p:custDataLst>
            </p:nvPr>
          </p:nvSpPr>
          <p:spPr>
            <a:xfrm rot="5400000">
              <a:off x="4104" y="770"/>
              <a:ext cx="272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46" name="Line 33"/>
            <p:cNvSpPr/>
            <p:nvPr/>
          </p:nvSpPr>
          <p:spPr>
            <a:xfrm>
              <a:off x="4331" y="453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847" name="Text Box 34"/>
            <p:cNvSpPr txBox="1"/>
            <p:nvPr>
              <p:custDataLst>
                <p:tags r:id="rId12"/>
              </p:custDataLst>
            </p:nvPr>
          </p:nvSpPr>
          <p:spPr>
            <a:xfrm>
              <a:off x="3378" y="907"/>
              <a:ext cx="59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48" name="Rectangle 37"/>
            <p:cNvSpPr/>
            <p:nvPr>
              <p:custDataLst>
                <p:tags r:id="rId13"/>
              </p:custDataLst>
            </p:nvPr>
          </p:nvSpPr>
          <p:spPr>
            <a:xfrm rot="5400000">
              <a:off x="4671" y="204"/>
              <a:ext cx="91" cy="317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49" name="Text Box 38"/>
            <p:cNvSpPr txBox="1"/>
            <p:nvPr>
              <p:custDataLst>
                <p:tags r:id="rId14"/>
              </p:custDataLst>
            </p:nvPr>
          </p:nvSpPr>
          <p:spPr>
            <a:xfrm>
              <a:off x="4286" y="680"/>
              <a:ext cx="61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50" name="Line 39"/>
            <p:cNvSpPr/>
            <p:nvPr/>
          </p:nvSpPr>
          <p:spPr>
            <a:xfrm flipV="1">
              <a:off x="3197" y="453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851" name="Line 40"/>
            <p:cNvSpPr/>
            <p:nvPr/>
          </p:nvSpPr>
          <p:spPr>
            <a:xfrm>
              <a:off x="5193" y="363"/>
              <a:ext cx="0" cy="27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852" name="Text Box 41"/>
            <p:cNvSpPr txBox="1"/>
            <p:nvPr>
              <p:custDataLst>
                <p:tags r:id="rId15"/>
              </p:custDataLst>
            </p:nvPr>
          </p:nvSpPr>
          <p:spPr>
            <a:xfrm>
              <a:off x="4332" y="346"/>
              <a:ext cx="363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53" name="Text Box 42"/>
            <p:cNvSpPr txBox="1"/>
            <p:nvPr>
              <p:custDataLst>
                <p:tags r:id="rId16"/>
              </p:custDataLst>
            </p:nvPr>
          </p:nvSpPr>
          <p:spPr>
            <a:xfrm>
              <a:off x="3242" y="408"/>
              <a:ext cx="363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54" name="Text Box 44"/>
            <p:cNvSpPr txBox="1"/>
            <p:nvPr>
              <p:custDataLst>
                <p:tags r:id="rId17"/>
              </p:custDataLst>
            </p:nvPr>
          </p:nvSpPr>
          <p:spPr>
            <a:xfrm>
              <a:off x="3923" y="391"/>
              <a:ext cx="36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55" name="Text Box 45"/>
            <p:cNvSpPr txBox="1"/>
            <p:nvPr>
              <p:custDataLst>
                <p:tags r:id="rId18"/>
              </p:custDataLst>
            </p:nvPr>
          </p:nvSpPr>
          <p:spPr>
            <a:xfrm>
              <a:off x="3923" y="935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856" name="Text Box 46"/>
            <p:cNvSpPr txBox="1"/>
            <p:nvPr>
              <p:custDataLst>
                <p:tags r:id="rId19"/>
              </p:custDataLst>
            </p:nvPr>
          </p:nvSpPr>
          <p:spPr>
            <a:xfrm>
              <a:off x="3923" y="618"/>
              <a:ext cx="375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857" name="Text Box 48"/>
          <p:cNvSpPr txBox="1"/>
          <p:nvPr>
            <p:custDataLst>
              <p:tags r:id="rId20"/>
            </p:custDataLst>
          </p:nvPr>
        </p:nvSpPr>
        <p:spPr>
          <a:xfrm>
            <a:off x="36830" y="1798955"/>
            <a:ext cx="6477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47" name="Object 49"/>
          <p:cNvGraphicFramePr>
            <a:graphicFrameLocks noChangeAspect="1"/>
          </p:cNvGraphicFramePr>
          <p:nvPr>
            <p:custDataLst>
              <p:tags r:id="rId21"/>
            </p:custDataLst>
          </p:nvPr>
        </p:nvGraphicFramePr>
        <p:xfrm>
          <a:off x="1343343" y="1628458"/>
          <a:ext cx="3743325" cy="995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6" name="" showAsIcon="1" r:id="rId22" imgW="1415415" imgH="335280" progId="Equation.3">
                  <p:embed/>
                </p:oleObj>
              </mc:Choice>
              <mc:Fallback>
                <p:oleObj name="" showAsIcon="1" r:id="rId22" imgW="1415415" imgH="335280" progId="Equation.3">
                  <p:embed/>
                  <p:pic>
                    <p:nvPicPr>
                      <p:cNvPr id="0" name="图片 3085"/>
                      <p:cNvPicPr/>
                      <p:nvPr/>
                    </p:nvPicPr>
                    <p:blipFill>
                      <a:blip r:embed="rId2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343343" y="1628458"/>
                        <a:ext cx="3743325" cy="995362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48" name="Object 51"/>
          <p:cNvGraphicFramePr>
            <a:graphicFrameLocks noChangeAspect="1"/>
          </p:cNvGraphicFramePr>
          <p:nvPr>
            <p:custDataLst>
              <p:tags r:id="rId24"/>
            </p:custDataLst>
          </p:nvPr>
        </p:nvGraphicFramePr>
        <p:xfrm>
          <a:off x="695325" y="2833688"/>
          <a:ext cx="2305050" cy="5127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7" name="" showAsIcon="1" r:id="rId25" imgW="857885" imgH="152400" progId="Equation.3">
                  <p:embed/>
                </p:oleObj>
              </mc:Choice>
              <mc:Fallback>
                <p:oleObj name="" showAsIcon="1" r:id="rId25" imgW="857885" imgH="152400" progId="Equation.3">
                  <p:embed/>
                  <p:pic>
                    <p:nvPicPr>
                      <p:cNvPr id="0" name="图片 3086"/>
                      <p:cNvPicPr/>
                      <p:nvPr/>
                    </p:nvPicPr>
                    <p:blipFill>
                      <a:blip r:embed="rId2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95325" y="2833688"/>
                        <a:ext cx="2305050" cy="512762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49" name="Object 52"/>
          <p:cNvGraphicFramePr>
            <a:graphicFrameLocks noChangeAspect="1"/>
          </p:cNvGraphicFramePr>
          <p:nvPr>
            <p:custDataLst>
              <p:tags r:id="rId27"/>
            </p:custDataLst>
          </p:nvPr>
        </p:nvGraphicFramePr>
        <p:xfrm>
          <a:off x="3276600" y="2833688"/>
          <a:ext cx="2335213" cy="542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5" name="" showAsIcon="1" r:id="rId28" imgW="857885" imgH="161290" progId="Equation.3">
                  <p:embed/>
                </p:oleObj>
              </mc:Choice>
              <mc:Fallback>
                <p:oleObj name="" showAsIcon="1" r:id="rId28" imgW="857885" imgH="161290" progId="Equation.3">
                  <p:embed/>
                  <p:pic>
                    <p:nvPicPr>
                      <p:cNvPr id="0" name="图片 3084"/>
                      <p:cNvPicPr/>
                      <p:nvPr/>
                    </p:nvPicPr>
                    <p:blipFill>
                      <a:blip r:embed="rId29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3276600" y="2833688"/>
                        <a:ext cx="2335213" cy="542925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50" name="Object 53"/>
          <p:cNvGraphicFramePr>
            <a:graphicFrameLocks noChangeAspect="1"/>
          </p:cNvGraphicFramePr>
          <p:nvPr>
            <p:custDataLst>
              <p:tags r:id="rId30"/>
            </p:custDataLst>
          </p:nvPr>
        </p:nvGraphicFramePr>
        <p:xfrm>
          <a:off x="684213" y="3409950"/>
          <a:ext cx="2244725" cy="512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8" name="" showAsIcon="1" r:id="rId31" imgW="822960" imgH="152400" progId="Equation.3">
                  <p:embed/>
                </p:oleObj>
              </mc:Choice>
              <mc:Fallback>
                <p:oleObj name="" showAsIcon="1" r:id="rId31" imgW="822960" imgH="152400" progId="Equation.3">
                  <p:embed/>
                  <p:pic>
                    <p:nvPicPr>
                      <p:cNvPr id="0" name="图片 3087"/>
                      <p:cNvPicPr/>
                      <p:nvPr/>
                    </p:nvPicPr>
                    <p:blipFill>
                      <a:blip r:embed="rId32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84213" y="3409950"/>
                        <a:ext cx="2244725" cy="512763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78" name="Group 57"/>
          <p:cNvGrpSpPr/>
          <p:nvPr/>
        </p:nvGrpSpPr>
        <p:grpSpPr>
          <a:xfrm>
            <a:off x="7933373" y="3041333"/>
            <a:ext cx="936625" cy="936625"/>
            <a:chOff x="4377" y="1389"/>
            <a:chExt cx="590" cy="590"/>
          </a:xfrm>
        </p:grpSpPr>
        <p:sp>
          <p:nvSpPr>
            <p:cNvPr id="1049858" name="AutoShape 55"/>
            <p:cNvSpPr/>
            <p:nvPr>
              <p:custDataLst>
                <p:tags r:id="rId33"/>
              </p:custDataLst>
            </p:nvPr>
          </p:nvSpPr>
          <p:spPr>
            <a:xfrm>
              <a:off x="4377" y="1389"/>
              <a:ext cx="227" cy="590"/>
            </a:xfrm>
            <a:prstGeom prst="downArrow">
              <a:avLst>
                <a:gd name="adj1" fmla="val 50000"/>
                <a:gd name="adj2" fmla="val 64977"/>
              </a:avLst>
            </a:prstGeom>
            <a:solidFill>
              <a:schemeClr val="accent4"/>
            </a:solidFill>
            <a:ln w="9525">
              <a:noFill/>
            </a:ln>
          </p:spPr>
          <p:txBody>
            <a:bodyPr vert="eaVert"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59" name="Text Box 56"/>
            <p:cNvSpPr txBox="1"/>
            <p:nvPr/>
          </p:nvSpPr>
          <p:spPr>
            <a:xfrm>
              <a:off x="4604" y="1434"/>
              <a:ext cx="363" cy="52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替代</a:t>
              </a:r>
              <a:endPara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979" name="Group 86"/>
          <p:cNvGrpSpPr/>
          <p:nvPr/>
        </p:nvGrpSpPr>
        <p:grpSpPr>
          <a:xfrm>
            <a:off x="6599873" y="3977958"/>
            <a:ext cx="4249737" cy="2208212"/>
            <a:chOff x="3083" y="1979"/>
            <a:chExt cx="2677" cy="1391"/>
          </a:xfrm>
        </p:grpSpPr>
        <p:sp>
          <p:nvSpPr>
            <p:cNvPr id="1049860" name="Oval 85"/>
            <p:cNvSpPr/>
            <p:nvPr>
              <p:custDataLst>
                <p:tags r:id="rId34"/>
              </p:custDataLst>
            </p:nvPr>
          </p:nvSpPr>
          <p:spPr>
            <a:xfrm>
              <a:off x="4059" y="2704"/>
              <a:ext cx="317" cy="273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61" name="Line 59"/>
            <p:cNvSpPr/>
            <p:nvPr/>
          </p:nvSpPr>
          <p:spPr>
            <a:xfrm>
              <a:off x="5124" y="2342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62" name="Oval 60"/>
            <p:cNvSpPr/>
            <p:nvPr>
              <p:custDataLst>
                <p:tags r:id="rId35"/>
              </p:custDataLst>
            </p:nvPr>
          </p:nvSpPr>
          <p:spPr>
            <a:xfrm>
              <a:off x="3083" y="2841"/>
              <a:ext cx="317" cy="273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63" name="Rectangle 61"/>
            <p:cNvSpPr/>
            <p:nvPr>
              <p:custDataLst>
                <p:tags r:id="rId36"/>
              </p:custDataLst>
            </p:nvPr>
          </p:nvSpPr>
          <p:spPr>
            <a:xfrm>
              <a:off x="5079" y="2614"/>
              <a:ext cx="90" cy="318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64" name="Text Box 62"/>
            <p:cNvSpPr txBox="1"/>
            <p:nvPr>
              <p:custDataLst>
                <p:tags r:id="rId37"/>
              </p:custDataLst>
            </p:nvPr>
          </p:nvSpPr>
          <p:spPr>
            <a:xfrm>
              <a:off x="3288" y="2642"/>
              <a:ext cx="31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65" name="Text Box 63"/>
            <p:cNvSpPr txBox="1"/>
            <p:nvPr>
              <p:custDataLst>
                <p:tags r:id="rId38"/>
              </p:custDataLst>
            </p:nvPr>
          </p:nvSpPr>
          <p:spPr>
            <a:xfrm>
              <a:off x="3288" y="3080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866" name="Text Box 64"/>
            <p:cNvSpPr txBox="1"/>
            <p:nvPr>
              <p:custDataLst>
                <p:tags r:id="rId39"/>
              </p:custDataLst>
            </p:nvPr>
          </p:nvSpPr>
          <p:spPr>
            <a:xfrm>
              <a:off x="5193" y="2296"/>
              <a:ext cx="363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67" name="Text Box 65"/>
            <p:cNvSpPr txBox="1"/>
            <p:nvPr>
              <p:custDataLst>
                <p:tags r:id="rId40"/>
              </p:custDataLst>
            </p:nvPr>
          </p:nvSpPr>
          <p:spPr>
            <a:xfrm>
              <a:off x="5147" y="2614"/>
              <a:ext cx="61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68" name="Text Box 66"/>
            <p:cNvSpPr txBox="1"/>
            <p:nvPr>
              <p:custDataLst>
                <p:tags r:id="rId41"/>
              </p:custDataLst>
            </p:nvPr>
          </p:nvSpPr>
          <p:spPr>
            <a:xfrm>
              <a:off x="3514" y="197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69" name="Text Box 67"/>
            <p:cNvSpPr txBox="1"/>
            <p:nvPr>
              <p:custDataLst>
                <p:tags r:id="rId42"/>
              </p:custDataLst>
            </p:nvPr>
          </p:nvSpPr>
          <p:spPr>
            <a:xfrm>
              <a:off x="4558" y="1979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70" name="Line 68"/>
            <p:cNvSpPr/>
            <p:nvPr/>
          </p:nvSpPr>
          <p:spPr>
            <a:xfrm>
              <a:off x="3264" y="2342"/>
              <a:ext cx="1860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71" name="Line 69"/>
            <p:cNvSpPr/>
            <p:nvPr/>
          </p:nvSpPr>
          <p:spPr>
            <a:xfrm>
              <a:off x="3264" y="3294"/>
              <a:ext cx="1860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72" name="Line 70"/>
            <p:cNvSpPr/>
            <p:nvPr/>
          </p:nvSpPr>
          <p:spPr>
            <a:xfrm>
              <a:off x="3264" y="2342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873" name="Line 71"/>
            <p:cNvSpPr/>
            <p:nvPr/>
          </p:nvSpPr>
          <p:spPr>
            <a:xfrm>
              <a:off x="4241" y="2342"/>
              <a:ext cx="0" cy="952"/>
            </a:xfrm>
            <a:prstGeom prst="line">
              <a:avLst/>
            </a:prstGeom>
            <a:ln w="1905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874" name="Rectangle 72"/>
            <p:cNvSpPr/>
            <p:nvPr>
              <p:custDataLst>
                <p:tags r:id="rId43"/>
              </p:custDataLst>
            </p:nvPr>
          </p:nvSpPr>
          <p:spPr>
            <a:xfrm rot="5400000">
              <a:off x="3673" y="2182"/>
              <a:ext cx="91" cy="318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75" name="Line 74"/>
            <p:cNvSpPr/>
            <p:nvPr/>
          </p:nvSpPr>
          <p:spPr>
            <a:xfrm>
              <a:off x="4331" y="2432"/>
              <a:ext cx="0" cy="18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876" name="Text Box 75"/>
            <p:cNvSpPr txBox="1"/>
            <p:nvPr>
              <p:custDataLst>
                <p:tags r:id="rId44"/>
              </p:custDataLst>
            </p:nvPr>
          </p:nvSpPr>
          <p:spPr>
            <a:xfrm>
              <a:off x="3378" y="2886"/>
              <a:ext cx="59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77" name="Rectangle 76"/>
            <p:cNvSpPr/>
            <p:nvPr>
              <p:custDataLst>
                <p:tags r:id="rId45"/>
              </p:custDataLst>
            </p:nvPr>
          </p:nvSpPr>
          <p:spPr>
            <a:xfrm rot="5400000">
              <a:off x="4671" y="2183"/>
              <a:ext cx="91" cy="317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878" name="Line 78"/>
            <p:cNvSpPr/>
            <p:nvPr/>
          </p:nvSpPr>
          <p:spPr>
            <a:xfrm flipV="1">
              <a:off x="3197" y="2432"/>
              <a:ext cx="0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879" name="Line 79"/>
            <p:cNvSpPr/>
            <p:nvPr/>
          </p:nvSpPr>
          <p:spPr>
            <a:xfrm>
              <a:off x="5193" y="2342"/>
              <a:ext cx="0" cy="27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880" name="Text Box 80"/>
            <p:cNvSpPr txBox="1"/>
            <p:nvPr>
              <p:custDataLst>
                <p:tags r:id="rId46"/>
              </p:custDataLst>
            </p:nvPr>
          </p:nvSpPr>
          <p:spPr>
            <a:xfrm>
              <a:off x="4332" y="2325"/>
              <a:ext cx="363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1" name="Text Box 81"/>
            <p:cNvSpPr txBox="1"/>
            <p:nvPr>
              <p:custDataLst>
                <p:tags r:id="rId47"/>
              </p:custDataLst>
            </p:nvPr>
          </p:nvSpPr>
          <p:spPr>
            <a:xfrm>
              <a:off x="3242" y="2387"/>
              <a:ext cx="363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2" name="Text Box 82"/>
            <p:cNvSpPr txBox="1"/>
            <p:nvPr>
              <p:custDataLst>
                <p:tags r:id="rId48"/>
              </p:custDataLst>
            </p:nvPr>
          </p:nvSpPr>
          <p:spPr>
            <a:xfrm>
              <a:off x="3923" y="2370"/>
              <a:ext cx="36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3" name="Text Box 83"/>
            <p:cNvSpPr txBox="1"/>
            <p:nvPr>
              <p:custDataLst>
                <p:tags r:id="rId49"/>
              </p:custDataLst>
            </p:nvPr>
          </p:nvSpPr>
          <p:spPr>
            <a:xfrm>
              <a:off x="3923" y="2914"/>
              <a:ext cx="37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884" name="Text Box 84"/>
            <p:cNvSpPr txBox="1"/>
            <p:nvPr>
              <p:custDataLst>
                <p:tags r:id="rId50"/>
              </p:custDataLst>
            </p:nvPr>
          </p:nvSpPr>
          <p:spPr>
            <a:xfrm>
              <a:off x="4377" y="2659"/>
              <a:ext cx="635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885" name="Text Box 87"/>
          <p:cNvSpPr txBox="1"/>
          <p:nvPr/>
        </p:nvSpPr>
        <p:spPr>
          <a:xfrm>
            <a:off x="541338" y="4129088"/>
            <a:ext cx="2160587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替代以后有：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51" name="Object 88"/>
          <p:cNvGraphicFramePr>
            <a:graphicFrameLocks noChangeAspect="1"/>
          </p:cNvGraphicFramePr>
          <p:nvPr>
            <p:custDataLst>
              <p:tags r:id="rId51"/>
            </p:custDataLst>
          </p:nvPr>
        </p:nvGraphicFramePr>
        <p:xfrm>
          <a:off x="684213" y="4652645"/>
          <a:ext cx="3471862" cy="512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9" name="" showAsIcon="1" r:id="rId52" imgW="1310640" imgH="152400" progId="Equation.3">
                  <p:embed/>
                </p:oleObj>
              </mc:Choice>
              <mc:Fallback>
                <p:oleObj name="" showAsIcon="1" r:id="rId52" imgW="1310640" imgH="152400" progId="Equation.3">
                  <p:embed/>
                  <p:pic>
                    <p:nvPicPr>
                      <p:cNvPr id="0" name="图片 3088"/>
                      <p:cNvPicPr/>
                      <p:nvPr/>
                    </p:nvPicPr>
                    <p:blipFill>
                      <a:blip r:embed="rId5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84213" y="4652645"/>
                        <a:ext cx="3471862" cy="512763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52" name="Object 89"/>
          <p:cNvGraphicFramePr>
            <a:graphicFrameLocks noChangeAspect="1"/>
          </p:cNvGraphicFramePr>
          <p:nvPr>
            <p:custDataLst>
              <p:tags r:id="rId54"/>
            </p:custDataLst>
          </p:nvPr>
        </p:nvGraphicFramePr>
        <p:xfrm>
          <a:off x="684213" y="5300980"/>
          <a:ext cx="2724150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0" name="" showAsIcon="1" r:id="rId55" imgW="892810" imgH="161290" progId="Equation.3">
                  <p:embed/>
                </p:oleObj>
              </mc:Choice>
              <mc:Fallback>
                <p:oleObj name="" showAsIcon="1" r:id="rId55" imgW="892810" imgH="161290" progId="Equation.3">
                  <p:embed/>
                  <p:pic>
                    <p:nvPicPr>
                      <p:cNvPr id="0" name="图片 3089"/>
                      <p:cNvPicPr/>
                      <p:nvPr/>
                    </p:nvPicPr>
                    <p:blipFill>
                      <a:blip r:embed="rId5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84213" y="5300980"/>
                        <a:ext cx="2724150" cy="609600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886" name="Text Box 90"/>
          <p:cNvSpPr txBox="1"/>
          <p:nvPr>
            <p:custDataLst>
              <p:tags r:id="rId57"/>
            </p:custDataLst>
          </p:nvPr>
        </p:nvSpPr>
        <p:spPr>
          <a:xfrm>
            <a:off x="684213" y="6021070"/>
            <a:ext cx="5327650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替代后各支路电压和电流完全不变。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999" name=""/>
        <p:cNvGrpSpPr/>
        <p:nvPr/>
      </p:nvGrpSpPr>
      <p:grpSpPr/>
      <p:sp>
        <p:nvSpPr>
          <p:cNvPr id="1049899" name="Rectangle 2"/>
          <p:cNvSpPr/>
          <p:nvPr>
            <p:custDataLst>
              <p:tags r:id="rId1"/>
            </p:custDataLst>
          </p:nvPr>
        </p:nvSpPr>
        <p:spPr>
          <a:xfrm>
            <a:off x="1776095" y="1485265"/>
            <a:ext cx="8064500" cy="230695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0"/>
              </a:spcBef>
              <a:buNone/>
            </a:pP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替代前后</a:t>
            </a: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KCL,KVL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关系相同，其余支路的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zh-CN" altLang="en-US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、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关系不变。用</a:t>
            </a:r>
            <a:r>
              <a:rPr lang="en-US" altLang="zh-CN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i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替代后，其余支路电压不变</a:t>
            </a: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(KVL)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，其余支路电流也不变，故第</a:t>
            </a:r>
            <a:r>
              <a:rPr lang="en-US" altLang="zh-CN" sz="24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条支路</a:t>
            </a:r>
            <a:r>
              <a:rPr lang="en-US" altLang="zh-CN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i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也不变</a:t>
            </a: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(KCL)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。用</a:t>
            </a:r>
            <a:r>
              <a:rPr lang="en-US" altLang="zh-CN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i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替代后，其余支路电流不变</a:t>
            </a: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(KCL)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，其余支路电压不变，故第</a:t>
            </a:r>
            <a:r>
              <a:rPr lang="en-US" altLang="zh-CN" sz="24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条支路</a:t>
            </a:r>
            <a:r>
              <a:rPr lang="en-US" altLang="zh-CN" sz="2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400" b="1" i="1" baseline="-250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也不变</a:t>
            </a: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(KVL)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00" name="Text Box 3"/>
          <p:cNvSpPr txBox="1"/>
          <p:nvPr>
            <p:custDataLst>
              <p:tags r:id="rId2"/>
            </p:custDataLst>
          </p:nvPr>
        </p:nvSpPr>
        <p:spPr>
          <a:xfrm>
            <a:off x="911543" y="1052830"/>
            <a:ext cx="9366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原因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000" name="Group 68"/>
          <p:cNvGrpSpPr/>
          <p:nvPr/>
        </p:nvGrpSpPr>
        <p:grpSpPr>
          <a:xfrm>
            <a:off x="7687946" y="4795203"/>
            <a:ext cx="679450" cy="458788"/>
            <a:chOff x="3841" y="1631"/>
            <a:chExt cx="428" cy="289"/>
          </a:xfrm>
        </p:grpSpPr>
        <p:sp>
          <p:nvSpPr>
            <p:cNvPr id="1049901" name="Line 69"/>
            <p:cNvSpPr/>
            <p:nvPr/>
          </p:nvSpPr>
          <p:spPr>
            <a:xfrm>
              <a:off x="3888" y="1680"/>
              <a:ext cx="0" cy="24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902" name="Text Box 70"/>
            <p:cNvSpPr txBox="1"/>
            <p:nvPr>
              <p:custDataLst>
                <p:tags r:id="rId3"/>
              </p:custDataLst>
            </p:nvPr>
          </p:nvSpPr>
          <p:spPr>
            <a:xfrm>
              <a:off x="3841" y="1631"/>
              <a:ext cx="428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1.5A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001" name="Group 71"/>
          <p:cNvGrpSpPr/>
          <p:nvPr/>
        </p:nvGrpSpPr>
        <p:grpSpPr>
          <a:xfrm>
            <a:off x="5604193" y="3602991"/>
            <a:ext cx="3576637" cy="1770063"/>
            <a:chOff x="3152" y="229"/>
            <a:chExt cx="2253" cy="1115"/>
          </a:xfrm>
        </p:grpSpPr>
        <p:sp>
          <p:nvSpPr>
            <p:cNvPr id="1049903" name="Oval 72"/>
            <p:cNvSpPr/>
            <p:nvPr>
              <p:custDataLst>
                <p:tags r:id="rId4"/>
              </p:custDataLst>
            </p:nvPr>
          </p:nvSpPr>
          <p:spPr>
            <a:xfrm>
              <a:off x="3152" y="754"/>
              <a:ext cx="272" cy="272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904" name="Oval 73"/>
            <p:cNvSpPr/>
            <p:nvPr>
              <p:custDataLst>
                <p:tags r:id="rId5"/>
              </p:custDataLst>
            </p:nvPr>
          </p:nvSpPr>
          <p:spPr>
            <a:xfrm>
              <a:off x="4151" y="709"/>
              <a:ext cx="271" cy="317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905" name="Text Box 74"/>
            <p:cNvSpPr txBox="1"/>
            <p:nvPr>
              <p:custDataLst>
                <p:tags r:id="rId6"/>
              </p:custDataLst>
            </p:nvPr>
          </p:nvSpPr>
          <p:spPr>
            <a:xfrm>
              <a:off x="3425" y="753"/>
              <a:ext cx="388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06" name="Text Box 75"/>
            <p:cNvSpPr txBox="1"/>
            <p:nvPr>
              <p:custDataLst>
                <p:tags r:id="rId7"/>
              </p:custDataLst>
            </p:nvPr>
          </p:nvSpPr>
          <p:spPr>
            <a:xfrm>
              <a:off x="3834" y="753"/>
              <a:ext cx="308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07" name="Text Box 76"/>
            <p:cNvSpPr txBox="1"/>
            <p:nvPr>
              <p:custDataLst>
                <p:tags r:id="rId8"/>
              </p:custDataLst>
            </p:nvPr>
          </p:nvSpPr>
          <p:spPr>
            <a:xfrm>
              <a:off x="3606" y="390"/>
              <a:ext cx="316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0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0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0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908" name="Text Box 77"/>
            <p:cNvSpPr txBox="1"/>
            <p:nvPr>
              <p:custDataLst>
                <p:tags r:id="rId9"/>
              </p:custDataLst>
            </p:nvPr>
          </p:nvSpPr>
          <p:spPr>
            <a:xfrm>
              <a:off x="4921" y="662"/>
              <a:ext cx="316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909" name="Rectangle 78"/>
            <p:cNvSpPr/>
            <p:nvPr/>
          </p:nvSpPr>
          <p:spPr>
            <a:xfrm>
              <a:off x="3288" y="391"/>
              <a:ext cx="1996" cy="953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910" name="Line 79"/>
            <p:cNvSpPr/>
            <p:nvPr/>
          </p:nvSpPr>
          <p:spPr>
            <a:xfrm>
              <a:off x="4286" y="391"/>
              <a:ext cx="0" cy="953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49911" name="Rectangle 80"/>
            <p:cNvSpPr/>
            <p:nvPr>
              <p:custDataLst>
                <p:tags r:id="rId10"/>
              </p:custDataLst>
            </p:nvPr>
          </p:nvSpPr>
          <p:spPr>
            <a:xfrm rot="5400000">
              <a:off x="5143" y="642"/>
              <a:ext cx="193" cy="33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912" name="Rectangle 81"/>
            <p:cNvSpPr/>
            <p:nvPr>
              <p:custDataLst>
                <p:tags r:id="rId11"/>
              </p:custDataLst>
            </p:nvPr>
          </p:nvSpPr>
          <p:spPr>
            <a:xfrm>
              <a:off x="3606" y="229"/>
              <a:ext cx="193" cy="33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913" name="Text Box 82"/>
            <p:cNvSpPr txBox="1"/>
            <p:nvPr>
              <p:custDataLst>
                <p:tags r:id="rId12"/>
              </p:custDataLst>
            </p:nvPr>
          </p:nvSpPr>
          <p:spPr>
            <a:xfrm>
              <a:off x="3288" y="482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14" name="Text Box 83"/>
            <p:cNvSpPr txBox="1"/>
            <p:nvPr>
              <p:custDataLst>
                <p:tags r:id="rId13"/>
              </p:custDataLst>
            </p:nvPr>
          </p:nvSpPr>
          <p:spPr>
            <a:xfrm>
              <a:off x="3288" y="1026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915" name="Text Box 84"/>
            <p:cNvSpPr txBox="1"/>
            <p:nvPr>
              <p:custDataLst>
                <p:tags r:id="rId14"/>
              </p:custDataLst>
            </p:nvPr>
          </p:nvSpPr>
          <p:spPr>
            <a:xfrm>
              <a:off x="3969" y="981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49916" name="Text Box 85"/>
            <p:cNvSpPr txBox="1"/>
            <p:nvPr>
              <p:custDataLst>
                <p:tags r:id="rId15"/>
              </p:custDataLst>
            </p:nvPr>
          </p:nvSpPr>
          <p:spPr>
            <a:xfrm>
              <a:off x="3969" y="436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002" name="Group 86"/>
          <p:cNvGrpSpPr/>
          <p:nvPr/>
        </p:nvGrpSpPr>
        <p:grpSpPr>
          <a:xfrm>
            <a:off x="5594033" y="3355341"/>
            <a:ext cx="736600" cy="400050"/>
            <a:chOff x="3550" y="1864"/>
            <a:chExt cx="464" cy="252"/>
          </a:xfrm>
        </p:grpSpPr>
        <p:sp>
          <p:nvSpPr>
            <p:cNvPr id="1049917" name="Line 87"/>
            <p:cNvSpPr/>
            <p:nvPr/>
          </p:nvSpPr>
          <p:spPr>
            <a:xfrm>
              <a:off x="3560" y="2115"/>
              <a:ext cx="454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918" name="Text Box 88"/>
            <p:cNvSpPr txBox="1"/>
            <p:nvPr>
              <p:custDataLst>
                <p:tags r:id="rId16"/>
              </p:custDataLst>
            </p:nvPr>
          </p:nvSpPr>
          <p:spPr>
            <a:xfrm>
              <a:off x="3550" y="1864"/>
              <a:ext cx="428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2.5A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003" name="Group 89"/>
          <p:cNvGrpSpPr/>
          <p:nvPr/>
        </p:nvGrpSpPr>
        <p:grpSpPr>
          <a:xfrm>
            <a:off x="7895908" y="3931603"/>
            <a:ext cx="720725" cy="400050"/>
            <a:chOff x="4558" y="435"/>
            <a:chExt cx="454" cy="252"/>
          </a:xfrm>
        </p:grpSpPr>
        <p:sp>
          <p:nvSpPr>
            <p:cNvPr id="1049919" name="Line 90"/>
            <p:cNvSpPr/>
            <p:nvPr/>
          </p:nvSpPr>
          <p:spPr>
            <a:xfrm>
              <a:off x="4558" y="436"/>
              <a:ext cx="454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49920" name="Text Box 91"/>
            <p:cNvSpPr txBox="1"/>
            <p:nvPr>
              <p:custDataLst>
                <p:tags r:id="rId17"/>
              </p:custDataLst>
            </p:nvPr>
          </p:nvSpPr>
          <p:spPr>
            <a:xfrm>
              <a:off x="4608" y="435"/>
              <a:ext cx="308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1A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004" name="Group 92"/>
          <p:cNvGrpSpPr/>
          <p:nvPr/>
        </p:nvGrpSpPr>
        <p:grpSpPr>
          <a:xfrm>
            <a:off x="7680008" y="3788728"/>
            <a:ext cx="1657350" cy="1649412"/>
            <a:chOff x="3833" y="1706"/>
            <a:chExt cx="907" cy="1039"/>
          </a:xfrm>
        </p:grpSpPr>
        <p:sp>
          <p:nvSpPr>
            <p:cNvPr id="1049921" name="Text Box 93"/>
            <p:cNvSpPr txBox="1"/>
            <p:nvPr/>
          </p:nvSpPr>
          <p:spPr>
            <a:xfrm>
              <a:off x="3833" y="1756"/>
              <a:ext cx="816" cy="989"/>
            </a:xfrm>
            <a:prstGeom prst="rect">
              <a:avLst/>
            </a:prstGeom>
            <a:solidFill>
              <a:srgbClr val="3333CC"/>
            </a:solidFill>
            <a:ln w="28575">
              <a:noFill/>
            </a:ln>
          </p:spPr>
          <p:txBody>
            <a:bodyPr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4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    </a:t>
              </a:r>
              <a:endPara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endPara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endPara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49922" name="Oval 94"/>
            <p:cNvSpPr/>
            <p:nvPr>
              <p:custDataLst>
                <p:tags r:id="rId18"/>
              </p:custDataLst>
            </p:nvPr>
          </p:nvSpPr>
          <p:spPr>
            <a:xfrm>
              <a:off x="4468" y="2069"/>
              <a:ext cx="272" cy="317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49923" name="Text Box 95"/>
            <p:cNvSpPr txBox="1"/>
            <p:nvPr>
              <p:custDataLst>
                <p:tags r:id="rId19"/>
              </p:custDataLst>
            </p:nvPr>
          </p:nvSpPr>
          <p:spPr>
            <a:xfrm>
              <a:off x="4171" y="2159"/>
              <a:ext cx="268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Clr>
                  <a:schemeClr val="accent2"/>
                </a:buClr>
                <a:buSzPct val="75000"/>
                <a:buFont typeface="Monotype Sorts" pitchFamily="2" charset="2"/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24" name="Line 96"/>
            <p:cNvSpPr/>
            <p:nvPr/>
          </p:nvSpPr>
          <p:spPr>
            <a:xfrm>
              <a:off x="3878" y="1751"/>
              <a:ext cx="726" cy="0"/>
            </a:xfrm>
            <a:prstGeom prst="line">
              <a:avLst/>
            </a:prstGeom>
            <a:ln w="952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925" name="Line 97"/>
            <p:cNvSpPr/>
            <p:nvPr/>
          </p:nvSpPr>
          <p:spPr>
            <a:xfrm>
              <a:off x="3878" y="2704"/>
              <a:ext cx="726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926" name="Line 98"/>
            <p:cNvSpPr/>
            <p:nvPr/>
          </p:nvSpPr>
          <p:spPr>
            <a:xfrm>
              <a:off x="4604" y="1706"/>
              <a:ext cx="0" cy="998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49927" name="Text Box 99"/>
            <p:cNvSpPr txBox="1"/>
            <p:nvPr>
              <p:custDataLst>
                <p:tags r:id="rId20"/>
              </p:custDataLst>
            </p:nvPr>
          </p:nvSpPr>
          <p:spPr>
            <a:xfrm>
              <a:off x="4299" y="1796"/>
              <a:ext cx="177" cy="252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lIns="90000" tIns="46800" rIns="90000" bIns="46800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28" name="Text Box 100"/>
            <p:cNvSpPr txBox="1"/>
            <p:nvPr>
              <p:custDataLst>
                <p:tags r:id="rId21"/>
              </p:custDataLst>
            </p:nvPr>
          </p:nvSpPr>
          <p:spPr>
            <a:xfrm>
              <a:off x="4195" y="2387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</p:grpSp>
      <p:sp>
        <p:nvSpPr>
          <p:cNvPr id="1049929" name="Text Box 101"/>
          <p:cNvSpPr txBox="1"/>
          <p:nvPr/>
        </p:nvSpPr>
        <p:spPr>
          <a:xfrm>
            <a:off x="8113395" y="3788728"/>
            <a:ext cx="649288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</a:rPr>
              <a:t>？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49930" name="Text Box 102"/>
          <p:cNvSpPr txBox="1"/>
          <p:nvPr/>
        </p:nvSpPr>
        <p:spPr>
          <a:xfrm>
            <a:off x="7392670" y="4004628"/>
            <a:ext cx="649288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</a:rPr>
              <a:t>？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026" name=""/>
        <p:cNvGrpSpPr/>
        <p:nvPr/>
      </p:nvGrpSpPr>
      <p:grpSpPr/>
      <p:sp>
        <p:nvSpPr>
          <p:cNvPr id="1049946" name="Text Box 5"/>
          <p:cNvSpPr txBox="1"/>
          <p:nvPr>
            <p:custDataLst>
              <p:tags r:id="rId1"/>
            </p:custDataLst>
          </p:nvPr>
        </p:nvSpPr>
        <p:spPr>
          <a:xfrm>
            <a:off x="1920558" y="1053148"/>
            <a:ext cx="906462" cy="52197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注：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47" name="Text Box 6"/>
          <p:cNvSpPr txBox="1"/>
          <p:nvPr/>
        </p:nvSpPr>
        <p:spPr>
          <a:xfrm>
            <a:off x="1847533" y="1700848"/>
            <a:ext cx="8135937" cy="5835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1.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替代定理既适用于线性电路，也适用于</a:t>
            </a:r>
            <a:r>
              <a:rPr lang="zh-CN" altLang="en-US" sz="2400" b="1" dirty="0">
                <a:solidFill>
                  <a:srgbClr val="FF0000"/>
                </a:solidFill>
                <a:highlight>
                  <a:srgbClr val="FFFF00"/>
                </a:highlight>
                <a:latin typeface="Times New Roman" panose="02020603050405020304" pitchFamily="18" charset="0"/>
                <a:ea typeface="黑体" panose="02010609060101010101" pitchFamily="49" charset="-122"/>
              </a:rPr>
              <a:t>非线性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48" name="Text Box 9"/>
          <p:cNvSpPr txBox="1"/>
          <p:nvPr/>
        </p:nvSpPr>
        <p:spPr>
          <a:xfrm>
            <a:off x="1847533" y="3642360"/>
            <a:ext cx="5472112" cy="5835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替代后其余支路及参数不能改变。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49" name="Text Box 10"/>
          <p:cNvSpPr txBox="1"/>
          <p:nvPr/>
        </p:nvSpPr>
        <p:spPr>
          <a:xfrm>
            <a:off x="1847533" y="2637473"/>
            <a:ext cx="4465637" cy="5835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替代后电路必须有唯一解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0" name="Text Box 18"/>
          <p:cNvSpPr txBox="1"/>
          <p:nvPr/>
        </p:nvSpPr>
        <p:spPr>
          <a:xfrm>
            <a:off x="6384608" y="2204085"/>
            <a:ext cx="3887787" cy="82994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无电压源回路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电压源并联无法确定分流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；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1" name="Text Box 19"/>
          <p:cNvSpPr txBox="1"/>
          <p:nvPr/>
        </p:nvSpPr>
        <p:spPr>
          <a:xfrm>
            <a:off x="6384608" y="3029585"/>
            <a:ext cx="4191000" cy="82994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无电流源节点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含广义节点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;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电流源串联无法确定分压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2" name="AutoShape 20"/>
          <p:cNvSpPr/>
          <p:nvPr>
            <p:custDataLst>
              <p:tags r:id="rId2"/>
            </p:custDataLst>
          </p:nvPr>
        </p:nvSpPr>
        <p:spPr>
          <a:xfrm>
            <a:off x="6167120" y="2493010"/>
            <a:ext cx="215900" cy="1008063"/>
          </a:xfrm>
          <a:prstGeom prst="leftBrace">
            <a:avLst>
              <a:gd name="adj1" fmla="val 38909"/>
              <a:gd name="adj2" fmla="val 50000"/>
            </a:avLst>
          </a:prstGeom>
          <a:noFill/>
          <a:ln w="38100" cap="flat" cmpd="sng">
            <a:solidFill>
              <a:schemeClr val="lt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endParaRPr lang="zh-CN" altLang="zh-CN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048" name=""/>
        <p:cNvGrpSpPr/>
        <p:nvPr/>
      </p:nvGrpSpPr>
      <p:grpSpPr/>
      <p:sp>
        <p:nvSpPr>
          <p:cNvPr id="1049968" name="Text Box 104"/>
          <p:cNvSpPr txBox="1"/>
          <p:nvPr/>
        </p:nvSpPr>
        <p:spPr>
          <a:xfrm>
            <a:off x="2279333" y="2492852"/>
            <a:ext cx="3744912" cy="521970"/>
          </a:xfrm>
          <a:prstGeom prst="rect">
            <a:avLst/>
          </a:prstGeom>
          <a:solidFill>
            <a:schemeClr val="accent5"/>
          </a:solidFill>
          <a:ln w="12700">
            <a:noFill/>
          </a:ln>
        </p:spPr>
        <p:txBody>
          <a:bodyPr lIns="92075" tIns="46038" rIns="92075" bIns="46038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>
                <a:schemeClr val="accent2"/>
              </a:buClr>
              <a:buSzPct val="75000"/>
              <a:buFont typeface="Monotype Sorts" pitchFamily="2" charset="2"/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 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替代定理的应用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7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068" name=""/>
        <p:cNvGrpSpPr/>
        <p:nvPr/>
      </p:nvGrpSpPr>
      <p:grpSpPr/>
      <p:sp>
        <p:nvSpPr>
          <p:cNvPr id="1049982" name="Text Box 8"/>
          <p:cNvSpPr txBox="1"/>
          <p:nvPr/>
        </p:nvSpPr>
        <p:spPr>
          <a:xfrm>
            <a:off x="1703388" y="1052830"/>
            <a:ext cx="12954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若要使</a:t>
            </a:r>
            <a:endParaRPr lang="zh-CN" altLang="en-US" sz="2400" b="1" baseline="-25000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83" name="Text Box 9"/>
          <p:cNvSpPr txBox="1"/>
          <p:nvPr/>
        </p:nvSpPr>
        <p:spPr>
          <a:xfrm>
            <a:off x="911543" y="3284855"/>
            <a:ext cx="1752600" cy="5835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试求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i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zh-CN" altLang="en-US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54" name="Object 4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910908" y="1772603"/>
          <a:ext cx="1409700" cy="958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1" name="" showAsIcon="1" r:id="rId2" imgW="501015" imgH="326390" progId="Equation.3">
                  <p:embed/>
                </p:oleObj>
              </mc:Choice>
              <mc:Fallback>
                <p:oleObj name="" showAsIcon="1" r:id="rId2" imgW="501015" imgH="326390" progId="Equation.3">
                  <p:embed/>
                  <p:pic>
                    <p:nvPicPr>
                      <p:cNvPr id="0" name="图片 3090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910908" y="1772603"/>
                        <a:ext cx="1409700" cy="958850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" name="图片 1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2999105" y="1052830"/>
            <a:ext cx="8659495" cy="5128895"/>
          </a:xfrm>
          <a:prstGeom prst="rect">
            <a:avLst/>
          </a:prstGeom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111" name=""/>
        <p:cNvGrpSpPr/>
        <p:nvPr/>
      </p:nvGrpSpPr>
      <p:grpSpPr/>
      <p:grpSp>
        <p:nvGrpSpPr>
          <p:cNvPr id="1112" name="Group 107"/>
          <p:cNvGrpSpPr/>
          <p:nvPr/>
        </p:nvGrpSpPr>
        <p:grpSpPr>
          <a:xfrm>
            <a:off x="4109085" y="1176655"/>
            <a:ext cx="4724400" cy="2187575"/>
            <a:chOff x="2562" y="210"/>
            <a:chExt cx="2976" cy="1378"/>
          </a:xfrm>
        </p:grpSpPr>
        <p:sp>
          <p:nvSpPr>
            <p:cNvPr id="1050089" name="Text Box 12"/>
            <p:cNvSpPr txBox="1"/>
            <p:nvPr>
              <p:custDataLst>
                <p:tags r:id="rId1"/>
              </p:custDataLst>
            </p:nvPr>
          </p:nvSpPr>
          <p:spPr>
            <a:xfrm>
              <a:off x="4962" y="1122"/>
              <a:ext cx="57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090" name="Text Box 13"/>
            <p:cNvSpPr txBox="1"/>
            <p:nvPr>
              <p:custDataLst>
                <p:tags r:id="rId2"/>
              </p:custDataLst>
            </p:nvPr>
          </p:nvSpPr>
          <p:spPr>
            <a:xfrm>
              <a:off x="4962" y="450"/>
              <a:ext cx="57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091" name="Rectangle 14"/>
            <p:cNvSpPr/>
            <p:nvPr>
              <p:custDataLst>
                <p:tags r:id="rId3"/>
              </p:custDataLst>
            </p:nvPr>
          </p:nvSpPr>
          <p:spPr>
            <a:xfrm>
              <a:off x="3090" y="210"/>
              <a:ext cx="1824" cy="1344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092" name="Line 15"/>
            <p:cNvSpPr/>
            <p:nvPr/>
          </p:nvSpPr>
          <p:spPr>
            <a:xfrm>
              <a:off x="3858" y="210"/>
              <a:ext cx="0" cy="134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093" name="Line 16"/>
            <p:cNvSpPr/>
            <p:nvPr/>
          </p:nvSpPr>
          <p:spPr>
            <a:xfrm>
              <a:off x="3858" y="930"/>
              <a:ext cx="1056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094" name="Oval 17"/>
            <p:cNvSpPr/>
            <p:nvPr>
              <p:custDataLst>
                <p:tags r:id="rId4"/>
              </p:custDataLst>
            </p:nvPr>
          </p:nvSpPr>
          <p:spPr>
            <a:xfrm>
              <a:off x="2955" y="1026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cxnSp>
          <p:nvCxnSpPr>
            <p:cNvPr id="3145735" name="AutoShape 18"/>
            <p:cNvCxnSpPr>
              <a:stCxn id="1050094" idx="0"/>
              <a:endCxn id="1050094" idx="4"/>
            </p:cNvCxnSpPr>
            <p:nvPr>
              <p:custDataLst>
                <p:tags r:id="rId5"/>
              </p:custDataLst>
            </p:nvPr>
          </p:nvCxnSpPr>
          <p:spPr>
            <a:xfrm>
              <a:off x="3099" y="1014"/>
              <a:ext cx="0" cy="312"/>
            </a:xfrm>
            <a:prstGeom prst="straightConnector1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50095" name="Text Box 19"/>
            <p:cNvSpPr txBox="1"/>
            <p:nvPr>
              <p:custDataLst>
                <p:tags r:id="rId6"/>
              </p:custDataLst>
            </p:nvPr>
          </p:nvSpPr>
          <p:spPr>
            <a:xfrm>
              <a:off x="2898" y="834"/>
              <a:ext cx="67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096" name="Text Box 20"/>
            <p:cNvSpPr txBox="1"/>
            <p:nvPr>
              <p:custDataLst>
                <p:tags r:id="rId7"/>
              </p:custDataLst>
            </p:nvPr>
          </p:nvSpPr>
          <p:spPr>
            <a:xfrm>
              <a:off x="2898" y="1218"/>
              <a:ext cx="10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endParaRPr lang="zh-CN" altLang="zh-CN" sz="2400" b="1" dirty="0">
                <a:solidFill>
                  <a:schemeClr val="lt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50097" name="Text Box 21"/>
            <p:cNvSpPr txBox="1"/>
            <p:nvPr>
              <p:custDataLst>
                <p:tags r:id="rId8"/>
              </p:custDataLst>
            </p:nvPr>
          </p:nvSpPr>
          <p:spPr>
            <a:xfrm>
              <a:off x="2562" y="1026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098" name="Rectangle 22"/>
            <p:cNvSpPr/>
            <p:nvPr>
              <p:custDataLst>
                <p:tags r:id="rId9"/>
              </p:custDataLst>
            </p:nvPr>
          </p:nvSpPr>
          <p:spPr>
            <a:xfrm>
              <a:off x="3042" y="450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099" name="Text Box 23"/>
            <p:cNvSpPr txBox="1"/>
            <p:nvPr>
              <p:custDataLst>
                <p:tags r:id="rId10"/>
              </p:custDataLst>
            </p:nvPr>
          </p:nvSpPr>
          <p:spPr>
            <a:xfrm>
              <a:off x="2706" y="450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00" name="Text Box 24"/>
            <p:cNvSpPr txBox="1"/>
            <p:nvPr>
              <p:custDataLst>
                <p:tags r:id="rId11"/>
              </p:custDataLst>
            </p:nvPr>
          </p:nvSpPr>
          <p:spPr>
            <a:xfrm>
              <a:off x="3474" y="450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01" name="Text Box 25"/>
            <p:cNvSpPr txBox="1"/>
            <p:nvPr>
              <p:custDataLst>
                <p:tags r:id="rId12"/>
              </p:custDataLst>
            </p:nvPr>
          </p:nvSpPr>
          <p:spPr>
            <a:xfrm>
              <a:off x="4150" y="482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x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02" name="Line 26"/>
            <p:cNvSpPr/>
            <p:nvPr/>
          </p:nvSpPr>
          <p:spPr>
            <a:xfrm flipH="1">
              <a:off x="4578" y="834"/>
              <a:ext cx="288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103" name="Text Box 27"/>
            <p:cNvSpPr txBox="1"/>
            <p:nvPr>
              <p:custDataLst>
                <p:tags r:id="rId13"/>
              </p:custDataLst>
            </p:nvPr>
          </p:nvSpPr>
          <p:spPr>
            <a:xfrm>
              <a:off x="4558" y="436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x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04" name="Text Box 28"/>
            <p:cNvSpPr txBox="1"/>
            <p:nvPr>
              <p:custDataLst>
                <p:tags r:id="rId14"/>
              </p:custDataLst>
            </p:nvPr>
          </p:nvSpPr>
          <p:spPr>
            <a:xfrm>
              <a:off x="4002" y="882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05" name="Text Box 29"/>
            <p:cNvSpPr txBox="1"/>
            <p:nvPr>
              <p:custDataLst>
                <p:tags r:id="rId15"/>
              </p:custDataLst>
            </p:nvPr>
          </p:nvSpPr>
          <p:spPr>
            <a:xfrm>
              <a:off x="4578" y="882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06" name="Text Box 30"/>
            <p:cNvSpPr txBox="1"/>
            <p:nvPr>
              <p:custDataLst>
                <p:tags r:id="rId16"/>
              </p:custDataLst>
            </p:nvPr>
          </p:nvSpPr>
          <p:spPr>
            <a:xfrm>
              <a:off x="4242" y="930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07" name="Line 31"/>
            <p:cNvSpPr/>
            <p:nvPr/>
          </p:nvSpPr>
          <p:spPr>
            <a:xfrm flipH="1">
              <a:off x="3186" y="1458"/>
              <a:ext cx="336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108" name="Text Box 32"/>
            <p:cNvSpPr txBox="1"/>
            <p:nvPr>
              <p:custDataLst>
                <p:tags r:id="rId17"/>
              </p:custDataLst>
            </p:nvPr>
          </p:nvSpPr>
          <p:spPr>
            <a:xfrm>
              <a:off x="3234" y="1170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09" name="Text Box 33"/>
            <p:cNvSpPr txBox="1"/>
            <p:nvPr>
              <p:custDataLst>
                <p:tags r:id="rId18"/>
              </p:custDataLst>
            </p:nvPr>
          </p:nvSpPr>
          <p:spPr>
            <a:xfrm>
              <a:off x="3330" y="1026"/>
              <a:ext cx="52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10" name="Rectangle 34"/>
            <p:cNvSpPr/>
            <p:nvPr>
              <p:custDataLst>
                <p:tags r:id="rId19"/>
              </p:custDataLst>
            </p:nvPr>
          </p:nvSpPr>
          <p:spPr>
            <a:xfrm>
              <a:off x="3810" y="450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11" name="Rectangle 35"/>
            <p:cNvSpPr/>
            <p:nvPr>
              <p:custDataLst>
                <p:tags r:id="rId20"/>
              </p:custDataLst>
            </p:nvPr>
          </p:nvSpPr>
          <p:spPr>
            <a:xfrm>
              <a:off x="3810" y="1074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12" name="Rectangle 36"/>
            <p:cNvSpPr/>
            <p:nvPr>
              <p:custDataLst>
                <p:tags r:id="rId21"/>
              </p:custDataLst>
            </p:nvPr>
          </p:nvSpPr>
          <p:spPr>
            <a:xfrm rot="5400000">
              <a:off x="4338" y="786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13" name="Rectangle 37"/>
            <p:cNvSpPr/>
            <p:nvPr>
              <p:custDataLst>
                <p:tags r:id="rId22"/>
              </p:custDataLst>
            </p:nvPr>
          </p:nvSpPr>
          <p:spPr>
            <a:xfrm>
              <a:off x="4866" y="450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14" name="Rectangle 38"/>
            <p:cNvSpPr/>
            <p:nvPr>
              <p:custDataLst>
                <p:tags r:id="rId23"/>
              </p:custDataLst>
            </p:nvPr>
          </p:nvSpPr>
          <p:spPr>
            <a:xfrm>
              <a:off x="4866" y="1074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15" name="Text Box 105"/>
            <p:cNvSpPr txBox="1"/>
            <p:nvPr>
              <p:custDataLst>
                <p:tags r:id="rId24"/>
              </p:custDataLst>
            </p:nvPr>
          </p:nvSpPr>
          <p:spPr>
            <a:xfrm>
              <a:off x="2653" y="754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16" name="Text Box 106"/>
            <p:cNvSpPr txBox="1"/>
            <p:nvPr>
              <p:custDataLst>
                <p:tags r:id="rId25"/>
              </p:custDataLst>
            </p:nvPr>
          </p:nvSpPr>
          <p:spPr>
            <a:xfrm>
              <a:off x="2699" y="1298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</p:grpSp>
      <p:sp>
        <p:nvSpPr>
          <p:cNvPr id="1050117" name="Text Box 108"/>
          <p:cNvSpPr txBox="1"/>
          <p:nvPr>
            <p:custDataLst>
              <p:tags r:id="rId26"/>
            </p:custDataLst>
          </p:nvPr>
        </p:nvSpPr>
        <p:spPr>
          <a:xfrm>
            <a:off x="839153" y="1412875"/>
            <a:ext cx="5048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118" name="Text Box 109"/>
          <p:cNvSpPr txBox="1"/>
          <p:nvPr>
            <p:custDataLst>
              <p:tags r:id="rId27"/>
            </p:custDataLst>
          </p:nvPr>
        </p:nvSpPr>
        <p:spPr>
          <a:xfrm>
            <a:off x="1847533" y="1485265"/>
            <a:ext cx="14478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用替代：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119" name="Rectangle 114"/>
          <p:cNvSpPr/>
          <p:nvPr>
            <p:custDataLst>
              <p:tags r:id="rId28"/>
            </p:custDataLst>
          </p:nvPr>
        </p:nvSpPr>
        <p:spPr>
          <a:xfrm>
            <a:off x="4130358" y="3930968"/>
            <a:ext cx="472440" cy="706755"/>
          </a:xfrm>
          <a:prstGeom prst="rect">
            <a:avLst/>
          </a:prstGeom>
          <a:noFill/>
          <a:ln w="9525">
            <a:noFill/>
          </a:ln>
        </p:spPr>
        <p:txBody>
          <a:bodyPr wrap="non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endParaRPr lang="en-US" altLang="zh-CN" sz="40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120" name="Rectangle 115"/>
          <p:cNvSpPr/>
          <p:nvPr>
            <p:custDataLst>
              <p:tags r:id="rId29"/>
            </p:custDataLst>
          </p:nvPr>
        </p:nvSpPr>
        <p:spPr>
          <a:xfrm>
            <a:off x="7370445" y="4488180"/>
            <a:ext cx="472440" cy="706755"/>
          </a:xfrm>
          <a:prstGeom prst="rect">
            <a:avLst/>
          </a:prstGeom>
          <a:noFill/>
          <a:ln w="9525">
            <a:noFill/>
          </a:ln>
        </p:spPr>
        <p:txBody>
          <a:bodyPr wrap="non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endParaRPr lang="en-US" altLang="zh-CN" sz="40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113" name="Group 201"/>
          <p:cNvGrpSpPr/>
          <p:nvPr/>
        </p:nvGrpSpPr>
        <p:grpSpPr>
          <a:xfrm>
            <a:off x="1249045" y="3840480"/>
            <a:ext cx="2784475" cy="1905000"/>
            <a:chOff x="158" y="1888"/>
            <a:chExt cx="1754" cy="1200"/>
          </a:xfrm>
        </p:grpSpPr>
        <p:sp>
          <p:nvSpPr>
            <p:cNvPr id="1050121" name="Text Box 117"/>
            <p:cNvSpPr txBox="1"/>
            <p:nvPr>
              <p:custDataLst>
                <p:tags r:id="rId30"/>
              </p:custDataLst>
            </p:nvPr>
          </p:nvSpPr>
          <p:spPr>
            <a:xfrm>
              <a:off x="1429" y="2795"/>
              <a:ext cx="435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22" name="Text Box 118"/>
            <p:cNvSpPr txBox="1"/>
            <p:nvPr>
              <p:custDataLst>
                <p:tags r:id="rId31"/>
              </p:custDataLst>
            </p:nvPr>
          </p:nvSpPr>
          <p:spPr>
            <a:xfrm>
              <a:off x="1429" y="2069"/>
              <a:ext cx="483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23" name="Rectangle 119"/>
            <p:cNvSpPr/>
            <p:nvPr>
              <p:custDataLst>
                <p:tags r:id="rId32"/>
              </p:custDataLst>
            </p:nvPr>
          </p:nvSpPr>
          <p:spPr>
            <a:xfrm>
              <a:off x="297" y="1888"/>
              <a:ext cx="1530" cy="1200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24" name="Freeform 120"/>
            <p:cNvSpPr/>
            <p:nvPr>
              <p:custDataLst>
                <p:tags r:id="rId33"/>
              </p:custDataLst>
            </p:nvPr>
          </p:nvSpPr>
          <p:spPr>
            <a:xfrm>
              <a:off x="942" y="1888"/>
              <a:ext cx="2" cy="120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1200"/>
                </a:cxn>
              </a:cxnLst>
              <a:rect l="0" t="0" r="r" b="b"/>
              <a:pathLst>
                <a:path w="2" h="1200">
                  <a:moveTo>
                    <a:pt x="2" y="0"/>
                  </a:moveTo>
                  <a:lnTo>
                    <a:pt x="0" y="120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oval" w="med" len="med"/>
              <a:tailEnd type="oval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25" name="Line 121"/>
            <p:cNvSpPr/>
            <p:nvPr/>
          </p:nvSpPr>
          <p:spPr>
            <a:xfrm>
              <a:off x="941" y="2531"/>
              <a:ext cx="886" cy="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126" name="Oval 122"/>
            <p:cNvSpPr/>
            <p:nvPr>
              <p:custDataLst>
                <p:tags r:id="rId34"/>
              </p:custDataLst>
            </p:nvPr>
          </p:nvSpPr>
          <p:spPr>
            <a:xfrm>
              <a:off x="158" y="2368"/>
              <a:ext cx="272" cy="272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27" name="Text Box 123"/>
            <p:cNvSpPr txBox="1"/>
            <p:nvPr>
              <p:custDataLst>
                <p:tags r:id="rId35"/>
              </p:custDataLst>
            </p:nvPr>
          </p:nvSpPr>
          <p:spPr>
            <a:xfrm>
              <a:off x="619" y="2102"/>
              <a:ext cx="321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28" name="Text Box 124"/>
            <p:cNvSpPr txBox="1"/>
            <p:nvPr>
              <p:custDataLst>
                <p:tags r:id="rId36"/>
              </p:custDataLst>
            </p:nvPr>
          </p:nvSpPr>
          <p:spPr>
            <a:xfrm>
              <a:off x="1063" y="2627"/>
              <a:ext cx="160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29" name="Text Box 125"/>
            <p:cNvSpPr txBox="1"/>
            <p:nvPr>
              <p:custDataLst>
                <p:tags r:id="rId37"/>
              </p:custDataLst>
            </p:nvPr>
          </p:nvSpPr>
          <p:spPr>
            <a:xfrm>
              <a:off x="1545" y="2627"/>
              <a:ext cx="242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30" name="Text Box 126"/>
            <p:cNvSpPr txBox="1"/>
            <p:nvPr>
              <p:custDataLst>
                <p:tags r:id="rId38"/>
              </p:custDataLst>
            </p:nvPr>
          </p:nvSpPr>
          <p:spPr>
            <a:xfrm>
              <a:off x="1309" y="2656"/>
              <a:ext cx="241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17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31" name="Line 127"/>
            <p:cNvSpPr/>
            <p:nvPr/>
          </p:nvSpPr>
          <p:spPr>
            <a:xfrm rot="5400000" flipH="1">
              <a:off x="310" y="2487"/>
              <a:ext cx="336" cy="1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132" name="Text Box 128"/>
            <p:cNvSpPr txBox="1"/>
            <p:nvPr>
              <p:custDataLst>
                <p:tags r:id="rId39"/>
              </p:custDataLst>
            </p:nvPr>
          </p:nvSpPr>
          <p:spPr>
            <a:xfrm>
              <a:off x="478" y="2368"/>
              <a:ext cx="157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17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33" name="Text Box 129"/>
            <p:cNvSpPr txBox="1"/>
            <p:nvPr>
              <p:custDataLst>
                <p:tags r:id="rId40"/>
              </p:custDataLst>
            </p:nvPr>
          </p:nvSpPr>
          <p:spPr>
            <a:xfrm>
              <a:off x="498" y="2617"/>
              <a:ext cx="442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34" name="Rectangle 130"/>
            <p:cNvSpPr/>
            <p:nvPr>
              <p:custDataLst>
                <p:tags r:id="rId41"/>
              </p:custDataLst>
            </p:nvPr>
          </p:nvSpPr>
          <p:spPr>
            <a:xfrm>
              <a:off x="901" y="2102"/>
              <a:ext cx="80" cy="25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35" name="Rectangle 131"/>
            <p:cNvSpPr/>
            <p:nvPr>
              <p:custDataLst>
                <p:tags r:id="rId42"/>
              </p:custDataLst>
            </p:nvPr>
          </p:nvSpPr>
          <p:spPr>
            <a:xfrm>
              <a:off x="901" y="2659"/>
              <a:ext cx="80" cy="25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36" name="Rectangle 132"/>
            <p:cNvSpPr/>
            <p:nvPr>
              <p:custDataLst>
                <p:tags r:id="rId43"/>
              </p:custDataLst>
            </p:nvPr>
          </p:nvSpPr>
          <p:spPr>
            <a:xfrm>
              <a:off x="1786" y="2102"/>
              <a:ext cx="81" cy="25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37" name="Rectangle 133"/>
            <p:cNvSpPr/>
            <p:nvPr>
              <p:custDataLst>
                <p:tags r:id="rId44"/>
              </p:custDataLst>
            </p:nvPr>
          </p:nvSpPr>
          <p:spPr>
            <a:xfrm>
              <a:off x="1786" y="2659"/>
              <a:ext cx="81" cy="25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38" name="Freeform 134"/>
            <p:cNvSpPr/>
            <p:nvPr>
              <p:custDataLst>
                <p:tags r:id="rId45"/>
              </p:custDataLst>
            </p:nvPr>
          </p:nvSpPr>
          <p:spPr>
            <a:xfrm>
              <a:off x="160" y="2500"/>
              <a:ext cx="264" cy="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64" y="0"/>
                </a:cxn>
              </a:cxnLst>
              <a:rect l="0" t="0" r="r" b="b"/>
              <a:pathLst>
                <a:path w="264" h="3">
                  <a:moveTo>
                    <a:pt x="0" y="3"/>
                  </a:moveTo>
                  <a:lnTo>
                    <a:pt x="264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39" name="Oval 135"/>
            <p:cNvSpPr/>
            <p:nvPr>
              <p:custDataLst>
                <p:tags r:id="rId46"/>
              </p:custDataLst>
            </p:nvPr>
          </p:nvSpPr>
          <p:spPr>
            <a:xfrm rot="-5400000">
              <a:off x="1275" y="2382"/>
              <a:ext cx="272" cy="272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40" name="Line 136"/>
            <p:cNvSpPr/>
            <p:nvPr/>
          </p:nvSpPr>
          <p:spPr>
            <a:xfrm flipH="1">
              <a:off x="1198" y="2320"/>
              <a:ext cx="336" cy="1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141" name="Freeform 137"/>
            <p:cNvSpPr/>
            <p:nvPr>
              <p:custDataLst>
                <p:tags r:id="rId47"/>
              </p:custDataLst>
            </p:nvPr>
          </p:nvSpPr>
          <p:spPr>
            <a:xfrm>
              <a:off x="1411" y="2386"/>
              <a:ext cx="1" cy="2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64"/>
                </a:cxn>
              </a:cxnLst>
              <a:rect l="0" t="0" r="r" b="b"/>
              <a:pathLst>
                <a:path w="1" h="264">
                  <a:moveTo>
                    <a:pt x="0" y="0"/>
                  </a:moveTo>
                  <a:lnTo>
                    <a:pt x="0" y="264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graphicFrame>
          <p:nvGraphicFramePr>
            <p:cNvPr id="4194359" name="Object 138"/>
            <p:cNvGraphicFramePr>
              <a:graphicFrameLocks noChangeAspect="1"/>
            </p:cNvGraphicFramePr>
            <p:nvPr/>
          </p:nvGraphicFramePr>
          <p:xfrm>
            <a:off x="1202" y="1933"/>
            <a:ext cx="239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92" name="" showAsIcon="1" r:id="rId48" imgW="196215" imgH="326390" progId="Equation.3">
                    <p:embed/>
                  </p:oleObj>
                </mc:Choice>
                <mc:Fallback>
                  <p:oleObj name="" showAsIcon="1" r:id="rId48" imgW="196215" imgH="326390" progId="Equation.3">
                    <p:embed/>
                    <p:pic>
                      <p:nvPicPr>
                        <p:cNvPr id="0" name="图片 3091"/>
                        <p:cNvPicPr/>
                        <p:nvPr/>
                      </p:nvPicPr>
                      <p:blipFill>
                        <a:blip r:embed="rId49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1202" y="1933"/>
                          <a:ext cx="239" cy="384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14" name="Group 202"/>
          <p:cNvGrpSpPr/>
          <p:nvPr/>
        </p:nvGrpSpPr>
        <p:grpSpPr>
          <a:xfrm>
            <a:off x="4490720" y="3840480"/>
            <a:ext cx="2811463" cy="1905000"/>
            <a:chOff x="1927" y="2931"/>
            <a:chExt cx="1771" cy="1200"/>
          </a:xfrm>
        </p:grpSpPr>
        <p:sp>
          <p:nvSpPr>
            <p:cNvPr id="1050142" name="Text Box 140"/>
            <p:cNvSpPr txBox="1"/>
            <p:nvPr>
              <p:custDataLst>
                <p:tags r:id="rId50"/>
              </p:custDataLst>
            </p:nvPr>
          </p:nvSpPr>
          <p:spPr>
            <a:xfrm>
              <a:off x="3198" y="3838"/>
              <a:ext cx="450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43" name="Text Box 141"/>
            <p:cNvSpPr txBox="1"/>
            <p:nvPr>
              <p:custDataLst>
                <p:tags r:id="rId51"/>
              </p:custDataLst>
            </p:nvPr>
          </p:nvSpPr>
          <p:spPr>
            <a:xfrm>
              <a:off x="3198" y="3113"/>
              <a:ext cx="500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44" name="Rectangle 142"/>
            <p:cNvSpPr/>
            <p:nvPr>
              <p:custDataLst>
                <p:tags r:id="rId52"/>
              </p:custDataLst>
            </p:nvPr>
          </p:nvSpPr>
          <p:spPr>
            <a:xfrm>
              <a:off x="2071" y="2931"/>
              <a:ext cx="1583" cy="1200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45" name="Freeform 143"/>
            <p:cNvSpPr/>
            <p:nvPr>
              <p:custDataLst>
                <p:tags r:id="rId53"/>
              </p:custDataLst>
            </p:nvPr>
          </p:nvSpPr>
          <p:spPr>
            <a:xfrm>
              <a:off x="2734" y="2937"/>
              <a:ext cx="12" cy="119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194"/>
                </a:cxn>
              </a:cxnLst>
              <a:rect l="0" t="0" r="r" b="b"/>
              <a:pathLst>
                <a:path w="12" h="1194">
                  <a:moveTo>
                    <a:pt x="0" y="0"/>
                  </a:moveTo>
                  <a:lnTo>
                    <a:pt x="12" y="1194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oval" w="med" len="med"/>
              <a:tailEnd type="oval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46" name="Freeform 144"/>
            <p:cNvSpPr/>
            <p:nvPr>
              <p:custDataLst>
                <p:tags r:id="rId54"/>
              </p:custDataLst>
            </p:nvPr>
          </p:nvSpPr>
          <p:spPr>
            <a:xfrm>
              <a:off x="3411" y="3573"/>
              <a:ext cx="248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2" y="0"/>
                </a:cxn>
              </a:cxnLst>
              <a:rect l="0" t="0" r="r" b="b"/>
              <a:pathLst>
                <a:path w="240" h="1">
                  <a:moveTo>
                    <a:pt x="0" y="0"/>
                  </a:moveTo>
                  <a:lnTo>
                    <a:pt x="240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47" name="Oval 145"/>
            <p:cNvSpPr/>
            <p:nvPr>
              <p:custDataLst>
                <p:tags r:id="rId55"/>
              </p:custDataLst>
            </p:nvPr>
          </p:nvSpPr>
          <p:spPr>
            <a:xfrm>
              <a:off x="1927" y="3411"/>
              <a:ext cx="281" cy="272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48" name="Text Box 146"/>
            <p:cNvSpPr txBox="1"/>
            <p:nvPr>
              <p:custDataLst>
                <p:tags r:id="rId56"/>
              </p:custDataLst>
            </p:nvPr>
          </p:nvSpPr>
          <p:spPr>
            <a:xfrm>
              <a:off x="2404" y="3145"/>
              <a:ext cx="332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49" name="Text Box 147"/>
            <p:cNvSpPr txBox="1"/>
            <p:nvPr>
              <p:custDataLst>
                <p:tags r:id="rId57"/>
              </p:custDataLst>
            </p:nvPr>
          </p:nvSpPr>
          <p:spPr>
            <a:xfrm>
              <a:off x="2863" y="3670"/>
              <a:ext cx="166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50" name="Text Box 148"/>
            <p:cNvSpPr txBox="1"/>
            <p:nvPr>
              <p:custDataLst>
                <p:tags r:id="rId58"/>
              </p:custDataLst>
            </p:nvPr>
          </p:nvSpPr>
          <p:spPr>
            <a:xfrm>
              <a:off x="3362" y="3670"/>
              <a:ext cx="250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51" name="Text Box 149"/>
            <p:cNvSpPr txBox="1"/>
            <p:nvPr>
              <p:custDataLst>
                <p:tags r:id="rId59"/>
              </p:custDataLst>
            </p:nvPr>
          </p:nvSpPr>
          <p:spPr>
            <a:xfrm>
              <a:off x="3069" y="3670"/>
              <a:ext cx="298" cy="251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0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U'</a:t>
              </a:r>
              <a:endParaRPr lang="en-US" altLang="zh-CN" sz="20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52" name="Line 150"/>
            <p:cNvSpPr/>
            <p:nvPr/>
          </p:nvSpPr>
          <p:spPr>
            <a:xfrm rot="5400000" flipH="1">
              <a:off x="2090" y="3530"/>
              <a:ext cx="336" cy="1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153" name="Text Box 151"/>
            <p:cNvSpPr txBox="1"/>
            <p:nvPr>
              <p:custDataLst>
                <p:tags r:id="rId60"/>
              </p:custDataLst>
            </p:nvPr>
          </p:nvSpPr>
          <p:spPr>
            <a:xfrm>
              <a:off x="2258" y="3411"/>
              <a:ext cx="163" cy="251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0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0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54" name="Text Box 152"/>
            <p:cNvSpPr txBox="1"/>
            <p:nvPr>
              <p:custDataLst>
                <p:tags r:id="rId61"/>
              </p:custDataLst>
            </p:nvPr>
          </p:nvSpPr>
          <p:spPr>
            <a:xfrm>
              <a:off x="2279" y="3660"/>
              <a:ext cx="457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55" name="Rectangle 153"/>
            <p:cNvSpPr/>
            <p:nvPr>
              <p:custDataLst>
                <p:tags r:id="rId62"/>
              </p:custDataLst>
            </p:nvPr>
          </p:nvSpPr>
          <p:spPr>
            <a:xfrm>
              <a:off x="2696" y="3145"/>
              <a:ext cx="83" cy="25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56" name="Rectangle 154"/>
            <p:cNvSpPr/>
            <p:nvPr>
              <p:custDataLst>
                <p:tags r:id="rId63"/>
              </p:custDataLst>
            </p:nvPr>
          </p:nvSpPr>
          <p:spPr>
            <a:xfrm>
              <a:off x="2696" y="3702"/>
              <a:ext cx="83" cy="25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57" name="Rectangle 155"/>
            <p:cNvSpPr/>
            <p:nvPr>
              <p:custDataLst>
                <p:tags r:id="rId64"/>
              </p:custDataLst>
            </p:nvPr>
          </p:nvSpPr>
          <p:spPr>
            <a:xfrm>
              <a:off x="3611" y="3145"/>
              <a:ext cx="84" cy="25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58" name="Rectangle 156"/>
            <p:cNvSpPr/>
            <p:nvPr>
              <p:custDataLst>
                <p:tags r:id="rId65"/>
              </p:custDataLst>
            </p:nvPr>
          </p:nvSpPr>
          <p:spPr>
            <a:xfrm>
              <a:off x="3611" y="3702"/>
              <a:ext cx="84" cy="25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59" name="Freeform 157"/>
            <p:cNvSpPr/>
            <p:nvPr>
              <p:custDataLst>
                <p:tags r:id="rId66"/>
              </p:custDataLst>
            </p:nvPr>
          </p:nvSpPr>
          <p:spPr>
            <a:xfrm>
              <a:off x="1929" y="3543"/>
              <a:ext cx="273" cy="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345" y="0"/>
                </a:cxn>
              </a:cxnLst>
              <a:rect l="0" t="0" r="r" b="b"/>
              <a:pathLst>
                <a:path w="264" h="3">
                  <a:moveTo>
                    <a:pt x="0" y="3"/>
                  </a:moveTo>
                  <a:lnTo>
                    <a:pt x="264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60" name="Freeform 158"/>
            <p:cNvSpPr/>
            <p:nvPr>
              <p:custDataLst>
                <p:tags r:id="rId67"/>
              </p:custDataLst>
            </p:nvPr>
          </p:nvSpPr>
          <p:spPr>
            <a:xfrm>
              <a:off x="2734" y="3561"/>
              <a:ext cx="230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95" y="0"/>
                </a:cxn>
              </a:cxnLst>
              <a:rect l="0" t="0" r="r" b="b"/>
              <a:pathLst>
                <a:path w="222" h="1">
                  <a:moveTo>
                    <a:pt x="0" y="0"/>
                  </a:moveTo>
                  <a:lnTo>
                    <a:pt x="222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61" name="Oval 159"/>
            <p:cNvSpPr/>
            <p:nvPr>
              <p:custDataLst>
                <p:tags r:id="rId68"/>
              </p:custDataLst>
            </p:nvPr>
          </p:nvSpPr>
          <p:spPr>
            <a:xfrm>
              <a:off x="2970" y="3530"/>
              <a:ext cx="75" cy="73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62" name="Oval 160"/>
            <p:cNvSpPr/>
            <p:nvPr>
              <p:custDataLst>
                <p:tags r:id="rId69"/>
              </p:custDataLst>
            </p:nvPr>
          </p:nvSpPr>
          <p:spPr>
            <a:xfrm>
              <a:off x="3341" y="3530"/>
              <a:ext cx="76" cy="73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grpSp>
        <p:nvGrpSpPr>
          <p:cNvPr id="1115" name="Group 203"/>
          <p:cNvGrpSpPr/>
          <p:nvPr/>
        </p:nvGrpSpPr>
        <p:grpSpPr>
          <a:xfrm>
            <a:off x="7802245" y="3767455"/>
            <a:ext cx="2125663" cy="1952625"/>
            <a:chOff x="3974" y="1933"/>
            <a:chExt cx="1339" cy="1230"/>
          </a:xfrm>
        </p:grpSpPr>
        <p:sp>
          <p:nvSpPr>
            <p:cNvPr id="1050163" name="Text Box 162"/>
            <p:cNvSpPr txBox="1"/>
            <p:nvPr>
              <p:custDataLst>
                <p:tags r:id="rId70"/>
              </p:custDataLst>
            </p:nvPr>
          </p:nvSpPr>
          <p:spPr>
            <a:xfrm>
              <a:off x="4849" y="2840"/>
              <a:ext cx="435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64" name="Text Box 163"/>
            <p:cNvSpPr txBox="1"/>
            <p:nvPr>
              <p:custDataLst>
                <p:tags r:id="rId71"/>
              </p:custDataLst>
            </p:nvPr>
          </p:nvSpPr>
          <p:spPr>
            <a:xfrm>
              <a:off x="4830" y="2024"/>
              <a:ext cx="483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65" name="Freeform 164"/>
            <p:cNvSpPr/>
            <p:nvPr>
              <p:custDataLst>
                <p:tags r:id="rId72"/>
              </p:custDataLst>
            </p:nvPr>
          </p:nvSpPr>
          <p:spPr>
            <a:xfrm>
              <a:off x="4354" y="1948"/>
              <a:ext cx="2" cy="120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1206"/>
                </a:cxn>
              </a:cxnLst>
              <a:rect l="0" t="0" r="r" b="b"/>
              <a:pathLst>
                <a:path w="2" h="1206">
                  <a:moveTo>
                    <a:pt x="0" y="0"/>
                  </a:moveTo>
                  <a:lnTo>
                    <a:pt x="2" y="120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66" name="Line 165"/>
            <p:cNvSpPr/>
            <p:nvPr/>
          </p:nvSpPr>
          <p:spPr>
            <a:xfrm>
              <a:off x="4351" y="2591"/>
              <a:ext cx="886" cy="1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167" name="Text Box 166"/>
            <p:cNvSpPr txBox="1"/>
            <p:nvPr>
              <p:custDataLst>
                <p:tags r:id="rId73"/>
              </p:custDataLst>
            </p:nvPr>
          </p:nvSpPr>
          <p:spPr>
            <a:xfrm>
              <a:off x="4029" y="2162"/>
              <a:ext cx="321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68" name="Text Box 167"/>
            <p:cNvSpPr txBox="1"/>
            <p:nvPr>
              <p:custDataLst>
                <p:tags r:id="rId74"/>
              </p:custDataLst>
            </p:nvPr>
          </p:nvSpPr>
          <p:spPr>
            <a:xfrm>
              <a:off x="4473" y="2687"/>
              <a:ext cx="160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69" name="Text Box 168"/>
            <p:cNvSpPr txBox="1"/>
            <p:nvPr>
              <p:custDataLst>
                <p:tags r:id="rId75"/>
              </p:custDataLst>
            </p:nvPr>
          </p:nvSpPr>
          <p:spPr>
            <a:xfrm>
              <a:off x="4955" y="2687"/>
              <a:ext cx="242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70" name="Text Box 169"/>
            <p:cNvSpPr txBox="1"/>
            <p:nvPr>
              <p:custDataLst>
                <p:tags r:id="rId76"/>
              </p:custDataLst>
            </p:nvPr>
          </p:nvSpPr>
          <p:spPr>
            <a:xfrm>
              <a:off x="4719" y="2716"/>
              <a:ext cx="321" cy="251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0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U''</a:t>
              </a:r>
              <a:endParaRPr lang="en-US" altLang="zh-CN" sz="20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71" name="Text Box 170"/>
            <p:cNvSpPr txBox="1"/>
            <p:nvPr>
              <p:custDataLst>
                <p:tags r:id="rId77"/>
              </p:custDataLst>
            </p:nvPr>
          </p:nvSpPr>
          <p:spPr>
            <a:xfrm>
              <a:off x="3974" y="2764"/>
              <a:ext cx="442" cy="222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</a:t>
              </a:r>
              <a:r>
                <a:rPr lang="en-US" altLang="zh-CN" sz="17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17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72" name="Rectangle 171"/>
            <p:cNvSpPr/>
            <p:nvPr>
              <p:custDataLst>
                <p:tags r:id="rId78"/>
              </p:custDataLst>
            </p:nvPr>
          </p:nvSpPr>
          <p:spPr>
            <a:xfrm>
              <a:off x="4311" y="2162"/>
              <a:ext cx="80" cy="25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73" name="Rectangle 172"/>
            <p:cNvSpPr/>
            <p:nvPr>
              <p:custDataLst>
                <p:tags r:id="rId79"/>
              </p:custDataLst>
            </p:nvPr>
          </p:nvSpPr>
          <p:spPr>
            <a:xfrm>
              <a:off x="4311" y="2719"/>
              <a:ext cx="80" cy="25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74" name="Rectangle 173"/>
            <p:cNvSpPr/>
            <p:nvPr>
              <p:custDataLst>
                <p:tags r:id="rId80"/>
              </p:custDataLst>
            </p:nvPr>
          </p:nvSpPr>
          <p:spPr>
            <a:xfrm>
              <a:off x="5184" y="2162"/>
              <a:ext cx="81" cy="25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75" name="Rectangle 174"/>
            <p:cNvSpPr/>
            <p:nvPr>
              <p:custDataLst>
                <p:tags r:id="rId81"/>
              </p:custDataLst>
            </p:nvPr>
          </p:nvSpPr>
          <p:spPr>
            <a:xfrm>
              <a:off x="5184" y="2719"/>
              <a:ext cx="81" cy="25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76" name="Oval 175"/>
            <p:cNvSpPr/>
            <p:nvPr>
              <p:custDataLst>
                <p:tags r:id="rId82"/>
              </p:custDataLst>
            </p:nvPr>
          </p:nvSpPr>
          <p:spPr>
            <a:xfrm rot="-5400000">
              <a:off x="4685" y="2442"/>
              <a:ext cx="272" cy="272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vert="eaVert"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endParaRPr lang="zh-CN" altLang="zh-CN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50177" name="Line 176"/>
            <p:cNvSpPr/>
            <p:nvPr/>
          </p:nvSpPr>
          <p:spPr>
            <a:xfrm flipH="1">
              <a:off x="4608" y="2380"/>
              <a:ext cx="336" cy="1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178" name="Freeform 177"/>
            <p:cNvSpPr/>
            <p:nvPr>
              <p:custDataLst>
                <p:tags r:id="rId83"/>
              </p:custDataLst>
            </p:nvPr>
          </p:nvSpPr>
          <p:spPr>
            <a:xfrm>
              <a:off x="4821" y="2446"/>
              <a:ext cx="1" cy="2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64"/>
                </a:cxn>
              </a:cxnLst>
              <a:rect l="0" t="0" r="r" b="b"/>
              <a:pathLst>
                <a:path w="1" h="264">
                  <a:moveTo>
                    <a:pt x="0" y="0"/>
                  </a:moveTo>
                  <a:lnTo>
                    <a:pt x="0" y="264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graphicFrame>
          <p:nvGraphicFramePr>
            <p:cNvPr id="4194360" name="Object 178"/>
            <p:cNvGraphicFramePr>
              <a:graphicFrameLocks noChangeAspect="1"/>
            </p:cNvGraphicFramePr>
            <p:nvPr/>
          </p:nvGraphicFramePr>
          <p:xfrm>
            <a:off x="4558" y="1979"/>
            <a:ext cx="239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95" name="" showAsIcon="1" r:id="rId84" imgW="196215" imgH="326390" progId="Equation.3">
                    <p:embed/>
                  </p:oleObj>
                </mc:Choice>
                <mc:Fallback>
                  <p:oleObj name="" showAsIcon="1" r:id="rId84" imgW="196215" imgH="326390" progId="Equation.3">
                    <p:embed/>
                    <p:pic>
                      <p:nvPicPr>
                        <p:cNvPr id="0" name="图片 3094"/>
                        <p:cNvPicPr/>
                        <p:nvPr/>
                      </p:nvPicPr>
                      <p:blipFill>
                        <a:blip r:embed="rId85">
                          <a:clrChange>
                            <a:clrFrom>
                              <a:srgbClr val="000000"/>
                            </a:clrFrom>
                            <a:clrTo>
                              <a:srgbClr val="FFFFFF"/>
                            </a:clrTo>
                          </a:clrChange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58" y="1979"/>
                          <a:ext cx="239" cy="384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50179" name="Line 179"/>
            <p:cNvSpPr/>
            <p:nvPr/>
          </p:nvSpPr>
          <p:spPr>
            <a:xfrm>
              <a:off x="4128" y="1948"/>
              <a:ext cx="110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180" name="Line 180"/>
            <p:cNvSpPr/>
            <p:nvPr/>
          </p:nvSpPr>
          <p:spPr>
            <a:xfrm>
              <a:off x="4128" y="3148"/>
              <a:ext cx="110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181" name="Freeform 181"/>
            <p:cNvSpPr/>
            <p:nvPr>
              <p:custDataLst>
                <p:tags r:id="rId86"/>
              </p:custDataLst>
            </p:nvPr>
          </p:nvSpPr>
          <p:spPr>
            <a:xfrm>
              <a:off x="5232" y="1948"/>
              <a:ext cx="1" cy="21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6"/>
                </a:cxn>
              </a:cxnLst>
              <a:rect l="0" t="0" r="r" b="b"/>
              <a:pathLst>
                <a:path w="1" h="216">
                  <a:moveTo>
                    <a:pt x="0" y="0"/>
                  </a:moveTo>
                  <a:lnTo>
                    <a:pt x="0" y="21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82" name="Line 182"/>
            <p:cNvSpPr/>
            <p:nvPr/>
          </p:nvSpPr>
          <p:spPr>
            <a:xfrm>
              <a:off x="5232" y="2428"/>
              <a:ext cx="0" cy="288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183" name="Freeform 183"/>
            <p:cNvSpPr/>
            <p:nvPr>
              <p:custDataLst>
                <p:tags r:id="rId87"/>
              </p:custDataLst>
            </p:nvPr>
          </p:nvSpPr>
          <p:spPr>
            <a:xfrm>
              <a:off x="5232" y="2992"/>
              <a:ext cx="1" cy="15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156"/>
                </a:cxn>
              </a:cxnLst>
              <a:rect l="0" t="0" r="r" b="b"/>
              <a:pathLst>
                <a:path w="1" h="156">
                  <a:moveTo>
                    <a:pt x="0" y="0"/>
                  </a:moveTo>
                  <a:lnTo>
                    <a:pt x="1" y="15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184" name="Oval 184"/>
            <p:cNvSpPr/>
            <p:nvPr>
              <p:custDataLst>
                <p:tags r:id="rId88"/>
              </p:custDataLst>
            </p:nvPr>
          </p:nvSpPr>
          <p:spPr>
            <a:xfrm>
              <a:off x="4065" y="3100"/>
              <a:ext cx="63" cy="63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185" name="Oval 185"/>
            <p:cNvSpPr/>
            <p:nvPr>
              <p:custDataLst>
                <p:tags r:id="rId89"/>
              </p:custDataLst>
            </p:nvPr>
          </p:nvSpPr>
          <p:spPr>
            <a:xfrm>
              <a:off x="4065" y="1933"/>
              <a:ext cx="63" cy="63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graphicFrame>
        <p:nvGraphicFramePr>
          <p:cNvPr id="4194361" name="Object 41"/>
          <p:cNvGraphicFramePr>
            <a:graphicFrameLocks noChangeAspect="1"/>
          </p:cNvGraphicFramePr>
          <p:nvPr>
            <p:custDataLst>
              <p:tags r:id="rId90"/>
            </p:custDataLst>
          </p:nvPr>
        </p:nvGraphicFramePr>
        <p:xfrm>
          <a:off x="1885633" y="2198688"/>
          <a:ext cx="1409700" cy="958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" name="" showAsIcon="1" r:id="rId91" imgW="501015" imgH="326390" progId="Equation.3">
                  <p:embed/>
                </p:oleObj>
              </mc:Choice>
              <mc:Fallback>
                <p:oleObj name="" showAsIcon="1" r:id="rId91" imgW="501015" imgH="326390" progId="Equation.3">
                  <p:embed/>
                  <p:pic>
                    <p:nvPicPr>
                      <p:cNvPr id="0" name="图片 3090"/>
                      <p:cNvPicPr/>
                      <p:nvPr/>
                    </p:nvPicPr>
                    <p:blipFill>
                      <a:blip r:embed="rId92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885633" y="2198688"/>
                        <a:ext cx="1409700" cy="958850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089" name=""/>
        <p:cNvGrpSpPr/>
        <p:nvPr/>
      </p:nvGrpSpPr>
      <p:grpSpPr/>
      <p:sp>
        <p:nvSpPr>
          <p:cNvPr id="1050052" name="Text Box 108"/>
          <p:cNvSpPr txBox="1"/>
          <p:nvPr>
            <p:custDataLst>
              <p:tags r:id="rId1"/>
            </p:custDataLst>
          </p:nvPr>
        </p:nvSpPr>
        <p:spPr>
          <a:xfrm>
            <a:off x="839153" y="1412875"/>
            <a:ext cx="5048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053" name="Text Box 109"/>
          <p:cNvSpPr txBox="1"/>
          <p:nvPr>
            <p:custDataLst>
              <p:tags r:id="rId2"/>
            </p:custDataLst>
          </p:nvPr>
        </p:nvSpPr>
        <p:spPr>
          <a:xfrm>
            <a:off x="1847533" y="1485265"/>
            <a:ext cx="14478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用替代：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57" name="Object 205"/>
          <p:cNvGraphicFramePr>
            <a:graphicFrameLocks noChangeAspect="1"/>
          </p:cNvGraphicFramePr>
          <p:nvPr/>
        </p:nvGraphicFramePr>
        <p:xfrm>
          <a:off x="2063750" y="4652645"/>
          <a:ext cx="8204200" cy="13131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3" name="" showAsIcon="1" r:id="rId3" imgW="2199005" imgH="318135" progId="Equation.3">
                  <p:embed/>
                </p:oleObj>
              </mc:Choice>
              <mc:Fallback>
                <p:oleObj name="" showAsIcon="1" r:id="rId3" imgW="2199005" imgH="318135" progId="Equation.3">
                  <p:embed/>
                  <p:pic>
                    <p:nvPicPr>
                      <p:cNvPr id="0" name="图片 3092"/>
                      <p:cNvPicPr/>
                      <p:nvPr/>
                    </p:nvPicPr>
                    <p:blipFill>
                      <a:blip r:embed="rId4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2063750" y="4652645"/>
                        <a:ext cx="8204200" cy="131318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58" name="Object 41"/>
          <p:cNvGraphicFramePr>
            <a:graphicFrameLocks noChangeAspect="1"/>
          </p:cNvGraphicFramePr>
          <p:nvPr>
            <p:custDataLst>
              <p:tags r:id="rId5"/>
            </p:custDataLst>
          </p:nvPr>
        </p:nvGraphicFramePr>
        <p:xfrm>
          <a:off x="3839528" y="1194118"/>
          <a:ext cx="1409700" cy="958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" name="" showAsIcon="1" r:id="rId6" imgW="501015" imgH="326390" progId="Equation.3">
                  <p:embed/>
                </p:oleObj>
              </mc:Choice>
              <mc:Fallback>
                <p:oleObj name="" showAsIcon="1" r:id="rId6" imgW="501015" imgH="326390" progId="Equation.3">
                  <p:embed/>
                  <p:pic>
                    <p:nvPicPr>
                      <p:cNvPr id="0" name="图片 3090"/>
                      <p:cNvPicPr/>
                      <p:nvPr/>
                    </p:nvPicPr>
                    <p:blipFill>
                      <a:blip r:embed="rId7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3839528" y="1194118"/>
                        <a:ext cx="1409700" cy="958850"/>
                      </a:xfrm>
                      <a:prstGeom prst="rect">
                        <a:avLst/>
                      </a:prstGeom>
                      <a:solidFill>
                        <a:schemeClr val="accent3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矩形 1"/>
          <p:cNvSpPr/>
          <p:nvPr/>
        </p:nvSpPr>
        <p:spPr>
          <a:xfrm>
            <a:off x="2066290" y="3429000"/>
            <a:ext cx="8030845" cy="936625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rgbClr val="FF0000"/>
                </a:solidFill>
              </a:rPr>
              <a:t>右边电流源</a:t>
            </a:r>
            <a:r>
              <a:rPr lang="en-US">
                <a:solidFill>
                  <a:srgbClr val="FF0000"/>
                </a:solidFill>
              </a:rPr>
              <a:t>(1+0.5)//(0.5+0.5)</a:t>
            </a:r>
            <a:r>
              <a:rPr lang="zh-CN" altLang="en-US">
                <a:solidFill>
                  <a:srgbClr val="FF0000"/>
                </a:solidFill>
              </a:rPr>
              <a:t>并联电阻为</a:t>
            </a:r>
            <a:r>
              <a:rPr lang="en-US">
                <a:solidFill>
                  <a:srgbClr val="FF0000"/>
                </a:solidFill>
              </a:rPr>
              <a:t>1.5</a:t>
            </a:r>
            <a:r>
              <a:rPr lang="en-US" altLang="zh-CN">
                <a:solidFill>
                  <a:srgbClr val="FF0000"/>
                </a:solidFill>
              </a:rPr>
              <a:t>//1=3/5</a:t>
            </a:r>
            <a:endParaRPr lang="en-US" altLang="zh-CN">
              <a:solidFill>
                <a:srgbClr val="FF0000"/>
              </a:solidFill>
            </a:endParaRPr>
          </a:p>
        </p:txBody>
      </p:sp>
      <p:pic>
        <p:nvPicPr>
          <p:cNvPr id="4" name="图片 3"/>
          <p:cNvPicPr>
            <a:picLocks noChangeAspect="1"/>
          </p:cNvPicPr>
          <p:nvPr>
            <p:custDataLst>
              <p:tags r:id="rId8"/>
            </p:custDataLst>
          </p:nvPr>
        </p:nvPicPr>
        <p:blipFill>
          <a:blip r:embed="rId9"/>
          <a:stretch>
            <a:fillRect/>
          </a:stretch>
        </p:blipFill>
        <p:spPr>
          <a:xfrm>
            <a:off x="5664200" y="44450"/>
            <a:ext cx="3493135" cy="3361055"/>
          </a:xfrm>
          <a:prstGeom prst="rect">
            <a:avLst/>
          </a:prstGeom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089" name=""/>
        <p:cNvGrpSpPr/>
        <p:nvPr/>
      </p:nvGrpSpPr>
      <p:grpSpPr/>
      <p:graphicFrame>
        <p:nvGraphicFramePr>
          <p:cNvPr id="4194356" name="Object 204"/>
          <p:cNvGraphicFramePr>
            <a:graphicFrameLocks noChangeAspect="1"/>
          </p:cNvGraphicFramePr>
          <p:nvPr/>
        </p:nvGraphicFramePr>
        <p:xfrm>
          <a:off x="3359785" y="5516880"/>
          <a:ext cx="5892800" cy="801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4" name="" showAsIcon="1" r:id="rId1" imgW="2251075" imgH="318135" progId="Equation.3">
                  <p:embed/>
                </p:oleObj>
              </mc:Choice>
              <mc:Fallback>
                <p:oleObj name="" showAsIcon="1" r:id="rId1" imgW="2251075" imgH="318135" progId="Equation.3">
                  <p:embed/>
                  <p:pic>
                    <p:nvPicPr>
                      <p:cNvPr id="0" name="图片 3093"/>
                      <p:cNvPicPr/>
                      <p:nvPr/>
                    </p:nvPicPr>
                    <p:blipFill>
                      <a:blip r:embed="rId2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3359785" y="5516880"/>
                        <a:ext cx="5892800" cy="80168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矩形 5"/>
          <p:cNvSpPr/>
          <p:nvPr>
            <p:custDataLst>
              <p:tags r:id="rId3"/>
            </p:custDataLst>
          </p:nvPr>
        </p:nvSpPr>
        <p:spPr>
          <a:xfrm>
            <a:off x="1056005" y="4149090"/>
            <a:ext cx="9793605" cy="936625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>
                <a:solidFill>
                  <a:srgbClr val="FF0000"/>
                </a:solidFill>
              </a:rPr>
              <a:t>1-</a:t>
            </a:r>
            <a:r>
              <a:rPr lang="en-US" altLang="zh-CN">
                <a:solidFill>
                  <a:srgbClr val="FF0000"/>
                </a:solidFill>
              </a:rPr>
              <a:t>U-0.5</a:t>
            </a:r>
            <a:r>
              <a:rPr lang="zh-CN" altLang="en-US">
                <a:solidFill>
                  <a:srgbClr val="FF0000"/>
                </a:solidFill>
              </a:rPr>
              <a:t>回路</a:t>
            </a:r>
            <a:endParaRPr lang="zh-CN" altLang="en-US">
              <a:solidFill>
                <a:srgbClr val="FF0000"/>
              </a:solidFill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911860" y="476250"/>
            <a:ext cx="4046220" cy="3251200"/>
          </a:xfrm>
          <a:prstGeom prst="rect">
            <a:avLst/>
          </a:prstGeom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089" name=""/>
        <p:cNvGrpSpPr/>
        <p:nvPr/>
      </p:nvGrpSpPr>
      <p:grpSpPr/>
      <p:sp>
        <p:nvSpPr>
          <p:cNvPr id="1050075" name="Text Box 2"/>
          <p:cNvSpPr txBox="1"/>
          <p:nvPr>
            <p:custDataLst>
              <p:tags r:id="rId1"/>
            </p:custDataLst>
          </p:nvPr>
        </p:nvSpPr>
        <p:spPr>
          <a:xfrm>
            <a:off x="1775778" y="2204720"/>
            <a:ext cx="42481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i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'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i="1" baseline="30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"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=(0.8-0.6)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=0.2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endParaRPr lang="en-US" altLang="zh-CN" sz="2800" b="1" i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076" name="Text Box 3"/>
          <p:cNvSpPr txBox="1"/>
          <p:nvPr>
            <p:custDataLst>
              <p:tags r:id="rId2"/>
            </p:custDataLst>
          </p:nvPr>
        </p:nvSpPr>
        <p:spPr>
          <a:xfrm>
            <a:off x="1919288" y="3572510"/>
            <a:ext cx="38163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=0.2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=0.2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8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135" name=""/>
        <p:cNvGrpSpPr/>
        <p:nvPr/>
      </p:nvGrpSpPr>
      <p:grpSpPr/>
      <p:sp>
        <p:nvSpPr>
          <p:cNvPr id="1050199" name="Text Box 6"/>
          <p:cNvSpPr txBox="1"/>
          <p:nvPr>
            <p:custDataLst>
              <p:tags r:id="rId1"/>
            </p:custDataLst>
          </p:nvPr>
        </p:nvSpPr>
        <p:spPr>
          <a:xfrm>
            <a:off x="1631950" y="980440"/>
            <a:ext cx="1752600" cy="5835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试求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200" name="Text Box 8"/>
          <p:cNvSpPr txBox="1"/>
          <p:nvPr>
            <p:custDataLst>
              <p:tags r:id="rId2"/>
            </p:custDataLst>
          </p:nvPr>
        </p:nvSpPr>
        <p:spPr>
          <a:xfrm>
            <a:off x="839788" y="1772603"/>
            <a:ext cx="5048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201" name="Text Box 9"/>
          <p:cNvSpPr txBox="1"/>
          <p:nvPr>
            <p:custDataLst>
              <p:tags r:id="rId3"/>
            </p:custDataLst>
          </p:nvPr>
        </p:nvSpPr>
        <p:spPr>
          <a:xfrm>
            <a:off x="1631950" y="1772603"/>
            <a:ext cx="14478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用替代：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4439920" y="836295"/>
            <a:ext cx="7958455" cy="5506085"/>
          </a:xfrm>
          <a:prstGeom prst="rect">
            <a:avLst/>
          </a:prstGeom>
        </p:spPr>
      </p:pic>
      <p:sp>
        <p:nvSpPr>
          <p:cNvPr id="2" name="矩形 1"/>
          <p:cNvSpPr/>
          <p:nvPr>
            <p:custDataLst>
              <p:tags r:id="rId6"/>
            </p:custDataLst>
          </p:nvPr>
        </p:nvSpPr>
        <p:spPr>
          <a:xfrm>
            <a:off x="191770" y="2708910"/>
            <a:ext cx="4464685" cy="136842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>
              <a:lnSpc>
                <a:spcPct val="120000"/>
              </a:lnSpc>
            </a:pP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4A</a:t>
            </a:r>
            <a:r>
              <a: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输入，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I1</a:t>
            </a:r>
            <a:endParaRPr lang="en-US" altLang="zh-CN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</a:pP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，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并联及其它</a:t>
            </a:r>
            <a:r>
              <a: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都无关</a:t>
            </a:r>
            <a:endParaRPr lang="zh-CN" altLang="en-US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135" name=""/>
        <p:cNvGrpSpPr/>
        <p:nvPr/>
      </p:nvGrpSpPr>
      <p:grpSpPr/>
      <p:graphicFrame>
        <p:nvGraphicFramePr>
          <p:cNvPr id="4194362" name="Object 108"/>
          <p:cNvGraphicFramePr>
            <a:graphicFrameLocks noChangeAspect="1"/>
          </p:cNvGraphicFramePr>
          <p:nvPr/>
        </p:nvGraphicFramePr>
        <p:xfrm>
          <a:off x="7608253" y="5229225"/>
          <a:ext cx="4032250" cy="942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6" name="" showAsIcon="1" r:id="rId1" imgW="1484630" imgH="318135" progId="Equation.3">
                  <p:embed/>
                </p:oleObj>
              </mc:Choice>
              <mc:Fallback>
                <p:oleObj name="" showAsIcon="1" r:id="rId1" imgW="1484630" imgH="318135" progId="Equation.3">
                  <p:embed/>
                  <p:pic>
                    <p:nvPicPr>
                      <p:cNvPr id="0" name="图片 3095"/>
                      <p:cNvPicPr/>
                      <p:nvPr/>
                    </p:nvPicPr>
                    <p:blipFill>
                      <a:blip r:embed="rId2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7608253" y="5229225"/>
                        <a:ext cx="4032250" cy="94297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图片 2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47625" y="0"/>
            <a:ext cx="7323455" cy="5701030"/>
          </a:xfrm>
          <a:prstGeom prst="rect">
            <a:avLst/>
          </a:prstGeom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8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电压除电流等于</a:t>
            </a: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</a:t>
            </a:r>
            <a:endParaRPr lang="zh-CN" altLang="en-US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186" name=""/>
        <p:cNvGrpSpPr/>
        <p:nvPr/>
      </p:nvGrpSpPr>
      <p:grpSpPr/>
      <p:sp>
        <p:nvSpPr>
          <p:cNvPr id="1050325" name="Text Box 7"/>
          <p:cNvSpPr txBox="1"/>
          <p:nvPr>
            <p:custDataLst>
              <p:tags r:id="rId1"/>
            </p:custDataLst>
          </p:nvPr>
        </p:nvSpPr>
        <p:spPr>
          <a:xfrm>
            <a:off x="2351723" y="764540"/>
            <a:ext cx="7812087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2V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电压源用多大的电阻置换而不影响电路的工作状态。</a:t>
            </a:r>
            <a:endParaRPr lang="zh-CN" altLang="en-US" sz="24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187" name="Group 43"/>
          <p:cNvGrpSpPr/>
          <p:nvPr/>
        </p:nvGrpSpPr>
        <p:grpSpPr>
          <a:xfrm>
            <a:off x="1559560" y="1485265"/>
            <a:ext cx="4176713" cy="2179638"/>
            <a:chOff x="204" y="606"/>
            <a:chExt cx="2631" cy="1373"/>
          </a:xfrm>
        </p:grpSpPr>
        <p:sp>
          <p:nvSpPr>
            <p:cNvPr id="1050326" name="Oval 15"/>
            <p:cNvSpPr/>
            <p:nvPr>
              <p:custDataLst>
                <p:tags r:id="rId2"/>
              </p:custDataLst>
            </p:nvPr>
          </p:nvSpPr>
          <p:spPr>
            <a:xfrm rot="5400000">
              <a:off x="204" y="1434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27" name="Line 37"/>
            <p:cNvSpPr/>
            <p:nvPr/>
          </p:nvSpPr>
          <p:spPr>
            <a:xfrm>
              <a:off x="1791" y="754"/>
              <a:ext cx="953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28" name="Oval 9"/>
            <p:cNvSpPr/>
            <p:nvPr>
              <p:custDataLst>
                <p:tags r:id="rId3"/>
              </p:custDataLst>
            </p:nvPr>
          </p:nvSpPr>
          <p:spPr>
            <a:xfrm>
              <a:off x="2154" y="981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29" name="Text Box 11"/>
            <p:cNvSpPr txBox="1"/>
            <p:nvPr>
              <p:custDataLst>
                <p:tags r:id="rId4"/>
              </p:custDataLst>
            </p:nvPr>
          </p:nvSpPr>
          <p:spPr>
            <a:xfrm>
              <a:off x="2109" y="754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30" name="Rectangle 12"/>
            <p:cNvSpPr/>
            <p:nvPr/>
          </p:nvSpPr>
          <p:spPr>
            <a:xfrm>
              <a:off x="340" y="1117"/>
              <a:ext cx="2420" cy="862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31" name="Line 13"/>
            <p:cNvSpPr/>
            <p:nvPr/>
          </p:nvSpPr>
          <p:spPr>
            <a:xfrm>
              <a:off x="1791" y="1117"/>
              <a:ext cx="0" cy="86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332" name="Line 14"/>
            <p:cNvSpPr/>
            <p:nvPr/>
          </p:nvSpPr>
          <p:spPr>
            <a:xfrm>
              <a:off x="1292" y="1117"/>
              <a:ext cx="0" cy="86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333" name="Text Box 16"/>
            <p:cNvSpPr txBox="1"/>
            <p:nvPr>
              <p:custDataLst>
                <p:tags r:id="rId5"/>
              </p:custDataLst>
            </p:nvPr>
          </p:nvSpPr>
          <p:spPr>
            <a:xfrm>
              <a:off x="476" y="1434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34" name="Rectangle 17"/>
            <p:cNvSpPr/>
            <p:nvPr>
              <p:custDataLst>
                <p:tags r:id="rId6"/>
              </p:custDataLst>
            </p:nvPr>
          </p:nvSpPr>
          <p:spPr>
            <a:xfrm>
              <a:off x="2739" y="1344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35" name="Text Box 18"/>
            <p:cNvSpPr txBox="1"/>
            <p:nvPr>
              <p:custDataLst>
                <p:tags r:id="rId7"/>
              </p:custDataLst>
            </p:nvPr>
          </p:nvSpPr>
          <p:spPr>
            <a:xfrm>
              <a:off x="1791" y="1389"/>
              <a:ext cx="54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cxnSp>
          <p:nvCxnSpPr>
            <p:cNvPr id="3145739" name="AutoShape 19"/>
            <p:cNvCxnSpPr>
              <a:endCxn id="1050352" idx="2"/>
            </p:cNvCxnSpPr>
            <p:nvPr>
              <p:custDataLst>
                <p:tags r:id="rId8"/>
              </p:custDataLst>
            </p:nvPr>
          </p:nvCxnSpPr>
          <p:spPr>
            <a:xfrm flipV="1">
              <a:off x="793" y="606"/>
              <a:ext cx="8" cy="257"/>
            </a:xfrm>
            <a:prstGeom prst="straightConnector1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50336" name="Text Box 20"/>
            <p:cNvSpPr txBox="1"/>
            <p:nvPr>
              <p:custDataLst>
                <p:tags r:id="rId9"/>
              </p:custDataLst>
            </p:nvPr>
          </p:nvSpPr>
          <p:spPr>
            <a:xfrm>
              <a:off x="930" y="709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37" name="Rectangle 21"/>
            <p:cNvSpPr/>
            <p:nvPr>
              <p:custDataLst>
                <p:tags r:id="rId10"/>
              </p:custDataLst>
            </p:nvPr>
          </p:nvSpPr>
          <p:spPr>
            <a:xfrm>
              <a:off x="703" y="1072"/>
              <a:ext cx="272" cy="9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38" name="Rectangle 22"/>
            <p:cNvSpPr/>
            <p:nvPr>
              <p:custDataLst>
                <p:tags r:id="rId11"/>
              </p:custDataLst>
            </p:nvPr>
          </p:nvSpPr>
          <p:spPr>
            <a:xfrm>
              <a:off x="1746" y="1344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39" name="Text Box 23"/>
            <p:cNvSpPr txBox="1"/>
            <p:nvPr>
              <p:custDataLst>
                <p:tags r:id="rId12"/>
              </p:custDataLst>
            </p:nvPr>
          </p:nvSpPr>
          <p:spPr>
            <a:xfrm>
              <a:off x="340" y="1162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40" name="Text Box 24"/>
            <p:cNvSpPr txBox="1"/>
            <p:nvPr>
              <p:custDataLst>
                <p:tags r:id="rId13"/>
              </p:custDataLst>
            </p:nvPr>
          </p:nvSpPr>
          <p:spPr>
            <a:xfrm>
              <a:off x="340" y="1661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50341" name="Rectangle 25"/>
            <p:cNvSpPr/>
            <p:nvPr>
              <p:custDataLst>
                <p:tags r:id="rId14"/>
              </p:custDataLst>
            </p:nvPr>
          </p:nvSpPr>
          <p:spPr>
            <a:xfrm>
              <a:off x="1247" y="1344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42" name="Text Box 26"/>
            <p:cNvSpPr txBox="1"/>
            <p:nvPr>
              <p:custDataLst>
                <p:tags r:id="rId15"/>
              </p:custDataLst>
            </p:nvPr>
          </p:nvSpPr>
          <p:spPr>
            <a:xfrm>
              <a:off x="657" y="1162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43" name="Text Box 27"/>
            <p:cNvSpPr txBox="1"/>
            <p:nvPr>
              <p:custDataLst>
                <p:tags r:id="rId16"/>
              </p:custDataLst>
            </p:nvPr>
          </p:nvSpPr>
          <p:spPr>
            <a:xfrm>
              <a:off x="1882" y="1117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44" name="Text Box 28"/>
            <p:cNvSpPr txBox="1"/>
            <p:nvPr>
              <p:custDataLst>
                <p:tags r:id="rId17"/>
              </p:custDataLst>
            </p:nvPr>
          </p:nvSpPr>
          <p:spPr>
            <a:xfrm>
              <a:off x="2426" y="1117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仿宋_GB2312" pitchFamily="49" charset="-122"/>
              </a:endParaRPr>
            </a:p>
          </p:txBody>
        </p:sp>
        <p:sp>
          <p:nvSpPr>
            <p:cNvPr id="1050345" name="Text Box 30"/>
            <p:cNvSpPr txBox="1"/>
            <p:nvPr>
              <p:custDataLst>
                <p:tags r:id="rId18"/>
              </p:custDataLst>
            </p:nvPr>
          </p:nvSpPr>
          <p:spPr>
            <a:xfrm>
              <a:off x="2064" y="1207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46" name="Text Box 31"/>
            <p:cNvSpPr txBox="1"/>
            <p:nvPr>
              <p:custDataLst>
                <p:tags r:id="rId19"/>
              </p:custDataLst>
            </p:nvPr>
          </p:nvSpPr>
          <p:spPr>
            <a:xfrm>
              <a:off x="2426" y="1389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47" name="Rectangle 32"/>
            <p:cNvSpPr/>
            <p:nvPr>
              <p:custDataLst>
                <p:tags r:id="rId20"/>
              </p:custDataLst>
            </p:nvPr>
          </p:nvSpPr>
          <p:spPr>
            <a:xfrm>
              <a:off x="2154" y="709"/>
              <a:ext cx="317" cy="9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48" name="Line 33"/>
            <p:cNvSpPr/>
            <p:nvPr/>
          </p:nvSpPr>
          <p:spPr>
            <a:xfrm flipV="1">
              <a:off x="340" y="754"/>
              <a:ext cx="0" cy="363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none" w="med" len="med"/>
            </a:ln>
          </p:spPr>
        </p:sp>
        <p:sp>
          <p:nvSpPr>
            <p:cNvPr id="1050349" name="Line 34"/>
            <p:cNvSpPr/>
            <p:nvPr/>
          </p:nvSpPr>
          <p:spPr>
            <a:xfrm>
              <a:off x="340" y="754"/>
              <a:ext cx="95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50" name="Line 35"/>
            <p:cNvSpPr/>
            <p:nvPr/>
          </p:nvSpPr>
          <p:spPr>
            <a:xfrm>
              <a:off x="1292" y="754"/>
              <a:ext cx="0" cy="363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51" name="Line 36"/>
            <p:cNvSpPr/>
            <p:nvPr/>
          </p:nvSpPr>
          <p:spPr>
            <a:xfrm flipV="1">
              <a:off x="1791" y="754"/>
              <a:ext cx="0" cy="363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52" name="Oval 39"/>
            <p:cNvSpPr/>
            <p:nvPr>
              <p:custDataLst>
                <p:tags r:id="rId21"/>
              </p:custDataLst>
            </p:nvPr>
          </p:nvSpPr>
          <p:spPr>
            <a:xfrm rot="5400000">
              <a:off x="657" y="618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53" name="Line 38"/>
            <p:cNvSpPr/>
            <p:nvPr/>
          </p:nvSpPr>
          <p:spPr>
            <a:xfrm>
              <a:off x="2744" y="754"/>
              <a:ext cx="0" cy="363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oval" w="med" len="med"/>
            </a:ln>
          </p:spPr>
        </p:sp>
        <p:sp>
          <p:nvSpPr>
            <p:cNvPr id="1050354" name="Line 40"/>
            <p:cNvSpPr/>
            <p:nvPr>
              <p:custDataLst>
                <p:tags r:id="rId22"/>
              </p:custDataLst>
            </p:nvPr>
          </p:nvSpPr>
          <p:spPr>
            <a:xfrm>
              <a:off x="793" y="618"/>
              <a:ext cx="0" cy="272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55" name="Text Box 41"/>
            <p:cNvSpPr txBox="1"/>
            <p:nvPr>
              <p:custDataLst>
                <p:tags r:id="rId23"/>
              </p:custDataLst>
            </p:nvPr>
          </p:nvSpPr>
          <p:spPr>
            <a:xfrm>
              <a:off x="1292" y="1389"/>
              <a:ext cx="54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56" name="Line 42"/>
            <p:cNvSpPr/>
            <p:nvPr/>
          </p:nvSpPr>
          <p:spPr>
            <a:xfrm>
              <a:off x="1020" y="663"/>
              <a:ext cx="27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</p:grpSp>
      <p:sp>
        <p:nvSpPr>
          <p:cNvPr id="1050357" name="Text Box 44"/>
          <p:cNvSpPr txBox="1"/>
          <p:nvPr>
            <p:custDataLst>
              <p:tags r:id="rId24"/>
            </p:custDataLst>
          </p:nvPr>
        </p:nvSpPr>
        <p:spPr>
          <a:xfrm>
            <a:off x="1630998" y="3933190"/>
            <a:ext cx="5048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358" name="AutoShape 45"/>
          <p:cNvSpPr/>
          <p:nvPr>
            <p:custDataLst>
              <p:tags r:id="rId25"/>
            </p:custDataLst>
          </p:nvPr>
        </p:nvSpPr>
        <p:spPr>
          <a:xfrm>
            <a:off x="5952173" y="2348865"/>
            <a:ext cx="431800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grpSp>
        <p:nvGrpSpPr>
          <p:cNvPr id="1188" name="Group 85"/>
          <p:cNvGrpSpPr/>
          <p:nvPr/>
        </p:nvGrpSpPr>
        <p:grpSpPr>
          <a:xfrm>
            <a:off x="5736273" y="1629728"/>
            <a:ext cx="936625" cy="460375"/>
            <a:chOff x="2835" y="709"/>
            <a:chExt cx="590" cy="290"/>
          </a:xfrm>
        </p:grpSpPr>
        <p:sp>
          <p:nvSpPr>
            <p:cNvPr id="1050359" name="Line 83"/>
            <p:cNvSpPr/>
            <p:nvPr/>
          </p:nvSpPr>
          <p:spPr>
            <a:xfrm>
              <a:off x="2835" y="754"/>
              <a:ext cx="0" cy="227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360" name="Text Box 84"/>
            <p:cNvSpPr txBox="1"/>
            <p:nvPr>
              <p:custDataLst>
                <p:tags r:id="rId26"/>
              </p:custDataLst>
            </p:nvPr>
          </p:nvSpPr>
          <p:spPr>
            <a:xfrm>
              <a:off x="2835" y="709"/>
              <a:ext cx="59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0.5A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89" name="Group 89"/>
          <p:cNvGrpSpPr/>
          <p:nvPr/>
        </p:nvGrpSpPr>
        <p:grpSpPr>
          <a:xfrm>
            <a:off x="5160010" y="1701165"/>
            <a:ext cx="431800" cy="460375"/>
            <a:chOff x="2472" y="754"/>
            <a:chExt cx="272" cy="290"/>
          </a:xfrm>
        </p:grpSpPr>
        <p:sp>
          <p:nvSpPr>
            <p:cNvPr id="1050361" name="Line 86"/>
            <p:cNvSpPr/>
            <p:nvPr/>
          </p:nvSpPr>
          <p:spPr>
            <a:xfrm>
              <a:off x="2517" y="1026"/>
              <a:ext cx="182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362" name="Text Box 87"/>
            <p:cNvSpPr txBox="1"/>
            <p:nvPr>
              <p:custDataLst>
                <p:tags r:id="rId27"/>
              </p:custDataLst>
            </p:nvPr>
          </p:nvSpPr>
          <p:spPr>
            <a:xfrm>
              <a:off x="2472" y="754"/>
              <a:ext cx="27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90" name="Group 88"/>
          <p:cNvGrpSpPr/>
          <p:nvPr/>
        </p:nvGrpSpPr>
        <p:grpSpPr>
          <a:xfrm>
            <a:off x="9336723" y="2564765"/>
            <a:ext cx="647700" cy="504825"/>
            <a:chOff x="4241" y="2478"/>
            <a:chExt cx="408" cy="318"/>
          </a:xfrm>
        </p:grpSpPr>
        <p:sp>
          <p:nvSpPr>
            <p:cNvPr id="1050363" name="Line 80"/>
            <p:cNvSpPr/>
            <p:nvPr/>
          </p:nvSpPr>
          <p:spPr>
            <a:xfrm>
              <a:off x="4513" y="2478"/>
              <a:ext cx="2" cy="31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364" name="Text Box 81"/>
            <p:cNvSpPr txBox="1"/>
            <p:nvPr>
              <p:custDataLst>
                <p:tags r:id="rId28"/>
              </p:custDataLst>
            </p:nvPr>
          </p:nvSpPr>
          <p:spPr>
            <a:xfrm>
              <a:off x="4241" y="2478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91" name="Group 98"/>
          <p:cNvGrpSpPr/>
          <p:nvPr/>
        </p:nvGrpSpPr>
        <p:grpSpPr>
          <a:xfrm>
            <a:off x="6528435" y="1269365"/>
            <a:ext cx="3455988" cy="2087563"/>
            <a:chOff x="3334" y="482"/>
            <a:chExt cx="2177" cy="1315"/>
          </a:xfrm>
        </p:grpSpPr>
        <p:sp>
          <p:nvSpPr>
            <p:cNvPr id="1050365" name="Oval 47"/>
            <p:cNvSpPr/>
            <p:nvPr>
              <p:custDataLst>
                <p:tags r:id="rId29"/>
              </p:custDataLst>
            </p:nvPr>
          </p:nvSpPr>
          <p:spPr>
            <a:xfrm rot="5400000">
              <a:off x="3334" y="1071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66" name="Oval 49"/>
            <p:cNvSpPr/>
            <p:nvPr>
              <p:custDataLst>
                <p:tags r:id="rId30"/>
              </p:custDataLst>
            </p:nvPr>
          </p:nvSpPr>
          <p:spPr>
            <a:xfrm>
              <a:off x="4830" y="618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67" name="Rectangle 51"/>
            <p:cNvSpPr/>
            <p:nvPr/>
          </p:nvSpPr>
          <p:spPr>
            <a:xfrm>
              <a:off x="3470" y="754"/>
              <a:ext cx="1966" cy="862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68" name="Line 53"/>
            <p:cNvSpPr/>
            <p:nvPr/>
          </p:nvSpPr>
          <p:spPr>
            <a:xfrm>
              <a:off x="4376" y="754"/>
              <a:ext cx="0" cy="862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369" name="Text Box 54"/>
            <p:cNvSpPr txBox="1"/>
            <p:nvPr>
              <p:custDataLst>
                <p:tags r:id="rId31"/>
              </p:custDataLst>
            </p:nvPr>
          </p:nvSpPr>
          <p:spPr>
            <a:xfrm>
              <a:off x="3606" y="1060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0" name="Rectangle 55"/>
            <p:cNvSpPr/>
            <p:nvPr>
              <p:custDataLst>
                <p:tags r:id="rId32"/>
              </p:custDataLst>
            </p:nvPr>
          </p:nvSpPr>
          <p:spPr>
            <a:xfrm>
              <a:off x="5415" y="981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71" name="Rectangle 59"/>
            <p:cNvSpPr/>
            <p:nvPr>
              <p:custDataLst>
                <p:tags r:id="rId33"/>
              </p:custDataLst>
            </p:nvPr>
          </p:nvSpPr>
          <p:spPr>
            <a:xfrm>
              <a:off x="3742" y="709"/>
              <a:ext cx="272" cy="9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72" name="Text Box 61"/>
            <p:cNvSpPr txBox="1"/>
            <p:nvPr>
              <p:custDataLst>
                <p:tags r:id="rId34"/>
              </p:custDataLst>
            </p:nvPr>
          </p:nvSpPr>
          <p:spPr>
            <a:xfrm>
              <a:off x="3470" y="799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3" name="Text Box 62"/>
            <p:cNvSpPr txBox="1"/>
            <p:nvPr>
              <p:custDataLst>
                <p:tags r:id="rId35"/>
              </p:custDataLst>
            </p:nvPr>
          </p:nvSpPr>
          <p:spPr>
            <a:xfrm>
              <a:off x="3470" y="1298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50374" name="Rectangle 63"/>
            <p:cNvSpPr/>
            <p:nvPr>
              <p:custDataLst>
                <p:tags r:id="rId36"/>
              </p:custDataLst>
            </p:nvPr>
          </p:nvSpPr>
          <p:spPr>
            <a:xfrm>
              <a:off x="4331" y="981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375" name="Text Box 64"/>
            <p:cNvSpPr txBox="1"/>
            <p:nvPr>
              <p:custDataLst>
                <p:tags r:id="rId37"/>
              </p:custDataLst>
            </p:nvPr>
          </p:nvSpPr>
          <p:spPr>
            <a:xfrm>
              <a:off x="3696" y="788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76" name="Text Box 65"/>
            <p:cNvSpPr txBox="1"/>
            <p:nvPr>
              <p:custDataLst>
                <p:tags r:id="rId38"/>
              </p:custDataLst>
            </p:nvPr>
          </p:nvSpPr>
          <p:spPr>
            <a:xfrm>
              <a:off x="4558" y="754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7" name="Text Box 66"/>
            <p:cNvSpPr txBox="1"/>
            <p:nvPr>
              <p:custDataLst>
                <p:tags r:id="rId39"/>
              </p:custDataLst>
            </p:nvPr>
          </p:nvSpPr>
          <p:spPr>
            <a:xfrm>
              <a:off x="5102" y="754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</a:rPr>
                <a:t>－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仿宋_GB2312" pitchFamily="49" charset="-122"/>
              </a:endParaRPr>
            </a:p>
          </p:txBody>
        </p:sp>
        <p:sp>
          <p:nvSpPr>
            <p:cNvPr id="1050378" name="Text Box 67"/>
            <p:cNvSpPr txBox="1"/>
            <p:nvPr>
              <p:custDataLst>
                <p:tags r:id="rId40"/>
              </p:custDataLst>
            </p:nvPr>
          </p:nvSpPr>
          <p:spPr>
            <a:xfrm>
              <a:off x="4740" y="844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9" name="Text Box 68"/>
            <p:cNvSpPr txBox="1"/>
            <p:nvPr>
              <p:custDataLst>
                <p:tags r:id="rId41"/>
              </p:custDataLst>
            </p:nvPr>
          </p:nvSpPr>
          <p:spPr>
            <a:xfrm>
              <a:off x="5102" y="1026"/>
              <a:ext cx="4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80" name="Text Box 77"/>
            <p:cNvSpPr txBox="1"/>
            <p:nvPr>
              <p:custDataLst>
                <p:tags r:id="rId42"/>
              </p:custDataLst>
            </p:nvPr>
          </p:nvSpPr>
          <p:spPr>
            <a:xfrm>
              <a:off x="4376" y="1026"/>
              <a:ext cx="54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81" name="Line 90"/>
            <p:cNvSpPr/>
            <p:nvPr/>
          </p:nvSpPr>
          <p:spPr>
            <a:xfrm>
              <a:off x="4377" y="1616"/>
              <a:ext cx="0" cy="181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82" name="Line 91"/>
            <p:cNvSpPr/>
            <p:nvPr/>
          </p:nvSpPr>
          <p:spPr>
            <a:xfrm>
              <a:off x="4195" y="1797"/>
              <a:ext cx="363" cy="0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383" name="Oval 93"/>
            <p:cNvSpPr/>
            <p:nvPr>
              <p:custDataLst>
                <p:tags r:id="rId43"/>
              </p:custDataLst>
            </p:nvPr>
          </p:nvSpPr>
          <p:spPr>
            <a:xfrm>
              <a:off x="4286" y="482"/>
              <a:ext cx="182" cy="181"/>
            </a:xfrm>
            <a:prstGeom prst="ellipse">
              <a:avLst/>
            </a:prstGeom>
            <a:noFill/>
            <a:ln w="3810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384" name="Text Box 96"/>
          <p:cNvSpPr txBox="1"/>
          <p:nvPr/>
        </p:nvSpPr>
        <p:spPr>
          <a:xfrm>
            <a:off x="2278698" y="3933190"/>
            <a:ext cx="4033837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应求电流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zh-CN" altLang="en-US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先化简电路。</a:t>
            </a:r>
            <a:endParaRPr lang="zh-CN" altLang="en-US" sz="2400" b="1" i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71" name="Object 97"/>
          <p:cNvGraphicFramePr>
            <a:graphicFrameLocks noChangeAspect="1"/>
          </p:cNvGraphicFramePr>
          <p:nvPr>
            <p:custDataLst>
              <p:tags r:id="rId44"/>
            </p:custDataLst>
          </p:nvPr>
        </p:nvGraphicFramePr>
        <p:xfrm>
          <a:off x="1661160" y="4508818"/>
          <a:ext cx="3956050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5" name="" showAsIcon="1" r:id="rId45" imgW="1519555" imgH="326390" progId="Equation.3">
                  <p:embed/>
                </p:oleObj>
              </mc:Choice>
              <mc:Fallback>
                <p:oleObj name="" showAsIcon="1" r:id="rId45" imgW="1519555" imgH="326390" progId="Equation.3">
                  <p:embed/>
                  <p:pic>
                    <p:nvPicPr>
                      <p:cNvPr id="0" name="图片 3104"/>
                      <p:cNvPicPr/>
                      <p:nvPr/>
                    </p:nvPicPr>
                    <p:blipFill>
                      <a:blip r:embed="rId4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661160" y="4508818"/>
                        <a:ext cx="3956050" cy="93345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0385" name="AutoShape 99"/>
          <p:cNvSpPr/>
          <p:nvPr>
            <p:custDataLst>
              <p:tags r:id="rId47"/>
            </p:custDataLst>
          </p:nvPr>
        </p:nvSpPr>
        <p:spPr>
          <a:xfrm>
            <a:off x="6095048" y="4869815"/>
            <a:ext cx="649287" cy="215900"/>
          </a:xfrm>
          <a:prstGeom prst="rightArrow">
            <a:avLst>
              <a:gd name="adj1" fmla="val 50000"/>
              <a:gd name="adj2" fmla="val 75183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graphicFrame>
        <p:nvGraphicFramePr>
          <p:cNvPr id="4194372" name="Object 100"/>
          <p:cNvGraphicFramePr>
            <a:graphicFrameLocks noChangeAspect="1"/>
          </p:cNvGraphicFramePr>
          <p:nvPr>
            <p:custDataLst>
              <p:tags r:id="rId48"/>
            </p:custDataLst>
          </p:nvPr>
        </p:nvGraphicFramePr>
        <p:xfrm>
          <a:off x="6887210" y="4725353"/>
          <a:ext cx="2371725" cy="495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0" name="" showAsIcon="1" r:id="rId49" imgW="892810" imgH="152400" progId="Equation.3">
                  <p:embed/>
                </p:oleObj>
              </mc:Choice>
              <mc:Fallback>
                <p:oleObj name="" showAsIcon="1" r:id="rId49" imgW="892810" imgH="152400" progId="Equation.3">
                  <p:embed/>
                  <p:pic>
                    <p:nvPicPr>
                      <p:cNvPr id="0" name="图片 3109"/>
                      <p:cNvPicPr/>
                      <p:nvPr/>
                    </p:nvPicPr>
                    <p:blipFill>
                      <a:blip r:embed="rId50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887210" y="4725353"/>
                        <a:ext cx="2371725" cy="4953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73" name="Object 101"/>
          <p:cNvGraphicFramePr>
            <a:graphicFrameLocks noChangeAspect="1"/>
          </p:cNvGraphicFramePr>
          <p:nvPr>
            <p:custDataLst>
              <p:tags r:id="rId51"/>
            </p:custDataLst>
          </p:nvPr>
        </p:nvGraphicFramePr>
        <p:xfrm>
          <a:off x="1775143" y="5517515"/>
          <a:ext cx="3106737" cy="496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6" name="" showAsIcon="1" r:id="rId52" imgW="1188720" imgH="152400" progId="Equation.3">
                  <p:embed/>
                </p:oleObj>
              </mc:Choice>
              <mc:Fallback>
                <p:oleObj name="" showAsIcon="1" r:id="rId52" imgW="1188720" imgH="152400" progId="Equation.3">
                  <p:embed/>
                  <p:pic>
                    <p:nvPicPr>
                      <p:cNvPr id="0" name="图片 3105"/>
                      <p:cNvPicPr/>
                      <p:nvPr/>
                    </p:nvPicPr>
                    <p:blipFill>
                      <a:blip r:embed="rId5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775143" y="5517515"/>
                        <a:ext cx="3106737" cy="49688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74" name="Object 102"/>
          <p:cNvGraphicFramePr>
            <a:graphicFrameLocks noChangeAspect="1"/>
          </p:cNvGraphicFramePr>
          <p:nvPr>
            <p:custDataLst>
              <p:tags r:id="rId54"/>
            </p:custDataLst>
          </p:nvPr>
        </p:nvGraphicFramePr>
        <p:xfrm>
          <a:off x="6913880" y="5372735"/>
          <a:ext cx="2608263" cy="407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7" name="" showAsIcon="1" r:id="rId55" imgW="996950" imgH="117475" progId="Equation.3">
                  <p:embed/>
                </p:oleObj>
              </mc:Choice>
              <mc:Fallback>
                <p:oleObj name="" showAsIcon="1" r:id="rId55" imgW="996950" imgH="117475" progId="Equation.3">
                  <p:embed/>
                  <p:pic>
                    <p:nvPicPr>
                      <p:cNvPr id="0" name="图片 3106"/>
                      <p:cNvPicPr/>
                      <p:nvPr/>
                    </p:nvPicPr>
                    <p:blipFill>
                      <a:blip r:embed="rId56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913880" y="5372735"/>
                        <a:ext cx="2608263" cy="40798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75" name="Object 103"/>
          <p:cNvGraphicFramePr>
            <a:graphicFrameLocks noChangeAspect="1"/>
          </p:cNvGraphicFramePr>
          <p:nvPr>
            <p:custDataLst>
              <p:tags r:id="rId57"/>
            </p:custDataLst>
          </p:nvPr>
        </p:nvGraphicFramePr>
        <p:xfrm>
          <a:off x="6847205" y="6014720"/>
          <a:ext cx="2081213" cy="407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8" name="" showAsIcon="1" r:id="rId58" imgW="779145" imgH="117475" progId="Equation.3">
                  <p:embed/>
                </p:oleObj>
              </mc:Choice>
              <mc:Fallback>
                <p:oleObj name="" showAsIcon="1" r:id="rId58" imgW="779145" imgH="117475" progId="Equation.3">
                  <p:embed/>
                  <p:pic>
                    <p:nvPicPr>
                      <p:cNvPr id="0" name="图片 3107"/>
                      <p:cNvPicPr/>
                      <p:nvPr/>
                    </p:nvPicPr>
                    <p:blipFill>
                      <a:blip r:embed="rId59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847205" y="6014720"/>
                        <a:ext cx="2081213" cy="40798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0386" name="Text Box 104"/>
          <p:cNvSpPr txBox="1"/>
          <p:nvPr/>
        </p:nvSpPr>
        <p:spPr>
          <a:xfrm>
            <a:off x="5663248" y="3861753"/>
            <a:ext cx="2449512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应用结点法得：</a:t>
            </a:r>
            <a:endParaRPr lang="zh-CN" altLang="en-US" sz="2400" b="1" i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237" name=""/>
        <p:cNvGrpSpPr/>
        <p:nvPr/>
      </p:nvGrpSpPr>
      <p:grpSpPr/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551815" y="980440"/>
            <a:ext cx="6057900" cy="3286125"/>
          </a:xfrm>
          <a:prstGeom prst="rect">
            <a:avLst/>
          </a:prstGeom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237" name=""/>
        <p:cNvGrpSpPr/>
        <p:nvPr/>
      </p:nvGrpSpPr>
      <p:grpSpPr/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09775" y="528320"/>
            <a:ext cx="8172450" cy="580072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2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69" name="Text Box 4" descr="蓝色砂纸"/>
          <p:cNvSpPr txBox="1"/>
          <p:nvPr>
            <p:custDataLst>
              <p:tags r:id="rId1"/>
            </p:custDataLst>
          </p:nvPr>
        </p:nvSpPr>
        <p:spPr>
          <a:xfrm>
            <a:off x="1703705" y="2132965"/>
            <a:ext cx="8916670" cy="230695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7A8E99"/>
            </a:prstShdw>
          </a:effectLst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4.3 </a:t>
            </a: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戴维宁定理和诺顿定理</a:t>
            </a:r>
            <a:endParaRPr lang="zh-CN" altLang="en-US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</a:t>
            </a: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(Thevenin-Norton  Theorem)</a:t>
            </a:r>
            <a:endParaRPr lang="en-US" altLang="zh-CN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P109</a:t>
            </a:r>
            <a:endParaRPr lang="en-US" altLang="zh-CN" sz="4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277" name=""/>
        <p:cNvGrpSpPr/>
        <p:nvPr/>
      </p:nvGrpSpPr>
      <p:grpSpPr/>
      <p:sp>
        <p:nvSpPr>
          <p:cNvPr id="1050482" name="Text Box 2" descr="新闻纸"/>
          <p:cNvSpPr txBox="1"/>
          <p:nvPr>
            <p:custDataLst>
              <p:tags r:id="rId1"/>
            </p:custDataLst>
          </p:nvPr>
        </p:nvSpPr>
        <p:spPr>
          <a:xfrm>
            <a:off x="3000375" y="260350"/>
            <a:ext cx="6248400" cy="58483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959595"/>
            </a:prstShdw>
          </a:effectLst>
        </p:spPr>
        <p:txBody>
          <a:bodyPr lIns="90000" tIns="46800" rIns="90000" bIns="4680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endParaRPr lang="en-US" altLang="zh-CN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483" name="Text Box 3"/>
          <p:cNvSpPr txBox="1"/>
          <p:nvPr/>
        </p:nvSpPr>
        <p:spPr>
          <a:xfrm>
            <a:off x="1992313" y="1484313"/>
            <a:ext cx="8135937" cy="409638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 algn="just" eaLnBrk="1" hangingPunct="1">
              <a:lnSpc>
                <a:spcPct val="130000"/>
              </a:lnSpc>
              <a:spcBef>
                <a:spcPct val="50000"/>
              </a:spcBef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只需研究某一支路的电压、电流或功率的问题</a:t>
            </a:r>
            <a:endParaRPr lang="zh-CN" altLang="en-US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just" eaLnBrk="1" hangingPunct="1">
              <a:lnSpc>
                <a:spcPct val="130000"/>
              </a:lnSpc>
              <a:spcBef>
                <a:spcPct val="50000"/>
              </a:spcBef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对所研究的支路来说，电路的其余部分就成为一个有源二端网络</a:t>
            </a:r>
            <a:endParaRPr lang="zh-CN" altLang="en-US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lvl="0" algn="just" eaLnBrk="1" hangingPunct="1">
              <a:lnSpc>
                <a:spcPct val="130000"/>
              </a:lnSpc>
              <a:spcBef>
                <a:spcPct val="50000"/>
              </a:spcBef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可等效变换为较简单的含源支路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电压源与电阻串联或电流源与电阻并联支路</a:t>
            </a:r>
            <a:r>
              <a:rPr lang="en-US" altLang="zh-CN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endParaRPr lang="en-US" altLang="zh-CN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just" eaLnBrk="1" hangingPunct="1">
              <a:lnSpc>
                <a:spcPct val="130000"/>
              </a:lnSpc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戴维宁定理和诺顿定理</a:t>
            </a:r>
            <a:endParaRPr lang="zh-CN" altLang="en-US" sz="28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297" name=""/>
        <p:cNvGrpSpPr/>
        <p:nvPr/>
      </p:nvGrpSpPr>
      <p:grpSpPr/>
      <p:sp>
        <p:nvSpPr>
          <p:cNvPr id="1050496" name="Text Box 2"/>
          <p:cNvSpPr txBox="1"/>
          <p:nvPr>
            <p:custDataLst>
              <p:tags r:id="rId1"/>
            </p:custDataLst>
          </p:nvPr>
        </p:nvSpPr>
        <p:spPr>
          <a:xfrm>
            <a:off x="2063750" y="2043430"/>
            <a:ext cx="5694680" cy="193230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1. </a:t>
            </a:r>
            <a:r>
              <a:rPr lang="zh-CN" altLang="en-US" sz="36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戴维宁定理</a:t>
            </a:r>
            <a:endParaRPr lang="zh-CN" altLang="en-US" sz="3600" b="1" i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319" name=""/>
        <p:cNvGrpSpPr/>
        <p:nvPr/>
      </p:nvGrpSpPr>
      <p:grpSpPr/>
      <p:sp>
        <p:nvSpPr>
          <p:cNvPr id="1050512" name="Text Box 3"/>
          <p:cNvSpPr txBox="1"/>
          <p:nvPr/>
        </p:nvSpPr>
        <p:spPr>
          <a:xfrm>
            <a:off x="2135188" y="908050"/>
            <a:ext cx="7921625" cy="258445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571500" algn="just" eaLnBrk="1" hangingPunct="1">
              <a:lnSpc>
                <a:spcPct val="150000"/>
              </a:lnSpc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任何一个线性含源一端口网络，对外电路来说，总可以用一个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电压源和电阻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串联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组合来等效置换；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571500" algn="just" eaLnBrk="1" hangingPunct="1">
              <a:lnSpc>
                <a:spcPct val="150000"/>
              </a:lnSpc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此电压源的电压等于外电路断开时端口处的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开路电压</a:t>
            </a:r>
            <a:r>
              <a:rPr lang="en-US" altLang="zh-CN" sz="28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，而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电阻等于一端口的输入电阻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（或等效电阻</a:t>
            </a:r>
            <a:r>
              <a:rPr lang="en-US" altLang="zh-CN" sz="28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）。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13" name="AutoShape 4"/>
          <p:cNvSpPr/>
          <p:nvPr>
            <p:custDataLst>
              <p:tags r:id="rId1"/>
            </p:custDataLst>
          </p:nvPr>
        </p:nvSpPr>
        <p:spPr>
          <a:xfrm>
            <a:off x="5232400" y="4581525"/>
            <a:ext cx="935038" cy="287338"/>
          </a:xfrm>
          <a:prstGeom prst="rightArrow">
            <a:avLst>
              <a:gd name="adj1" fmla="val 50000"/>
              <a:gd name="adj2" fmla="val 81353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rgbClr val="FFFF00"/>
              </a:solidFill>
              <a:ea typeface="仿宋_GB2312" pitchFamily="49" charset="-122"/>
            </a:endParaRPr>
          </a:p>
        </p:txBody>
      </p:sp>
      <p:grpSp>
        <p:nvGrpSpPr>
          <p:cNvPr id="1320" name="Group 7"/>
          <p:cNvGrpSpPr/>
          <p:nvPr/>
        </p:nvGrpSpPr>
        <p:grpSpPr>
          <a:xfrm>
            <a:off x="2566988" y="3566936"/>
            <a:ext cx="2241507" cy="2175228"/>
            <a:chOff x="768" y="2492"/>
            <a:chExt cx="1375" cy="1233"/>
          </a:xfrm>
        </p:grpSpPr>
        <p:sp>
          <p:nvSpPr>
            <p:cNvPr id="1050514" name="Rectangle 8"/>
            <p:cNvSpPr/>
            <p:nvPr>
              <p:custDataLst>
                <p:tags r:id="rId2"/>
              </p:custDataLst>
            </p:nvPr>
          </p:nvSpPr>
          <p:spPr>
            <a:xfrm>
              <a:off x="768" y="2832"/>
              <a:ext cx="528" cy="816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515" name="Text Box 9"/>
            <p:cNvSpPr txBox="1"/>
            <p:nvPr>
              <p:custDataLst>
                <p:tags r:id="rId3"/>
              </p:custDataLst>
            </p:nvPr>
          </p:nvSpPr>
          <p:spPr>
            <a:xfrm>
              <a:off x="898" y="3087"/>
              <a:ext cx="270" cy="29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16" name="Freeform 10"/>
            <p:cNvSpPr/>
            <p:nvPr>
              <p:custDataLst>
                <p:tags r:id="rId4"/>
              </p:custDataLst>
            </p:nvPr>
          </p:nvSpPr>
          <p:spPr>
            <a:xfrm>
              <a:off x="1298" y="2891"/>
              <a:ext cx="528" cy="1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528" y="0"/>
                </a:cxn>
              </a:cxnLst>
              <a:rect l="0" t="0" r="r" b="b"/>
              <a:pathLst>
                <a:path w="528" h="1">
                  <a:moveTo>
                    <a:pt x="0" y="1"/>
                  </a:move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517" name="Freeform 11"/>
            <p:cNvSpPr/>
            <p:nvPr>
              <p:custDataLst>
                <p:tags r:id="rId5"/>
              </p:custDataLst>
            </p:nvPr>
          </p:nvSpPr>
          <p:spPr>
            <a:xfrm>
              <a:off x="1302" y="3588"/>
              <a:ext cx="516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16" y="0"/>
                </a:cxn>
              </a:cxnLst>
              <a:rect l="0" t="0" r="r" b="b"/>
              <a:pathLst>
                <a:path w="516" h="1">
                  <a:moveTo>
                    <a:pt x="0" y="0"/>
                  </a:moveTo>
                  <a:lnTo>
                    <a:pt x="516" y="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518" name="Line 12"/>
            <p:cNvSpPr/>
            <p:nvPr/>
          </p:nvSpPr>
          <p:spPr>
            <a:xfrm>
              <a:off x="1440" y="2808"/>
              <a:ext cx="336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519" name="Oval 13"/>
            <p:cNvSpPr/>
            <p:nvPr/>
          </p:nvSpPr>
          <p:spPr>
            <a:xfrm>
              <a:off x="1824" y="2856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520" name="Oval 14"/>
            <p:cNvSpPr/>
            <p:nvPr/>
          </p:nvSpPr>
          <p:spPr>
            <a:xfrm>
              <a:off x="1824" y="3556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521" name="Text Box 15"/>
            <p:cNvSpPr txBox="1"/>
            <p:nvPr>
              <p:custDataLst>
                <p:tags r:id="rId6"/>
              </p:custDataLst>
            </p:nvPr>
          </p:nvSpPr>
          <p:spPr>
            <a:xfrm>
              <a:off x="1910" y="2708"/>
              <a:ext cx="221" cy="29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22" name="Text Box 16"/>
            <p:cNvSpPr txBox="1"/>
            <p:nvPr>
              <p:custDataLst>
                <p:tags r:id="rId7"/>
              </p:custDataLst>
            </p:nvPr>
          </p:nvSpPr>
          <p:spPr>
            <a:xfrm>
              <a:off x="1910" y="3429"/>
              <a:ext cx="233" cy="29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23" name="Text Box 17"/>
            <p:cNvSpPr txBox="1"/>
            <p:nvPr>
              <p:custDataLst>
                <p:tags r:id="rId8"/>
              </p:custDataLst>
            </p:nvPr>
          </p:nvSpPr>
          <p:spPr>
            <a:xfrm>
              <a:off x="1546" y="2492"/>
              <a:ext cx="173" cy="29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24" name="Line 18"/>
            <p:cNvSpPr/>
            <p:nvPr>
              <p:custDataLst>
                <p:tags r:id="rId9"/>
              </p:custDataLst>
            </p:nvPr>
          </p:nvSpPr>
          <p:spPr>
            <a:xfrm>
              <a:off x="1695" y="3480"/>
              <a:ext cx="168" cy="0"/>
            </a:xfrm>
            <a:prstGeom prst="line">
              <a:avLst/>
            </a:prstGeom>
            <a:ln w="1905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25" name="Line 19"/>
            <p:cNvSpPr/>
            <p:nvPr>
              <p:custDataLst>
                <p:tags r:id="rId10"/>
              </p:custDataLst>
            </p:nvPr>
          </p:nvSpPr>
          <p:spPr>
            <a:xfrm>
              <a:off x="1695" y="3036"/>
              <a:ext cx="168" cy="0"/>
            </a:xfrm>
            <a:prstGeom prst="line">
              <a:avLst/>
            </a:prstGeom>
            <a:ln w="1905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26" name="Line 20"/>
            <p:cNvSpPr/>
            <p:nvPr>
              <p:custDataLst>
                <p:tags r:id="rId11"/>
              </p:custDataLst>
            </p:nvPr>
          </p:nvSpPr>
          <p:spPr>
            <a:xfrm rot="-5400000">
              <a:off x="1695" y="3036"/>
              <a:ext cx="168" cy="0"/>
            </a:xfrm>
            <a:prstGeom prst="line">
              <a:avLst/>
            </a:prstGeom>
            <a:ln w="1905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27" name="Text Box 21"/>
            <p:cNvSpPr txBox="1"/>
            <p:nvPr>
              <p:custDataLst>
                <p:tags r:id="rId12"/>
              </p:custDataLst>
            </p:nvPr>
          </p:nvSpPr>
          <p:spPr>
            <a:xfrm>
              <a:off x="1643" y="3141"/>
              <a:ext cx="233" cy="29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u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21" name="Group 22"/>
          <p:cNvGrpSpPr/>
          <p:nvPr/>
        </p:nvGrpSpPr>
        <p:grpSpPr>
          <a:xfrm>
            <a:off x="6240463" y="3439894"/>
            <a:ext cx="2952750" cy="2343586"/>
            <a:chOff x="2976" y="2543"/>
            <a:chExt cx="1392" cy="1298"/>
          </a:xfrm>
        </p:grpSpPr>
        <p:sp>
          <p:nvSpPr>
            <p:cNvPr id="1050528" name="Line 23"/>
            <p:cNvSpPr/>
            <p:nvPr/>
          </p:nvSpPr>
          <p:spPr>
            <a:xfrm>
              <a:off x="3600" y="2784"/>
              <a:ext cx="336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529" name="Text Box 24"/>
            <p:cNvSpPr txBox="1"/>
            <p:nvPr>
              <p:custDataLst>
                <p:tags r:id="rId13"/>
              </p:custDataLst>
            </p:nvPr>
          </p:nvSpPr>
          <p:spPr>
            <a:xfrm>
              <a:off x="3648" y="2543"/>
              <a:ext cx="192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30" name="Line 25"/>
            <p:cNvSpPr/>
            <p:nvPr/>
          </p:nvSpPr>
          <p:spPr>
            <a:xfrm>
              <a:off x="3456" y="2880"/>
              <a:ext cx="528" cy="0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31" name="Line 26"/>
            <p:cNvSpPr/>
            <p:nvPr/>
          </p:nvSpPr>
          <p:spPr>
            <a:xfrm>
              <a:off x="3456" y="2880"/>
              <a:ext cx="0" cy="864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32" name="Line 27"/>
            <p:cNvSpPr/>
            <p:nvPr/>
          </p:nvSpPr>
          <p:spPr>
            <a:xfrm>
              <a:off x="3456" y="3744"/>
              <a:ext cx="528" cy="0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33" name="Text Box 28"/>
            <p:cNvSpPr txBox="1"/>
            <p:nvPr>
              <p:custDataLst>
                <p:tags r:id="rId14"/>
              </p:custDataLst>
            </p:nvPr>
          </p:nvSpPr>
          <p:spPr>
            <a:xfrm>
              <a:off x="4032" y="2688"/>
              <a:ext cx="336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34" name="Text Box 29"/>
            <p:cNvSpPr txBox="1"/>
            <p:nvPr>
              <p:custDataLst>
                <p:tags r:id="rId15"/>
              </p:custDataLst>
            </p:nvPr>
          </p:nvSpPr>
          <p:spPr>
            <a:xfrm>
              <a:off x="4032" y="3552"/>
              <a:ext cx="240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35" name="Rectangle 30"/>
            <p:cNvSpPr/>
            <p:nvPr>
              <p:custDataLst>
                <p:tags r:id="rId16"/>
              </p:custDataLst>
            </p:nvPr>
          </p:nvSpPr>
          <p:spPr>
            <a:xfrm>
              <a:off x="3408" y="2976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536" name="Text Box 31"/>
            <p:cNvSpPr txBox="1"/>
            <p:nvPr>
              <p:custDataLst>
                <p:tags r:id="rId17"/>
              </p:custDataLst>
            </p:nvPr>
          </p:nvSpPr>
          <p:spPr>
            <a:xfrm>
              <a:off x="3120" y="2976"/>
              <a:ext cx="336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37" name="Oval 32"/>
            <p:cNvSpPr/>
            <p:nvPr>
              <p:custDataLst>
                <p:tags r:id="rId18"/>
              </p:custDataLst>
            </p:nvPr>
          </p:nvSpPr>
          <p:spPr>
            <a:xfrm>
              <a:off x="3360" y="3408"/>
              <a:ext cx="192" cy="192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cxnSp>
          <p:nvCxnSpPr>
            <p:cNvPr id="3145741" name="AutoShape 33"/>
            <p:cNvCxnSpPr>
              <a:stCxn id="1050537" idx="0"/>
              <a:endCxn id="1050537" idx="4"/>
            </p:cNvCxnSpPr>
            <p:nvPr/>
          </p:nvCxnSpPr>
          <p:spPr>
            <a:xfrm>
              <a:off x="3456" y="3399"/>
              <a:ext cx="0" cy="210"/>
            </a:xfrm>
            <a:prstGeom prst="straightConnector1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50538" name="Text Box 34"/>
            <p:cNvSpPr txBox="1"/>
            <p:nvPr>
              <p:custDataLst>
                <p:tags r:id="rId19"/>
              </p:custDataLst>
            </p:nvPr>
          </p:nvSpPr>
          <p:spPr>
            <a:xfrm>
              <a:off x="2976" y="3360"/>
              <a:ext cx="432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39" name="Oval 35"/>
            <p:cNvSpPr/>
            <p:nvPr/>
          </p:nvSpPr>
          <p:spPr>
            <a:xfrm>
              <a:off x="3984" y="3696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540" name="Oval 36"/>
            <p:cNvSpPr/>
            <p:nvPr/>
          </p:nvSpPr>
          <p:spPr>
            <a:xfrm>
              <a:off x="3984" y="2832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0541" name="Text Box 37"/>
            <p:cNvSpPr txBox="1"/>
            <p:nvPr>
              <p:custDataLst>
                <p:tags r:id="rId20"/>
              </p:custDataLst>
            </p:nvPr>
          </p:nvSpPr>
          <p:spPr>
            <a:xfrm>
              <a:off x="3231" y="3216"/>
              <a:ext cx="227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42" name="Text Box 38"/>
            <p:cNvSpPr txBox="1"/>
            <p:nvPr>
              <p:custDataLst>
                <p:tags r:id="rId21"/>
              </p:custDataLst>
            </p:nvPr>
          </p:nvSpPr>
          <p:spPr>
            <a:xfrm>
              <a:off x="3264" y="3551"/>
              <a:ext cx="171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宋体" panose="02010600030101010101" pitchFamily="2" charset="-122"/>
                </a:rPr>
                <a:t>-</a:t>
              </a:r>
              <a:endParaRPr lang="en-US" altLang="zh-CN" sz="2800" b="1" dirty="0">
                <a:solidFill>
                  <a:schemeClr val="lt1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50543" name="Line 39"/>
            <p:cNvSpPr/>
            <p:nvPr>
              <p:custDataLst>
                <p:tags r:id="rId22"/>
              </p:custDataLst>
            </p:nvPr>
          </p:nvSpPr>
          <p:spPr>
            <a:xfrm>
              <a:off x="3999" y="3528"/>
              <a:ext cx="168" cy="0"/>
            </a:xfrm>
            <a:prstGeom prst="line">
              <a:avLst/>
            </a:prstGeom>
            <a:ln w="1905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44" name="Line 40"/>
            <p:cNvSpPr/>
            <p:nvPr>
              <p:custDataLst>
                <p:tags r:id="rId23"/>
              </p:custDataLst>
            </p:nvPr>
          </p:nvSpPr>
          <p:spPr>
            <a:xfrm>
              <a:off x="3999" y="3084"/>
              <a:ext cx="168" cy="0"/>
            </a:xfrm>
            <a:prstGeom prst="line">
              <a:avLst/>
            </a:prstGeom>
            <a:ln w="1905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45" name="Line 41"/>
            <p:cNvSpPr/>
            <p:nvPr>
              <p:custDataLst>
                <p:tags r:id="rId24"/>
              </p:custDataLst>
            </p:nvPr>
          </p:nvSpPr>
          <p:spPr>
            <a:xfrm rot="-5400000">
              <a:off x="3999" y="3084"/>
              <a:ext cx="168" cy="0"/>
            </a:xfrm>
            <a:prstGeom prst="line">
              <a:avLst/>
            </a:prstGeom>
            <a:ln w="19050" cap="flat" cmpd="sng">
              <a:solidFill>
                <a:schemeClr val="l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46" name="Text Box 42"/>
            <p:cNvSpPr txBox="1"/>
            <p:nvPr>
              <p:custDataLst>
                <p:tags r:id="rId25"/>
              </p:custDataLst>
            </p:nvPr>
          </p:nvSpPr>
          <p:spPr>
            <a:xfrm>
              <a:off x="3973" y="3192"/>
              <a:ext cx="179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u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392" name=""/>
        <p:cNvGrpSpPr/>
        <p:nvPr/>
      </p:nvGrpSpPr>
      <p:grpSpPr/>
      <p:sp>
        <p:nvSpPr>
          <p:cNvPr id="1050682" name="Text Box 2"/>
          <p:cNvSpPr txBox="1"/>
          <p:nvPr>
            <p:custDataLst>
              <p:tags r:id="rId1"/>
            </p:custDataLst>
          </p:nvPr>
        </p:nvSpPr>
        <p:spPr>
          <a:xfrm>
            <a:off x="693738" y="908685"/>
            <a:ext cx="2665412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</a:t>
            </a: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定理的证明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694055" y="1412875"/>
            <a:ext cx="10869930" cy="4981575"/>
          </a:xfrm>
          <a:prstGeom prst="rect">
            <a:avLst/>
          </a:prstGeom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392" name=""/>
        <p:cNvGrpSpPr/>
        <p:nvPr/>
      </p:nvGrpSpPr>
      <p:grpSpPr/>
      <p:sp>
        <p:nvSpPr>
          <p:cNvPr id="1050683" name="Text Box 9"/>
          <p:cNvSpPr txBox="1"/>
          <p:nvPr>
            <p:custDataLst>
              <p:tags r:id="rId1"/>
            </p:custDataLst>
          </p:nvPr>
        </p:nvSpPr>
        <p:spPr>
          <a:xfrm>
            <a:off x="5807393" y="3008948"/>
            <a:ext cx="457200" cy="64516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36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endParaRPr lang="en-US" altLang="zh-CN" sz="36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395" name="Group 70"/>
          <p:cNvGrpSpPr/>
          <p:nvPr/>
        </p:nvGrpSpPr>
        <p:grpSpPr>
          <a:xfrm>
            <a:off x="3215005" y="2505710"/>
            <a:ext cx="2376488" cy="1895791"/>
            <a:chOff x="2160" y="1757"/>
            <a:chExt cx="1152" cy="1086"/>
          </a:xfrm>
        </p:grpSpPr>
        <p:sp>
          <p:nvSpPr>
            <p:cNvPr id="1050716" name="Text Box 71"/>
            <p:cNvSpPr txBox="1"/>
            <p:nvPr>
              <p:custDataLst>
                <p:tags r:id="rId2"/>
              </p:custDataLst>
            </p:nvPr>
          </p:nvSpPr>
          <p:spPr>
            <a:xfrm>
              <a:off x="3024" y="1757"/>
              <a:ext cx="240" cy="29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17" name="Text Box 72"/>
            <p:cNvSpPr txBox="1"/>
            <p:nvPr>
              <p:custDataLst>
                <p:tags r:id="rId3"/>
              </p:custDataLst>
            </p:nvPr>
          </p:nvSpPr>
          <p:spPr>
            <a:xfrm>
              <a:off x="3024" y="2544"/>
              <a:ext cx="240" cy="29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18" name="Rectangle 73"/>
            <p:cNvSpPr/>
            <p:nvPr>
              <p:custDataLst>
                <p:tags r:id="rId4"/>
              </p:custDataLst>
            </p:nvPr>
          </p:nvSpPr>
          <p:spPr>
            <a:xfrm>
              <a:off x="2160" y="1949"/>
              <a:ext cx="480" cy="72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endParaRPr lang="zh-CN" altLang="zh-CN" sz="28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50719" name="Text Box 74"/>
            <p:cNvSpPr txBox="1"/>
            <p:nvPr>
              <p:custDataLst>
                <p:tags r:id="rId5"/>
              </p:custDataLst>
            </p:nvPr>
          </p:nvSpPr>
          <p:spPr>
            <a:xfrm>
              <a:off x="2256" y="2093"/>
              <a:ext cx="336" cy="29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20" name="Freeform 75"/>
            <p:cNvSpPr/>
            <p:nvPr>
              <p:custDataLst>
                <p:tags r:id="rId6"/>
              </p:custDataLst>
            </p:nvPr>
          </p:nvSpPr>
          <p:spPr>
            <a:xfrm>
              <a:off x="2640" y="2069"/>
              <a:ext cx="504" cy="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04" y="3"/>
                </a:cxn>
              </a:cxnLst>
              <a:rect l="0" t="0" r="r" b="b"/>
              <a:pathLst>
                <a:path w="504" h="3">
                  <a:moveTo>
                    <a:pt x="0" y="0"/>
                  </a:moveTo>
                  <a:lnTo>
                    <a:pt x="504" y="3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21" name="Freeform 76"/>
            <p:cNvSpPr/>
            <p:nvPr>
              <p:custDataLst>
                <p:tags r:id="rId7"/>
              </p:custDataLst>
            </p:nvPr>
          </p:nvSpPr>
          <p:spPr>
            <a:xfrm>
              <a:off x="2640" y="2546"/>
              <a:ext cx="507" cy="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507" y="0"/>
                </a:cxn>
              </a:cxnLst>
              <a:rect l="0" t="0" r="r" b="b"/>
              <a:pathLst>
                <a:path w="507" h="3">
                  <a:moveTo>
                    <a:pt x="0" y="3"/>
                  </a:moveTo>
                  <a:lnTo>
                    <a:pt x="507" y="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22" name="Text Box 77"/>
            <p:cNvSpPr txBox="1"/>
            <p:nvPr>
              <p:custDataLst>
                <p:tags r:id="rId8"/>
              </p:custDataLst>
            </p:nvPr>
          </p:nvSpPr>
          <p:spPr>
            <a:xfrm>
              <a:off x="3024" y="2016"/>
              <a:ext cx="192" cy="29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23" name="Text Box 78"/>
            <p:cNvSpPr txBox="1"/>
            <p:nvPr>
              <p:custDataLst>
                <p:tags r:id="rId9"/>
              </p:custDataLst>
            </p:nvPr>
          </p:nvSpPr>
          <p:spPr>
            <a:xfrm>
              <a:off x="3024" y="2304"/>
              <a:ext cx="240" cy="29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24" name="Text Box 79"/>
            <p:cNvSpPr txBox="1"/>
            <p:nvPr>
              <p:custDataLst>
                <p:tags r:id="rId10"/>
              </p:custDataLst>
            </p:nvPr>
          </p:nvSpPr>
          <p:spPr>
            <a:xfrm>
              <a:off x="3024" y="2141"/>
              <a:ext cx="288" cy="29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u'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25" name="Oval 80"/>
            <p:cNvSpPr/>
            <p:nvPr>
              <p:custDataLst>
                <p:tags r:id="rId11"/>
              </p:custDataLst>
            </p:nvPr>
          </p:nvSpPr>
          <p:spPr>
            <a:xfrm>
              <a:off x="3120" y="2045"/>
              <a:ext cx="48" cy="4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726" name="Oval 81"/>
            <p:cNvSpPr/>
            <p:nvPr>
              <p:custDataLst>
                <p:tags r:id="rId12"/>
              </p:custDataLst>
            </p:nvPr>
          </p:nvSpPr>
          <p:spPr>
            <a:xfrm>
              <a:off x="3120" y="2525"/>
              <a:ext cx="48" cy="4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grpSp>
        <p:nvGrpSpPr>
          <p:cNvPr id="1396" name="Group 82"/>
          <p:cNvGrpSpPr/>
          <p:nvPr/>
        </p:nvGrpSpPr>
        <p:grpSpPr>
          <a:xfrm>
            <a:off x="6672580" y="2289810"/>
            <a:ext cx="2447925" cy="1946718"/>
            <a:chOff x="3792" y="1728"/>
            <a:chExt cx="1392" cy="1076"/>
          </a:xfrm>
        </p:grpSpPr>
        <p:sp>
          <p:nvSpPr>
            <p:cNvPr id="1050727" name="Text Box 83"/>
            <p:cNvSpPr txBox="1"/>
            <p:nvPr>
              <p:custDataLst>
                <p:tags r:id="rId13"/>
              </p:custDataLst>
            </p:nvPr>
          </p:nvSpPr>
          <p:spPr>
            <a:xfrm>
              <a:off x="4656" y="1728"/>
              <a:ext cx="240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28" name="Text Box 84"/>
            <p:cNvSpPr txBox="1"/>
            <p:nvPr>
              <p:custDataLst>
                <p:tags r:id="rId14"/>
              </p:custDataLst>
            </p:nvPr>
          </p:nvSpPr>
          <p:spPr>
            <a:xfrm>
              <a:off x="4704" y="2515"/>
              <a:ext cx="240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29" name="Rectangle 85"/>
            <p:cNvSpPr/>
            <p:nvPr>
              <p:custDataLst>
                <p:tags r:id="rId15"/>
              </p:custDataLst>
            </p:nvPr>
          </p:nvSpPr>
          <p:spPr>
            <a:xfrm>
              <a:off x="3792" y="1920"/>
              <a:ext cx="480" cy="72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730" name="Text Box 86"/>
            <p:cNvSpPr txBox="1"/>
            <p:nvPr>
              <p:custDataLst>
                <p:tags r:id="rId16"/>
              </p:custDataLst>
            </p:nvPr>
          </p:nvSpPr>
          <p:spPr>
            <a:xfrm>
              <a:off x="3792" y="1920"/>
              <a:ext cx="336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P</a:t>
              </a:r>
              <a:endPara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31" name="Freeform 87"/>
            <p:cNvSpPr/>
            <p:nvPr>
              <p:custDataLst>
                <p:tags r:id="rId17"/>
              </p:custDataLst>
            </p:nvPr>
          </p:nvSpPr>
          <p:spPr>
            <a:xfrm>
              <a:off x="4128" y="2040"/>
              <a:ext cx="648" cy="6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0" y="0"/>
                </a:cxn>
                <a:cxn ang="0">
                  <a:pos x="648" y="4"/>
                </a:cxn>
              </a:cxnLst>
              <a:rect l="0" t="0" r="r" b="b"/>
              <a:pathLst>
                <a:path w="648" h="6">
                  <a:moveTo>
                    <a:pt x="12" y="6"/>
                  </a:moveTo>
                  <a:lnTo>
                    <a:pt x="0" y="0"/>
                  </a:lnTo>
                  <a:lnTo>
                    <a:pt x="648" y="4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32" name="Freeform 88"/>
            <p:cNvSpPr/>
            <p:nvPr>
              <p:custDataLst>
                <p:tags r:id="rId18"/>
              </p:custDataLst>
            </p:nvPr>
          </p:nvSpPr>
          <p:spPr>
            <a:xfrm>
              <a:off x="4128" y="2508"/>
              <a:ext cx="651" cy="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51" y="9"/>
                </a:cxn>
              </a:cxnLst>
              <a:rect l="0" t="0" r="r" b="b"/>
              <a:pathLst>
                <a:path w="651" h="9">
                  <a:moveTo>
                    <a:pt x="0" y="0"/>
                  </a:moveTo>
                  <a:lnTo>
                    <a:pt x="651" y="9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33" name="Line 89"/>
            <p:cNvSpPr/>
            <p:nvPr/>
          </p:nvSpPr>
          <p:spPr>
            <a:xfrm rot="5400000">
              <a:off x="4788" y="2268"/>
              <a:ext cx="312" cy="0"/>
            </a:xfrm>
            <a:prstGeom prst="line">
              <a:avLst/>
            </a:prstGeom>
            <a:ln w="5715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734" name="Text Box 90"/>
            <p:cNvSpPr txBox="1"/>
            <p:nvPr>
              <p:custDataLst>
                <p:tags r:id="rId19"/>
              </p:custDataLst>
            </p:nvPr>
          </p:nvSpPr>
          <p:spPr>
            <a:xfrm>
              <a:off x="4944" y="2112"/>
              <a:ext cx="240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35" name="Text Box 91"/>
            <p:cNvSpPr txBox="1"/>
            <p:nvPr>
              <p:custDataLst>
                <p:tags r:id="rId20"/>
              </p:custDataLst>
            </p:nvPr>
          </p:nvSpPr>
          <p:spPr>
            <a:xfrm>
              <a:off x="4464" y="1968"/>
              <a:ext cx="192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36" name="Text Box 92"/>
            <p:cNvSpPr txBox="1"/>
            <p:nvPr>
              <p:custDataLst>
                <p:tags r:id="rId21"/>
              </p:custDataLst>
            </p:nvPr>
          </p:nvSpPr>
          <p:spPr>
            <a:xfrm>
              <a:off x="4464" y="2304"/>
              <a:ext cx="240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37" name="Text Box 93"/>
            <p:cNvSpPr txBox="1"/>
            <p:nvPr>
              <p:custDataLst>
                <p:tags r:id="rId22"/>
              </p:custDataLst>
            </p:nvPr>
          </p:nvSpPr>
          <p:spPr>
            <a:xfrm>
              <a:off x="4368" y="2112"/>
              <a:ext cx="336" cy="28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u''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38" name="Oval 94"/>
            <p:cNvSpPr/>
            <p:nvPr>
              <p:custDataLst>
                <p:tags r:id="rId23"/>
              </p:custDataLst>
            </p:nvPr>
          </p:nvSpPr>
          <p:spPr>
            <a:xfrm>
              <a:off x="4752" y="2016"/>
              <a:ext cx="48" cy="4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739" name="Oval 95"/>
            <p:cNvSpPr/>
            <p:nvPr>
              <p:custDataLst>
                <p:tags r:id="rId24"/>
              </p:custDataLst>
            </p:nvPr>
          </p:nvSpPr>
          <p:spPr>
            <a:xfrm>
              <a:off x="4752" y="2496"/>
              <a:ext cx="48" cy="4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740" name="Oval 96"/>
            <p:cNvSpPr/>
            <p:nvPr>
              <p:custDataLst>
                <p:tags r:id="rId25"/>
              </p:custDataLst>
            </p:nvPr>
          </p:nvSpPr>
          <p:spPr>
            <a:xfrm>
              <a:off x="4656" y="2160"/>
              <a:ext cx="240" cy="240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741" name="Freeform 97"/>
            <p:cNvSpPr/>
            <p:nvPr>
              <p:custDataLst>
                <p:tags r:id="rId26"/>
              </p:custDataLst>
            </p:nvPr>
          </p:nvSpPr>
          <p:spPr>
            <a:xfrm>
              <a:off x="4776" y="2040"/>
              <a:ext cx="1" cy="12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20"/>
                </a:cxn>
              </a:cxnLst>
              <a:rect l="0" t="0" r="r" b="b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42" name="Freeform 98"/>
            <p:cNvSpPr/>
            <p:nvPr>
              <p:custDataLst>
                <p:tags r:id="rId27"/>
              </p:custDataLst>
            </p:nvPr>
          </p:nvSpPr>
          <p:spPr>
            <a:xfrm>
              <a:off x="4779" y="2403"/>
              <a:ext cx="1" cy="1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7"/>
                </a:cxn>
              </a:cxnLst>
              <a:rect l="0" t="0" r="r" b="b"/>
              <a:pathLst>
                <a:path w="1" h="117">
                  <a:moveTo>
                    <a:pt x="0" y="0"/>
                  </a:moveTo>
                  <a:lnTo>
                    <a:pt x="0" y="117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43" name="Freeform 99"/>
            <p:cNvSpPr/>
            <p:nvPr>
              <p:custDataLst>
                <p:tags r:id="rId28"/>
              </p:custDataLst>
            </p:nvPr>
          </p:nvSpPr>
          <p:spPr>
            <a:xfrm>
              <a:off x="4653" y="2283"/>
              <a:ext cx="237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7" y="0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</p:grpSp>
      <p:grpSp>
        <p:nvGrpSpPr>
          <p:cNvPr id="1397" name="Group 100"/>
          <p:cNvGrpSpPr/>
          <p:nvPr/>
        </p:nvGrpSpPr>
        <p:grpSpPr>
          <a:xfrm>
            <a:off x="6675651" y="2864485"/>
            <a:ext cx="652567" cy="841375"/>
            <a:chOff x="4903" y="1680"/>
            <a:chExt cx="425" cy="468"/>
          </a:xfrm>
        </p:grpSpPr>
        <p:sp>
          <p:nvSpPr>
            <p:cNvPr id="1050744" name="Rectangle 101"/>
            <p:cNvSpPr/>
            <p:nvPr>
              <p:custDataLst>
                <p:tags r:id="rId29"/>
              </p:custDataLst>
            </p:nvPr>
          </p:nvSpPr>
          <p:spPr>
            <a:xfrm>
              <a:off x="5232" y="1794"/>
              <a:ext cx="96" cy="240"/>
            </a:xfrm>
            <a:prstGeom prst="rect">
              <a:avLst/>
            </a:prstGeom>
            <a:solidFill>
              <a:srgbClr val="66FFFF"/>
            </a:solidFill>
            <a:ln w="28575" cap="flat" cmpd="sng">
              <a:solidFill>
                <a:srgbClr val="66FFFF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745" name="Freeform 102"/>
            <p:cNvSpPr/>
            <p:nvPr>
              <p:custDataLst>
                <p:tags r:id="rId30"/>
              </p:custDataLst>
            </p:nvPr>
          </p:nvSpPr>
          <p:spPr>
            <a:xfrm>
              <a:off x="5280" y="1680"/>
              <a:ext cx="1" cy="11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114"/>
                </a:cxn>
              </a:cxnLst>
              <a:rect l="0" t="0" r="r" b="b"/>
              <a:pathLst>
                <a:path w="1" h="114">
                  <a:moveTo>
                    <a:pt x="0" y="0"/>
                  </a:moveTo>
                  <a:lnTo>
                    <a:pt x="1" y="114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46" name="Freeform 103"/>
            <p:cNvSpPr/>
            <p:nvPr>
              <p:custDataLst>
                <p:tags r:id="rId31"/>
              </p:custDataLst>
            </p:nvPr>
          </p:nvSpPr>
          <p:spPr>
            <a:xfrm>
              <a:off x="5280" y="2034"/>
              <a:ext cx="1" cy="11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4"/>
                </a:cxn>
              </a:cxnLst>
              <a:rect l="0" t="0" r="r" b="b"/>
              <a:pathLst>
                <a:path w="1" h="114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747" name="Text Box 104"/>
            <p:cNvSpPr txBox="1"/>
            <p:nvPr>
              <p:custDataLst>
                <p:tags r:id="rId32"/>
              </p:custDataLst>
            </p:nvPr>
          </p:nvSpPr>
          <p:spPr>
            <a:xfrm>
              <a:off x="4903" y="1888"/>
              <a:ext cx="380" cy="256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sz="2400" b="1" baseline="-25000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399" name="Group 122"/>
          <p:cNvGrpSpPr/>
          <p:nvPr/>
        </p:nvGrpSpPr>
        <p:grpSpPr>
          <a:xfrm>
            <a:off x="551815" y="1124585"/>
            <a:ext cx="10452100" cy="2041525"/>
            <a:chOff x="-498" y="1744"/>
            <a:chExt cx="1428" cy="1286"/>
          </a:xfrm>
        </p:grpSpPr>
        <p:grpSp>
          <p:nvGrpSpPr>
            <p:cNvPr id="1400" name="Group 120"/>
            <p:cNvGrpSpPr/>
            <p:nvPr/>
          </p:nvGrpSpPr>
          <p:grpSpPr>
            <a:xfrm>
              <a:off x="340" y="2160"/>
              <a:ext cx="590" cy="136"/>
              <a:chOff x="295" y="2432"/>
              <a:chExt cx="590" cy="136"/>
            </a:xfrm>
          </p:grpSpPr>
          <p:sp>
            <p:nvSpPr>
              <p:cNvPr id="1050750" name="Line 117"/>
              <p:cNvSpPr/>
              <p:nvPr>
                <p:custDataLst>
                  <p:tags r:id="rId33"/>
                </p:custDataLst>
              </p:nvPr>
            </p:nvSpPr>
            <p:spPr>
              <a:xfrm>
                <a:off x="295" y="2432"/>
                <a:ext cx="590" cy="0"/>
              </a:xfrm>
              <a:prstGeom prst="line">
                <a:avLst/>
              </a:prstGeom>
              <a:ln w="57150" cap="flat" cmpd="sng">
                <a:solidFill>
                  <a:schemeClr val="lt1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0751" name="Line 118"/>
              <p:cNvSpPr/>
              <p:nvPr>
                <p:custDataLst>
                  <p:tags r:id="rId34"/>
                </p:custDataLst>
              </p:nvPr>
            </p:nvSpPr>
            <p:spPr>
              <a:xfrm>
                <a:off x="295" y="2568"/>
                <a:ext cx="590" cy="0"/>
              </a:xfrm>
              <a:prstGeom prst="line">
                <a:avLst/>
              </a:prstGeom>
              <a:ln w="57150" cap="flat" cmpd="sng">
                <a:solidFill>
                  <a:schemeClr val="lt1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0752" name="Text Box 121"/>
            <p:cNvSpPr txBox="1"/>
            <p:nvPr>
              <p:custDataLst>
                <p:tags r:id="rId35"/>
              </p:custDataLst>
            </p:nvPr>
          </p:nvSpPr>
          <p:spPr>
            <a:xfrm>
              <a:off x="-498" y="1744"/>
              <a:ext cx="1383" cy="1286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no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叠加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r>
                <a:rPr lang="zh-CN" altLang="en-US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和电流源分别作用，电流源断路</a:t>
              </a:r>
              <a:endPara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753" name="AutoShape 123" descr="羊皮纸"/>
          <p:cNvSpPr/>
          <p:nvPr>
            <p:custDataLst>
              <p:tags r:id="rId36"/>
            </p:custDataLst>
          </p:nvPr>
        </p:nvSpPr>
        <p:spPr>
          <a:xfrm>
            <a:off x="9409430" y="330835"/>
            <a:ext cx="863600" cy="2919730"/>
          </a:xfrm>
          <a:prstGeom prst="wedgeRoundRectCallout">
            <a:avLst>
              <a:gd name="adj1" fmla="val -139704"/>
              <a:gd name="adj2" fmla="val 31514"/>
              <a:gd name="adj3" fmla="val 16667"/>
            </a:avLst>
          </a:prstGeom>
          <a:blipFill rotWithShape="1">
            <a:blip r:embed="rId37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</a:t>
            </a: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中独立源置零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85" name="对象 3"/>
          <p:cNvGraphicFramePr/>
          <p:nvPr>
            <p:custDataLst>
              <p:tags r:id="rId38"/>
            </p:custDataLst>
          </p:nvPr>
        </p:nvGraphicFramePr>
        <p:xfrm>
          <a:off x="6384290" y="4654550"/>
          <a:ext cx="3328670" cy="111569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" name="" r:id="rId39" imgW="2081530" imgH="721995" progId="Equation.KSEE3">
                  <p:embed/>
                </p:oleObj>
              </mc:Choice>
              <mc:Fallback>
                <p:oleObj name="" r:id="rId39" imgW="2081530" imgH="721995" progId="Equation.KSEE3">
                  <p:embed/>
                  <p:pic>
                    <p:nvPicPr>
                      <p:cNvPr id="0" name="图片 4"/>
                      <p:cNvPicPr/>
                      <p:nvPr/>
                    </p:nvPicPr>
                    <p:blipFill>
                      <a:blip r:embed="rId40"/>
                      <a:stretch>
                        <a:fillRect/>
                      </a:stretch>
                    </p:blipFill>
                    <p:spPr>
                      <a:xfrm>
                        <a:off x="6384290" y="4654550"/>
                        <a:ext cx="3328670" cy="1115695"/>
                      </a:xfrm>
                      <a:prstGeom prst="rect">
                        <a:avLst/>
                      </a:prstGeom>
                      <a:solidFill>
                        <a:schemeClr val="accent4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86" name="对象 5"/>
          <p:cNvGraphicFramePr/>
          <p:nvPr>
            <p:custDataLst>
              <p:tags r:id="rId41"/>
            </p:custDataLst>
          </p:nvPr>
        </p:nvGraphicFramePr>
        <p:xfrm>
          <a:off x="2272665" y="4658360"/>
          <a:ext cx="3371215" cy="109029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" name="" r:id="rId42" imgW="2344420" imgH="833755" progId="Equation.KSEE3">
                  <p:embed/>
                </p:oleObj>
              </mc:Choice>
              <mc:Fallback>
                <p:oleObj name="" r:id="rId42" imgW="2344420" imgH="833755" progId="Equation.KSEE3">
                  <p:embed/>
                  <p:pic>
                    <p:nvPicPr>
                      <p:cNvPr id="0" name="图片 6"/>
                      <p:cNvPicPr/>
                      <p:nvPr/>
                    </p:nvPicPr>
                    <p:blipFill>
                      <a:blip r:embed="rId43"/>
                      <a:stretch>
                        <a:fillRect/>
                      </a:stretch>
                    </p:blipFill>
                    <p:spPr>
                      <a:xfrm>
                        <a:off x="2272665" y="4658360"/>
                        <a:ext cx="3371215" cy="109029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422" name=""/>
        <p:cNvGrpSpPr/>
        <p:nvPr/>
      </p:nvGrpSpPr>
      <p:grpSpPr/>
      <p:pic>
        <p:nvPicPr>
          <p:cNvPr id="2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191770" y="1196340"/>
            <a:ext cx="11473815" cy="4521835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450" name=""/>
        <p:cNvGrpSpPr/>
        <p:nvPr/>
      </p:nvGrpSpPr>
      <p:grpSpPr/>
      <p:sp>
        <p:nvSpPr>
          <p:cNvPr id="1050845" name="Text Box 2"/>
          <p:cNvSpPr txBox="1"/>
          <p:nvPr>
            <p:custDataLst>
              <p:tags r:id="rId1"/>
            </p:custDataLst>
          </p:nvPr>
        </p:nvSpPr>
        <p:spPr>
          <a:xfrm>
            <a:off x="839153" y="1197610"/>
            <a:ext cx="2519362" cy="52197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</a:t>
            </a:r>
            <a:r>
              <a:rPr lang="zh-CN" altLang="en-US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定理的应用</a:t>
            </a:r>
            <a:endParaRPr lang="zh-CN" altLang="en-US" sz="2800" b="1" dirty="0">
              <a:solidFill>
                <a:schemeClr val="dk1">
                  <a:lumMod val="85000"/>
                  <a:lumOff val="15000"/>
                </a:schemeClr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846" name="Text Box 3"/>
          <p:cNvSpPr txBox="1"/>
          <p:nvPr>
            <p:custDataLst>
              <p:tags r:id="rId2"/>
            </p:custDataLst>
          </p:nvPr>
        </p:nvSpPr>
        <p:spPr>
          <a:xfrm>
            <a:off x="910590" y="1916748"/>
            <a:ext cx="3671888" cy="53403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476250" lvl="0" indent="-476250" algn="just" eaLnBrk="1" hangingPunct="1">
              <a:lnSpc>
                <a:spcPct val="120000"/>
              </a:lnSpc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开路电压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的计算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847" name="Text Box 32"/>
          <p:cNvSpPr txBox="1"/>
          <p:nvPr/>
        </p:nvSpPr>
        <p:spPr>
          <a:xfrm>
            <a:off x="911860" y="2924810"/>
            <a:ext cx="9763760" cy="230632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476250" lvl="0" indent="-476250" algn="just" eaLnBrk="1" hangingPunct="1">
              <a:lnSpc>
                <a:spcPct val="120000"/>
              </a:lnSpc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戴维宁等效电路中电压源电压等于将外电路断开时的开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76250" lvl="0" indent="-476250" algn="just" eaLnBrk="1" hangingPunct="1">
              <a:lnSpc>
                <a:spcPct val="120000"/>
              </a:lnSpc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路电压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，电压源方向与所求开路电压方向有关。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76250" lvl="0" indent="-476250" algn="just" eaLnBrk="1" hangingPunct="1">
              <a:lnSpc>
                <a:spcPct val="120000"/>
              </a:lnSpc>
              <a:spcBef>
                <a:spcPct val="0"/>
              </a:spcBef>
              <a:buNone/>
            </a:pP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76250" lvl="0" indent="-476250" algn="just" eaLnBrk="1" hangingPunct="1">
              <a:lnSpc>
                <a:spcPct val="120000"/>
              </a:lnSpc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计算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400" b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的方法视电路形式选择前面学过的任意方法，使易于计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76250" lvl="0" indent="-476250" algn="just" eaLnBrk="1" hangingPunct="1">
              <a:lnSpc>
                <a:spcPct val="120000"/>
              </a:lnSpc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算。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470" name=""/>
        <p:cNvGrpSpPr/>
        <p:nvPr/>
      </p:nvGrpSpPr>
      <p:grpSpPr/>
      <p:sp>
        <p:nvSpPr>
          <p:cNvPr id="1050860" name="Text Box 4"/>
          <p:cNvSpPr txBox="1"/>
          <p:nvPr/>
        </p:nvSpPr>
        <p:spPr>
          <a:xfrm>
            <a:off x="623570" y="1628140"/>
            <a:ext cx="10494010" cy="97726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476250" lvl="0" indent="-476250" algn="just" eaLnBrk="1" hangingPunct="1">
              <a:lnSpc>
                <a:spcPct val="120000"/>
              </a:lnSpc>
              <a:spcBef>
                <a:spcPct val="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等效电阻为将一端口网络内部独立电源全部置零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电压源短路，电流源开路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后，所得无源一端口网络的输入电阻。常用下列方法计算：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861" name="Text Box 5"/>
          <p:cNvSpPr txBox="1"/>
          <p:nvPr>
            <p:custDataLst>
              <p:tags r:id="rId1"/>
            </p:custDataLst>
          </p:nvPr>
        </p:nvSpPr>
        <p:spPr>
          <a:xfrm>
            <a:off x="767715" y="980440"/>
            <a:ext cx="3168650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）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等效电阻的计算</a:t>
            </a:r>
            <a:endParaRPr lang="zh-CN" altLang="en-US" sz="24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471" name="Group 34"/>
          <p:cNvGrpSpPr/>
          <p:nvPr/>
        </p:nvGrpSpPr>
        <p:grpSpPr>
          <a:xfrm>
            <a:off x="1487488" y="3789045"/>
            <a:ext cx="8172450" cy="903288"/>
            <a:chOff x="431" y="255"/>
            <a:chExt cx="5148" cy="569"/>
          </a:xfrm>
        </p:grpSpPr>
        <p:sp>
          <p:nvSpPr>
            <p:cNvPr id="1050862" name="Text Box 2"/>
            <p:cNvSpPr txBox="1"/>
            <p:nvPr>
              <p:custDataLst>
                <p:tags r:id="rId2"/>
              </p:custDataLst>
            </p:nvPr>
          </p:nvSpPr>
          <p:spPr>
            <a:xfrm>
              <a:off x="612" y="255"/>
              <a:ext cx="4967" cy="56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p>
              <a:pPr marL="342900" indent="-342900" eaLnBrk="1" hangingPunct="1">
                <a:spcBef>
                  <a:spcPct val="20000"/>
                </a:spcBef>
              </a:pPr>
              <a:r>
                <a:rPr lang="en-US" altLang="zh-CN" sz="2400" dirty="0">
                  <a:solidFill>
                    <a:schemeClr val="accen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 </a:t>
              </a:r>
              <a:r>
                <a:rPr lang="zh-CN" altLang="en-US" sz="2400" dirty="0">
                  <a:solidFill>
                    <a:schemeClr val="accen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当网络内部不含有受控源时可采用电阻串并联和△－</a:t>
              </a:r>
              <a:r>
                <a:rPr lang="en-US" altLang="zh-CN" sz="2400" dirty="0">
                  <a:solidFill>
                    <a:schemeClr val="accen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Y</a:t>
              </a:r>
              <a:endParaRPr lang="en-US" altLang="zh-CN" sz="24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marL="342900" indent="-342900" eaLnBrk="1" hangingPunct="1">
                <a:spcBef>
                  <a:spcPct val="20000"/>
                </a:spcBef>
              </a:pPr>
              <a:r>
                <a:rPr lang="en-US" altLang="zh-CN" sz="2400" dirty="0">
                  <a:solidFill>
                    <a:schemeClr val="accen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 </a:t>
              </a:r>
              <a:r>
                <a:rPr lang="zh-CN" altLang="en-US" sz="2400" dirty="0">
                  <a:solidFill>
                    <a:schemeClr val="accen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互换的方法计算等效电阻；</a:t>
              </a:r>
              <a:endParaRPr lang="zh-CN" altLang="en-US" sz="2400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472" name="Group 25"/>
            <p:cNvGrpSpPr/>
            <p:nvPr/>
          </p:nvGrpSpPr>
          <p:grpSpPr>
            <a:xfrm>
              <a:off x="431" y="255"/>
              <a:ext cx="288" cy="329"/>
              <a:chOff x="480" y="3408"/>
              <a:chExt cx="288" cy="329"/>
            </a:xfrm>
          </p:grpSpPr>
          <p:sp>
            <p:nvSpPr>
              <p:cNvPr id="1050863" name="Oval 26"/>
              <p:cNvSpPr/>
              <p:nvPr>
                <p:custDataLst>
                  <p:tags r:id="rId3"/>
                </p:custDataLst>
              </p:nvPr>
            </p:nvSpPr>
            <p:spPr>
              <a:xfrm>
                <a:off x="480" y="3456"/>
                <a:ext cx="240" cy="240"/>
              </a:xfrm>
              <a:prstGeom prst="ellipse">
                <a:avLst/>
              </a:prstGeom>
              <a:noFill/>
              <a:ln w="38100" cap="flat" cmpd="sng">
                <a:solidFill>
                  <a:schemeClr val="l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64" name="Text Box 27"/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480" y="3408"/>
                <a:ext cx="288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rgbClr val="FFFFFF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lang="en-US" altLang="zh-CN" sz="2800" b="1" dirty="0">
                  <a:solidFill>
                    <a:srgbClr val="FFFFFF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492" name=""/>
        <p:cNvGrpSpPr/>
        <p:nvPr/>
      </p:nvGrpSpPr>
      <p:grpSpPr/>
      <p:grpSp>
        <p:nvGrpSpPr>
          <p:cNvPr id="1493" name="Group 120"/>
          <p:cNvGrpSpPr/>
          <p:nvPr/>
        </p:nvGrpSpPr>
        <p:grpSpPr>
          <a:xfrm>
            <a:off x="767715" y="1124268"/>
            <a:ext cx="6696075" cy="533400"/>
            <a:chOff x="340" y="709"/>
            <a:chExt cx="4218" cy="336"/>
          </a:xfrm>
        </p:grpSpPr>
        <p:sp>
          <p:nvSpPr>
            <p:cNvPr id="1050877" name="Text Box 9"/>
            <p:cNvSpPr txBox="1"/>
            <p:nvPr>
              <p:custDataLst>
                <p:tags r:id="rId1"/>
              </p:custDataLst>
            </p:nvPr>
          </p:nvSpPr>
          <p:spPr>
            <a:xfrm>
              <a:off x="612" y="755"/>
              <a:ext cx="394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p>
              <a:pPr marL="342900" indent="-342900" eaLnBrk="1" hangingPunct="1">
                <a:spcBef>
                  <a:spcPct val="50000"/>
                </a:spcBef>
              </a:pPr>
              <a:r>
                <a:rPr lang="zh-CN" altLang="en-US" sz="24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外加电源法（加压求流或加流求压）。</a:t>
              </a:r>
              <a:endPara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494" name="Group 31"/>
            <p:cNvGrpSpPr/>
            <p:nvPr/>
          </p:nvGrpSpPr>
          <p:grpSpPr>
            <a:xfrm>
              <a:off x="340" y="709"/>
              <a:ext cx="288" cy="329"/>
              <a:chOff x="480" y="3408"/>
              <a:chExt cx="288" cy="329"/>
            </a:xfrm>
          </p:grpSpPr>
          <p:sp>
            <p:nvSpPr>
              <p:cNvPr id="1050878" name="Oval 32"/>
              <p:cNvSpPr/>
              <p:nvPr>
                <p:custDataLst>
                  <p:tags r:id="rId2"/>
                </p:custDataLst>
              </p:nvPr>
            </p:nvSpPr>
            <p:spPr>
              <a:xfrm>
                <a:off x="480" y="3456"/>
                <a:ext cx="240" cy="240"/>
              </a:xfrm>
              <a:prstGeom prst="ellipse">
                <a:avLst/>
              </a:prstGeom>
              <a:noFill/>
              <a:ln w="38100" cap="flat" cmpd="sng">
                <a:solidFill>
                  <a:schemeClr val="l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79" name="Text Box 33"/>
              <p:cNvSpPr txBox="1"/>
              <p:nvPr/>
            </p:nvSpPr>
            <p:spPr>
              <a:xfrm>
                <a:off x="480" y="3408"/>
                <a:ext cx="288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rgbClr val="FFFFFF"/>
                    </a:solidFill>
                    <a:latin typeface="Times New Roman" panose="02020603050405020304" pitchFamily="18" charset="0"/>
                  </a:rPr>
                  <a:t>2</a:t>
                </a:r>
                <a:endParaRPr lang="en-US" altLang="zh-CN" sz="2800" b="1" dirty="0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495" name="Group 62"/>
          <p:cNvGrpSpPr/>
          <p:nvPr/>
        </p:nvGrpSpPr>
        <p:grpSpPr>
          <a:xfrm>
            <a:off x="4680903" y="2204403"/>
            <a:ext cx="2736850" cy="2211948"/>
            <a:chOff x="703" y="1298"/>
            <a:chExt cx="1542" cy="1174"/>
          </a:xfrm>
        </p:grpSpPr>
        <p:grpSp>
          <p:nvGrpSpPr>
            <p:cNvPr id="1496" name="Group 63"/>
            <p:cNvGrpSpPr/>
            <p:nvPr/>
          </p:nvGrpSpPr>
          <p:grpSpPr>
            <a:xfrm>
              <a:off x="703" y="1298"/>
              <a:ext cx="1542" cy="1174"/>
              <a:chOff x="3792" y="1728"/>
              <a:chExt cx="1392" cy="1030"/>
            </a:xfrm>
          </p:grpSpPr>
          <p:sp>
            <p:nvSpPr>
              <p:cNvPr id="1050880" name="Text Box 64"/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4656" y="1728"/>
                <a:ext cx="240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a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81" name="Text Box 65"/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4704" y="2515"/>
                <a:ext cx="240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b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82" name="Rectangle 66"/>
              <p:cNvSpPr/>
              <p:nvPr>
                <p:custDataLst>
                  <p:tags r:id="rId5"/>
                </p:custDataLst>
              </p:nvPr>
            </p:nvSpPr>
            <p:spPr>
              <a:xfrm>
                <a:off x="3792" y="1920"/>
                <a:ext cx="480" cy="720"/>
              </a:xfrm>
              <a:prstGeom prst="rect">
                <a:avLst/>
              </a:prstGeom>
              <a:solidFill>
                <a:schemeClr val="accent1"/>
              </a:solidFill>
              <a:ln w="28575" cap="flat" cmpd="sng">
                <a:solidFill>
                  <a:srgbClr val="FFCC00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83" name="Text Box 67"/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792" y="1920"/>
                <a:ext cx="336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P</a:t>
                </a:r>
                <a:endParaRPr lang="en-US" altLang="zh-CN" sz="2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84" name="Freeform 68"/>
              <p:cNvSpPr/>
              <p:nvPr>
                <p:custDataLst>
                  <p:tags r:id="rId7"/>
                </p:custDataLst>
              </p:nvPr>
            </p:nvSpPr>
            <p:spPr>
              <a:xfrm>
                <a:off x="4128" y="2040"/>
                <a:ext cx="648" cy="6"/>
              </a:xfrm>
              <a:custGeom>
                <a:avLst/>
                <a:gdLst/>
                <a:ahLst/>
                <a:cxnLst>
                  <a:cxn ang="0">
                    <a:pos x="12" y="6"/>
                  </a:cxn>
                  <a:cxn ang="0">
                    <a:pos x="0" y="0"/>
                  </a:cxn>
                  <a:cxn ang="0">
                    <a:pos x="648" y="4"/>
                  </a:cxn>
                </a:cxnLst>
                <a:rect l="0" t="0" r="r" b="b"/>
                <a:pathLst>
                  <a:path w="648" h="6">
                    <a:moveTo>
                      <a:pt x="12" y="6"/>
                    </a:moveTo>
                    <a:lnTo>
                      <a:pt x="0" y="0"/>
                    </a:lnTo>
                    <a:lnTo>
                      <a:pt x="648" y="4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0885" name="Freeform 69"/>
              <p:cNvSpPr/>
              <p:nvPr>
                <p:custDataLst>
                  <p:tags r:id="rId8"/>
                </p:custDataLst>
              </p:nvPr>
            </p:nvSpPr>
            <p:spPr>
              <a:xfrm>
                <a:off x="4128" y="2508"/>
                <a:ext cx="651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1" y="9"/>
                  </a:cxn>
                </a:cxnLst>
                <a:rect l="0" t="0" r="r" b="b"/>
                <a:pathLst>
                  <a:path w="651" h="9">
                    <a:moveTo>
                      <a:pt x="0" y="0"/>
                    </a:moveTo>
                    <a:lnTo>
                      <a:pt x="651" y="9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0886" name="Line 70"/>
              <p:cNvSpPr/>
              <p:nvPr/>
            </p:nvSpPr>
            <p:spPr>
              <a:xfrm rot="5400000">
                <a:off x="4788" y="2268"/>
                <a:ext cx="312" cy="0"/>
              </a:xfrm>
              <a:prstGeom prst="line">
                <a:avLst/>
              </a:prstGeom>
              <a:ln w="57150" cap="flat" cmpd="sng">
                <a:solidFill>
                  <a:srgbClr val="66FFFF"/>
                </a:solidFill>
                <a:prstDash val="solid"/>
                <a:headEnd type="triangle" w="med" len="med"/>
                <a:tailEnd type="none" w="med" len="med"/>
              </a:ln>
            </p:spPr>
          </p:sp>
          <p:sp>
            <p:nvSpPr>
              <p:cNvPr id="1050887" name="Text Box 71"/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4944" y="2112"/>
                <a:ext cx="240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88" name="Text Box 72"/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4464" y="1968"/>
                <a:ext cx="192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89" name="Text Box 73"/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4464" y="2304"/>
                <a:ext cx="240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–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90" name="Text Box 74"/>
              <p:cNvSpPr txBox="1"/>
              <p:nvPr>
                <p:custDataLst>
                  <p:tags r:id="rId12"/>
                </p:custDataLst>
              </p:nvPr>
            </p:nvSpPr>
            <p:spPr>
              <a:xfrm>
                <a:off x="4368" y="2112"/>
                <a:ext cx="336" cy="24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91" name="Oval 75"/>
              <p:cNvSpPr/>
              <p:nvPr>
                <p:custDataLst>
                  <p:tags r:id="rId13"/>
                </p:custDataLst>
              </p:nvPr>
            </p:nvSpPr>
            <p:spPr>
              <a:xfrm>
                <a:off x="4752" y="2016"/>
                <a:ext cx="48" cy="48"/>
              </a:xfrm>
              <a:prstGeom prst="ellipse">
                <a:avLst/>
              </a:prstGeom>
              <a:solidFill>
                <a:schemeClr val="dk1"/>
              </a:solidFill>
              <a:ln w="3810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92" name="Oval 76"/>
              <p:cNvSpPr/>
              <p:nvPr>
                <p:custDataLst>
                  <p:tags r:id="rId14"/>
                </p:custDataLst>
              </p:nvPr>
            </p:nvSpPr>
            <p:spPr>
              <a:xfrm>
                <a:off x="4752" y="2496"/>
                <a:ext cx="48" cy="48"/>
              </a:xfrm>
              <a:prstGeom prst="ellipse">
                <a:avLst/>
              </a:prstGeom>
              <a:solidFill>
                <a:schemeClr val="dk1"/>
              </a:solidFill>
              <a:ln w="3810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93" name="Oval 77"/>
              <p:cNvSpPr/>
              <p:nvPr>
                <p:custDataLst>
                  <p:tags r:id="rId15"/>
                </p:custDataLst>
              </p:nvPr>
            </p:nvSpPr>
            <p:spPr>
              <a:xfrm>
                <a:off x="4656" y="2160"/>
                <a:ext cx="240" cy="240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94" name="Freeform 78"/>
              <p:cNvSpPr/>
              <p:nvPr>
                <p:custDataLst>
                  <p:tags r:id="rId16"/>
                </p:custDataLst>
              </p:nvPr>
            </p:nvSpPr>
            <p:spPr>
              <a:xfrm>
                <a:off x="4776" y="2040"/>
                <a:ext cx="1" cy="1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0"/>
                  </a:cxn>
                </a:cxnLst>
                <a:rect l="0" t="0" r="r" b="b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0895" name="Freeform 79"/>
              <p:cNvSpPr/>
              <p:nvPr>
                <p:custDataLst>
                  <p:tags r:id="rId17"/>
                </p:custDataLst>
              </p:nvPr>
            </p:nvSpPr>
            <p:spPr>
              <a:xfrm>
                <a:off x="4779" y="2403"/>
                <a:ext cx="1" cy="1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17"/>
                  </a:cxn>
                </a:cxnLst>
                <a:rect l="0" t="0" r="r" b="b"/>
                <a:pathLst>
                  <a:path w="1" h="117">
                    <a:moveTo>
                      <a:pt x="0" y="0"/>
                    </a:moveTo>
                    <a:lnTo>
                      <a:pt x="0" y="117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0896" name="Freeform 80"/>
              <p:cNvSpPr/>
              <p:nvPr>
                <p:custDataLst>
                  <p:tags r:id="rId18"/>
                </p:custDataLst>
              </p:nvPr>
            </p:nvSpPr>
            <p:spPr>
              <a:xfrm>
                <a:off x="4653" y="2283"/>
                <a:ext cx="237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7" y="0"/>
                  </a:cxn>
                </a:cxnLst>
                <a:rect l="0" t="0" r="r" b="b"/>
                <a:pathLst>
                  <a:path w="237" h="1">
                    <a:moveTo>
                      <a:pt x="0" y="0"/>
                    </a:moveTo>
                    <a:lnTo>
                      <a:pt x="237" y="0"/>
                    </a:lnTo>
                  </a:path>
                </a:pathLst>
              </a:custGeom>
              <a:noFill/>
              <a:ln w="38100" cap="flat" cmpd="sng">
                <a:solidFill>
                  <a:schemeClr val="accent1">
                    <a:alpha val="10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</p:grpSp>
        <p:grpSp>
          <p:nvGrpSpPr>
            <p:cNvPr id="1497" name="Group 81"/>
            <p:cNvGrpSpPr/>
            <p:nvPr/>
          </p:nvGrpSpPr>
          <p:grpSpPr>
            <a:xfrm>
              <a:off x="724" y="1661"/>
              <a:ext cx="392" cy="530"/>
              <a:chOff x="4923" y="1680"/>
              <a:chExt cx="405" cy="468"/>
            </a:xfrm>
          </p:grpSpPr>
          <p:sp>
            <p:nvSpPr>
              <p:cNvPr id="1050897" name="Rectangle 82"/>
              <p:cNvSpPr/>
              <p:nvPr>
                <p:custDataLst>
                  <p:tags r:id="rId19"/>
                </p:custDataLst>
              </p:nvPr>
            </p:nvSpPr>
            <p:spPr>
              <a:xfrm>
                <a:off x="5232" y="1794"/>
                <a:ext cx="96" cy="240"/>
              </a:xfrm>
              <a:prstGeom prst="rect">
                <a:avLst/>
              </a:prstGeom>
              <a:solidFill>
                <a:srgbClr val="66FFFF"/>
              </a:solidFill>
              <a:ln w="28575" cap="flat" cmpd="sng">
                <a:solidFill>
                  <a:srgbClr val="66FFFF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898" name="Freeform 83"/>
              <p:cNvSpPr/>
              <p:nvPr>
                <p:custDataLst>
                  <p:tags r:id="rId20"/>
                </p:custDataLst>
              </p:nvPr>
            </p:nvSpPr>
            <p:spPr>
              <a:xfrm>
                <a:off x="5280" y="1680"/>
                <a:ext cx="1" cy="1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114"/>
                  </a:cxn>
                </a:cxnLst>
                <a:rect l="0" t="0" r="r" b="b"/>
                <a:pathLst>
                  <a:path w="1" h="114">
                    <a:moveTo>
                      <a:pt x="0" y="0"/>
                    </a:moveTo>
                    <a:lnTo>
                      <a:pt x="1" y="114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0899" name="Freeform 84"/>
              <p:cNvSpPr/>
              <p:nvPr>
                <p:custDataLst>
                  <p:tags r:id="rId21"/>
                </p:custDataLst>
              </p:nvPr>
            </p:nvSpPr>
            <p:spPr>
              <a:xfrm>
                <a:off x="5280" y="2034"/>
                <a:ext cx="1" cy="1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14"/>
                  </a:cxn>
                </a:cxnLst>
                <a:rect l="0" t="0" r="r" b="b"/>
                <a:pathLst>
                  <a:path w="1" h="114">
                    <a:moveTo>
                      <a:pt x="0" y="0"/>
                    </a:moveTo>
                    <a:lnTo>
                      <a:pt x="0" y="114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0900" name="Text Box 85"/>
              <p:cNvSpPr txBox="1"/>
              <p:nvPr>
                <p:custDataLst>
                  <p:tags r:id="rId22"/>
                </p:custDataLst>
              </p:nvPr>
            </p:nvSpPr>
            <p:spPr>
              <a:xfrm>
                <a:off x="4923" y="1908"/>
                <a:ext cx="340" cy="216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algn="ctr" eaLnBrk="1" hangingPunct="1">
                  <a:spcBef>
                    <a:spcPct val="0"/>
                  </a:spcBef>
                  <a:buNone/>
                </a:pPr>
                <a:r>
                  <a:rPr lang="en-US" altLang="zh-CN" sz="2400" b="1" i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400" b="1" baseline="-25000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eq</a:t>
                </a:r>
                <a:endParaRPr lang="en-US" altLang="zh-CN" sz="2400" b="1" baseline="-25000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</p:grpSp>
      <p:grpSp>
        <p:nvGrpSpPr>
          <p:cNvPr id="1498" name="Group 87"/>
          <p:cNvGrpSpPr/>
          <p:nvPr/>
        </p:nvGrpSpPr>
        <p:grpSpPr>
          <a:xfrm>
            <a:off x="1369378" y="2204403"/>
            <a:ext cx="2735262" cy="2105873"/>
            <a:chOff x="703" y="1298"/>
            <a:chExt cx="1723" cy="1327"/>
          </a:xfrm>
        </p:grpSpPr>
        <p:grpSp>
          <p:nvGrpSpPr>
            <p:cNvPr id="1499" name="Group 61"/>
            <p:cNvGrpSpPr/>
            <p:nvPr/>
          </p:nvGrpSpPr>
          <p:grpSpPr>
            <a:xfrm>
              <a:off x="703" y="1298"/>
              <a:ext cx="1723" cy="1327"/>
              <a:chOff x="703" y="1298"/>
              <a:chExt cx="1542" cy="1193"/>
            </a:xfrm>
          </p:grpSpPr>
          <p:grpSp>
            <p:nvGrpSpPr>
              <p:cNvPr id="1500" name="Group 38"/>
              <p:cNvGrpSpPr/>
              <p:nvPr/>
            </p:nvGrpSpPr>
            <p:grpSpPr>
              <a:xfrm>
                <a:off x="703" y="1298"/>
                <a:ext cx="1542" cy="1193"/>
                <a:chOff x="3792" y="1728"/>
                <a:chExt cx="1392" cy="1047"/>
              </a:xfrm>
            </p:grpSpPr>
            <p:sp>
              <p:nvSpPr>
                <p:cNvPr id="1050901" name="Text Box 39"/>
                <p:cNvSpPr txBox="1"/>
                <p:nvPr>
                  <p:custDataLst>
                    <p:tags r:id="rId23"/>
                  </p:custDataLst>
                </p:nvPr>
              </p:nvSpPr>
              <p:spPr>
                <a:xfrm>
                  <a:off x="4656" y="1728"/>
                  <a:ext cx="240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a</a:t>
                  </a:r>
                  <a:endPara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02" name="Text Box 40"/>
                <p:cNvSpPr txBox="1"/>
                <p:nvPr>
                  <p:custDataLst>
                    <p:tags r:id="rId24"/>
                  </p:custDataLst>
                </p:nvPr>
              </p:nvSpPr>
              <p:spPr>
                <a:xfrm>
                  <a:off x="4704" y="2515"/>
                  <a:ext cx="240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b</a:t>
                  </a:r>
                  <a:endPara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03" name="Rectangle 41"/>
                <p:cNvSpPr/>
                <p:nvPr>
                  <p:custDataLst>
                    <p:tags r:id="rId25"/>
                  </p:custDataLst>
                </p:nvPr>
              </p:nvSpPr>
              <p:spPr>
                <a:xfrm>
                  <a:off x="3792" y="1920"/>
                  <a:ext cx="480" cy="720"/>
                </a:xfrm>
                <a:prstGeom prst="rect">
                  <a:avLst/>
                </a:prstGeom>
                <a:solidFill>
                  <a:schemeClr val="accent1"/>
                </a:solidFill>
                <a:ln w="28575" cap="flat" cmpd="sng">
                  <a:solidFill>
                    <a:srgbClr val="FFCC00"/>
                  </a:solidFill>
                  <a:prstDash val="solid"/>
                  <a:miter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endParaRPr lang="zh-CN" altLang="en-US" sz="2800" b="1" dirty="0">
                    <a:solidFill>
                      <a:schemeClr val="dk1"/>
                    </a:solidFill>
                    <a:ea typeface="仿宋_GB2312" pitchFamily="49" charset="-122"/>
                  </a:endParaRPr>
                </a:p>
              </p:txBody>
            </p:sp>
            <p:sp>
              <p:nvSpPr>
                <p:cNvPr id="1050904" name="Text Box 42"/>
                <p:cNvSpPr txBox="1"/>
                <p:nvPr>
                  <p:custDataLst>
                    <p:tags r:id="rId26"/>
                  </p:custDataLst>
                </p:nvPr>
              </p:nvSpPr>
              <p:spPr>
                <a:xfrm>
                  <a:off x="3792" y="1920"/>
                  <a:ext cx="336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P</a:t>
                  </a:r>
                  <a:endParaRPr lang="en-US" altLang="zh-CN" sz="2800" b="1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05" name="Freeform 43"/>
                <p:cNvSpPr/>
                <p:nvPr>
                  <p:custDataLst>
                    <p:tags r:id="rId27"/>
                  </p:custDataLst>
                </p:nvPr>
              </p:nvSpPr>
              <p:spPr>
                <a:xfrm>
                  <a:off x="4128" y="2040"/>
                  <a:ext cx="648" cy="6"/>
                </a:xfrm>
                <a:custGeom>
                  <a:avLst/>
                  <a:gdLst/>
                  <a:ahLst/>
                  <a:cxnLst>
                    <a:cxn ang="0">
                      <a:pos x="12" y="6"/>
                    </a:cxn>
                    <a:cxn ang="0">
                      <a:pos x="0" y="0"/>
                    </a:cxn>
                    <a:cxn ang="0">
                      <a:pos x="648" y="4"/>
                    </a:cxn>
                  </a:cxnLst>
                  <a:rect l="0" t="0" r="r" b="b"/>
                  <a:pathLst>
                    <a:path w="648" h="6">
                      <a:moveTo>
                        <a:pt x="12" y="6"/>
                      </a:moveTo>
                      <a:lnTo>
                        <a:pt x="0" y="0"/>
                      </a:lnTo>
                      <a:lnTo>
                        <a:pt x="648" y="4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CC00">
                      <a:alpha val="10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  <p:sp>
              <p:nvSpPr>
                <p:cNvPr id="1050906" name="Freeform 44"/>
                <p:cNvSpPr/>
                <p:nvPr>
                  <p:custDataLst>
                    <p:tags r:id="rId28"/>
                  </p:custDataLst>
                </p:nvPr>
              </p:nvSpPr>
              <p:spPr>
                <a:xfrm>
                  <a:off x="4128" y="2508"/>
                  <a:ext cx="651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651" y="9"/>
                    </a:cxn>
                  </a:cxnLst>
                  <a:rect l="0" t="0" r="r" b="b"/>
                  <a:pathLst>
                    <a:path w="651" h="9">
                      <a:moveTo>
                        <a:pt x="0" y="0"/>
                      </a:moveTo>
                      <a:lnTo>
                        <a:pt x="651" y="9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CC00">
                      <a:alpha val="10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  <p:sp>
              <p:nvSpPr>
                <p:cNvPr id="1050907" name="Line 45"/>
                <p:cNvSpPr/>
                <p:nvPr/>
              </p:nvSpPr>
              <p:spPr>
                <a:xfrm rot="5400000">
                  <a:off x="4788" y="2268"/>
                  <a:ext cx="312" cy="0"/>
                </a:xfrm>
                <a:prstGeom prst="line">
                  <a:avLst/>
                </a:prstGeom>
                <a:ln w="57150" cap="flat" cmpd="sng">
                  <a:solidFill>
                    <a:srgbClr val="66FFFF"/>
                  </a:solidFill>
                  <a:prstDash val="solid"/>
                  <a:headEnd type="triangle" w="med" len="med"/>
                  <a:tailEnd type="none" w="med" len="med"/>
                </a:ln>
              </p:spPr>
            </p:sp>
            <p:sp>
              <p:nvSpPr>
                <p:cNvPr id="1050908" name="Text Box 46"/>
                <p:cNvSpPr txBox="1"/>
                <p:nvPr>
                  <p:custDataLst>
                    <p:tags r:id="rId29"/>
                  </p:custDataLst>
                </p:nvPr>
              </p:nvSpPr>
              <p:spPr>
                <a:xfrm>
                  <a:off x="4944" y="2112"/>
                  <a:ext cx="240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i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i</a:t>
                  </a:r>
                  <a:endPara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09" name="Text Box 47"/>
                <p:cNvSpPr txBox="1"/>
                <p:nvPr>
                  <p:custDataLst>
                    <p:tags r:id="rId30"/>
                  </p:custDataLst>
                </p:nvPr>
              </p:nvSpPr>
              <p:spPr>
                <a:xfrm>
                  <a:off x="4464" y="1968"/>
                  <a:ext cx="192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+</a:t>
                  </a:r>
                  <a:endPara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10" name="Text Box 48"/>
                <p:cNvSpPr txBox="1"/>
                <p:nvPr>
                  <p:custDataLst>
                    <p:tags r:id="rId31"/>
                  </p:custDataLst>
                </p:nvPr>
              </p:nvSpPr>
              <p:spPr>
                <a:xfrm>
                  <a:off x="4464" y="2304"/>
                  <a:ext cx="240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–</a:t>
                  </a:r>
                  <a:endPara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11" name="Text Box 49"/>
                <p:cNvSpPr txBox="1"/>
                <p:nvPr>
                  <p:custDataLst>
                    <p:tags r:id="rId32"/>
                  </p:custDataLst>
                </p:nvPr>
              </p:nvSpPr>
              <p:spPr>
                <a:xfrm>
                  <a:off x="4368" y="2112"/>
                  <a:ext cx="336" cy="26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800" b="1" i="1" dirty="0">
                      <a:solidFill>
                        <a:schemeClr val="lt1"/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u</a:t>
                  </a:r>
                  <a:endPara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  <p:sp>
              <p:nvSpPr>
                <p:cNvPr id="1050912" name="Oval 50"/>
                <p:cNvSpPr/>
                <p:nvPr>
                  <p:custDataLst>
                    <p:tags r:id="rId33"/>
                  </p:custDataLst>
                </p:nvPr>
              </p:nvSpPr>
              <p:spPr>
                <a:xfrm>
                  <a:off x="4752" y="2016"/>
                  <a:ext cx="48" cy="48"/>
                </a:xfrm>
                <a:prstGeom prst="ellipse">
                  <a:avLst/>
                </a:prstGeom>
                <a:solidFill>
                  <a:schemeClr val="dk1"/>
                </a:solidFill>
                <a:ln w="38100" cap="flat" cmpd="sng">
                  <a:solidFill>
                    <a:srgbClr val="FFCC00"/>
                  </a:solidFill>
                  <a:prstDash val="solid"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endParaRPr lang="zh-CN" altLang="en-US" sz="2800" b="1" dirty="0">
                    <a:solidFill>
                      <a:schemeClr val="dk1"/>
                    </a:solidFill>
                    <a:ea typeface="仿宋_GB2312" pitchFamily="49" charset="-122"/>
                  </a:endParaRPr>
                </a:p>
              </p:txBody>
            </p:sp>
            <p:sp>
              <p:nvSpPr>
                <p:cNvPr id="1050913" name="Oval 51"/>
                <p:cNvSpPr/>
                <p:nvPr>
                  <p:custDataLst>
                    <p:tags r:id="rId34"/>
                  </p:custDataLst>
                </p:nvPr>
              </p:nvSpPr>
              <p:spPr>
                <a:xfrm>
                  <a:off x="4752" y="2496"/>
                  <a:ext cx="48" cy="48"/>
                </a:xfrm>
                <a:prstGeom prst="ellipse">
                  <a:avLst/>
                </a:prstGeom>
                <a:solidFill>
                  <a:schemeClr val="dk1"/>
                </a:solidFill>
                <a:ln w="38100" cap="flat" cmpd="sng">
                  <a:solidFill>
                    <a:srgbClr val="FFCC00"/>
                  </a:solidFill>
                  <a:prstDash val="solid"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endParaRPr lang="zh-CN" altLang="en-US" sz="2800" b="1" dirty="0">
                    <a:solidFill>
                      <a:schemeClr val="dk1"/>
                    </a:solidFill>
                    <a:ea typeface="仿宋_GB2312" pitchFamily="49" charset="-122"/>
                  </a:endParaRPr>
                </a:p>
              </p:txBody>
            </p:sp>
            <p:sp>
              <p:nvSpPr>
                <p:cNvPr id="1050914" name="Oval 52"/>
                <p:cNvSpPr/>
                <p:nvPr>
                  <p:custDataLst>
                    <p:tags r:id="rId35"/>
                  </p:custDataLst>
                </p:nvPr>
              </p:nvSpPr>
              <p:spPr>
                <a:xfrm>
                  <a:off x="4656" y="2160"/>
                  <a:ext cx="240" cy="240"/>
                </a:xfrm>
                <a:prstGeom prst="ellipse">
                  <a:avLst/>
                </a:prstGeom>
                <a:solidFill>
                  <a:schemeClr val="accent2"/>
                </a:solidFill>
                <a:ln w="38100" cap="flat" cmpd="sng">
                  <a:solidFill>
                    <a:schemeClr val="accent1"/>
                  </a:solidFill>
                  <a:prstDash val="solid"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endParaRPr lang="zh-CN" altLang="en-US" sz="2800" b="1" dirty="0">
                    <a:solidFill>
                      <a:schemeClr val="dk1"/>
                    </a:solidFill>
                    <a:ea typeface="仿宋_GB2312" pitchFamily="49" charset="-122"/>
                  </a:endParaRPr>
                </a:p>
              </p:txBody>
            </p:sp>
            <p:sp>
              <p:nvSpPr>
                <p:cNvPr id="1050915" name="Freeform 53"/>
                <p:cNvSpPr/>
                <p:nvPr>
                  <p:custDataLst>
                    <p:tags r:id="rId36"/>
                  </p:custDataLst>
                </p:nvPr>
              </p:nvSpPr>
              <p:spPr>
                <a:xfrm>
                  <a:off x="4776" y="2040"/>
                  <a:ext cx="1" cy="12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120"/>
                    </a:cxn>
                  </a:cxnLst>
                  <a:rect l="0" t="0" r="r" b="b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CC00">
                      <a:alpha val="10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  <p:sp>
              <p:nvSpPr>
                <p:cNvPr id="1050916" name="Freeform 54"/>
                <p:cNvSpPr/>
                <p:nvPr>
                  <p:custDataLst>
                    <p:tags r:id="rId37"/>
                  </p:custDataLst>
                </p:nvPr>
              </p:nvSpPr>
              <p:spPr>
                <a:xfrm>
                  <a:off x="4779" y="2403"/>
                  <a:ext cx="1" cy="117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117"/>
                    </a:cxn>
                  </a:cxnLst>
                  <a:rect l="0" t="0" r="r" b="b"/>
                  <a:pathLst>
                    <a:path w="1" h="117">
                      <a:moveTo>
                        <a:pt x="0" y="0"/>
                      </a:moveTo>
                      <a:lnTo>
                        <a:pt x="0" y="117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CC00">
                      <a:alpha val="10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  <p:sp>
              <p:nvSpPr>
                <p:cNvPr id="1050917" name="Freeform 55"/>
                <p:cNvSpPr/>
                <p:nvPr>
                  <p:custDataLst>
                    <p:tags r:id="rId38"/>
                  </p:custDataLst>
                </p:nvPr>
              </p:nvSpPr>
              <p:spPr>
                <a:xfrm>
                  <a:off x="4653" y="2283"/>
                  <a:ext cx="237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37" y="0"/>
                    </a:cxn>
                  </a:cxnLst>
                  <a:rect l="0" t="0" r="r" b="b"/>
                  <a:pathLst>
                    <a:path w="237" h="1">
                      <a:moveTo>
                        <a:pt x="0" y="0"/>
                      </a:moveTo>
                      <a:lnTo>
                        <a:pt x="23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accent2">
                      <a:alpha val="100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</p:grpSp>
          <p:grpSp>
            <p:nvGrpSpPr>
              <p:cNvPr id="1501" name="Group 56"/>
              <p:cNvGrpSpPr/>
              <p:nvPr/>
            </p:nvGrpSpPr>
            <p:grpSpPr>
              <a:xfrm>
                <a:off x="724" y="1661"/>
                <a:ext cx="392" cy="530"/>
                <a:chOff x="4923" y="1680"/>
                <a:chExt cx="405" cy="468"/>
              </a:xfrm>
            </p:grpSpPr>
            <p:sp>
              <p:nvSpPr>
                <p:cNvPr id="1050918" name="Rectangle 57"/>
                <p:cNvSpPr/>
                <p:nvPr>
                  <p:custDataLst>
                    <p:tags r:id="rId39"/>
                  </p:custDataLst>
                </p:nvPr>
              </p:nvSpPr>
              <p:spPr>
                <a:xfrm>
                  <a:off x="5232" y="1794"/>
                  <a:ext cx="96" cy="240"/>
                </a:xfrm>
                <a:prstGeom prst="rect">
                  <a:avLst/>
                </a:prstGeom>
                <a:solidFill>
                  <a:srgbClr val="66FFFF"/>
                </a:solidFill>
                <a:ln w="28575" cap="flat" cmpd="sng">
                  <a:solidFill>
                    <a:srgbClr val="66FFFF"/>
                  </a:solidFill>
                  <a:prstDash val="solid"/>
                  <a:miter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None/>
                  </a:pPr>
                  <a:endParaRPr lang="zh-CN" altLang="en-US" sz="2800" b="1" dirty="0">
                    <a:solidFill>
                      <a:schemeClr val="dk1"/>
                    </a:solidFill>
                    <a:ea typeface="仿宋_GB2312" pitchFamily="49" charset="-122"/>
                  </a:endParaRPr>
                </a:p>
              </p:txBody>
            </p:sp>
            <p:sp>
              <p:nvSpPr>
                <p:cNvPr id="1050919" name="Freeform 58"/>
                <p:cNvSpPr/>
                <p:nvPr>
                  <p:custDataLst>
                    <p:tags r:id="rId40"/>
                  </p:custDataLst>
                </p:nvPr>
              </p:nvSpPr>
              <p:spPr>
                <a:xfrm>
                  <a:off x="5280" y="1680"/>
                  <a:ext cx="1" cy="11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" y="114"/>
                    </a:cxn>
                  </a:cxnLst>
                  <a:rect l="0" t="0" r="r" b="b"/>
                  <a:pathLst>
                    <a:path w="1" h="114">
                      <a:moveTo>
                        <a:pt x="0" y="0"/>
                      </a:moveTo>
                      <a:lnTo>
                        <a:pt x="1" y="114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CC00">
                      <a:alpha val="10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  <p:sp>
              <p:nvSpPr>
                <p:cNvPr id="1050920" name="Freeform 59"/>
                <p:cNvSpPr/>
                <p:nvPr>
                  <p:custDataLst>
                    <p:tags r:id="rId41"/>
                  </p:custDataLst>
                </p:nvPr>
              </p:nvSpPr>
              <p:spPr>
                <a:xfrm>
                  <a:off x="5280" y="2034"/>
                  <a:ext cx="1" cy="11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114"/>
                    </a:cxn>
                  </a:cxnLst>
                  <a:rect l="0" t="0" r="r" b="b"/>
                  <a:pathLst>
                    <a:path w="1" h="114">
                      <a:moveTo>
                        <a:pt x="0" y="0"/>
                      </a:moveTo>
                      <a:lnTo>
                        <a:pt x="0" y="114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CC00">
                      <a:alpha val="10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 sz="2800">
                    <a:solidFill>
                      <a:schemeClr val="dk1"/>
                    </a:solidFill>
                  </a:endParaRPr>
                </a:p>
              </p:txBody>
            </p:sp>
            <p:sp>
              <p:nvSpPr>
                <p:cNvPr id="1050921" name="Text Box 60"/>
                <p:cNvSpPr txBox="1"/>
                <p:nvPr>
                  <p:custDataLst>
                    <p:tags r:id="rId42"/>
                  </p:custDataLst>
                </p:nvPr>
              </p:nvSpPr>
              <p:spPr>
                <a:xfrm>
                  <a:off x="4923" y="1901"/>
                  <a:ext cx="340" cy="230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txBody>
                <a:bodyPr wrap="none" anchor="ctr" anchorCtr="0">
                  <a:spAutoFit/>
                </a:bodyPr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3200" b="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</a:lstStyle>
                <a:p>
                  <a:pPr marL="0" lvl="0" indent="0" algn="ctr" eaLnBrk="1" hangingPunct="1">
                    <a:spcBef>
                      <a:spcPct val="0"/>
                    </a:spcBef>
                    <a:buNone/>
                  </a:pPr>
                  <a:r>
                    <a:rPr lang="en-US" altLang="zh-CN" sz="2400" b="1" i="1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R</a:t>
                  </a:r>
                  <a:r>
                    <a:rPr lang="en-US" altLang="zh-CN" sz="2400" b="1" baseline="-25000" dirty="0">
                      <a:solidFill>
                        <a:schemeClr val="dk1">
                          <a:lumMod val="85000"/>
                          <a:lumOff val="15000"/>
                        </a:schemeClr>
                      </a:solidFill>
                      <a:latin typeface="Times New Roman" panose="02020603050405020304" pitchFamily="18" charset="0"/>
                      <a:ea typeface="黑体" panose="02010609060101010101" pitchFamily="49" charset="-122"/>
                    </a:rPr>
                    <a:t>eq</a:t>
                  </a:r>
                  <a:endParaRPr lang="en-US" altLang="zh-CN" sz="2400" b="1" baseline="-25000" dirty="0">
                    <a:solidFill>
                      <a:schemeClr val="dk1">
                        <a:lumMod val="85000"/>
                        <a:lumOff val="15000"/>
                      </a:schemeClr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endParaRPr>
                </a:p>
              </p:txBody>
            </p:sp>
          </p:grpSp>
        </p:grpSp>
        <p:sp>
          <p:nvSpPr>
            <p:cNvPr id="1050922" name="Line 86"/>
            <p:cNvSpPr/>
            <p:nvPr/>
          </p:nvSpPr>
          <p:spPr>
            <a:xfrm>
              <a:off x="1927" y="1842"/>
              <a:ext cx="0" cy="318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</p:grpSp>
      <p:graphicFrame>
        <p:nvGraphicFramePr>
          <p:cNvPr id="4194390" name="对象 1"/>
          <p:cNvGraphicFramePr/>
          <p:nvPr>
            <p:custDataLst>
              <p:tags r:id="rId43"/>
            </p:custDataLst>
          </p:nvPr>
        </p:nvGraphicFramePr>
        <p:xfrm>
          <a:off x="8760460" y="2636520"/>
          <a:ext cx="1584960" cy="1438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" name="" r:id="rId44" imgW="1831340" imgH="1369695" progId="Equation.KSEE3">
                  <p:embed/>
                </p:oleObj>
              </mc:Choice>
              <mc:Fallback>
                <p:oleObj name="" r:id="rId44" imgW="1831340" imgH="1369695" progId="Equation.KSEE3">
                  <p:embed/>
                  <p:pic>
                    <p:nvPicPr>
                      <p:cNvPr id="0" name="图片 2"/>
                      <p:cNvPicPr/>
                      <p:nvPr/>
                    </p:nvPicPr>
                    <p:blipFill>
                      <a:blip r:embed="rId45"/>
                      <a:stretch>
                        <a:fillRect/>
                      </a:stretch>
                    </p:blipFill>
                    <p:spPr>
                      <a:xfrm>
                        <a:off x="8760460" y="2636520"/>
                        <a:ext cx="1584960" cy="143827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521" name=""/>
        <p:cNvGrpSpPr/>
        <p:nvPr/>
      </p:nvGrpSpPr>
      <p:grpSpPr/>
      <p:grpSp>
        <p:nvGrpSpPr>
          <p:cNvPr id="1522" name="Group 37"/>
          <p:cNvGrpSpPr/>
          <p:nvPr/>
        </p:nvGrpSpPr>
        <p:grpSpPr>
          <a:xfrm>
            <a:off x="1127443" y="1628458"/>
            <a:ext cx="4313237" cy="533400"/>
            <a:chOff x="431" y="1434"/>
            <a:chExt cx="2717" cy="336"/>
          </a:xfrm>
        </p:grpSpPr>
        <p:sp>
          <p:nvSpPr>
            <p:cNvPr id="1050935" name="Text Box 10"/>
            <p:cNvSpPr txBox="1"/>
            <p:nvPr/>
          </p:nvSpPr>
          <p:spPr>
            <a:xfrm>
              <a:off x="748" y="1480"/>
              <a:ext cx="240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400" b="1" dirty="0">
                  <a:solidFill>
                    <a:schemeClr val="accen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开路电压，短路电流法。</a:t>
              </a:r>
              <a:endPara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523" name="Group 28"/>
            <p:cNvGrpSpPr/>
            <p:nvPr/>
          </p:nvGrpSpPr>
          <p:grpSpPr>
            <a:xfrm>
              <a:off x="431" y="1434"/>
              <a:ext cx="288" cy="329"/>
              <a:chOff x="480" y="3408"/>
              <a:chExt cx="288" cy="329"/>
            </a:xfrm>
          </p:grpSpPr>
          <p:sp>
            <p:nvSpPr>
              <p:cNvPr id="1050936" name="Oval 29"/>
              <p:cNvSpPr/>
              <p:nvPr>
                <p:custDataLst>
                  <p:tags r:id="rId1"/>
                </p:custDataLst>
              </p:nvPr>
            </p:nvSpPr>
            <p:spPr>
              <a:xfrm>
                <a:off x="480" y="3456"/>
                <a:ext cx="240" cy="240"/>
              </a:xfrm>
              <a:prstGeom prst="ellipse">
                <a:avLst/>
              </a:prstGeom>
              <a:noFill/>
              <a:ln w="38100" cap="flat" cmpd="sng">
                <a:solidFill>
                  <a:schemeClr val="l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937" name="Text Box 30"/>
              <p:cNvSpPr txBox="1"/>
              <p:nvPr/>
            </p:nvSpPr>
            <p:spPr>
              <a:xfrm>
                <a:off x="480" y="3408"/>
                <a:ext cx="288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rgbClr val="FFFFFF"/>
                    </a:solidFill>
                    <a:latin typeface="Times New Roman" panose="02020603050405020304" pitchFamily="18" charset="0"/>
                  </a:rPr>
                  <a:t>3</a:t>
                </a:r>
                <a:endParaRPr lang="en-US" altLang="zh-CN" sz="2800" b="1" dirty="0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524" name="Group 115"/>
          <p:cNvGrpSpPr/>
          <p:nvPr/>
        </p:nvGrpSpPr>
        <p:grpSpPr>
          <a:xfrm>
            <a:off x="3382645" y="2568258"/>
            <a:ext cx="2978150" cy="2628899"/>
            <a:chOff x="3515" y="2432"/>
            <a:chExt cx="1876" cy="1656"/>
          </a:xfrm>
        </p:grpSpPr>
        <p:sp>
          <p:nvSpPr>
            <p:cNvPr id="1050938" name="Text Box 90"/>
            <p:cNvSpPr txBox="1"/>
            <p:nvPr>
              <p:custDataLst>
                <p:tags r:id="rId2"/>
              </p:custDataLst>
            </p:nvPr>
          </p:nvSpPr>
          <p:spPr>
            <a:xfrm>
              <a:off x="4876" y="2976"/>
              <a:ext cx="515" cy="36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39" name="Text Box 91"/>
            <p:cNvSpPr txBox="1"/>
            <p:nvPr>
              <p:custDataLst>
                <p:tags r:id="rId3"/>
              </p:custDataLst>
            </p:nvPr>
          </p:nvSpPr>
          <p:spPr>
            <a:xfrm>
              <a:off x="3515" y="3249"/>
              <a:ext cx="499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40" name="Freeform 92"/>
            <p:cNvSpPr/>
            <p:nvPr>
              <p:custDataLst>
                <p:tags r:id="rId4"/>
              </p:custDataLst>
            </p:nvPr>
          </p:nvSpPr>
          <p:spPr>
            <a:xfrm>
              <a:off x="4092" y="2825"/>
              <a:ext cx="2" cy="9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56" y="4121"/>
                </a:cxn>
              </a:cxnLst>
              <a:rect l="0" t="0" r="r" b="b"/>
              <a:pathLst>
                <a:path w="1" h="762">
                  <a:moveTo>
                    <a:pt x="0" y="0"/>
                  </a:moveTo>
                  <a:lnTo>
                    <a:pt x="1" y="762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941" name="Freeform 93"/>
            <p:cNvSpPr/>
            <p:nvPr>
              <p:custDataLst>
                <p:tags r:id="rId5"/>
              </p:custDataLst>
            </p:nvPr>
          </p:nvSpPr>
          <p:spPr>
            <a:xfrm>
              <a:off x="4094" y="2819"/>
              <a:ext cx="1289" cy="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36979" y="0"/>
                </a:cxn>
              </a:cxnLst>
              <a:rect l="0" t="0" r="r" b="b"/>
              <a:pathLst>
                <a:path w="798" h="2">
                  <a:moveTo>
                    <a:pt x="0" y="2"/>
                  </a:moveTo>
                  <a:lnTo>
                    <a:pt x="798" y="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942" name="Freeform 94"/>
            <p:cNvSpPr/>
            <p:nvPr>
              <p:custDataLst>
                <p:tags r:id="rId6"/>
              </p:custDataLst>
            </p:nvPr>
          </p:nvSpPr>
          <p:spPr>
            <a:xfrm>
              <a:off x="4103" y="3766"/>
              <a:ext cx="1280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6871" y="1"/>
                </a:cxn>
              </a:cxnLst>
              <a:rect l="0" t="0" r="r" b="b"/>
              <a:pathLst>
                <a:path w="792" h="1">
                  <a:moveTo>
                    <a:pt x="0" y="0"/>
                  </a:moveTo>
                  <a:lnTo>
                    <a:pt x="792" y="1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943" name="Line 95"/>
            <p:cNvSpPr/>
            <p:nvPr/>
          </p:nvSpPr>
          <p:spPr>
            <a:xfrm flipH="1">
              <a:off x="5301" y="3000"/>
              <a:ext cx="0" cy="568"/>
            </a:xfrm>
            <a:prstGeom prst="line">
              <a:avLst/>
            </a:prstGeom>
            <a:ln w="5715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944" name="Text Box 101"/>
            <p:cNvSpPr txBox="1"/>
            <p:nvPr>
              <p:custDataLst>
                <p:tags r:id="rId7"/>
              </p:custDataLst>
            </p:nvPr>
          </p:nvSpPr>
          <p:spPr>
            <a:xfrm>
              <a:off x="4685" y="2432"/>
              <a:ext cx="389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45" name="Text Box 102"/>
            <p:cNvSpPr txBox="1"/>
            <p:nvPr>
              <p:custDataLst>
                <p:tags r:id="rId8"/>
              </p:custDataLst>
            </p:nvPr>
          </p:nvSpPr>
          <p:spPr>
            <a:xfrm>
              <a:off x="4685" y="3759"/>
              <a:ext cx="389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46" name="Text Box 103"/>
            <p:cNvSpPr txBox="1"/>
            <p:nvPr>
              <p:custDataLst>
                <p:tags r:id="rId9"/>
              </p:custDataLst>
            </p:nvPr>
          </p:nvSpPr>
          <p:spPr>
            <a:xfrm>
              <a:off x="3676" y="3084"/>
              <a:ext cx="310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47" name="Text Box 104"/>
            <p:cNvSpPr txBox="1"/>
            <p:nvPr>
              <p:custDataLst>
                <p:tags r:id="rId10"/>
              </p:custDataLst>
            </p:nvPr>
          </p:nvSpPr>
          <p:spPr>
            <a:xfrm>
              <a:off x="3676" y="3499"/>
              <a:ext cx="389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48" name="Text Box 105"/>
            <p:cNvSpPr txBox="1"/>
            <p:nvPr>
              <p:custDataLst>
                <p:tags r:id="rId11"/>
              </p:custDataLst>
            </p:nvPr>
          </p:nvSpPr>
          <p:spPr>
            <a:xfrm>
              <a:off x="4142" y="3313"/>
              <a:ext cx="46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zh-CN" sz="24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49" name="Text Box 106"/>
            <p:cNvSpPr txBox="1"/>
            <p:nvPr>
              <p:custDataLst>
                <p:tags r:id="rId12"/>
              </p:custDataLst>
            </p:nvPr>
          </p:nvSpPr>
          <p:spPr>
            <a:xfrm>
              <a:off x="3606" y="2795"/>
              <a:ext cx="545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50" name="Rectangle 107"/>
            <p:cNvSpPr/>
            <p:nvPr>
              <p:custDataLst>
                <p:tags r:id="rId13"/>
              </p:custDataLst>
            </p:nvPr>
          </p:nvSpPr>
          <p:spPr>
            <a:xfrm>
              <a:off x="4015" y="2907"/>
              <a:ext cx="156" cy="296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51" name="Oval 108"/>
            <p:cNvSpPr/>
            <p:nvPr>
              <p:custDataLst>
                <p:tags r:id="rId14"/>
              </p:custDataLst>
            </p:nvPr>
          </p:nvSpPr>
          <p:spPr>
            <a:xfrm>
              <a:off x="4763" y="2787"/>
              <a:ext cx="77" cy="61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52" name="Oval 109"/>
            <p:cNvSpPr/>
            <p:nvPr>
              <p:custDataLst>
                <p:tags r:id="rId15"/>
              </p:custDataLst>
            </p:nvPr>
          </p:nvSpPr>
          <p:spPr>
            <a:xfrm>
              <a:off x="3909" y="3337"/>
              <a:ext cx="367" cy="280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53" name="Oval 110"/>
            <p:cNvSpPr/>
            <p:nvPr>
              <p:custDataLst>
                <p:tags r:id="rId16"/>
              </p:custDataLst>
            </p:nvPr>
          </p:nvSpPr>
          <p:spPr>
            <a:xfrm>
              <a:off x="4763" y="3737"/>
              <a:ext cx="77" cy="59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54" name="Freeform 111"/>
            <p:cNvSpPr/>
            <p:nvPr>
              <p:custDataLst>
                <p:tags r:id="rId17"/>
              </p:custDataLst>
            </p:nvPr>
          </p:nvSpPr>
          <p:spPr>
            <a:xfrm>
              <a:off x="4094" y="3336"/>
              <a:ext cx="1" cy="28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210"/>
                </a:cxn>
              </a:cxnLst>
              <a:rect l="0" t="0" r="r" b="b"/>
              <a:pathLst>
                <a:path w="1" h="228">
                  <a:moveTo>
                    <a:pt x="0" y="0"/>
                  </a:moveTo>
                  <a:lnTo>
                    <a:pt x="0" y="228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955" name="Line 112"/>
            <p:cNvSpPr/>
            <p:nvPr>
              <p:custDataLst>
                <p:tags r:id="rId18"/>
              </p:custDataLst>
            </p:nvPr>
          </p:nvSpPr>
          <p:spPr>
            <a:xfrm>
              <a:off x="5360" y="2829"/>
              <a:ext cx="0" cy="968"/>
            </a:xfrm>
            <a:prstGeom prst="line">
              <a:avLst/>
            </a:prstGeom>
            <a:ln w="38100" cap="flat" cmpd="sng">
              <a:solidFill>
                <a:schemeClr val="accent5"/>
              </a:solidFill>
              <a:prstDash val="solid"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544" name=""/>
        <p:cNvGrpSpPr/>
        <p:nvPr/>
      </p:nvGrpSpPr>
      <p:grpSpPr/>
      <p:sp>
        <p:nvSpPr>
          <p:cNvPr id="1050968" name="Text Box 2"/>
          <p:cNvSpPr txBox="1"/>
          <p:nvPr>
            <p:custDataLst>
              <p:tags r:id="rId1"/>
            </p:custDataLst>
          </p:nvPr>
        </p:nvSpPr>
        <p:spPr>
          <a:xfrm>
            <a:off x="2135188" y="1844675"/>
            <a:ext cx="7272337" cy="142049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476250" lvl="0" indent="-476250" algn="just" eaLnBrk="1" hangingPunct="1">
              <a:lnSpc>
                <a:spcPct val="120000"/>
              </a:lnSpc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外电路可以是任意的线性或非线性电路，外电路发生改变时，含源一端口网络的等效电路不变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伏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-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安特性等效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969" name="Text Box 3"/>
          <p:cNvSpPr txBox="1"/>
          <p:nvPr/>
        </p:nvSpPr>
        <p:spPr>
          <a:xfrm>
            <a:off x="2135188" y="3716338"/>
            <a:ext cx="7272337" cy="97726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476250" lvl="0" indent="-476250" algn="just" eaLnBrk="1" hangingPunct="1">
              <a:lnSpc>
                <a:spcPct val="120000"/>
              </a:lnSpc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当一端口内部含有受控源时，控制电路与受控源必须包含在被化简的同一部分电路中。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970" name="Text Box 4"/>
          <p:cNvSpPr txBox="1"/>
          <p:nvPr>
            <p:custDataLst>
              <p:tags r:id="rId2"/>
            </p:custDataLst>
          </p:nvPr>
        </p:nvSpPr>
        <p:spPr>
          <a:xfrm>
            <a:off x="839153" y="1052830"/>
            <a:ext cx="9366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注：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9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电压除电流等于</a:t>
            </a: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</a:t>
            </a:r>
            <a:endParaRPr lang="zh-CN" altLang="en-US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343" name=""/>
        <p:cNvGrpSpPr/>
        <p:nvPr/>
      </p:nvGrpSpPr>
      <p:grpSpPr/>
      <p:grpSp>
        <p:nvGrpSpPr>
          <p:cNvPr id="1344" name="Group 157"/>
          <p:cNvGrpSpPr/>
          <p:nvPr/>
        </p:nvGrpSpPr>
        <p:grpSpPr>
          <a:xfrm>
            <a:off x="3287395" y="1479868"/>
            <a:ext cx="457200" cy="609600"/>
            <a:chOff x="1156" y="709"/>
            <a:chExt cx="288" cy="384"/>
          </a:xfrm>
        </p:grpSpPr>
        <p:sp>
          <p:nvSpPr>
            <p:cNvPr id="1050562" name="Line 50"/>
            <p:cNvSpPr/>
            <p:nvPr/>
          </p:nvSpPr>
          <p:spPr>
            <a:xfrm>
              <a:off x="1429" y="709"/>
              <a:ext cx="0" cy="38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563" name="Text Box 51"/>
            <p:cNvSpPr txBox="1"/>
            <p:nvPr>
              <p:custDataLst>
                <p:tags r:id="rId1"/>
              </p:custDataLst>
            </p:nvPr>
          </p:nvSpPr>
          <p:spPr>
            <a:xfrm>
              <a:off x="1156" y="709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564" name="Text Box 74"/>
          <p:cNvSpPr txBox="1"/>
          <p:nvPr>
            <p:custDataLst>
              <p:tags r:id="rId2"/>
            </p:custDataLst>
          </p:nvPr>
        </p:nvSpPr>
        <p:spPr>
          <a:xfrm>
            <a:off x="551498" y="1101090"/>
            <a:ext cx="7207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65" name="AutoShape 75"/>
          <p:cNvSpPr/>
          <p:nvPr>
            <p:custDataLst>
              <p:tags r:id="rId3"/>
            </p:custDataLst>
          </p:nvPr>
        </p:nvSpPr>
        <p:spPr>
          <a:xfrm rot="7140000">
            <a:off x="7325043" y="3630295"/>
            <a:ext cx="595312" cy="420688"/>
          </a:xfrm>
          <a:prstGeom prst="rightArrow">
            <a:avLst>
              <a:gd name="adj1" fmla="val 50000"/>
              <a:gd name="adj2" fmla="val 35377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grpSp>
        <p:nvGrpSpPr>
          <p:cNvPr id="1345" name="Group 156"/>
          <p:cNvGrpSpPr/>
          <p:nvPr/>
        </p:nvGrpSpPr>
        <p:grpSpPr>
          <a:xfrm>
            <a:off x="4324668" y="3946208"/>
            <a:ext cx="2725737" cy="2560637"/>
            <a:chOff x="158" y="1888"/>
            <a:chExt cx="1717" cy="1613"/>
          </a:xfrm>
        </p:grpSpPr>
        <p:sp>
          <p:nvSpPr>
            <p:cNvPr id="1050566" name="Text Box 77"/>
            <p:cNvSpPr txBox="1"/>
            <p:nvPr>
              <p:custDataLst>
                <p:tags r:id="rId4"/>
              </p:custDataLst>
            </p:nvPr>
          </p:nvSpPr>
          <p:spPr>
            <a:xfrm>
              <a:off x="158" y="2795"/>
              <a:ext cx="457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7" name="Text Box 79"/>
            <p:cNvSpPr txBox="1"/>
            <p:nvPr>
              <p:custDataLst>
                <p:tags r:id="rId5"/>
              </p:custDataLst>
            </p:nvPr>
          </p:nvSpPr>
          <p:spPr>
            <a:xfrm>
              <a:off x="1576" y="1888"/>
              <a:ext cx="2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8" name="Text Box 80"/>
            <p:cNvSpPr txBox="1"/>
            <p:nvPr>
              <p:custDataLst>
                <p:tags r:id="rId6"/>
              </p:custDataLst>
            </p:nvPr>
          </p:nvSpPr>
          <p:spPr>
            <a:xfrm>
              <a:off x="1576" y="3211"/>
              <a:ext cx="2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9" name="Text Box 81"/>
            <p:cNvSpPr txBox="1"/>
            <p:nvPr>
              <p:custDataLst>
                <p:tags r:id="rId7"/>
              </p:custDataLst>
            </p:nvPr>
          </p:nvSpPr>
          <p:spPr>
            <a:xfrm>
              <a:off x="512" y="2598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70" name="Text Box 82"/>
            <p:cNvSpPr txBox="1"/>
            <p:nvPr>
              <p:custDataLst>
                <p:tags r:id="rId8"/>
              </p:custDataLst>
            </p:nvPr>
          </p:nvSpPr>
          <p:spPr>
            <a:xfrm>
              <a:off x="502" y="2991"/>
              <a:ext cx="30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71" name="Text Box 83"/>
            <p:cNvSpPr txBox="1"/>
            <p:nvPr>
              <p:custDataLst>
                <p:tags r:id="rId9"/>
              </p:custDataLst>
            </p:nvPr>
          </p:nvSpPr>
          <p:spPr>
            <a:xfrm>
              <a:off x="918" y="2770"/>
              <a:ext cx="36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endParaRPr lang="zh-CN" altLang="zh-CN" sz="2400" b="1" dirty="0">
                <a:solidFill>
                  <a:schemeClr val="lt1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1346" name="Group 84"/>
            <p:cNvGrpSpPr/>
            <p:nvPr/>
          </p:nvGrpSpPr>
          <p:grpSpPr>
            <a:xfrm>
              <a:off x="684" y="2197"/>
              <a:ext cx="983" cy="1014"/>
              <a:chOff x="3456" y="720"/>
              <a:chExt cx="768" cy="720"/>
            </a:xfrm>
          </p:grpSpPr>
          <p:sp>
            <p:nvSpPr>
              <p:cNvPr id="1050572" name="Line 85"/>
              <p:cNvSpPr/>
              <p:nvPr/>
            </p:nvSpPr>
            <p:spPr>
              <a:xfrm>
                <a:off x="3456" y="720"/>
                <a:ext cx="0" cy="72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0573" name="Line 86"/>
              <p:cNvSpPr/>
              <p:nvPr/>
            </p:nvSpPr>
            <p:spPr>
              <a:xfrm>
                <a:off x="3456" y="720"/>
                <a:ext cx="76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0574" name="Line 87"/>
              <p:cNvSpPr/>
              <p:nvPr/>
            </p:nvSpPr>
            <p:spPr>
              <a:xfrm>
                <a:off x="3456" y="1440"/>
                <a:ext cx="76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0575" name="Text Box 90"/>
            <p:cNvSpPr txBox="1"/>
            <p:nvPr>
              <p:custDataLst>
                <p:tags r:id="rId10"/>
              </p:custDataLst>
            </p:nvPr>
          </p:nvSpPr>
          <p:spPr>
            <a:xfrm>
              <a:off x="249" y="2342"/>
              <a:ext cx="421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76" name="Rectangle 91"/>
            <p:cNvSpPr/>
            <p:nvPr>
              <p:custDataLst>
                <p:tags r:id="rId11"/>
              </p:custDataLst>
            </p:nvPr>
          </p:nvSpPr>
          <p:spPr>
            <a:xfrm>
              <a:off x="617" y="2285"/>
              <a:ext cx="118" cy="35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577" name="Oval 92"/>
            <p:cNvSpPr/>
            <p:nvPr>
              <p:custDataLst>
                <p:tags r:id="rId12"/>
              </p:custDataLst>
            </p:nvPr>
          </p:nvSpPr>
          <p:spPr>
            <a:xfrm>
              <a:off x="540" y="2808"/>
              <a:ext cx="272" cy="27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578" name="Freeform 93"/>
            <p:cNvSpPr/>
            <p:nvPr>
              <p:custDataLst>
                <p:tags r:id="rId13"/>
              </p:custDataLst>
            </p:nvPr>
          </p:nvSpPr>
          <p:spPr>
            <a:xfrm>
              <a:off x="684" y="2815"/>
              <a:ext cx="1" cy="2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64"/>
                </a:cxn>
              </a:cxnLst>
              <a:rect l="0" t="0" r="r" b="b"/>
              <a:pathLst>
                <a:path w="1" h="264">
                  <a:moveTo>
                    <a:pt x="0" y="0"/>
                  </a:moveTo>
                  <a:lnTo>
                    <a:pt x="0" y="264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0579" name="Oval 94"/>
            <p:cNvSpPr/>
            <p:nvPr>
              <p:custDataLst>
                <p:tags r:id="rId14"/>
              </p:custDataLst>
            </p:nvPr>
          </p:nvSpPr>
          <p:spPr>
            <a:xfrm>
              <a:off x="1638" y="2153"/>
              <a:ext cx="59" cy="62"/>
            </a:xfrm>
            <a:prstGeom prst="ellipse">
              <a:avLst/>
            </a:prstGeom>
            <a:solidFill>
              <a:srgbClr val="FFCC00"/>
            </a:solidFill>
            <a:ln w="952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580" name="Oval 95"/>
            <p:cNvSpPr/>
            <p:nvPr>
              <p:custDataLst>
                <p:tags r:id="rId15"/>
              </p:custDataLst>
            </p:nvPr>
          </p:nvSpPr>
          <p:spPr>
            <a:xfrm>
              <a:off x="1638" y="3167"/>
              <a:ext cx="59" cy="63"/>
            </a:xfrm>
            <a:prstGeom prst="ellipse">
              <a:avLst/>
            </a:prstGeom>
            <a:solidFill>
              <a:srgbClr val="FFCC00"/>
            </a:solidFill>
            <a:ln w="952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581" name="Text Box 96"/>
            <p:cNvSpPr txBox="1"/>
            <p:nvPr>
              <p:custDataLst>
                <p:tags r:id="rId16"/>
              </p:custDataLst>
            </p:nvPr>
          </p:nvSpPr>
          <p:spPr>
            <a:xfrm>
              <a:off x="748" y="2340"/>
              <a:ext cx="39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582" name="Text Box 97"/>
            <p:cNvSpPr txBox="1"/>
            <p:nvPr>
              <p:custDataLst>
                <p:tags r:id="rId17"/>
              </p:custDataLst>
            </p:nvPr>
          </p:nvSpPr>
          <p:spPr>
            <a:xfrm>
              <a:off x="748" y="2794"/>
              <a:ext cx="50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15V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83" name="Text Box 98"/>
            <p:cNvSpPr txBox="1"/>
            <p:nvPr>
              <p:custDataLst>
                <p:tags r:id="rId18"/>
              </p:custDataLst>
            </p:nvPr>
          </p:nvSpPr>
          <p:spPr>
            <a:xfrm>
              <a:off x="1564" y="2885"/>
              <a:ext cx="21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宋体" panose="02010600030101010101" pitchFamily="2" charset="-122"/>
                </a:rPr>
                <a:t>-</a:t>
              </a:r>
              <a:endParaRPr lang="en-US" altLang="zh-CN" sz="2400" b="1" dirty="0">
                <a:solidFill>
                  <a:schemeClr val="lt1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50584" name="Text Box 99"/>
            <p:cNvSpPr txBox="1"/>
            <p:nvPr>
              <p:custDataLst>
                <p:tags r:id="rId19"/>
              </p:custDataLst>
            </p:nvPr>
          </p:nvSpPr>
          <p:spPr>
            <a:xfrm>
              <a:off x="1519" y="2204"/>
              <a:ext cx="22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347" name="Group 121"/>
          <p:cNvGrpSpPr/>
          <p:nvPr/>
        </p:nvGrpSpPr>
        <p:grpSpPr>
          <a:xfrm>
            <a:off x="1485900" y="759143"/>
            <a:ext cx="3600450" cy="2403475"/>
            <a:chOff x="158" y="709"/>
            <a:chExt cx="2268" cy="1514"/>
          </a:xfrm>
        </p:grpSpPr>
        <p:sp>
          <p:nvSpPr>
            <p:cNvPr id="1050585" name="Oval 118"/>
            <p:cNvSpPr/>
            <p:nvPr>
              <p:custDataLst>
                <p:tags r:id="rId20"/>
              </p:custDataLst>
            </p:nvPr>
          </p:nvSpPr>
          <p:spPr>
            <a:xfrm>
              <a:off x="1247" y="1570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586" name="Text Box 46"/>
            <p:cNvSpPr txBox="1"/>
            <p:nvPr>
              <p:custDataLst>
                <p:tags r:id="rId21"/>
              </p:custDataLst>
            </p:nvPr>
          </p:nvSpPr>
          <p:spPr>
            <a:xfrm>
              <a:off x="340" y="1026"/>
              <a:ext cx="54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587" name="Text Box 49"/>
            <p:cNvSpPr txBox="1"/>
            <p:nvPr>
              <p:custDataLst>
                <p:tags r:id="rId22"/>
              </p:custDataLst>
            </p:nvPr>
          </p:nvSpPr>
          <p:spPr>
            <a:xfrm>
              <a:off x="1429" y="1071"/>
              <a:ext cx="51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588" name="Text Box 52"/>
            <p:cNvSpPr txBox="1"/>
            <p:nvPr>
              <p:custDataLst>
                <p:tags r:id="rId23"/>
              </p:custDataLst>
            </p:nvPr>
          </p:nvSpPr>
          <p:spPr>
            <a:xfrm>
              <a:off x="302" y="1253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89" name="Text Box 53"/>
            <p:cNvSpPr txBox="1"/>
            <p:nvPr>
              <p:custDataLst>
                <p:tags r:id="rId24"/>
              </p:custDataLst>
            </p:nvPr>
          </p:nvSpPr>
          <p:spPr>
            <a:xfrm>
              <a:off x="302" y="1781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0" name="Text Box 54"/>
            <p:cNvSpPr txBox="1"/>
            <p:nvPr>
              <p:custDataLst>
                <p:tags r:id="rId25"/>
              </p:custDataLst>
            </p:nvPr>
          </p:nvSpPr>
          <p:spPr>
            <a:xfrm>
              <a:off x="446" y="1541"/>
              <a:ext cx="52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1" name="Text Box 55"/>
            <p:cNvSpPr txBox="1"/>
            <p:nvPr>
              <p:custDataLst>
                <p:tags r:id="rId26"/>
              </p:custDataLst>
            </p:nvPr>
          </p:nvSpPr>
          <p:spPr>
            <a:xfrm>
              <a:off x="1973" y="935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2" name="Text Box 56"/>
            <p:cNvSpPr txBox="1"/>
            <p:nvPr>
              <p:custDataLst>
                <p:tags r:id="rId27"/>
              </p:custDataLst>
            </p:nvPr>
          </p:nvSpPr>
          <p:spPr>
            <a:xfrm>
              <a:off x="1882" y="1706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3" name="Text Box 57"/>
            <p:cNvSpPr txBox="1"/>
            <p:nvPr>
              <p:custDataLst>
                <p:tags r:id="rId28"/>
              </p:custDataLst>
            </p:nvPr>
          </p:nvSpPr>
          <p:spPr>
            <a:xfrm>
              <a:off x="1927" y="1298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4" name="Text Box 58"/>
            <p:cNvSpPr txBox="1"/>
            <p:nvPr>
              <p:custDataLst>
                <p:tags r:id="rId29"/>
              </p:custDataLst>
            </p:nvPr>
          </p:nvSpPr>
          <p:spPr>
            <a:xfrm>
              <a:off x="2109" y="709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5" name="Text Box 59"/>
            <p:cNvSpPr txBox="1"/>
            <p:nvPr>
              <p:custDataLst>
                <p:tags r:id="rId30"/>
              </p:custDataLst>
            </p:nvPr>
          </p:nvSpPr>
          <p:spPr>
            <a:xfrm>
              <a:off x="1973" y="1933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96" name="Line 67"/>
            <p:cNvSpPr/>
            <p:nvPr/>
          </p:nvSpPr>
          <p:spPr>
            <a:xfrm>
              <a:off x="302" y="2069"/>
              <a:ext cx="1625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97" name="Oval 68"/>
            <p:cNvSpPr/>
            <p:nvPr>
              <p:custDataLst>
                <p:tags r:id="rId31"/>
              </p:custDataLst>
            </p:nvPr>
          </p:nvSpPr>
          <p:spPr>
            <a:xfrm>
              <a:off x="158" y="1550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598" name="Line 69"/>
            <p:cNvSpPr/>
            <p:nvPr/>
          </p:nvSpPr>
          <p:spPr>
            <a:xfrm flipV="1">
              <a:off x="295" y="908"/>
              <a:ext cx="7" cy="120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599" name="Text Box 109"/>
            <p:cNvSpPr txBox="1"/>
            <p:nvPr>
              <p:custDataLst>
                <p:tags r:id="rId32"/>
              </p:custDataLst>
            </p:nvPr>
          </p:nvSpPr>
          <p:spPr>
            <a:xfrm>
              <a:off x="1429" y="1344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00" name="Text Box 110"/>
            <p:cNvSpPr txBox="1"/>
            <p:nvPr>
              <p:custDataLst>
                <p:tags r:id="rId33"/>
              </p:custDataLst>
            </p:nvPr>
          </p:nvSpPr>
          <p:spPr>
            <a:xfrm>
              <a:off x="1429" y="1752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01" name="Oval 112"/>
            <p:cNvSpPr/>
            <p:nvPr>
              <p:custDataLst>
                <p:tags r:id="rId34"/>
              </p:custDataLst>
            </p:nvPr>
          </p:nvSpPr>
          <p:spPr>
            <a:xfrm>
              <a:off x="1927" y="2024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endParaRPr lang="zh-CN" altLang="zh-CN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02" name="Oval 113"/>
            <p:cNvSpPr/>
            <p:nvPr>
              <p:custDataLst>
                <p:tags r:id="rId35"/>
              </p:custDataLst>
            </p:nvPr>
          </p:nvSpPr>
          <p:spPr>
            <a:xfrm>
              <a:off x="2018" y="845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03" name="Rectangle 116"/>
            <p:cNvSpPr/>
            <p:nvPr>
              <p:custDataLst>
                <p:tags r:id="rId36"/>
              </p:custDataLst>
            </p:nvPr>
          </p:nvSpPr>
          <p:spPr>
            <a:xfrm rot="5400000">
              <a:off x="135" y="1139"/>
              <a:ext cx="318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04" name="Line 117"/>
            <p:cNvSpPr/>
            <p:nvPr/>
          </p:nvSpPr>
          <p:spPr>
            <a:xfrm>
              <a:off x="1383" y="890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605" name="Rectangle 70"/>
            <p:cNvSpPr/>
            <p:nvPr>
              <p:custDataLst>
                <p:tags r:id="rId37"/>
              </p:custDataLst>
            </p:nvPr>
          </p:nvSpPr>
          <p:spPr>
            <a:xfrm rot="5400000">
              <a:off x="1224" y="1184"/>
              <a:ext cx="318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06" name="Line 119"/>
            <p:cNvSpPr/>
            <p:nvPr/>
          </p:nvSpPr>
          <p:spPr>
            <a:xfrm>
              <a:off x="295" y="890"/>
              <a:ext cx="1723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07" name="Text Box 120"/>
            <p:cNvSpPr txBox="1"/>
            <p:nvPr>
              <p:custDataLst>
                <p:tags r:id="rId38"/>
              </p:custDataLst>
            </p:nvPr>
          </p:nvSpPr>
          <p:spPr>
            <a:xfrm>
              <a:off x="1565" y="1570"/>
              <a:ext cx="52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348" name="Group 155"/>
          <p:cNvGrpSpPr/>
          <p:nvPr/>
        </p:nvGrpSpPr>
        <p:grpSpPr>
          <a:xfrm>
            <a:off x="6841173" y="765810"/>
            <a:ext cx="3600450" cy="2403475"/>
            <a:chOff x="2925" y="210"/>
            <a:chExt cx="2268" cy="1514"/>
          </a:xfrm>
        </p:grpSpPr>
        <p:sp>
          <p:nvSpPr>
            <p:cNvPr id="1050608" name="Text Box 124"/>
            <p:cNvSpPr txBox="1"/>
            <p:nvPr>
              <p:custDataLst>
                <p:tags r:id="rId39"/>
              </p:custDataLst>
            </p:nvPr>
          </p:nvSpPr>
          <p:spPr>
            <a:xfrm>
              <a:off x="3696" y="618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609" name="Text Box 125"/>
            <p:cNvSpPr txBox="1"/>
            <p:nvPr>
              <p:custDataLst>
                <p:tags r:id="rId40"/>
              </p:custDataLst>
            </p:nvPr>
          </p:nvSpPr>
          <p:spPr>
            <a:xfrm>
              <a:off x="4196" y="572"/>
              <a:ext cx="51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610" name="Text Box 128"/>
            <p:cNvSpPr txBox="1"/>
            <p:nvPr>
              <p:custDataLst>
                <p:tags r:id="rId41"/>
              </p:custDataLst>
            </p:nvPr>
          </p:nvSpPr>
          <p:spPr>
            <a:xfrm>
              <a:off x="3107" y="618"/>
              <a:ext cx="39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1" name="Text Box 129"/>
            <p:cNvSpPr txBox="1"/>
            <p:nvPr>
              <p:custDataLst>
                <p:tags r:id="rId42"/>
              </p:custDataLst>
            </p:nvPr>
          </p:nvSpPr>
          <p:spPr>
            <a:xfrm>
              <a:off x="4740" y="436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2" name="Text Box 130"/>
            <p:cNvSpPr txBox="1"/>
            <p:nvPr>
              <p:custDataLst>
                <p:tags r:id="rId43"/>
              </p:custDataLst>
            </p:nvPr>
          </p:nvSpPr>
          <p:spPr>
            <a:xfrm>
              <a:off x="4649" y="1207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3" name="Text Box 131"/>
            <p:cNvSpPr txBox="1"/>
            <p:nvPr>
              <p:custDataLst>
                <p:tags r:id="rId44"/>
              </p:custDataLst>
            </p:nvPr>
          </p:nvSpPr>
          <p:spPr>
            <a:xfrm>
              <a:off x="4694" y="799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4" name="Text Box 132"/>
            <p:cNvSpPr txBox="1"/>
            <p:nvPr>
              <p:custDataLst>
                <p:tags r:id="rId45"/>
              </p:custDataLst>
            </p:nvPr>
          </p:nvSpPr>
          <p:spPr>
            <a:xfrm>
              <a:off x="4876" y="210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5" name="Text Box 133"/>
            <p:cNvSpPr txBox="1"/>
            <p:nvPr>
              <p:custDataLst>
                <p:tags r:id="rId46"/>
              </p:custDataLst>
            </p:nvPr>
          </p:nvSpPr>
          <p:spPr>
            <a:xfrm>
              <a:off x="4740" y="1434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6" name="Line 134"/>
            <p:cNvSpPr/>
            <p:nvPr/>
          </p:nvSpPr>
          <p:spPr>
            <a:xfrm>
              <a:off x="3069" y="1570"/>
              <a:ext cx="1625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17" name="Line 136"/>
            <p:cNvSpPr/>
            <p:nvPr/>
          </p:nvSpPr>
          <p:spPr>
            <a:xfrm flipV="1">
              <a:off x="3062" y="409"/>
              <a:ext cx="7" cy="120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18" name="Oval 139"/>
            <p:cNvSpPr/>
            <p:nvPr>
              <p:custDataLst>
                <p:tags r:id="rId47"/>
              </p:custDataLst>
            </p:nvPr>
          </p:nvSpPr>
          <p:spPr>
            <a:xfrm>
              <a:off x="4694" y="1525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endParaRPr lang="zh-CN" altLang="zh-CN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19" name="Oval 140"/>
            <p:cNvSpPr/>
            <p:nvPr>
              <p:custDataLst>
                <p:tags r:id="rId48"/>
              </p:custDataLst>
            </p:nvPr>
          </p:nvSpPr>
          <p:spPr>
            <a:xfrm>
              <a:off x="4785" y="346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20" name="Line 142"/>
            <p:cNvSpPr/>
            <p:nvPr/>
          </p:nvSpPr>
          <p:spPr>
            <a:xfrm>
              <a:off x="4150" y="391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621" name="Rectangle 143"/>
            <p:cNvSpPr/>
            <p:nvPr>
              <p:custDataLst>
                <p:tags r:id="rId49"/>
              </p:custDataLst>
            </p:nvPr>
          </p:nvSpPr>
          <p:spPr>
            <a:xfrm rot="5400000">
              <a:off x="3991" y="685"/>
              <a:ext cx="318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22" name="Line 144"/>
            <p:cNvSpPr/>
            <p:nvPr/>
          </p:nvSpPr>
          <p:spPr>
            <a:xfrm>
              <a:off x="3062" y="391"/>
              <a:ext cx="1723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23" name="Line 146"/>
            <p:cNvSpPr/>
            <p:nvPr/>
          </p:nvSpPr>
          <p:spPr>
            <a:xfrm>
              <a:off x="3651" y="391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grpSp>
          <p:nvGrpSpPr>
            <p:cNvPr id="1349" name="Group 149"/>
            <p:cNvGrpSpPr/>
            <p:nvPr/>
          </p:nvGrpSpPr>
          <p:grpSpPr>
            <a:xfrm>
              <a:off x="3515" y="912"/>
              <a:ext cx="318" cy="295"/>
              <a:chOff x="3515" y="709"/>
              <a:chExt cx="318" cy="295"/>
            </a:xfrm>
          </p:grpSpPr>
          <p:sp>
            <p:nvSpPr>
              <p:cNvPr id="1050624" name="Oval 123"/>
              <p:cNvSpPr/>
              <p:nvPr>
                <p:custDataLst>
                  <p:tags r:id="rId50"/>
                </p:custDataLst>
              </p:nvPr>
            </p:nvSpPr>
            <p:spPr>
              <a:xfrm>
                <a:off x="3515" y="709"/>
                <a:ext cx="295" cy="295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625" name="Line 148"/>
              <p:cNvSpPr/>
              <p:nvPr>
                <p:custDataLst>
                  <p:tags r:id="rId51"/>
                </p:custDataLst>
              </p:nvPr>
            </p:nvSpPr>
            <p:spPr>
              <a:xfrm>
                <a:off x="3515" y="845"/>
                <a:ext cx="31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grpSp>
          <p:nvGrpSpPr>
            <p:cNvPr id="1350" name="Group 150"/>
            <p:cNvGrpSpPr/>
            <p:nvPr/>
          </p:nvGrpSpPr>
          <p:grpSpPr>
            <a:xfrm>
              <a:off x="2925" y="890"/>
              <a:ext cx="318" cy="295"/>
              <a:chOff x="3515" y="709"/>
              <a:chExt cx="318" cy="295"/>
            </a:xfrm>
          </p:grpSpPr>
          <p:sp>
            <p:nvSpPr>
              <p:cNvPr id="1050626" name="Oval 151"/>
              <p:cNvSpPr/>
              <p:nvPr>
                <p:custDataLst>
                  <p:tags r:id="rId52"/>
                </p:custDataLst>
              </p:nvPr>
            </p:nvSpPr>
            <p:spPr>
              <a:xfrm>
                <a:off x="3515" y="709"/>
                <a:ext cx="295" cy="295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627" name="Line 152"/>
              <p:cNvSpPr/>
              <p:nvPr>
                <p:custDataLst>
                  <p:tags r:id="rId53"/>
                </p:custDataLst>
              </p:nvPr>
            </p:nvSpPr>
            <p:spPr>
              <a:xfrm>
                <a:off x="3515" y="845"/>
                <a:ext cx="31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0628" name="Line 153"/>
            <p:cNvSpPr/>
            <p:nvPr/>
          </p:nvSpPr>
          <p:spPr>
            <a:xfrm flipV="1">
              <a:off x="3107" y="572"/>
              <a:ext cx="0" cy="273"/>
            </a:xfrm>
            <a:prstGeom prst="line">
              <a:avLst/>
            </a:prstGeom>
            <a:ln w="38100" cap="flat" cmpd="sng">
              <a:solidFill>
                <a:srgbClr val="00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629" name="Line 154"/>
            <p:cNvSpPr/>
            <p:nvPr/>
          </p:nvSpPr>
          <p:spPr>
            <a:xfrm flipV="1">
              <a:off x="3696" y="572"/>
              <a:ext cx="0" cy="273"/>
            </a:xfrm>
            <a:prstGeom prst="line">
              <a:avLst/>
            </a:prstGeom>
            <a:ln w="38100" cap="flat" cmpd="sng">
              <a:solidFill>
                <a:srgbClr val="00FFFF"/>
              </a:solidFill>
              <a:prstDash val="solid"/>
              <a:headEnd type="none" w="med" len="med"/>
              <a:tailEnd type="triangle" w="med" len="med"/>
            </a:ln>
          </p:spPr>
        </p:sp>
      </p:grpSp>
      <p:sp>
        <p:nvSpPr>
          <p:cNvPr id="1050630" name="AutoShape 75"/>
          <p:cNvSpPr/>
          <p:nvPr>
            <p:custDataLst>
              <p:tags r:id="rId54"/>
            </p:custDataLst>
          </p:nvPr>
        </p:nvSpPr>
        <p:spPr>
          <a:xfrm rot="240000">
            <a:off x="5533708" y="1787525"/>
            <a:ext cx="595312" cy="420688"/>
          </a:xfrm>
          <a:prstGeom prst="rightArrow">
            <a:avLst>
              <a:gd name="adj1" fmla="val 50000"/>
              <a:gd name="adj2" fmla="val 35377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370" name=""/>
        <p:cNvGrpSpPr/>
        <p:nvPr/>
      </p:nvGrpSpPr>
      <p:grpSpPr/>
      <p:grpSp>
        <p:nvGrpSpPr>
          <p:cNvPr id="1371" name="Group 157"/>
          <p:cNvGrpSpPr/>
          <p:nvPr/>
        </p:nvGrpSpPr>
        <p:grpSpPr>
          <a:xfrm>
            <a:off x="2781300" y="3107373"/>
            <a:ext cx="457200" cy="609600"/>
            <a:chOff x="1156" y="709"/>
            <a:chExt cx="288" cy="384"/>
          </a:xfrm>
        </p:grpSpPr>
        <p:sp>
          <p:nvSpPr>
            <p:cNvPr id="1050643" name="Line 50"/>
            <p:cNvSpPr/>
            <p:nvPr/>
          </p:nvSpPr>
          <p:spPr>
            <a:xfrm>
              <a:off x="1429" y="709"/>
              <a:ext cx="0" cy="38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644" name="Text Box 51"/>
            <p:cNvSpPr txBox="1"/>
            <p:nvPr>
              <p:custDataLst>
                <p:tags r:id="rId1"/>
              </p:custDataLst>
            </p:nvPr>
          </p:nvSpPr>
          <p:spPr>
            <a:xfrm>
              <a:off x="1156" y="709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645" name="Text Box 101"/>
          <p:cNvSpPr txBox="1"/>
          <p:nvPr>
            <p:custDataLst>
              <p:tags r:id="rId2"/>
            </p:custDataLst>
          </p:nvPr>
        </p:nvSpPr>
        <p:spPr>
          <a:xfrm>
            <a:off x="5592128" y="1268730"/>
            <a:ext cx="28194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求开路电压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endParaRPr lang="en-US" altLang="zh-CN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646" name="Text Box 114"/>
          <p:cNvSpPr txBox="1"/>
          <p:nvPr>
            <p:custDataLst>
              <p:tags r:id="rId3"/>
            </p:custDataLst>
          </p:nvPr>
        </p:nvSpPr>
        <p:spPr>
          <a:xfrm>
            <a:off x="5592128" y="3933508"/>
            <a:ext cx="32766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求等效电阻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endParaRPr lang="en-US" altLang="zh-CN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372" name="Group 121"/>
          <p:cNvGrpSpPr/>
          <p:nvPr/>
        </p:nvGrpSpPr>
        <p:grpSpPr>
          <a:xfrm>
            <a:off x="1270000" y="1701483"/>
            <a:ext cx="3600450" cy="2403475"/>
            <a:chOff x="158" y="709"/>
            <a:chExt cx="2268" cy="1514"/>
          </a:xfrm>
        </p:grpSpPr>
        <p:sp>
          <p:nvSpPr>
            <p:cNvPr id="1050647" name="Oval 118"/>
            <p:cNvSpPr/>
            <p:nvPr>
              <p:custDataLst>
                <p:tags r:id="rId4"/>
              </p:custDataLst>
            </p:nvPr>
          </p:nvSpPr>
          <p:spPr>
            <a:xfrm>
              <a:off x="1247" y="1570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48" name="Text Box 46"/>
            <p:cNvSpPr txBox="1"/>
            <p:nvPr>
              <p:custDataLst>
                <p:tags r:id="rId5"/>
              </p:custDataLst>
            </p:nvPr>
          </p:nvSpPr>
          <p:spPr>
            <a:xfrm>
              <a:off x="340" y="1026"/>
              <a:ext cx="54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649" name="Text Box 49"/>
            <p:cNvSpPr txBox="1"/>
            <p:nvPr>
              <p:custDataLst>
                <p:tags r:id="rId6"/>
              </p:custDataLst>
            </p:nvPr>
          </p:nvSpPr>
          <p:spPr>
            <a:xfrm>
              <a:off x="1429" y="1071"/>
              <a:ext cx="516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650" name="Text Box 52"/>
            <p:cNvSpPr txBox="1"/>
            <p:nvPr>
              <p:custDataLst>
                <p:tags r:id="rId7"/>
              </p:custDataLst>
            </p:nvPr>
          </p:nvSpPr>
          <p:spPr>
            <a:xfrm>
              <a:off x="302" y="1253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1" name="Text Box 53"/>
            <p:cNvSpPr txBox="1"/>
            <p:nvPr>
              <p:custDataLst>
                <p:tags r:id="rId8"/>
              </p:custDataLst>
            </p:nvPr>
          </p:nvSpPr>
          <p:spPr>
            <a:xfrm>
              <a:off x="302" y="1781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2" name="Text Box 54"/>
            <p:cNvSpPr txBox="1"/>
            <p:nvPr>
              <p:custDataLst>
                <p:tags r:id="rId9"/>
              </p:custDataLst>
            </p:nvPr>
          </p:nvSpPr>
          <p:spPr>
            <a:xfrm>
              <a:off x="446" y="1541"/>
              <a:ext cx="52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3" name="Text Box 55"/>
            <p:cNvSpPr txBox="1"/>
            <p:nvPr>
              <p:custDataLst>
                <p:tags r:id="rId10"/>
              </p:custDataLst>
            </p:nvPr>
          </p:nvSpPr>
          <p:spPr>
            <a:xfrm>
              <a:off x="1973" y="935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4" name="Text Box 56"/>
            <p:cNvSpPr txBox="1"/>
            <p:nvPr>
              <p:custDataLst>
                <p:tags r:id="rId11"/>
              </p:custDataLst>
            </p:nvPr>
          </p:nvSpPr>
          <p:spPr>
            <a:xfrm>
              <a:off x="1882" y="1706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5" name="Text Box 57"/>
            <p:cNvSpPr txBox="1"/>
            <p:nvPr>
              <p:custDataLst>
                <p:tags r:id="rId12"/>
              </p:custDataLst>
            </p:nvPr>
          </p:nvSpPr>
          <p:spPr>
            <a:xfrm>
              <a:off x="1927" y="1298"/>
              <a:ext cx="4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6" name="Text Box 58"/>
            <p:cNvSpPr txBox="1"/>
            <p:nvPr>
              <p:custDataLst>
                <p:tags r:id="rId13"/>
              </p:custDataLst>
            </p:nvPr>
          </p:nvSpPr>
          <p:spPr>
            <a:xfrm>
              <a:off x="2109" y="709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7" name="Text Box 59"/>
            <p:cNvSpPr txBox="1"/>
            <p:nvPr>
              <p:custDataLst>
                <p:tags r:id="rId14"/>
              </p:custDataLst>
            </p:nvPr>
          </p:nvSpPr>
          <p:spPr>
            <a:xfrm>
              <a:off x="1973" y="1933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8" name="Line 67"/>
            <p:cNvSpPr/>
            <p:nvPr/>
          </p:nvSpPr>
          <p:spPr>
            <a:xfrm>
              <a:off x="302" y="2069"/>
              <a:ext cx="1625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59" name="Oval 68"/>
            <p:cNvSpPr/>
            <p:nvPr>
              <p:custDataLst>
                <p:tags r:id="rId15"/>
              </p:custDataLst>
            </p:nvPr>
          </p:nvSpPr>
          <p:spPr>
            <a:xfrm>
              <a:off x="158" y="1550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60" name="Line 69"/>
            <p:cNvSpPr/>
            <p:nvPr/>
          </p:nvSpPr>
          <p:spPr>
            <a:xfrm flipV="1">
              <a:off x="295" y="908"/>
              <a:ext cx="7" cy="120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61" name="Text Box 109"/>
            <p:cNvSpPr txBox="1"/>
            <p:nvPr>
              <p:custDataLst>
                <p:tags r:id="rId16"/>
              </p:custDataLst>
            </p:nvPr>
          </p:nvSpPr>
          <p:spPr>
            <a:xfrm>
              <a:off x="1429" y="1344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62" name="Text Box 110"/>
            <p:cNvSpPr txBox="1"/>
            <p:nvPr>
              <p:custDataLst>
                <p:tags r:id="rId17"/>
              </p:custDataLst>
            </p:nvPr>
          </p:nvSpPr>
          <p:spPr>
            <a:xfrm>
              <a:off x="1429" y="1752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63" name="Oval 112"/>
            <p:cNvSpPr/>
            <p:nvPr>
              <p:custDataLst>
                <p:tags r:id="rId18"/>
              </p:custDataLst>
            </p:nvPr>
          </p:nvSpPr>
          <p:spPr>
            <a:xfrm>
              <a:off x="1927" y="2024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endParaRPr lang="zh-CN" altLang="zh-CN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64" name="Oval 113"/>
            <p:cNvSpPr/>
            <p:nvPr>
              <p:custDataLst>
                <p:tags r:id="rId19"/>
              </p:custDataLst>
            </p:nvPr>
          </p:nvSpPr>
          <p:spPr>
            <a:xfrm>
              <a:off x="2018" y="845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65" name="Rectangle 116"/>
            <p:cNvSpPr/>
            <p:nvPr>
              <p:custDataLst>
                <p:tags r:id="rId20"/>
              </p:custDataLst>
            </p:nvPr>
          </p:nvSpPr>
          <p:spPr>
            <a:xfrm rot="5400000">
              <a:off x="135" y="1139"/>
              <a:ext cx="318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66" name="Line 117"/>
            <p:cNvSpPr/>
            <p:nvPr/>
          </p:nvSpPr>
          <p:spPr>
            <a:xfrm>
              <a:off x="1383" y="890"/>
              <a:ext cx="0" cy="117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0667" name="Rectangle 70"/>
            <p:cNvSpPr/>
            <p:nvPr>
              <p:custDataLst>
                <p:tags r:id="rId21"/>
              </p:custDataLst>
            </p:nvPr>
          </p:nvSpPr>
          <p:spPr>
            <a:xfrm rot="5400000">
              <a:off x="1224" y="1184"/>
              <a:ext cx="318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668" name="Line 119"/>
            <p:cNvSpPr/>
            <p:nvPr/>
          </p:nvSpPr>
          <p:spPr>
            <a:xfrm>
              <a:off x="295" y="890"/>
              <a:ext cx="1723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669" name="Text Box 120"/>
            <p:cNvSpPr txBox="1"/>
            <p:nvPr>
              <p:custDataLst>
                <p:tags r:id="rId22"/>
              </p:custDataLst>
            </p:nvPr>
          </p:nvSpPr>
          <p:spPr>
            <a:xfrm>
              <a:off x="1565" y="1570"/>
              <a:ext cx="52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82" name="Object 158"/>
          <p:cNvGraphicFramePr>
            <a:graphicFrameLocks noChangeAspect="1"/>
          </p:cNvGraphicFramePr>
          <p:nvPr>
            <p:custDataLst>
              <p:tags r:id="rId23"/>
            </p:custDataLst>
          </p:nvPr>
        </p:nvGraphicFramePr>
        <p:xfrm>
          <a:off x="6095683" y="2017078"/>
          <a:ext cx="2720975" cy="884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7" name="" showAsIcon="1" r:id="rId24" imgW="1092835" imgH="326390" progId="Equation.3">
                  <p:embed/>
                </p:oleObj>
              </mc:Choice>
              <mc:Fallback>
                <p:oleObj name="" showAsIcon="1" r:id="rId24" imgW="1092835" imgH="326390" progId="Equation.3">
                  <p:embed/>
                  <p:pic>
                    <p:nvPicPr>
                      <p:cNvPr id="0" name="图片 3116"/>
                      <p:cNvPicPr/>
                      <p:nvPr/>
                    </p:nvPicPr>
                    <p:blipFill>
                      <a:blip r:embed="rId25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095683" y="2017078"/>
                        <a:ext cx="2720975" cy="884237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83" name="Object 159"/>
          <p:cNvGraphicFramePr>
            <a:graphicFrameLocks noChangeAspect="1"/>
          </p:cNvGraphicFramePr>
          <p:nvPr>
            <p:custDataLst>
              <p:tags r:id="rId26"/>
            </p:custDataLst>
          </p:nvPr>
        </p:nvGraphicFramePr>
        <p:xfrm>
          <a:off x="6096000" y="4796473"/>
          <a:ext cx="2952750" cy="641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8" name="" showAsIcon="1" r:id="rId27" imgW="962025" imgH="178435" progId="Equation.3">
                  <p:embed/>
                </p:oleObj>
              </mc:Choice>
              <mc:Fallback>
                <p:oleObj name="" showAsIcon="1" r:id="rId27" imgW="962025" imgH="178435" progId="Equation.3">
                  <p:embed/>
                  <p:pic>
                    <p:nvPicPr>
                      <p:cNvPr id="0" name="图片 3117"/>
                      <p:cNvPicPr/>
                      <p:nvPr/>
                    </p:nvPicPr>
                    <p:blipFill>
                      <a:blip r:embed="rId28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096000" y="4796473"/>
                        <a:ext cx="2952750" cy="64135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84" name="Object 160"/>
          <p:cNvGraphicFramePr>
            <a:graphicFrameLocks noChangeAspect="1"/>
          </p:cNvGraphicFramePr>
          <p:nvPr>
            <p:custDataLst>
              <p:tags r:id="rId29"/>
            </p:custDataLst>
          </p:nvPr>
        </p:nvGraphicFramePr>
        <p:xfrm>
          <a:off x="6108383" y="3054985"/>
          <a:ext cx="4008437" cy="5635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9" name="" showAsIcon="1" r:id="rId30" imgW="1432560" imgH="161290" progId="Equation.3">
                  <p:embed/>
                </p:oleObj>
              </mc:Choice>
              <mc:Fallback>
                <p:oleObj name="" showAsIcon="1" r:id="rId30" imgW="1432560" imgH="161290" progId="Equation.3">
                  <p:embed/>
                  <p:pic>
                    <p:nvPicPr>
                      <p:cNvPr id="0" name="图片 3118"/>
                      <p:cNvPicPr/>
                      <p:nvPr/>
                    </p:nvPicPr>
                    <p:blipFill>
                      <a:blip r:embed="rId31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6108383" y="3054985"/>
                        <a:ext cx="4008437" cy="563563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10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50000"/>
              </a:spcBef>
              <a:buNone/>
            </a:pPr>
            <a:endParaRPr lang="zh-CN" altLang="en-US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566" name=""/>
        <p:cNvGrpSpPr/>
        <p:nvPr/>
      </p:nvGrpSpPr>
      <p:grpSpPr/>
      <p:sp>
        <p:nvSpPr>
          <p:cNvPr id="1050987" name="Text Box 6"/>
          <p:cNvSpPr txBox="1"/>
          <p:nvPr>
            <p:custDataLst>
              <p:tags r:id="rId1"/>
            </p:custDataLst>
          </p:nvPr>
        </p:nvSpPr>
        <p:spPr>
          <a:xfrm>
            <a:off x="5375910" y="1124585"/>
            <a:ext cx="4968875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marL="342900" indent="-342900" eaLnBrk="1" hangingPunct="1">
              <a:spcBef>
                <a:spcPct val="20000"/>
              </a:spcBef>
            </a:pP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计算</a:t>
            </a:r>
            <a:r>
              <a:rPr lang="en-US" altLang="zh-CN" sz="2400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3200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分别为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1.2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、 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5.2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时的</a:t>
            </a:r>
            <a:r>
              <a:rPr lang="en-US" altLang="zh-CN" sz="2400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；</a:t>
            </a:r>
            <a:endParaRPr lang="zh-CN" altLang="en-US" sz="2400" i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567" name="Group 8"/>
          <p:cNvGrpSpPr/>
          <p:nvPr/>
        </p:nvGrpSpPr>
        <p:grpSpPr>
          <a:xfrm>
            <a:off x="911860" y="1366838"/>
            <a:ext cx="3457575" cy="3024187"/>
            <a:chOff x="816" y="240"/>
            <a:chExt cx="1488" cy="1584"/>
          </a:xfrm>
        </p:grpSpPr>
        <p:sp>
          <p:nvSpPr>
            <p:cNvPr id="1050988" name="Rectangle 9"/>
            <p:cNvSpPr/>
            <p:nvPr>
              <p:custDataLst>
                <p:tags r:id="rId2"/>
              </p:custDataLst>
            </p:nvPr>
          </p:nvSpPr>
          <p:spPr>
            <a:xfrm>
              <a:off x="816" y="528"/>
              <a:ext cx="1488" cy="1152"/>
            </a:xfrm>
            <a:prstGeom prst="rect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89" name="Line 10"/>
            <p:cNvSpPr/>
            <p:nvPr/>
          </p:nvSpPr>
          <p:spPr>
            <a:xfrm>
              <a:off x="816" y="1104"/>
              <a:ext cx="1488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990" name="Line 11"/>
            <p:cNvSpPr/>
            <p:nvPr/>
          </p:nvSpPr>
          <p:spPr>
            <a:xfrm>
              <a:off x="1536" y="528"/>
              <a:ext cx="0" cy="57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0991" name="Line 12"/>
            <p:cNvSpPr/>
            <p:nvPr/>
          </p:nvSpPr>
          <p:spPr>
            <a:xfrm>
              <a:off x="1632" y="672"/>
              <a:ext cx="0" cy="288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0992" name="Text Box 13"/>
            <p:cNvSpPr txBox="1"/>
            <p:nvPr>
              <p:custDataLst>
                <p:tags r:id="rId3"/>
              </p:custDataLst>
            </p:nvPr>
          </p:nvSpPr>
          <p:spPr>
            <a:xfrm>
              <a:off x="1632" y="624"/>
              <a:ext cx="240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93" name="Rectangle 14"/>
            <p:cNvSpPr/>
            <p:nvPr>
              <p:custDataLst>
                <p:tags r:id="rId4"/>
              </p:custDataLst>
            </p:nvPr>
          </p:nvSpPr>
          <p:spPr>
            <a:xfrm>
              <a:off x="1488" y="720"/>
              <a:ext cx="91" cy="227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0994" name="Text Box 15"/>
            <p:cNvSpPr txBox="1"/>
            <p:nvPr>
              <p:custDataLst>
                <p:tags r:id="rId5"/>
              </p:custDataLst>
            </p:nvPr>
          </p:nvSpPr>
          <p:spPr>
            <a:xfrm>
              <a:off x="1200" y="624"/>
              <a:ext cx="336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x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95" name="Text Box 16"/>
            <p:cNvSpPr txBox="1"/>
            <p:nvPr>
              <p:custDataLst>
                <p:tags r:id="rId6"/>
              </p:custDataLst>
            </p:nvPr>
          </p:nvSpPr>
          <p:spPr>
            <a:xfrm>
              <a:off x="1440" y="240"/>
              <a:ext cx="240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96" name="Text Box 17"/>
            <p:cNvSpPr txBox="1"/>
            <p:nvPr>
              <p:custDataLst>
                <p:tags r:id="rId7"/>
              </p:custDataLst>
            </p:nvPr>
          </p:nvSpPr>
          <p:spPr>
            <a:xfrm>
              <a:off x="1440" y="1056"/>
              <a:ext cx="240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97" name="Oval 18"/>
            <p:cNvSpPr/>
            <p:nvPr>
              <p:custDataLst>
                <p:tags r:id="rId8"/>
              </p:custDataLst>
            </p:nvPr>
          </p:nvSpPr>
          <p:spPr>
            <a:xfrm>
              <a:off x="1440" y="1536"/>
              <a:ext cx="288" cy="28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cxnSp>
          <p:nvCxnSpPr>
            <p:cNvPr id="3145742" name="AutoShape 19"/>
            <p:cNvCxnSpPr>
              <a:stCxn id="1050997" idx="2"/>
              <a:endCxn id="1050997" idx="6"/>
            </p:cNvCxnSpPr>
            <p:nvPr/>
          </p:nvCxnSpPr>
          <p:spPr>
            <a:xfrm>
              <a:off x="1440" y="1680"/>
              <a:ext cx="288" cy="0"/>
            </a:xfrm>
            <a:prstGeom prst="straightConnector1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cxnSp>
        <p:sp>
          <p:nvSpPr>
            <p:cNvPr id="1050998" name="Text Box 20"/>
            <p:cNvSpPr txBox="1"/>
            <p:nvPr>
              <p:custDataLst>
                <p:tags r:id="rId9"/>
              </p:custDataLst>
            </p:nvPr>
          </p:nvSpPr>
          <p:spPr>
            <a:xfrm>
              <a:off x="1200" y="1440"/>
              <a:ext cx="240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99" name="Text Box 21"/>
            <p:cNvSpPr txBox="1"/>
            <p:nvPr>
              <p:custDataLst>
                <p:tags r:id="rId10"/>
              </p:custDataLst>
            </p:nvPr>
          </p:nvSpPr>
          <p:spPr>
            <a:xfrm>
              <a:off x="1728" y="1440"/>
              <a:ext cx="288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00" name="Text Box 22"/>
            <p:cNvSpPr txBox="1"/>
            <p:nvPr>
              <p:custDataLst>
                <p:tags r:id="rId11"/>
              </p:custDataLst>
            </p:nvPr>
          </p:nvSpPr>
          <p:spPr>
            <a:xfrm>
              <a:off x="1392" y="1296"/>
              <a:ext cx="528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01" name="Text Box 23"/>
            <p:cNvSpPr txBox="1"/>
            <p:nvPr>
              <p:custDataLst>
                <p:tags r:id="rId12"/>
              </p:custDataLst>
            </p:nvPr>
          </p:nvSpPr>
          <p:spPr>
            <a:xfrm>
              <a:off x="1728" y="768"/>
              <a:ext cx="384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02" name="Text Box 24"/>
            <p:cNvSpPr txBox="1"/>
            <p:nvPr>
              <p:custDataLst>
                <p:tags r:id="rId13"/>
              </p:custDataLst>
            </p:nvPr>
          </p:nvSpPr>
          <p:spPr>
            <a:xfrm>
              <a:off x="1728" y="240"/>
              <a:ext cx="384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03" name="Text Box 25"/>
            <p:cNvSpPr txBox="1"/>
            <p:nvPr>
              <p:custDataLst>
                <p:tags r:id="rId14"/>
              </p:custDataLst>
            </p:nvPr>
          </p:nvSpPr>
          <p:spPr>
            <a:xfrm>
              <a:off x="1008" y="816"/>
              <a:ext cx="480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04" name="Rectangle 26"/>
            <p:cNvSpPr/>
            <p:nvPr>
              <p:custDataLst>
                <p:tags r:id="rId15"/>
              </p:custDataLst>
            </p:nvPr>
          </p:nvSpPr>
          <p:spPr>
            <a:xfrm>
              <a:off x="1056" y="480"/>
              <a:ext cx="227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005" name="Text Box 27"/>
            <p:cNvSpPr txBox="1"/>
            <p:nvPr>
              <p:custDataLst>
                <p:tags r:id="rId16"/>
              </p:custDataLst>
            </p:nvPr>
          </p:nvSpPr>
          <p:spPr>
            <a:xfrm>
              <a:off x="1008" y="240"/>
              <a:ext cx="432" cy="24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06" name="Rectangle 28"/>
            <p:cNvSpPr/>
            <p:nvPr>
              <p:custDataLst>
                <p:tags r:id="rId17"/>
              </p:custDataLst>
            </p:nvPr>
          </p:nvSpPr>
          <p:spPr>
            <a:xfrm>
              <a:off x="1776" y="480"/>
              <a:ext cx="227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007" name="Rectangle 29"/>
            <p:cNvSpPr/>
            <p:nvPr>
              <p:custDataLst>
                <p:tags r:id="rId18"/>
              </p:custDataLst>
            </p:nvPr>
          </p:nvSpPr>
          <p:spPr>
            <a:xfrm>
              <a:off x="1056" y="1056"/>
              <a:ext cx="227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008" name="Rectangle 30"/>
            <p:cNvSpPr/>
            <p:nvPr>
              <p:custDataLst>
                <p:tags r:id="rId19"/>
              </p:custDataLst>
            </p:nvPr>
          </p:nvSpPr>
          <p:spPr>
            <a:xfrm>
              <a:off x="1776" y="1056"/>
              <a:ext cx="227" cy="91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sp>
        <p:nvSpPr>
          <p:cNvPr id="1051009" name="Text Box 31"/>
          <p:cNvSpPr txBox="1"/>
          <p:nvPr>
            <p:custDataLst>
              <p:tags r:id="rId20"/>
            </p:custDataLst>
          </p:nvPr>
        </p:nvSpPr>
        <p:spPr>
          <a:xfrm>
            <a:off x="5520055" y="1867218"/>
            <a:ext cx="604838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010" name="Text Box 32"/>
          <p:cNvSpPr txBox="1"/>
          <p:nvPr/>
        </p:nvSpPr>
        <p:spPr>
          <a:xfrm>
            <a:off x="6383973" y="1916113"/>
            <a:ext cx="3889375" cy="82994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保留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i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支路，将其余一端口网络化为戴维宁等效电路：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568" name="Group 31"/>
          <p:cNvGrpSpPr/>
          <p:nvPr/>
        </p:nvGrpSpPr>
        <p:grpSpPr>
          <a:xfrm>
            <a:off x="6095683" y="3140710"/>
            <a:ext cx="3586162" cy="2886075"/>
            <a:chOff x="567" y="2208"/>
            <a:chExt cx="2259" cy="1818"/>
          </a:xfrm>
        </p:grpSpPr>
        <p:sp>
          <p:nvSpPr>
            <p:cNvPr id="1051011" name="Text Box 32"/>
            <p:cNvSpPr txBox="1"/>
            <p:nvPr>
              <p:custDataLst>
                <p:tags r:id="rId21"/>
              </p:custDataLst>
            </p:nvPr>
          </p:nvSpPr>
          <p:spPr>
            <a:xfrm>
              <a:off x="2490" y="2208"/>
              <a:ext cx="21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2" name="Text Box 33"/>
            <p:cNvSpPr txBox="1"/>
            <p:nvPr>
              <p:custDataLst>
                <p:tags r:id="rId22"/>
              </p:custDataLst>
            </p:nvPr>
          </p:nvSpPr>
          <p:spPr>
            <a:xfrm>
              <a:off x="2490" y="3203"/>
              <a:ext cx="21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3" name="Text Box 34"/>
            <p:cNvSpPr txBox="1"/>
            <p:nvPr>
              <p:custDataLst>
                <p:tags r:id="rId23"/>
              </p:custDataLst>
            </p:nvPr>
          </p:nvSpPr>
          <p:spPr>
            <a:xfrm>
              <a:off x="762" y="3635"/>
              <a:ext cx="21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4" name="Text Box 35"/>
            <p:cNvSpPr txBox="1"/>
            <p:nvPr>
              <p:custDataLst>
                <p:tags r:id="rId24"/>
              </p:custDataLst>
            </p:nvPr>
          </p:nvSpPr>
          <p:spPr>
            <a:xfrm>
              <a:off x="1299" y="3635"/>
              <a:ext cx="25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5" name="Text Box 36"/>
            <p:cNvSpPr txBox="1"/>
            <p:nvPr>
              <p:custDataLst>
                <p:tags r:id="rId25"/>
              </p:custDataLst>
            </p:nvPr>
          </p:nvSpPr>
          <p:spPr>
            <a:xfrm>
              <a:off x="906" y="3491"/>
              <a:ext cx="58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6" name="Text Box 37"/>
            <p:cNvSpPr txBox="1"/>
            <p:nvPr>
              <p:custDataLst>
                <p:tags r:id="rId26"/>
              </p:custDataLst>
            </p:nvPr>
          </p:nvSpPr>
          <p:spPr>
            <a:xfrm rot="-2712686">
              <a:off x="1056" y="2861"/>
              <a:ext cx="47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17" name="Text Box 38"/>
            <p:cNvSpPr txBox="1"/>
            <p:nvPr>
              <p:custDataLst>
                <p:tags r:id="rId27"/>
              </p:custDataLst>
            </p:nvPr>
          </p:nvSpPr>
          <p:spPr>
            <a:xfrm rot="2782963">
              <a:off x="1324" y="2420"/>
              <a:ext cx="41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18" name="Freeform 39"/>
            <p:cNvSpPr/>
            <p:nvPr>
              <p:custDataLst>
                <p:tags r:id="rId28"/>
              </p:custDataLst>
            </p:nvPr>
          </p:nvSpPr>
          <p:spPr>
            <a:xfrm>
              <a:off x="618" y="2897"/>
              <a:ext cx="1" cy="9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978"/>
                </a:cxn>
              </a:cxnLst>
              <a:rect l="0" t="0" r="r" b="b"/>
              <a:pathLst>
                <a:path w="1" h="978">
                  <a:moveTo>
                    <a:pt x="0" y="0"/>
                  </a:moveTo>
                  <a:lnTo>
                    <a:pt x="1" y="978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019" name="Freeform 40"/>
            <p:cNvSpPr/>
            <p:nvPr>
              <p:custDataLst>
                <p:tags r:id="rId29"/>
              </p:custDataLst>
            </p:nvPr>
          </p:nvSpPr>
          <p:spPr>
            <a:xfrm>
              <a:off x="1626" y="2903"/>
              <a:ext cx="1" cy="9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8"/>
                </a:cxn>
              </a:cxnLst>
              <a:rect l="0" t="0" r="r" b="b"/>
              <a:pathLst>
                <a:path w="1" h="978">
                  <a:moveTo>
                    <a:pt x="0" y="0"/>
                  </a:moveTo>
                  <a:lnTo>
                    <a:pt x="0" y="978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020" name="Line 41"/>
            <p:cNvSpPr/>
            <p:nvPr>
              <p:custDataLst>
                <p:tags r:id="rId30"/>
              </p:custDataLst>
            </p:nvPr>
          </p:nvSpPr>
          <p:spPr>
            <a:xfrm>
              <a:off x="618" y="3875"/>
              <a:ext cx="1008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021" name="Line 42"/>
            <p:cNvSpPr/>
            <p:nvPr>
              <p:custDataLst>
                <p:tags r:id="rId31"/>
              </p:custDataLst>
            </p:nvPr>
          </p:nvSpPr>
          <p:spPr>
            <a:xfrm>
              <a:off x="1098" y="3395"/>
              <a:ext cx="134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022" name="Line 43"/>
            <p:cNvSpPr/>
            <p:nvPr>
              <p:custDataLst>
                <p:tags r:id="rId32"/>
              </p:custDataLst>
            </p:nvPr>
          </p:nvSpPr>
          <p:spPr>
            <a:xfrm>
              <a:off x="1146" y="2401"/>
              <a:ext cx="1296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023" name="Line 44"/>
            <p:cNvSpPr/>
            <p:nvPr>
              <p:custDataLst>
                <p:tags r:id="rId33"/>
              </p:custDataLst>
            </p:nvPr>
          </p:nvSpPr>
          <p:spPr>
            <a:xfrm flipV="1">
              <a:off x="2442" y="2376"/>
              <a:ext cx="0" cy="1019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024" name="Text Box 45"/>
            <p:cNvSpPr txBox="1"/>
            <p:nvPr>
              <p:custDataLst>
                <p:tags r:id="rId34"/>
              </p:custDataLst>
            </p:nvPr>
          </p:nvSpPr>
          <p:spPr>
            <a:xfrm rot="2691986">
              <a:off x="814" y="2915"/>
              <a:ext cx="42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25" name="Text Box 46"/>
            <p:cNvSpPr txBox="1"/>
            <p:nvPr>
              <p:custDataLst>
                <p:tags r:id="rId35"/>
              </p:custDataLst>
            </p:nvPr>
          </p:nvSpPr>
          <p:spPr>
            <a:xfrm>
              <a:off x="906" y="3299"/>
              <a:ext cx="17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26" name="Text Box 47"/>
            <p:cNvSpPr txBox="1"/>
            <p:nvPr>
              <p:custDataLst>
                <p:tags r:id="rId36"/>
              </p:custDataLst>
            </p:nvPr>
          </p:nvSpPr>
          <p:spPr>
            <a:xfrm>
              <a:off x="591" y="3059"/>
              <a:ext cx="17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27" name="Text Box 48"/>
            <p:cNvSpPr txBox="1"/>
            <p:nvPr>
              <p:custDataLst>
                <p:tags r:id="rId37"/>
              </p:custDataLst>
            </p:nvPr>
          </p:nvSpPr>
          <p:spPr>
            <a:xfrm>
              <a:off x="661" y="3203"/>
              <a:ext cx="34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28" name="Text Box 49"/>
            <p:cNvSpPr txBox="1"/>
            <p:nvPr>
              <p:custDataLst>
                <p:tags r:id="rId38"/>
              </p:custDataLst>
            </p:nvPr>
          </p:nvSpPr>
          <p:spPr>
            <a:xfrm rot="-2486295">
              <a:off x="567" y="2386"/>
              <a:ext cx="38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29" name="Text Box 50"/>
            <p:cNvSpPr txBox="1"/>
            <p:nvPr>
              <p:custDataLst>
                <p:tags r:id="rId39"/>
              </p:custDataLst>
            </p:nvPr>
          </p:nvSpPr>
          <p:spPr>
            <a:xfrm>
              <a:off x="1002" y="2435"/>
              <a:ext cx="17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30" name="Text Box 51"/>
            <p:cNvSpPr txBox="1"/>
            <p:nvPr>
              <p:custDataLst>
                <p:tags r:id="rId40"/>
              </p:custDataLst>
            </p:nvPr>
          </p:nvSpPr>
          <p:spPr>
            <a:xfrm>
              <a:off x="666" y="2723"/>
              <a:ext cx="17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31" name="Text Box 52"/>
            <p:cNvSpPr txBox="1"/>
            <p:nvPr>
              <p:custDataLst>
                <p:tags r:id="rId41"/>
              </p:custDataLst>
            </p:nvPr>
          </p:nvSpPr>
          <p:spPr>
            <a:xfrm>
              <a:off x="858" y="2627"/>
              <a:ext cx="343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32" name="Line 53"/>
            <p:cNvSpPr/>
            <p:nvPr>
              <p:custDataLst>
                <p:tags r:id="rId42"/>
              </p:custDataLst>
            </p:nvPr>
          </p:nvSpPr>
          <p:spPr>
            <a:xfrm>
              <a:off x="2586" y="2664"/>
              <a:ext cx="0" cy="347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033" name="Text Box 54"/>
            <p:cNvSpPr txBox="1"/>
            <p:nvPr>
              <p:custDataLst>
                <p:tags r:id="rId43"/>
              </p:custDataLst>
            </p:nvPr>
          </p:nvSpPr>
          <p:spPr>
            <a:xfrm>
              <a:off x="2627" y="2675"/>
              <a:ext cx="199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34" name="Text Box 55"/>
            <p:cNvSpPr txBox="1"/>
            <p:nvPr>
              <p:custDataLst>
                <p:tags r:id="rId44"/>
              </p:custDataLst>
            </p:nvPr>
          </p:nvSpPr>
          <p:spPr>
            <a:xfrm>
              <a:off x="2058" y="2675"/>
              <a:ext cx="387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x</a:t>
              </a:r>
              <a:endParaRPr lang="en-US" altLang="zh-CN" sz="24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35" name="AutoShape 56"/>
            <p:cNvSpPr/>
            <p:nvPr>
              <p:custDataLst>
                <p:tags r:id="rId45"/>
              </p:custDataLst>
            </p:nvPr>
          </p:nvSpPr>
          <p:spPr>
            <a:xfrm>
              <a:off x="618" y="2387"/>
              <a:ext cx="1020" cy="1020"/>
            </a:xfrm>
            <a:prstGeom prst="diamond">
              <a:avLst/>
            </a:prstGeom>
            <a:noFill/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36" name="Rectangle 57"/>
            <p:cNvSpPr/>
            <p:nvPr>
              <p:custDataLst>
                <p:tags r:id="rId46"/>
              </p:custDataLst>
            </p:nvPr>
          </p:nvSpPr>
          <p:spPr>
            <a:xfrm rot="2700000">
              <a:off x="1336" y="3006"/>
              <a:ext cx="97" cy="29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37" name="Rectangle 58"/>
            <p:cNvSpPr/>
            <p:nvPr>
              <p:custDataLst>
                <p:tags r:id="rId47"/>
              </p:custDataLst>
            </p:nvPr>
          </p:nvSpPr>
          <p:spPr>
            <a:xfrm rot="2700000">
              <a:off x="854" y="2479"/>
              <a:ext cx="97" cy="29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38" name="Rectangle 59"/>
            <p:cNvSpPr/>
            <p:nvPr>
              <p:custDataLst>
                <p:tags r:id="rId48"/>
              </p:custDataLst>
            </p:nvPr>
          </p:nvSpPr>
          <p:spPr>
            <a:xfrm rot="-2700000">
              <a:off x="812" y="3005"/>
              <a:ext cx="97" cy="29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39" name="Rectangle 60"/>
            <p:cNvSpPr/>
            <p:nvPr>
              <p:custDataLst>
                <p:tags r:id="rId49"/>
              </p:custDataLst>
            </p:nvPr>
          </p:nvSpPr>
          <p:spPr>
            <a:xfrm rot="-2700000">
              <a:off x="1338" y="2531"/>
              <a:ext cx="97" cy="29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0" name="Rectangle 61"/>
            <p:cNvSpPr/>
            <p:nvPr>
              <p:custDataLst>
                <p:tags r:id="rId50"/>
              </p:custDataLst>
            </p:nvPr>
          </p:nvSpPr>
          <p:spPr>
            <a:xfrm>
              <a:off x="2394" y="2717"/>
              <a:ext cx="97" cy="29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1" name="Oval 62"/>
            <p:cNvSpPr/>
            <p:nvPr>
              <p:custDataLst>
                <p:tags r:id="rId51"/>
              </p:custDataLst>
            </p:nvPr>
          </p:nvSpPr>
          <p:spPr>
            <a:xfrm>
              <a:off x="1098" y="2367"/>
              <a:ext cx="68" cy="68"/>
            </a:xfrm>
            <a:prstGeom prst="ellipse">
              <a:avLst/>
            </a:prstGeom>
            <a:solidFill>
              <a:srgbClr val="FFCC00"/>
            </a:solidFill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2" name="Oval 63"/>
            <p:cNvSpPr/>
            <p:nvPr>
              <p:custDataLst>
                <p:tags r:id="rId52"/>
              </p:custDataLst>
            </p:nvPr>
          </p:nvSpPr>
          <p:spPr>
            <a:xfrm>
              <a:off x="1578" y="2867"/>
              <a:ext cx="68" cy="68"/>
            </a:xfrm>
            <a:prstGeom prst="ellipse">
              <a:avLst/>
            </a:prstGeom>
            <a:solidFill>
              <a:srgbClr val="FFCC00"/>
            </a:solidFill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3" name="Oval 64"/>
            <p:cNvSpPr/>
            <p:nvPr>
              <p:custDataLst>
                <p:tags r:id="rId53"/>
              </p:custDataLst>
            </p:nvPr>
          </p:nvSpPr>
          <p:spPr>
            <a:xfrm>
              <a:off x="598" y="2867"/>
              <a:ext cx="68" cy="68"/>
            </a:xfrm>
            <a:prstGeom prst="ellipse">
              <a:avLst/>
            </a:prstGeom>
            <a:solidFill>
              <a:srgbClr val="FFCC00"/>
            </a:solidFill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4" name="Oval 65"/>
            <p:cNvSpPr/>
            <p:nvPr>
              <p:custDataLst>
                <p:tags r:id="rId54"/>
              </p:custDataLst>
            </p:nvPr>
          </p:nvSpPr>
          <p:spPr>
            <a:xfrm>
              <a:off x="1098" y="3347"/>
              <a:ext cx="68" cy="68"/>
            </a:xfrm>
            <a:prstGeom prst="ellipse">
              <a:avLst/>
            </a:prstGeom>
            <a:solidFill>
              <a:srgbClr val="FFCC00"/>
            </a:solidFill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5" name="Oval 66"/>
            <p:cNvSpPr/>
            <p:nvPr>
              <p:custDataLst>
                <p:tags r:id="rId55"/>
              </p:custDataLst>
            </p:nvPr>
          </p:nvSpPr>
          <p:spPr>
            <a:xfrm>
              <a:off x="2394" y="2367"/>
              <a:ext cx="68" cy="68"/>
            </a:xfrm>
            <a:prstGeom prst="ellipse">
              <a:avLst/>
            </a:prstGeom>
            <a:solidFill>
              <a:srgbClr val="FFCC00"/>
            </a:solidFill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sp>
          <p:nvSpPr>
            <p:cNvPr id="1051046" name="Oval 67"/>
            <p:cNvSpPr/>
            <p:nvPr>
              <p:custDataLst>
                <p:tags r:id="rId56"/>
              </p:custDataLst>
            </p:nvPr>
          </p:nvSpPr>
          <p:spPr>
            <a:xfrm>
              <a:off x="2394" y="3347"/>
              <a:ext cx="68" cy="68"/>
            </a:xfrm>
            <a:prstGeom prst="ellipse">
              <a:avLst/>
            </a:prstGeom>
            <a:solidFill>
              <a:srgbClr val="FFCC00"/>
            </a:solidFill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rgbClr val="FFFF00"/>
                </a:solidFill>
                <a:ea typeface="仿宋_GB2312" pitchFamily="49" charset="-122"/>
              </a:endParaRPr>
            </a:p>
          </p:txBody>
        </p:sp>
        <p:grpSp>
          <p:nvGrpSpPr>
            <p:cNvPr id="1569" name="Group 68"/>
            <p:cNvGrpSpPr/>
            <p:nvPr/>
          </p:nvGrpSpPr>
          <p:grpSpPr>
            <a:xfrm>
              <a:off x="954" y="3731"/>
              <a:ext cx="295" cy="295"/>
              <a:chOff x="1632" y="2400"/>
              <a:chExt cx="295" cy="295"/>
            </a:xfrm>
          </p:grpSpPr>
          <p:sp>
            <p:nvSpPr>
              <p:cNvPr id="1051047" name="Oval 69"/>
              <p:cNvSpPr/>
              <p:nvPr>
                <p:custDataLst>
                  <p:tags r:id="rId57"/>
                </p:custDataLst>
              </p:nvPr>
            </p:nvSpPr>
            <p:spPr>
              <a:xfrm>
                <a:off x="1632" y="2400"/>
                <a:ext cx="295" cy="295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rgbClr val="FFFF00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048" name="Line 70"/>
              <p:cNvSpPr/>
              <p:nvPr>
                <p:custDataLst>
                  <p:tags r:id="rId58"/>
                </p:custDataLst>
              </p:nvPr>
            </p:nvSpPr>
            <p:spPr>
              <a:xfrm>
                <a:off x="1632" y="2544"/>
                <a:ext cx="28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</p:grp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591" name=""/>
        <p:cNvGrpSpPr/>
        <p:nvPr/>
      </p:nvGrpSpPr>
      <p:grpSpPr/>
      <p:sp>
        <p:nvSpPr>
          <p:cNvPr id="1051064" name="Text Box 97"/>
          <p:cNvSpPr txBox="1"/>
          <p:nvPr/>
        </p:nvSpPr>
        <p:spPr>
          <a:xfrm>
            <a:off x="6023928" y="1772920"/>
            <a:ext cx="25908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求开路电压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065" name="Text Box 98"/>
          <p:cNvSpPr txBox="1"/>
          <p:nvPr>
            <p:custDataLst>
              <p:tags r:id="rId1"/>
            </p:custDataLst>
          </p:nvPr>
        </p:nvSpPr>
        <p:spPr>
          <a:xfrm>
            <a:off x="5912168" y="2343309"/>
            <a:ext cx="4306570" cy="1511935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15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+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just" eaLnBrk="1" hangingPunct="1">
              <a:spcBef>
                <a:spcPct val="1500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 -10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4/(4+6)+10  6/(4+6)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  <a:p>
            <a:pPr marL="0" lvl="0" indent="0" algn="just" eaLnBrk="1" hangingPunct="1">
              <a:spcBef>
                <a:spcPct val="1500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 -4+6=2V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sp>
        <p:nvSpPr>
          <p:cNvPr id="1051066" name="Text Box 133"/>
          <p:cNvSpPr txBox="1"/>
          <p:nvPr/>
        </p:nvSpPr>
        <p:spPr>
          <a:xfrm>
            <a:off x="5952490" y="4077970"/>
            <a:ext cx="29718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求等效电阻</a:t>
            </a:r>
            <a:r>
              <a:rPr lang="en-US" altLang="zh-CN" sz="2400" b="1" i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baseline="-250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endParaRPr lang="en-US" altLang="zh-CN" b="1" baseline="-25000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067" name="Text Box 134"/>
          <p:cNvSpPr txBox="1"/>
          <p:nvPr>
            <p:custDataLst>
              <p:tags r:id="rId2"/>
            </p:custDataLst>
          </p:nvPr>
        </p:nvSpPr>
        <p:spPr>
          <a:xfrm>
            <a:off x="5952490" y="4725670"/>
            <a:ext cx="38163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=4//6+6//4=4.8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335915" y="1400175"/>
            <a:ext cx="5238750" cy="4057650"/>
          </a:xfrm>
          <a:prstGeom prst="rect">
            <a:avLst/>
          </a:prstGeom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611" name=""/>
        <p:cNvGrpSpPr/>
        <p:nvPr/>
      </p:nvGrpSpPr>
      <p:grpSpPr/>
      <p:sp>
        <p:nvSpPr>
          <p:cNvPr id="1051080" name="AutoShape 30"/>
          <p:cNvSpPr/>
          <p:nvPr>
            <p:custDataLst>
              <p:tags r:id="rId1"/>
            </p:custDataLst>
          </p:nvPr>
        </p:nvSpPr>
        <p:spPr>
          <a:xfrm>
            <a:off x="551815" y="2708593"/>
            <a:ext cx="685800" cy="360362"/>
          </a:xfrm>
          <a:prstGeom prst="rightArrow">
            <a:avLst>
              <a:gd name="adj1" fmla="val 50000"/>
              <a:gd name="adj2" fmla="val 47577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grpSp>
        <p:nvGrpSpPr>
          <p:cNvPr id="1612" name="Group 71"/>
          <p:cNvGrpSpPr/>
          <p:nvPr/>
        </p:nvGrpSpPr>
        <p:grpSpPr>
          <a:xfrm>
            <a:off x="1365147" y="2132013"/>
            <a:ext cx="3579916" cy="2542799"/>
            <a:chOff x="3218" y="2256"/>
            <a:chExt cx="2446" cy="1817"/>
          </a:xfrm>
        </p:grpSpPr>
        <p:sp>
          <p:nvSpPr>
            <p:cNvPr id="1051081" name="Line 72"/>
            <p:cNvSpPr/>
            <p:nvPr/>
          </p:nvSpPr>
          <p:spPr>
            <a:xfrm>
              <a:off x="4266" y="2544"/>
              <a:ext cx="484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082" name="Text Box 73"/>
            <p:cNvSpPr txBox="1"/>
            <p:nvPr>
              <p:custDataLst>
                <p:tags r:id="rId2"/>
              </p:custDataLst>
            </p:nvPr>
          </p:nvSpPr>
          <p:spPr>
            <a:xfrm>
              <a:off x="4410" y="2256"/>
              <a:ext cx="346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83" name="Text Box 74"/>
            <p:cNvSpPr txBox="1"/>
            <p:nvPr>
              <p:custDataLst>
                <p:tags r:id="rId3"/>
              </p:custDataLst>
            </p:nvPr>
          </p:nvSpPr>
          <p:spPr>
            <a:xfrm>
              <a:off x="4976" y="2304"/>
              <a:ext cx="346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84" name="Text Box 75"/>
            <p:cNvSpPr txBox="1"/>
            <p:nvPr>
              <p:custDataLst>
                <p:tags r:id="rId4"/>
              </p:custDataLst>
            </p:nvPr>
          </p:nvSpPr>
          <p:spPr>
            <a:xfrm>
              <a:off x="4976" y="3744"/>
              <a:ext cx="346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85" name="Text Box 76"/>
            <p:cNvSpPr txBox="1"/>
            <p:nvPr>
              <p:custDataLst>
                <p:tags r:id="rId5"/>
              </p:custDataLst>
            </p:nvPr>
          </p:nvSpPr>
          <p:spPr>
            <a:xfrm>
              <a:off x="3218" y="3337"/>
              <a:ext cx="527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86" name="Text Box 77"/>
            <p:cNvSpPr txBox="1"/>
            <p:nvPr>
              <p:custDataLst>
                <p:tags r:id="rId6"/>
              </p:custDataLst>
            </p:nvPr>
          </p:nvSpPr>
          <p:spPr>
            <a:xfrm>
              <a:off x="3748" y="3077"/>
              <a:ext cx="278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87" name="Text Box 78"/>
            <p:cNvSpPr txBox="1"/>
            <p:nvPr>
              <p:custDataLst>
                <p:tags r:id="rId7"/>
              </p:custDataLst>
            </p:nvPr>
          </p:nvSpPr>
          <p:spPr>
            <a:xfrm>
              <a:off x="3738" y="3504"/>
              <a:ext cx="346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88" name="Text Box 79"/>
            <p:cNvSpPr txBox="1"/>
            <p:nvPr>
              <p:custDataLst>
                <p:tags r:id="rId8"/>
              </p:custDataLst>
            </p:nvPr>
          </p:nvSpPr>
          <p:spPr>
            <a:xfrm>
              <a:off x="4218" y="3264"/>
              <a:ext cx="414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endParaRPr lang="zh-CN" altLang="zh-CN" sz="2400" b="1" dirty="0">
                <a:solidFill>
                  <a:schemeClr val="lt1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1613" name="Group 80"/>
            <p:cNvGrpSpPr/>
            <p:nvPr/>
          </p:nvGrpSpPr>
          <p:grpSpPr>
            <a:xfrm>
              <a:off x="3977" y="2640"/>
              <a:ext cx="1105" cy="1088"/>
              <a:chOff x="3456" y="720"/>
              <a:chExt cx="768" cy="720"/>
            </a:xfrm>
          </p:grpSpPr>
          <p:sp>
            <p:nvSpPr>
              <p:cNvPr id="1051089" name="Line 81"/>
              <p:cNvSpPr/>
              <p:nvPr/>
            </p:nvSpPr>
            <p:spPr>
              <a:xfrm>
                <a:off x="3456" y="720"/>
                <a:ext cx="0" cy="72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090" name="Line 82"/>
              <p:cNvSpPr/>
              <p:nvPr/>
            </p:nvSpPr>
            <p:spPr>
              <a:xfrm>
                <a:off x="3456" y="720"/>
                <a:ext cx="76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091" name="Line 83"/>
              <p:cNvSpPr/>
              <p:nvPr/>
            </p:nvSpPr>
            <p:spPr>
              <a:xfrm>
                <a:off x="3456" y="1440"/>
                <a:ext cx="76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1092" name="Line 84"/>
            <p:cNvSpPr/>
            <p:nvPr/>
          </p:nvSpPr>
          <p:spPr>
            <a:xfrm>
              <a:off x="5082" y="2643"/>
              <a:ext cx="0" cy="1085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093" name="Rectangle 85"/>
            <p:cNvSpPr/>
            <p:nvPr>
              <p:custDataLst>
                <p:tags r:id="rId9"/>
              </p:custDataLst>
            </p:nvPr>
          </p:nvSpPr>
          <p:spPr>
            <a:xfrm>
              <a:off x="5014" y="2975"/>
              <a:ext cx="136" cy="385"/>
            </a:xfrm>
            <a:prstGeom prst="rect">
              <a:avLst/>
            </a:prstGeom>
            <a:solidFill>
              <a:schemeClr val="accent1"/>
            </a:solidFill>
            <a:ln w="19050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094" name="Text Box 86"/>
            <p:cNvSpPr txBox="1"/>
            <p:nvPr>
              <p:custDataLst>
                <p:tags r:id="rId10"/>
              </p:custDataLst>
            </p:nvPr>
          </p:nvSpPr>
          <p:spPr>
            <a:xfrm>
              <a:off x="5178" y="2976"/>
              <a:ext cx="486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x</a:t>
              </a:r>
              <a:endParaRPr lang="en-US" altLang="zh-CN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95" name="Text Box 87"/>
            <p:cNvSpPr txBox="1"/>
            <p:nvPr>
              <p:custDataLst>
                <p:tags r:id="rId11"/>
              </p:custDataLst>
            </p:nvPr>
          </p:nvSpPr>
          <p:spPr>
            <a:xfrm>
              <a:off x="3351" y="2771"/>
              <a:ext cx="485" cy="329"/>
            </a:xfrm>
            <a:prstGeom prst="rect">
              <a:avLst/>
            </a:prstGeom>
            <a:noFill/>
            <a:ln w="19050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96" name="Rectangle 88"/>
            <p:cNvSpPr/>
            <p:nvPr>
              <p:custDataLst>
                <p:tags r:id="rId12"/>
              </p:custDataLst>
            </p:nvPr>
          </p:nvSpPr>
          <p:spPr>
            <a:xfrm>
              <a:off x="3908" y="2736"/>
              <a:ext cx="136" cy="385"/>
            </a:xfrm>
            <a:prstGeom prst="rect">
              <a:avLst/>
            </a:prstGeom>
            <a:solidFill>
              <a:schemeClr val="accent1"/>
            </a:solidFill>
            <a:ln w="19050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grpSp>
          <p:nvGrpSpPr>
            <p:cNvPr id="1614" name="Group 89"/>
            <p:cNvGrpSpPr/>
            <p:nvPr/>
          </p:nvGrpSpPr>
          <p:grpSpPr>
            <a:xfrm>
              <a:off x="3834" y="3305"/>
              <a:ext cx="295" cy="295"/>
              <a:chOff x="4416" y="1680"/>
              <a:chExt cx="295" cy="295"/>
            </a:xfrm>
          </p:grpSpPr>
          <p:sp>
            <p:nvSpPr>
              <p:cNvPr id="1051097" name="Oval 90"/>
              <p:cNvSpPr/>
              <p:nvPr>
                <p:custDataLst>
                  <p:tags r:id="rId13"/>
                </p:custDataLst>
              </p:nvPr>
            </p:nvSpPr>
            <p:spPr>
              <a:xfrm>
                <a:off x="4416" y="1680"/>
                <a:ext cx="295" cy="295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098" name="Line 91"/>
              <p:cNvSpPr/>
              <p:nvPr>
                <p:custDataLst>
                  <p:tags r:id="rId14"/>
                </p:custDataLst>
              </p:nvPr>
            </p:nvSpPr>
            <p:spPr>
              <a:xfrm>
                <a:off x="4560" y="1680"/>
                <a:ext cx="0" cy="288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1099" name="Oval 92"/>
            <p:cNvSpPr/>
            <p:nvPr>
              <p:custDataLst>
                <p:tags r:id="rId15"/>
              </p:custDataLst>
            </p:nvPr>
          </p:nvSpPr>
          <p:spPr>
            <a:xfrm>
              <a:off x="5048" y="2592"/>
              <a:ext cx="68" cy="68"/>
            </a:xfrm>
            <a:prstGeom prst="ellipse">
              <a:avLst/>
            </a:prstGeom>
            <a:solidFill>
              <a:srgbClr val="FFCC00"/>
            </a:solidFill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00" name="Oval 93"/>
            <p:cNvSpPr/>
            <p:nvPr>
              <p:custDataLst>
                <p:tags r:id="rId16"/>
              </p:custDataLst>
            </p:nvPr>
          </p:nvSpPr>
          <p:spPr>
            <a:xfrm>
              <a:off x="5048" y="3696"/>
              <a:ext cx="68" cy="68"/>
            </a:xfrm>
            <a:prstGeom prst="ellipse">
              <a:avLst/>
            </a:prstGeom>
            <a:solidFill>
              <a:srgbClr val="FFCC00"/>
            </a:solidFill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sp>
        <p:nvSpPr>
          <p:cNvPr id="1051101" name="Text Box 138"/>
          <p:cNvSpPr txBox="1"/>
          <p:nvPr>
            <p:custDataLst>
              <p:tags r:id="rId17"/>
            </p:custDataLst>
          </p:nvPr>
        </p:nvSpPr>
        <p:spPr>
          <a:xfrm>
            <a:off x="4871720" y="2070735"/>
            <a:ext cx="3455988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(3)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=1.2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时，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02" name="Text Box 139"/>
          <p:cNvSpPr txBox="1"/>
          <p:nvPr>
            <p:custDataLst>
              <p:tags r:id="rId18"/>
            </p:custDataLst>
          </p:nvPr>
        </p:nvSpPr>
        <p:spPr>
          <a:xfrm>
            <a:off x="5160963" y="2995613"/>
            <a:ext cx="4176712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/(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+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 =0.333A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03" name="Text Box 140"/>
          <p:cNvSpPr txBox="1"/>
          <p:nvPr>
            <p:custDataLst>
              <p:tags r:id="rId19"/>
            </p:custDataLst>
          </p:nvPr>
        </p:nvSpPr>
        <p:spPr>
          <a:xfrm>
            <a:off x="5232400" y="3571558"/>
            <a:ext cx="2879725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=5.2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时，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04" name="Text Box 141"/>
          <p:cNvSpPr txBox="1"/>
          <p:nvPr>
            <p:custDataLst>
              <p:tags r:id="rId20"/>
            </p:custDataLst>
          </p:nvPr>
        </p:nvSpPr>
        <p:spPr>
          <a:xfrm>
            <a:off x="5087938" y="4148138"/>
            <a:ext cx="4321175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/(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+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x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 =0.2A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11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50000"/>
              </a:spcBef>
              <a:buNone/>
            </a:pPr>
            <a:endParaRPr lang="zh-CN" altLang="en-US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634" name=""/>
        <p:cNvGrpSpPr/>
        <p:nvPr/>
      </p:nvGrpSpPr>
      <p:grpSpPr/>
      <p:sp>
        <p:nvSpPr>
          <p:cNvPr id="1051117" name="Text Box 4"/>
          <p:cNvSpPr txBox="1"/>
          <p:nvPr>
            <p:custDataLst>
              <p:tags r:id="rId1"/>
            </p:custDataLst>
          </p:nvPr>
        </p:nvSpPr>
        <p:spPr>
          <a:xfrm>
            <a:off x="3000375" y="333375"/>
            <a:ext cx="12954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635" name="Group 5"/>
          <p:cNvGrpSpPr/>
          <p:nvPr/>
        </p:nvGrpSpPr>
        <p:grpSpPr>
          <a:xfrm>
            <a:off x="1774825" y="908050"/>
            <a:ext cx="4343400" cy="2517775"/>
            <a:chOff x="240" y="576"/>
            <a:chExt cx="2736" cy="1586"/>
          </a:xfrm>
        </p:grpSpPr>
        <p:sp>
          <p:nvSpPr>
            <p:cNvPr id="1051118" name="Line 6"/>
            <p:cNvSpPr/>
            <p:nvPr/>
          </p:nvSpPr>
          <p:spPr>
            <a:xfrm>
              <a:off x="1440" y="912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19" name="Text Box 7"/>
            <p:cNvSpPr txBox="1"/>
            <p:nvPr>
              <p:custDataLst>
                <p:tags r:id="rId2"/>
              </p:custDataLst>
            </p:nvPr>
          </p:nvSpPr>
          <p:spPr>
            <a:xfrm>
              <a:off x="1008" y="1248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120" name="Text Box 8"/>
            <p:cNvSpPr txBox="1"/>
            <p:nvPr>
              <p:custDataLst>
                <p:tags r:id="rId3"/>
              </p:custDataLst>
            </p:nvPr>
          </p:nvSpPr>
          <p:spPr>
            <a:xfrm>
              <a:off x="2112" y="1248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121" name="Rectangle 9"/>
            <p:cNvSpPr/>
            <p:nvPr>
              <p:custDataLst>
                <p:tags r:id="rId4"/>
              </p:custDataLst>
            </p:nvPr>
          </p:nvSpPr>
          <p:spPr>
            <a:xfrm>
              <a:off x="816" y="847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22" name="Text Box 10"/>
            <p:cNvSpPr txBox="1"/>
            <p:nvPr>
              <p:custDataLst>
                <p:tags r:id="rId5"/>
              </p:custDataLst>
            </p:nvPr>
          </p:nvSpPr>
          <p:spPr>
            <a:xfrm>
              <a:off x="768" y="57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123" name="Line 11"/>
            <p:cNvSpPr/>
            <p:nvPr/>
          </p:nvSpPr>
          <p:spPr>
            <a:xfrm>
              <a:off x="1584" y="1008"/>
              <a:ext cx="0" cy="38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124" name="Text Box 12"/>
            <p:cNvSpPr txBox="1"/>
            <p:nvPr>
              <p:custDataLst>
                <p:tags r:id="rId6"/>
              </p:custDataLst>
            </p:nvPr>
          </p:nvSpPr>
          <p:spPr>
            <a:xfrm>
              <a:off x="1584" y="1056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5" name="Text Box 13"/>
            <p:cNvSpPr txBox="1"/>
            <p:nvPr>
              <p:custDataLst>
                <p:tags r:id="rId7"/>
              </p:custDataLst>
            </p:nvPr>
          </p:nvSpPr>
          <p:spPr>
            <a:xfrm>
              <a:off x="384" y="960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6" name="Text Box 14"/>
            <p:cNvSpPr txBox="1"/>
            <p:nvPr>
              <p:custDataLst>
                <p:tags r:id="rId8"/>
              </p:custDataLst>
            </p:nvPr>
          </p:nvSpPr>
          <p:spPr>
            <a:xfrm>
              <a:off x="384" y="1488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7" name="Text Box 15"/>
            <p:cNvSpPr txBox="1"/>
            <p:nvPr>
              <p:custDataLst>
                <p:tags r:id="rId9"/>
              </p:custDataLst>
            </p:nvPr>
          </p:nvSpPr>
          <p:spPr>
            <a:xfrm>
              <a:off x="528" y="1248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9V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8" name="Text Box 16"/>
            <p:cNvSpPr txBox="1"/>
            <p:nvPr>
              <p:custDataLst>
                <p:tags r:id="rId10"/>
              </p:custDataLst>
            </p:nvPr>
          </p:nvSpPr>
          <p:spPr>
            <a:xfrm>
              <a:off x="2592" y="912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9" name="Text Box 17"/>
            <p:cNvSpPr txBox="1"/>
            <p:nvPr>
              <p:custDataLst>
                <p:tags r:id="rId11"/>
              </p:custDataLst>
            </p:nvPr>
          </p:nvSpPr>
          <p:spPr>
            <a:xfrm>
              <a:off x="2592" y="158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0" name="Text Box 18"/>
            <p:cNvSpPr txBox="1"/>
            <p:nvPr>
              <p:custDataLst>
                <p:tags r:id="rId12"/>
              </p:custDataLst>
            </p:nvPr>
          </p:nvSpPr>
          <p:spPr>
            <a:xfrm>
              <a:off x="2592" y="1248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1" name="Text Box 19"/>
            <p:cNvSpPr txBox="1"/>
            <p:nvPr>
              <p:custDataLst>
                <p:tags r:id="rId13"/>
              </p:custDataLst>
            </p:nvPr>
          </p:nvSpPr>
          <p:spPr>
            <a:xfrm>
              <a:off x="2400" y="576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2" name="Text Box 20"/>
            <p:cNvSpPr txBox="1"/>
            <p:nvPr>
              <p:custDataLst>
                <p:tags r:id="rId14"/>
              </p:custDataLst>
            </p:nvPr>
          </p:nvSpPr>
          <p:spPr>
            <a:xfrm>
              <a:off x="2400" y="1872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3" name="Line 21"/>
            <p:cNvSpPr/>
            <p:nvPr>
              <p:custDataLst>
                <p:tags r:id="rId15"/>
              </p:custDataLst>
            </p:nvPr>
          </p:nvSpPr>
          <p:spPr>
            <a:xfrm>
              <a:off x="1824" y="912"/>
              <a:ext cx="336" cy="0"/>
            </a:xfrm>
            <a:prstGeom prst="line">
              <a:avLst/>
            </a:prstGeom>
            <a:ln w="9525" cap="flat" cmpd="sng">
              <a:solidFill>
                <a:schemeClr val="dk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34" name="Text Box 22"/>
            <p:cNvSpPr txBox="1"/>
            <p:nvPr>
              <p:custDataLst>
                <p:tags r:id="rId16"/>
              </p:custDataLst>
            </p:nvPr>
          </p:nvSpPr>
          <p:spPr>
            <a:xfrm>
              <a:off x="2112" y="672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5" name="Text Box 23"/>
            <p:cNvSpPr txBox="1"/>
            <p:nvPr>
              <p:custDataLst>
                <p:tags r:id="rId17"/>
              </p:custDataLst>
            </p:nvPr>
          </p:nvSpPr>
          <p:spPr>
            <a:xfrm>
              <a:off x="1632" y="672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6" name="Text Box 24"/>
            <p:cNvSpPr txBox="1"/>
            <p:nvPr>
              <p:custDataLst>
                <p:tags r:id="rId18"/>
              </p:custDataLst>
            </p:nvPr>
          </p:nvSpPr>
          <p:spPr>
            <a:xfrm>
              <a:off x="1824" y="576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37" name="AutoShape 25"/>
            <p:cNvSpPr/>
            <p:nvPr>
              <p:custDataLst>
                <p:tags r:id="rId19"/>
              </p:custDataLst>
            </p:nvPr>
          </p:nvSpPr>
          <p:spPr>
            <a:xfrm>
              <a:off x="1824" y="816"/>
              <a:ext cx="336" cy="192"/>
            </a:xfrm>
            <a:prstGeom prst="diamond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38" name="Line 26"/>
            <p:cNvSpPr/>
            <p:nvPr/>
          </p:nvSpPr>
          <p:spPr>
            <a:xfrm>
              <a:off x="384" y="912"/>
              <a:ext cx="43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39" name="Line 27"/>
            <p:cNvSpPr/>
            <p:nvPr/>
          </p:nvSpPr>
          <p:spPr>
            <a:xfrm>
              <a:off x="1104" y="912"/>
              <a:ext cx="139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40" name="Line 28"/>
            <p:cNvSpPr/>
            <p:nvPr/>
          </p:nvSpPr>
          <p:spPr>
            <a:xfrm>
              <a:off x="384" y="1872"/>
              <a:ext cx="211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41" name="Oval 29"/>
            <p:cNvSpPr/>
            <p:nvPr>
              <p:custDataLst>
                <p:tags r:id="rId20"/>
              </p:custDataLst>
            </p:nvPr>
          </p:nvSpPr>
          <p:spPr>
            <a:xfrm>
              <a:off x="240" y="1248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42" name="Line 30"/>
            <p:cNvSpPr/>
            <p:nvPr/>
          </p:nvSpPr>
          <p:spPr>
            <a:xfrm flipV="1">
              <a:off x="384" y="912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43" name="Rectangle 31"/>
            <p:cNvSpPr/>
            <p:nvPr>
              <p:custDataLst>
                <p:tags r:id="rId21"/>
              </p:custDataLst>
            </p:nvPr>
          </p:nvSpPr>
          <p:spPr>
            <a:xfrm rot="5400000">
              <a:off x="1284" y="1339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44" name="Rectangle 32"/>
            <p:cNvSpPr/>
            <p:nvPr>
              <p:custDataLst>
                <p:tags r:id="rId22"/>
              </p:custDataLst>
            </p:nvPr>
          </p:nvSpPr>
          <p:spPr>
            <a:xfrm rot="5400000">
              <a:off x="2340" y="1339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45" name="Line 33"/>
            <p:cNvSpPr/>
            <p:nvPr/>
          </p:nvSpPr>
          <p:spPr>
            <a:xfrm>
              <a:off x="2496" y="1536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146" name="Line 34"/>
            <p:cNvSpPr/>
            <p:nvPr/>
          </p:nvSpPr>
          <p:spPr>
            <a:xfrm>
              <a:off x="2496" y="912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</p:grpSp>
      <p:sp>
        <p:nvSpPr>
          <p:cNvPr id="1051148" name="AutoShape 36"/>
          <p:cNvSpPr/>
          <p:nvPr>
            <p:custDataLst>
              <p:tags r:id="rId23"/>
            </p:custDataLst>
          </p:nvPr>
        </p:nvSpPr>
        <p:spPr>
          <a:xfrm rot="5400000">
            <a:off x="3000375" y="3213100"/>
            <a:ext cx="595313" cy="420688"/>
          </a:xfrm>
          <a:prstGeom prst="rightArrow">
            <a:avLst>
              <a:gd name="adj1" fmla="val 50000"/>
              <a:gd name="adj2" fmla="val 35377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grpSp>
        <p:nvGrpSpPr>
          <p:cNvPr id="1636" name="Group 100"/>
          <p:cNvGrpSpPr/>
          <p:nvPr/>
        </p:nvGrpSpPr>
        <p:grpSpPr>
          <a:xfrm>
            <a:off x="1847850" y="3500438"/>
            <a:ext cx="3033713" cy="2560637"/>
            <a:chOff x="204" y="2205"/>
            <a:chExt cx="1911" cy="1613"/>
          </a:xfrm>
        </p:grpSpPr>
        <p:sp>
          <p:nvSpPr>
            <p:cNvPr id="1051149" name="Text Box 40"/>
            <p:cNvSpPr txBox="1"/>
            <p:nvPr>
              <p:custDataLst>
                <p:tags r:id="rId24"/>
              </p:custDataLst>
            </p:nvPr>
          </p:nvSpPr>
          <p:spPr>
            <a:xfrm>
              <a:off x="204" y="3115"/>
              <a:ext cx="457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637" name="Group 97"/>
            <p:cNvGrpSpPr/>
            <p:nvPr/>
          </p:nvGrpSpPr>
          <p:grpSpPr>
            <a:xfrm>
              <a:off x="249" y="2205"/>
              <a:ext cx="1866" cy="1613"/>
              <a:chOff x="249" y="2205"/>
              <a:chExt cx="1866" cy="1613"/>
            </a:xfrm>
          </p:grpSpPr>
          <p:sp>
            <p:nvSpPr>
              <p:cNvPr id="1051150" name="Text Box 38"/>
              <p:cNvSpPr txBox="1"/>
              <p:nvPr>
                <p:custDataLst>
                  <p:tags r:id="rId25"/>
                </p:custDataLst>
              </p:nvPr>
            </p:nvSpPr>
            <p:spPr>
              <a:xfrm>
                <a:off x="1576" y="2205"/>
                <a:ext cx="299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a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51" name="Text Box 39"/>
              <p:cNvSpPr txBox="1"/>
              <p:nvPr>
                <p:custDataLst>
                  <p:tags r:id="rId26"/>
                </p:custDataLst>
              </p:nvPr>
            </p:nvSpPr>
            <p:spPr>
              <a:xfrm>
                <a:off x="1576" y="3528"/>
                <a:ext cx="299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b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52" name="Text Box 41"/>
              <p:cNvSpPr txBox="1"/>
              <p:nvPr>
                <p:custDataLst>
                  <p:tags r:id="rId27"/>
                </p:custDataLst>
              </p:nvPr>
            </p:nvSpPr>
            <p:spPr>
              <a:xfrm>
                <a:off x="512" y="2915"/>
                <a:ext cx="240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53" name="Text Box 42"/>
              <p:cNvSpPr txBox="1"/>
              <p:nvPr>
                <p:custDataLst>
                  <p:tags r:id="rId28"/>
                </p:custDataLst>
              </p:nvPr>
            </p:nvSpPr>
            <p:spPr>
              <a:xfrm>
                <a:off x="502" y="3308"/>
                <a:ext cx="300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–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54" name="Text Box 43"/>
              <p:cNvSpPr txBox="1"/>
              <p:nvPr>
                <p:custDataLst>
                  <p:tags r:id="rId29"/>
                </p:custDataLst>
              </p:nvPr>
            </p:nvSpPr>
            <p:spPr>
              <a:xfrm>
                <a:off x="918" y="3087"/>
                <a:ext cx="360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endParaRPr lang="zh-CN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638" name="Group 44"/>
              <p:cNvGrpSpPr/>
              <p:nvPr/>
            </p:nvGrpSpPr>
            <p:grpSpPr>
              <a:xfrm>
                <a:off x="684" y="2514"/>
                <a:ext cx="983" cy="1014"/>
                <a:chOff x="3456" y="720"/>
                <a:chExt cx="768" cy="720"/>
              </a:xfrm>
            </p:grpSpPr>
            <p:sp>
              <p:nvSpPr>
                <p:cNvPr id="1051155" name="Line 45"/>
                <p:cNvSpPr/>
                <p:nvPr/>
              </p:nvSpPr>
              <p:spPr>
                <a:xfrm>
                  <a:off x="3456" y="720"/>
                  <a:ext cx="0" cy="720"/>
                </a:xfrm>
                <a:prstGeom prst="line">
                  <a:avLst/>
                </a:prstGeom>
                <a:ln w="28575" cap="flat" cmpd="sng">
                  <a:solidFill>
                    <a:srgbClr val="FFCC00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051156" name="Line 46"/>
                <p:cNvSpPr/>
                <p:nvPr/>
              </p:nvSpPr>
              <p:spPr>
                <a:xfrm>
                  <a:off x="3456" y="720"/>
                  <a:ext cx="768" cy="0"/>
                </a:xfrm>
                <a:prstGeom prst="line">
                  <a:avLst/>
                </a:prstGeom>
                <a:ln w="28575" cap="flat" cmpd="sng">
                  <a:solidFill>
                    <a:srgbClr val="FFCC00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051157" name="Line 47"/>
                <p:cNvSpPr/>
                <p:nvPr/>
              </p:nvSpPr>
              <p:spPr>
                <a:xfrm>
                  <a:off x="3456" y="1440"/>
                  <a:ext cx="768" cy="0"/>
                </a:xfrm>
                <a:prstGeom prst="line">
                  <a:avLst/>
                </a:prstGeom>
                <a:ln w="28575" cap="flat" cmpd="sng">
                  <a:solidFill>
                    <a:srgbClr val="FFCC00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</p:grpSp>
          <p:sp>
            <p:nvSpPr>
              <p:cNvPr id="1051158" name="Line 48"/>
              <p:cNvSpPr/>
              <p:nvPr/>
            </p:nvSpPr>
            <p:spPr>
              <a:xfrm>
                <a:off x="1667" y="2517"/>
                <a:ext cx="0" cy="997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159" name="Rectangle 49"/>
              <p:cNvSpPr/>
              <p:nvPr>
                <p:custDataLst>
                  <p:tags r:id="rId30"/>
                </p:custDataLst>
              </p:nvPr>
            </p:nvSpPr>
            <p:spPr>
              <a:xfrm>
                <a:off x="1608" y="2822"/>
                <a:ext cx="118" cy="354"/>
              </a:xfrm>
              <a:prstGeom prst="rect">
                <a:avLst/>
              </a:prstGeom>
              <a:solidFill>
                <a:schemeClr val="accent1"/>
              </a:solidFill>
              <a:ln w="2857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160" name="Text Box 50"/>
              <p:cNvSpPr txBox="1"/>
              <p:nvPr>
                <p:custDataLst>
                  <p:tags r:id="rId31"/>
                </p:custDataLst>
              </p:nvPr>
            </p:nvSpPr>
            <p:spPr>
              <a:xfrm>
                <a:off x="249" y="2659"/>
                <a:ext cx="421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400" b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eq</a:t>
                </a:r>
                <a:endPara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61" name="Rectangle 51"/>
              <p:cNvSpPr/>
              <p:nvPr>
                <p:custDataLst>
                  <p:tags r:id="rId32"/>
                </p:custDataLst>
              </p:nvPr>
            </p:nvSpPr>
            <p:spPr>
              <a:xfrm>
                <a:off x="617" y="2602"/>
                <a:ext cx="118" cy="354"/>
              </a:xfrm>
              <a:prstGeom prst="rect">
                <a:avLst/>
              </a:prstGeom>
              <a:solidFill>
                <a:schemeClr val="accent1"/>
              </a:solidFill>
              <a:ln w="2857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162" name="Oval 52"/>
              <p:cNvSpPr/>
              <p:nvPr>
                <p:custDataLst>
                  <p:tags r:id="rId33"/>
                </p:custDataLst>
              </p:nvPr>
            </p:nvSpPr>
            <p:spPr>
              <a:xfrm>
                <a:off x="540" y="3125"/>
                <a:ext cx="272" cy="271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163" name="Freeform 53"/>
              <p:cNvSpPr/>
              <p:nvPr>
                <p:custDataLst>
                  <p:tags r:id="rId34"/>
                </p:custDataLst>
              </p:nvPr>
            </p:nvSpPr>
            <p:spPr>
              <a:xfrm>
                <a:off x="684" y="3132"/>
                <a:ext cx="1" cy="26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64"/>
                  </a:cxn>
                </a:cxnLst>
                <a:rect l="0" t="0" r="r" b="b"/>
                <a:pathLst>
                  <a:path w="1" h="264">
                    <a:moveTo>
                      <a:pt x="0" y="0"/>
                    </a:moveTo>
                    <a:lnTo>
                      <a:pt x="0" y="264"/>
                    </a:lnTo>
                  </a:path>
                </a:pathLst>
              </a:custGeom>
              <a:noFill/>
              <a:ln w="38100" cap="flat" cmpd="sng">
                <a:solidFill>
                  <a:schemeClr val="accent1">
                    <a:alpha val="10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1164" name="Oval 54"/>
              <p:cNvSpPr/>
              <p:nvPr>
                <p:custDataLst>
                  <p:tags r:id="rId35"/>
                </p:custDataLst>
              </p:nvPr>
            </p:nvSpPr>
            <p:spPr>
              <a:xfrm>
                <a:off x="1638" y="2470"/>
                <a:ext cx="59" cy="62"/>
              </a:xfrm>
              <a:prstGeom prst="ellipse">
                <a:avLst/>
              </a:prstGeom>
              <a:solidFill>
                <a:srgbClr val="FFCC00"/>
              </a:solidFill>
              <a:ln w="952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165" name="Oval 55"/>
              <p:cNvSpPr/>
              <p:nvPr>
                <p:custDataLst>
                  <p:tags r:id="rId36"/>
                </p:custDataLst>
              </p:nvPr>
            </p:nvSpPr>
            <p:spPr>
              <a:xfrm>
                <a:off x="1638" y="3484"/>
                <a:ext cx="59" cy="63"/>
              </a:xfrm>
              <a:prstGeom prst="ellipse">
                <a:avLst/>
              </a:prstGeom>
              <a:solidFill>
                <a:srgbClr val="FFCC00"/>
              </a:solidFill>
              <a:ln w="952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166" name="Text Box 56"/>
              <p:cNvSpPr txBox="1"/>
              <p:nvPr>
                <p:custDataLst>
                  <p:tags r:id="rId37"/>
                </p:custDataLst>
              </p:nvPr>
            </p:nvSpPr>
            <p:spPr>
              <a:xfrm>
                <a:off x="1249" y="2855"/>
                <a:ext cx="395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algn="ctr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3</a:t>
                </a: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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1167" name="Text Box 57"/>
              <p:cNvSpPr txBox="1"/>
              <p:nvPr>
                <p:custDataLst>
                  <p:tags r:id="rId38"/>
                </p:custDataLst>
              </p:nvPr>
            </p:nvSpPr>
            <p:spPr>
              <a:xfrm>
                <a:off x="1692" y="2855"/>
                <a:ext cx="423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algn="ctr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400" b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0</a:t>
                </a:r>
                <a:endPara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68" name="Text Box 58"/>
              <p:cNvSpPr txBox="1"/>
              <p:nvPr>
                <p:custDataLst>
                  <p:tags r:id="rId39"/>
                </p:custDataLst>
              </p:nvPr>
            </p:nvSpPr>
            <p:spPr>
              <a:xfrm>
                <a:off x="1778" y="3215"/>
                <a:ext cx="212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algn="ctr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宋体" panose="02010600030101010101" pitchFamily="2" charset="-122"/>
                  </a:rPr>
                  <a:t>-</a:t>
                </a:r>
                <a:endParaRPr lang="en-US" altLang="zh-CN" sz="2400" b="1" dirty="0">
                  <a:solidFill>
                    <a:schemeClr val="lt1"/>
                  </a:solidFill>
                  <a:latin typeface="宋体" panose="02010600030101010101" pitchFamily="2" charset="-122"/>
                </a:endParaRPr>
              </a:p>
            </p:txBody>
          </p:sp>
          <p:sp>
            <p:nvSpPr>
              <p:cNvPr id="1051169" name="Text Box 59"/>
              <p:cNvSpPr txBox="1"/>
              <p:nvPr>
                <p:custDataLst>
                  <p:tags r:id="rId40"/>
                </p:custDataLst>
              </p:nvPr>
            </p:nvSpPr>
            <p:spPr>
              <a:xfrm>
                <a:off x="1772" y="2399"/>
                <a:ext cx="225" cy="29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algn="ctr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</p:grpSp>
      <p:sp>
        <p:nvSpPr>
          <p:cNvPr id="1051170" name="Text Box 60"/>
          <p:cNvSpPr txBox="1"/>
          <p:nvPr>
            <p:custDataLst>
              <p:tags r:id="rId41"/>
            </p:custDataLst>
          </p:nvPr>
        </p:nvSpPr>
        <p:spPr>
          <a:xfrm>
            <a:off x="6600825" y="1143000"/>
            <a:ext cx="6477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71" name="Text Box 61"/>
          <p:cNvSpPr txBox="1"/>
          <p:nvPr>
            <p:custDataLst>
              <p:tags r:id="rId42"/>
            </p:custDataLst>
          </p:nvPr>
        </p:nvSpPr>
        <p:spPr>
          <a:xfrm>
            <a:off x="7464425" y="1216025"/>
            <a:ext cx="28194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求开路电压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endParaRPr lang="en-US" altLang="zh-CN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72" name="Text Box 62"/>
          <p:cNvSpPr txBox="1"/>
          <p:nvPr>
            <p:custDataLst>
              <p:tags r:id="rId43"/>
            </p:custDataLst>
          </p:nvPr>
        </p:nvSpPr>
        <p:spPr>
          <a:xfrm>
            <a:off x="7608888" y="1790700"/>
            <a:ext cx="20891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=6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+3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lang="en-US" altLang="zh-CN" sz="2800" b="1" i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73" name="Text Box 63"/>
          <p:cNvSpPr txBox="1"/>
          <p:nvPr>
            <p:custDataLst>
              <p:tags r:id="rId44"/>
            </p:custDataLst>
          </p:nvPr>
        </p:nvSpPr>
        <p:spPr>
          <a:xfrm>
            <a:off x="7680325" y="2511425"/>
            <a:ext cx="208915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=9/9=1A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74" name="AutoShape 64"/>
          <p:cNvSpPr/>
          <p:nvPr>
            <p:custDataLst>
              <p:tags r:id="rId45"/>
            </p:custDataLst>
          </p:nvPr>
        </p:nvSpPr>
        <p:spPr>
          <a:xfrm>
            <a:off x="7392988" y="1935163"/>
            <a:ext cx="215900" cy="1008062"/>
          </a:xfrm>
          <a:prstGeom prst="leftBrace">
            <a:avLst>
              <a:gd name="adj1" fmla="val 38909"/>
              <a:gd name="adj2" fmla="val 50079"/>
            </a:avLst>
          </a:prstGeom>
          <a:noFill/>
          <a:ln w="38100" cap="flat" cmpd="sng">
            <a:solidFill>
              <a:schemeClr val="lt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175" name="AutoShape 65"/>
          <p:cNvSpPr/>
          <p:nvPr>
            <p:custDataLst>
              <p:tags r:id="rId46"/>
            </p:custDataLst>
          </p:nvPr>
        </p:nvSpPr>
        <p:spPr>
          <a:xfrm>
            <a:off x="7032625" y="3448050"/>
            <a:ext cx="790575" cy="215900"/>
          </a:xfrm>
          <a:prstGeom prst="rightArrow">
            <a:avLst>
              <a:gd name="adj1" fmla="val 50000"/>
              <a:gd name="adj2" fmla="val 91544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176" name="Text Box 66"/>
          <p:cNvSpPr txBox="1"/>
          <p:nvPr>
            <p:custDataLst>
              <p:tags r:id="rId47"/>
            </p:custDataLst>
          </p:nvPr>
        </p:nvSpPr>
        <p:spPr>
          <a:xfrm>
            <a:off x="7969250" y="3232150"/>
            <a:ext cx="1728788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=9V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639" name="Group 96"/>
          <p:cNvGrpSpPr/>
          <p:nvPr/>
        </p:nvGrpSpPr>
        <p:grpSpPr>
          <a:xfrm>
            <a:off x="4800600" y="1555750"/>
            <a:ext cx="1152525" cy="1225550"/>
            <a:chOff x="2064" y="980"/>
            <a:chExt cx="726" cy="772"/>
          </a:xfrm>
        </p:grpSpPr>
        <p:sp>
          <p:nvSpPr>
            <p:cNvPr id="1051177" name="Rectangle 95"/>
            <p:cNvSpPr/>
            <p:nvPr>
              <p:custDataLst>
                <p:tags r:id="rId48"/>
              </p:custDataLst>
            </p:nvPr>
          </p:nvSpPr>
          <p:spPr>
            <a:xfrm>
              <a:off x="2064" y="981"/>
              <a:ext cx="726" cy="771"/>
            </a:xfrm>
            <a:prstGeom prst="rect">
              <a:avLst/>
            </a:prstGeom>
            <a:solidFill>
              <a:srgbClr val="3333CC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78" name="Text Box 77"/>
            <p:cNvSpPr txBox="1"/>
            <p:nvPr>
              <p:custDataLst>
                <p:tags r:id="rId49"/>
              </p:custDataLst>
            </p:nvPr>
          </p:nvSpPr>
          <p:spPr>
            <a:xfrm>
              <a:off x="2290" y="1056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79" name="Text Box 78"/>
            <p:cNvSpPr txBox="1"/>
            <p:nvPr>
              <p:custDataLst>
                <p:tags r:id="rId50"/>
              </p:custDataLst>
            </p:nvPr>
          </p:nvSpPr>
          <p:spPr>
            <a:xfrm>
              <a:off x="2322" y="143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80" name="Text Box 79"/>
            <p:cNvSpPr txBox="1"/>
            <p:nvPr>
              <p:custDataLst>
                <p:tags r:id="rId51"/>
              </p:custDataLst>
            </p:nvPr>
          </p:nvSpPr>
          <p:spPr>
            <a:xfrm>
              <a:off x="2200" y="1253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81" name="Oval 93"/>
            <p:cNvSpPr/>
            <p:nvPr>
              <p:custDataLst>
                <p:tags r:id="rId52"/>
              </p:custDataLst>
            </p:nvPr>
          </p:nvSpPr>
          <p:spPr>
            <a:xfrm>
              <a:off x="2381" y="1661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endParaRPr lang="zh-CN" altLang="zh-CN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182" name="Oval 94"/>
            <p:cNvSpPr/>
            <p:nvPr>
              <p:custDataLst>
                <p:tags r:id="rId53"/>
              </p:custDataLst>
            </p:nvPr>
          </p:nvSpPr>
          <p:spPr>
            <a:xfrm>
              <a:off x="2381" y="980"/>
              <a:ext cx="91" cy="9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sp>
        <p:nvSpPr>
          <p:cNvPr id="1051183" name="Text Box 98"/>
          <p:cNvSpPr txBox="1"/>
          <p:nvPr>
            <p:custDataLst>
              <p:tags r:id="rId54"/>
            </p:custDataLst>
          </p:nvPr>
        </p:nvSpPr>
        <p:spPr>
          <a:xfrm>
            <a:off x="7032625" y="4598988"/>
            <a:ext cx="32766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求等效电阻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endParaRPr lang="en-US" altLang="zh-CN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84" name="Text Box 99"/>
          <p:cNvSpPr txBox="1"/>
          <p:nvPr>
            <p:custDataLst>
              <p:tags r:id="rId55"/>
            </p:custDataLst>
          </p:nvPr>
        </p:nvSpPr>
        <p:spPr>
          <a:xfrm>
            <a:off x="6961188" y="5464175"/>
            <a:ext cx="2895600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方法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：加压求流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659" name=""/>
        <p:cNvGrpSpPr/>
        <p:nvPr/>
      </p:nvGrpSpPr>
      <p:grpSpPr/>
      <p:sp>
        <p:nvSpPr>
          <p:cNvPr id="1051197" name="Text Box 6"/>
          <p:cNvSpPr txBox="1"/>
          <p:nvPr>
            <p:custDataLst>
              <p:tags r:id="rId1"/>
            </p:custDataLst>
          </p:nvPr>
        </p:nvSpPr>
        <p:spPr>
          <a:xfrm>
            <a:off x="6168073" y="2060575"/>
            <a:ext cx="2447925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=6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+3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=9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lang="en-US" altLang="zh-CN" sz="2800" b="1" i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98" name="Text Box 7"/>
          <p:cNvSpPr txBox="1"/>
          <p:nvPr>
            <p:custDataLst>
              <p:tags r:id="rId2"/>
            </p:custDataLst>
          </p:nvPr>
        </p:nvSpPr>
        <p:spPr>
          <a:xfrm>
            <a:off x="6239510" y="2708275"/>
            <a:ext cx="3635375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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6/(6+3)=(2/3)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endParaRPr lang="en-US" altLang="zh-CN" sz="28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199" name="AutoShape 8"/>
          <p:cNvSpPr/>
          <p:nvPr>
            <p:custDataLst>
              <p:tags r:id="rId3"/>
            </p:custDataLst>
          </p:nvPr>
        </p:nvSpPr>
        <p:spPr>
          <a:xfrm>
            <a:off x="5952173" y="2203450"/>
            <a:ext cx="71437" cy="1008063"/>
          </a:xfrm>
          <a:prstGeom prst="leftBrace">
            <a:avLst>
              <a:gd name="adj1" fmla="val 117593"/>
              <a:gd name="adj2" fmla="val 50000"/>
            </a:avLst>
          </a:prstGeom>
          <a:noFill/>
          <a:ln w="38100" cap="flat" cmpd="sng">
            <a:solidFill>
              <a:schemeClr val="lt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200" name="AutoShape 9"/>
          <p:cNvSpPr/>
          <p:nvPr>
            <p:custDataLst>
              <p:tags r:id="rId4"/>
            </p:custDataLst>
          </p:nvPr>
        </p:nvSpPr>
        <p:spPr>
          <a:xfrm>
            <a:off x="5591810" y="3643313"/>
            <a:ext cx="720725" cy="288925"/>
          </a:xfrm>
          <a:prstGeom prst="rightArrow">
            <a:avLst>
              <a:gd name="adj1" fmla="val 50000"/>
              <a:gd name="adj2" fmla="val 62362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201" name="Text Box 10"/>
          <p:cNvSpPr txBox="1"/>
          <p:nvPr>
            <p:custDataLst>
              <p:tags r:id="rId5"/>
            </p:custDataLst>
          </p:nvPr>
        </p:nvSpPr>
        <p:spPr>
          <a:xfrm>
            <a:off x="6455410" y="3427413"/>
            <a:ext cx="3313113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=9 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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(2/3)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=6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endParaRPr lang="en-US" altLang="zh-CN" sz="28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02" name="AutoShape 11"/>
          <p:cNvSpPr/>
          <p:nvPr>
            <p:custDataLst>
              <p:tags r:id="rId6"/>
            </p:custDataLst>
          </p:nvPr>
        </p:nvSpPr>
        <p:spPr>
          <a:xfrm>
            <a:off x="5591810" y="4292600"/>
            <a:ext cx="719138" cy="287338"/>
          </a:xfrm>
          <a:prstGeom prst="rightArrow">
            <a:avLst>
              <a:gd name="adj1" fmla="val 50000"/>
              <a:gd name="adj2" fmla="val 62568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203" name="Text Box 12"/>
          <p:cNvSpPr txBox="1"/>
          <p:nvPr>
            <p:custDataLst>
              <p:tags r:id="rId7"/>
            </p:custDataLst>
          </p:nvPr>
        </p:nvSpPr>
        <p:spPr>
          <a:xfrm>
            <a:off x="6455410" y="4148138"/>
            <a:ext cx="2808288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/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=6 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grpSp>
        <p:nvGrpSpPr>
          <p:cNvPr id="1660" name="Group 13"/>
          <p:cNvGrpSpPr/>
          <p:nvPr/>
        </p:nvGrpSpPr>
        <p:grpSpPr>
          <a:xfrm>
            <a:off x="1488123" y="1727200"/>
            <a:ext cx="4114800" cy="2365375"/>
            <a:chOff x="672" y="816"/>
            <a:chExt cx="2592" cy="1490"/>
          </a:xfrm>
        </p:grpSpPr>
        <p:sp>
          <p:nvSpPr>
            <p:cNvPr id="1051204" name="Line 14"/>
            <p:cNvSpPr/>
            <p:nvPr/>
          </p:nvSpPr>
          <p:spPr>
            <a:xfrm>
              <a:off x="1728" y="1200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05" name="Text Box 15"/>
            <p:cNvSpPr txBox="1"/>
            <p:nvPr>
              <p:custDataLst>
                <p:tags r:id="rId8"/>
              </p:custDataLst>
            </p:nvPr>
          </p:nvSpPr>
          <p:spPr>
            <a:xfrm>
              <a:off x="1296" y="1536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206" name="Rectangle 16"/>
            <p:cNvSpPr/>
            <p:nvPr>
              <p:custDataLst>
                <p:tags r:id="rId9"/>
              </p:custDataLst>
            </p:nvPr>
          </p:nvSpPr>
          <p:spPr>
            <a:xfrm>
              <a:off x="1104" y="1135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07" name="Text Box 17"/>
            <p:cNvSpPr txBox="1"/>
            <p:nvPr>
              <p:custDataLst>
                <p:tags r:id="rId10"/>
              </p:custDataLst>
            </p:nvPr>
          </p:nvSpPr>
          <p:spPr>
            <a:xfrm>
              <a:off x="1056" y="864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208" name="Line 18"/>
            <p:cNvSpPr/>
            <p:nvPr/>
          </p:nvSpPr>
          <p:spPr>
            <a:xfrm>
              <a:off x="1872" y="1296"/>
              <a:ext cx="0" cy="38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209" name="Text Box 19"/>
            <p:cNvSpPr txBox="1"/>
            <p:nvPr>
              <p:custDataLst>
                <p:tags r:id="rId11"/>
              </p:custDataLst>
            </p:nvPr>
          </p:nvSpPr>
          <p:spPr>
            <a:xfrm>
              <a:off x="1872" y="1344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0" name="Text Box 20"/>
            <p:cNvSpPr txBox="1"/>
            <p:nvPr>
              <p:custDataLst>
                <p:tags r:id="rId12"/>
              </p:custDataLst>
            </p:nvPr>
          </p:nvSpPr>
          <p:spPr>
            <a:xfrm>
              <a:off x="2784" y="1248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1" name="Text Box 21"/>
            <p:cNvSpPr txBox="1"/>
            <p:nvPr>
              <p:custDataLst>
                <p:tags r:id="rId13"/>
              </p:custDataLst>
            </p:nvPr>
          </p:nvSpPr>
          <p:spPr>
            <a:xfrm>
              <a:off x="2784" y="1776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2" name="Text Box 22"/>
            <p:cNvSpPr txBox="1"/>
            <p:nvPr>
              <p:custDataLst>
                <p:tags r:id="rId14"/>
              </p:custDataLst>
            </p:nvPr>
          </p:nvSpPr>
          <p:spPr>
            <a:xfrm>
              <a:off x="2880" y="153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3" name="Text Box 23"/>
            <p:cNvSpPr txBox="1"/>
            <p:nvPr>
              <p:custDataLst>
                <p:tags r:id="rId15"/>
              </p:custDataLst>
            </p:nvPr>
          </p:nvSpPr>
          <p:spPr>
            <a:xfrm>
              <a:off x="2880" y="1056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4" name="Text Box 24"/>
            <p:cNvSpPr txBox="1"/>
            <p:nvPr>
              <p:custDataLst>
                <p:tags r:id="rId16"/>
              </p:custDataLst>
            </p:nvPr>
          </p:nvSpPr>
          <p:spPr>
            <a:xfrm>
              <a:off x="2880" y="2016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5" name="Line 25"/>
            <p:cNvSpPr/>
            <p:nvPr>
              <p:custDataLst>
                <p:tags r:id="rId17"/>
              </p:custDataLst>
            </p:nvPr>
          </p:nvSpPr>
          <p:spPr>
            <a:xfrm>
              <a:off x="2016" y="1200"/>
              <a:ext cx="336" cy="0"/>
            </a:xfrm>
            <a:prstGeom prst="line">
              <a:avLst/>
            </a:prstGeom>
            <a:ln w="9525" cap="flat" cmpd="sng">
              <a:solidFill>
                <a:schemeClr val="dk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16" name="Text Box 26"/>
            <p:cNvSpPr txBox="1"/>
            <p:nvPr>
              <p:custDataLst>
                <p:tags r:id="rId18"/>
              </p:custDataLst>
            </p:nvPr>
          </p:nvSpPr>
          <p:spPr>
            <a:xfrm>
              <a:off x="2304" y="960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7" name="Text Box 27"/>
            <p:cNvSpPr txBox="1"/>
            <p:nvPr>
              <p:custDataLst>
                <p:tags r:id="rId19"/>
              </p:custDataLst>
            </p:nvPr>
          </p:nvSpPr>
          <p:spPr>
            <a:xfrm>
              <a:off x="1824" y="960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8" name="Text Box 28"/>
            <p:cNvSpPr txBox="1"/>
            <p:nvPr>
              <p:custDataLst>
                <p:tags r:id="rId20"/>
              </p:custDataLst>
            </p:nvPr>
          </p:nvSpPr>
          <p:spPr>
            <a:xfrm>
              <a:off x="2016" y="864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19" name="AutoShape 29"/>
            <p:cNvSpPr/>
            <p:nvPr>
              <p:custDataLst>
                <p:tags r:id="rId21"/>
              </p:custDataLst>
            </p:nvPr>
          </p:nvSpPr>
          <p:spPr>
            <a:xfrm>
              <a:off x="2016" y="1104"/>
              <a:ext cx="336" cy="192"/>
            </a:xfrm>
            <a:prstGeom prst="diamond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20" name="Line 30"/>
            <p:cNvSpPr/>
            <p:nvPr/>
          </p:nvSpPr>
          <p:spPr>
            <a:xfrm>
              <a:off x="672" y="1200"/>
              <a:ext cx="43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1" name="Line 31"/>
            <p:cNvSpPr/>
            <p:nvPr/>
          </p:nvSpPr>
          <p:spPr>
            <a:xfrm>
              <a:off x="1392" y="1200"/>
              <a:ext cx="139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2" name="Line 32"/>
            <p:cNvSpPr/>
            <p:nvPr/>
          </p:nvSpPr>
          <p:spPr>
            <a:xfrm>
              <a:off x="672" y="2160"/>
              <a:ext cx="211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3" name="Line 33"/>
            <p:cNvSpPr/>
            <p:nvPr/>
          </p:nvSpPr>
          <p:spPr>
            <a:xfrm flipV="1">
              <a:off x="672" y="1200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4" name="Rectangle 34"/>
            <p:cNvSpPr/>
            <p:nvPr>
              <p:custDataLst>
                <p:tags r:id="rId22"/>
              </p:custDataLst>
            </p:nvPr>
          </p:nvSpPr>
          <p:spPr>
            <a:xfrm rot="5400000">
              <a:off x="1572" y="1627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25" name="Line 35"/>
            <p:cNvSpPr/>
            <p:nvPr/>
          </p:nvSpPr>
          <p:spPr>
            <a:xfrm>
              <a:off x="2784" y="1824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6" name="Line 36"/>
            <p:cNvSpPr/>
            <p:nvPr/>
          </p:nvSpPr>
          <p:spPr>
            <a:xfrm>
              <a:off x="2784" y="1200"/>
              <a:ext cx="0" cy="62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7" name="Oval 37"/>
            <p:cNvSpPr/>
            <p:nvPr>
              <p:custDataLst>
                <p:tags r:id="rId23"/>
              </p:custDataLst>
            </p:nvPr>
          </p:nvSpPr>
          <p:spPr>
            <a:xfrm>
              <a:off x="2633" y="1536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28" name="Line 38"/>
            <p:cNvSpPr/>
            <p:nvPr>
              <p:custDataLst>
                <p:tags r:id="rId24"/>
              </p:custDataLst>
            </p:nvPr>
          </p:nvSpPr>
          <p:spPr>
            <a:xfrm>
              <a:off x="2784" y="1536"/>
              <a:ext cx="0" cy="336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29" name="Line 39"/>
            <p:cNvSpPr/>
            <p:nvPr/>
          </p:nvSpPr>
          <p:spPr>
            <a:xfrm flipH="1">
              <a:off x="2544" y="1104"/>
              <a:ext cx="240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230" name="Text Box 40"/>
            <p:cNvSpPr txBox="1"/>
            <p:nvPr>
              <p:custDataLst>
                <p:tags r:id="rId25"/>
              </p:custDataLst>
            </p:nvPr>
          </p:nvSpPr>
          <p:spPr>
            <a:xfrm>
              <a:off x="2592" y="81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1231" name="AutoShape 79" descr="羊皮纸"/>
          <p:cNvSpPr/>
          <p:nvPr>
            <p:custDataLst>
              <p:tags r:id="rId26"/>
            </p:custDataLst>
          </p:nvPr>
        </p:nvSpPr>
        <p:spPr>
          <a:xfrm>
            <a:off x="1270635" y="4148138"/>
            <a:ext cx="1943100" cy="576262"/>
          </a:xfrm>
          <a:prstGeom prst="wedgeRoundRectCallout">
            <a:avLst>
              <a:gd name="adj1" fmla="val -33333"/>
              <a:gd name="adj2" fmla="val -140907"/>
              <a:gd name="adj3" fmla="val 16667"/>
            </a:avLst>
          </a:prstGeom>
          <a:blipFill rotWithShape="1">
            <a:blip r:embed="rId27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独立源置零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680" name=""/>
        <p:cNvGrpSpPr/>
        <p:nvPr/>
      </p:nvGrpSpPr>
      <p:grpSpPr/>
      <p:sp>
        <p:nvSpPr>
          <p:cNvPr id="1051244" name="Text Box 41"/>
          <p:cNvSpPr txBox="1"/>
          <p:nvPr>
            <p:custDataLst>
              <p:tags r:id="rId1"/>
            </p:custDataLst>
          </p:nvPr>
        </p:nvSpPr>
        <p:spPr>
          <a:xfrm>
            <a:off x="1271270" y="1771650"/>
            <a:ext cx="4267200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方法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：开路电压、短路电流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45" name="Text Box 42"/>
          <p:cNvSpPr txBox="1"/>
          <p:nvPr>
            <p:custDataLst>
              <p:tags r:id="rId2"/>
            </p:custDataLst>
          </p:nvPr>
        </p:nvSpPr>
        <p:spPr>
          <a:xfrm>
            <a:off x="6312535" y="1482408"/>
            <a:ext cx="182880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=9V)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46" name="Text Box 43"/>
          <p:cNvSpPr txBox="1"/>
          <p:nvPr>
            <p:custDataLst>
              <p:tags r:id="rId3"/>
            </p:custDataLst>
          </p:nvPr>
        </p:nvSpPr>
        <p:spPr>
          <a:xfrm>
            <a:off x="6376670" y="2239328"/>
            <a:ext cx="2232025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6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+3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=9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47" name="Text Box 44"/>
          <p:cNvSpPr txBox="1"/>
          <p:nvPr>
            <p:custDataLst>
              <p:tags r:id="rId4"/>
            </p:custDataLst>
          </p:nvPr>
        </p:nvSpPr>
        <p:spPr>
          <a:xfrm>
            <a:off x="6384290" y="2995930"/>
            <a:ext cx="2160588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=-6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/3=-2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lang="en-US" altLang="zh-CN" sz="2800" b="1" i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48" name="Text Box 45"/>
          <p:cNvSpPr txBox="1"/>
          <p:nvPr>
            <p:custDataLst>
              <p:tags r:id="rId5"/>
            </p:custDataLst>
          </p:nvPr>
        </p:nvSpPr>
        <p:spPr>
          <a:xfrm>
            <a:off x="9192578" y="2924493"/>
            <a:ext cx="83820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=0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49" name="AutoShape 46"/>
          <p:cNvSpPr/>
          <p:nvPr>
            <p:custDataLst>
              <p:tags r:id="rId6"/>
            </p:custDataLst>
          </p:nvPr>
        </p:nvSpPr>
        <p:spPr>
          <a:xfrm>
            <a:off x="8616315" y="3140393"/>
            <a:ext cx="504825" cy="215900"/>
          </a:xfrm>
          <a:prstGeom prst="rightArrow">
            <a:avLst>
              <a:gd name="adj1" fmla="val 50000"/>
              <a:gd name="adj2" fmla="val 58455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250" name="Text Box 47"/>
          <p:cNvSpPr txBox="1"/>
          <p:nvPr>
            <p:custDataLst>
              <p:tags r:id="rId7"/>
            </p:custDataLst>
          </p:nvPr>
        </p:nvSpPr>
        <p:spPr>
          <a:xfrm>
            <a:off x="6312535" y="3716655"/>
            <a:ext cx="2951163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=9/6=1.5A</a:t>
            </a:r>
            <a:endParaRPr lang="en-US" altLang="zh-CN" sz="28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251" name="Text Box 48"/>
          <p:cNvSpPr txBox="1"/>
          <p:nvPr>
            <p:custDataLst>
              <p:tags r:id="rId8"/>
            </p:custDataLst>
          </p:nvPr>
        </p:nvSpPr>
        <p:spPr>
          <a:xfrm>
            <a:off x="6312218" y="4508818"/>
            <a:ext cx="3924300" cy="52197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/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=9/1.5=6 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grpSp>
        <p:nvGrpSpPr>
          <p:cNvPr id="1681" name="Group 49"/>
          <p:cNvGrpSpPr/>
          <p:nvPr/>
        </p:nvGrpSpPr>
        <p:grpSpPr>
          <a:xfrm>
            <a:off x="1271270" y="2203450"/>
            <a:ext cx="4724400" cy="2517775"/>
            <a:chOff x="288" y="2736"/>
            <a:chExt cx="2976" cy="1586"/>
          </a:xfrm>
        </p:grpSpPr>
        <p:sp>
          <p:nvSpPr>
            <p:cNvPr id="1051252" name="Line 50"/>
            <p:cNvSpPr/>
            <p:nvPr/>
          </p:nvSpPr>
          <p:spPr>
            <a:xfrm>
              <a:off x="1728" y="3072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53" name="Text Box 51"/>
            <p:cNvSpPr txBox="1"/>
            <p:nvPr>
              <p:custDataLst>
                <p:tags r:id="rId9"/>
              </p:custDataLst>
            </p:nvPr>
          </p:nvSpPr>
          <p:spPr>
            <a:xfrm>
              <a:off x="1296" y="3408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254" name="Rectangle 52"/>
            <p:cNvSpPr/>
            <p:nvPr>
              <p:custDataLst>
                <p:tags r:id="rId10"/>
              </p:custDataLst>
            </p:nvPr>
          </p:nvSpPr>
          <p:spPr>
            <a:xfrm>
              <a:off x="1104" y="3007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55" name="Text Box 53"/>
            <p:cNvSpPr txBox="1"/>
            <p:nvPr>
              <p:custDataLst>
                <p:tags r:id="rId11"/>
              </p:custDataLst>
            </p:nvPr>
          </p:nvSpPr>
          <p:spPr>
            <a:xfrm>
              <a:off x="1056" y="273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256" name="Line 54"/>
            <p:cNvSpPr/>
            <p:nvPr/>
          </p:nvSpPr>
          <p:spPr>
            <a:xfrm>
              <a:off x="1872" y="3168"/>
              <a:ext cx="0" cy="38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257" name="Text Box 55"/>
            <p:cNvSpPr txBox="1"/>
            <p:nvPr>
              <p:custDataLst>
                <p:tags r:id="rId12"/>
              </p:custDataLst>
            </p:nvPr>
          </p:nvSpPr>
          <p:spPr>
            <a:xfrm>
              <a:off x="1872" y="3216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58" name="Text Box 56"/>
            <p:cNvSpPr txBox="1"/>
            <p:nvPr>
              <p:custDataLst>
                <p:tags r:id="rId13"/>
              </p:custDataLst>
            </p:nvPr>
          </p:nvSpPr>
          <p:spPr>
            <a:xfrm>
              <a:off x="672" y="3120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59" name="Text Box 57"/>
            <p:cNvSpPr txBox="1"/>
            <p:nvPr>
              <p:custDataLst>
                <p:tags r:id="rId14"/>
              </p:custDataLst>
            </p:nvPr>
          </p:nvSpPr>
          <p:spPr>
            <a:xfrm>
              <a:off x="672" y="3648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0" name="Text Box 58"/>
            <p:cNvSpPr txBox="1"/>
            <p:nvPr>
              <p:custDataLst>
                <p:tags r:id="rId15"/>
              </p:custDataLst>
            </p:nvPr>
          </p:nvSpPr>
          <p:spPr>
            <a:xfrm>
              <a:off x="816" y="3408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9V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1" name="Text Box 59"/>
            <p:cNvSpPr txBox="1"/>
            <p:nvPr>
              <p:custDataLst>
                <p:tags r:id="rId16"/>
              </p:custDataLst>
            </p:nvPr>
          </p:nvSpPr>
          <p:spPr>
            <a:xfrm>
              <a:off x="2880" y="3264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2" name="Text Box 60"/>
            <p:cNvSpPr txBox="1"/>
            <p:nvPr>
              <p:custDataLst>
                <p:tags r:id="rId17"/>
              </p:custDataLst>
            </p:nvPr>
          </p:nvSpPr>
          <p:spPr>
            <a:xfrm>
              <a:off x="2688" y="2736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3" name="Text Box 61"/>
            <p:cNvSpPr txBox="1"/>
            <p:nvPr>
              <p:custDataLst>
                <p:tags r:id="rId18"/>
              </p:custDataLst>
            </p:nvPr>
          </p:nvSpPr>
          <p:spPr>
            <a:xfrm>
              <a:off x="2688" y="4032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4" name="Line 62"/>
            <p:cNvSpPr/>
            <p:nvPr>
              <p:custDataLst>
                <p:tags r:id="rId19"/>
              </p:custDataLst>
            </p:nvPr>
          </p:nvSpPr>
          <p:spPr>
            <a:xfrm>
              <a:off x="2112" y="3072"/>
              <a:ext cx="336" cy="0"/>
            </a:xfrm>
            <a:prstGeom prst="line">
              <a:avLst/>
            </a:prstGeom>
            <a:ln w="9525" cap="flat" cmpd="sng">
              <a:solidFill>
                <a:schemeClr val="dk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65" name="Text Box 63"/>
            <p:cNvSpPr txBox="1"/>
            <p:nvPr>
              <p:custDataLst>
                <p:tags r:id="rId20"/>
              </p:custDataLst>
            </p:nvPr>
          </p:nvSpPr>
          <p:spPr>
            <a:xfrm>
              <a:off x="2400" y="2832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6" name="Text Box 64"/>
            <p:cNvSpPr txBox="1"/>
            <p:nvPr>
              <p:custDataLst>
                <p:tags r:id="rId21"/>
              </p:custDataLst>
            </p:nvPr>
          </p:nvSpPr>
          <p:spPr>
            <a:xfrm>
              <a:off x="1920" y="2832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7" name="Text Box 65"/>
            <p:cNvSpPr txBox="1"/>
            <p:nvPr>
              <p:custDataLst>
                <p:tags r:id="rId22"/>
              </p:custDataLst>
            </p:nvPr>
          </p:nvSpPr>
          <p:spPr>
            <a:xfrm>
              <a:off x="2112" y="2736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68" name="AutoShape 66"/>
            <p:cNvSpPr/>
            <p:nvPr>
              <p:custDataLst>
                <p:tags r:id="rId23"/>
              </p:custDataLst>
            </p:nvPr>
          </p:nvSpPr>
          <p:spPr>
            <a:xfrm>
              <a:off x="2112" y="2976"/>
              <a:ext cx="336" cy="192"/>
            </a:xfrm>
            <a:prstGeom prst="diamond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69" name="Line 67"/>
            <p:cNvSpPr/>
            <p:nvPr/>
          </p:nvSpPr>
          <p:spPr>
            <a:xfrm>
              <a:off x="672" y="3072"/>
              <a:ext cx="43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70" name="Line 68"/>
            <p:cNvSpPr/>
            <p:nvPr/>
          </p:nvSpPr>
          <p:spPr>
            <a:xfrm>
              <a:off x="1392" y="3072"/>
              <a:ext cx="139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71" name="Line 69"/>
            <p:cNvSpPr/>
            <p:nvPr/>
          </p:nvSpPr>
          <p:spPr>
            <a:xfrm>
              <a:off x="672" y="4032"/>
              <a:ext cx="211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72" name="Oval 70"/>
            <p:cNvSpPr/>
            <p:nvPr>
              <p:custDataLst>
                <p:tags r:id="rId24"/>
              </p:custDataLst>
            </p:nvPr>
          </p:nvSpPr>
          <p:spPr>
            <a:xfrm>
              <a:off x="528" y="3408"/>
              <a:ext cx="295" cy="295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73" name="Line 71"/>
            <p:cNvSpPr/>
            <p:nvPr/>
          </p:nvSpPr>
          <p:spPr>
            <a:xfrm flipV="1">
              <a:off x="672" y="3072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74" name="Rectangle 72"/>
            <p:cNvSpPr/>
            <p:nvPr>
              <p:custDataLst>
                <p:tags r:id="rId25"/>
              </p:custDataLst>
            </p:nvPr>
          </p:nvSpPr>
          <p:spPr>
            <a:xfrm rot="5400000">
              <a:off x="1572" y="3499"/>
              <a:ext cx="295" cy="113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275" name="Line 73"/>
            <p:cNvSpPr/>
            <p:nvPr/>
          </p:nvSpPr>
          <p:spPr>
            <a:xfrm>
              <a:off x="2784" y="3072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276" name="Line 74"/>
            <p:cNvSpPr/>
            <p:nvPr/>
          </p:nvSpPr>
          <p:spPr>
            <a:xfrm>
              <a:off x="2880" y="3216"/>
              <a:ext cx="0" cy="33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277" name="Line 75"/>
            <p:cNvSpPr/>
            <p:nvPr/>
          </p:nvSpPr>
          <p:spPr>
            <a:xfrm flipV="1">
              <a:off x="528" y="3024"/>
              <a:ext cx="0" cy="38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278" name="Text Box 76"/>
            <p:cNvSpPr txBox="1"/>
            <p:nvPr>
              <p:custDataLst>
                <p:tags r:id="rId26"/>
              </p:custDataLst>
            </p:nvPr>
          </p:nvSpPr>
          <p:spPr>
            <a:xfrm>
              <a:off x="288" y="3024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1279" name="AutoShape 80" descr="羊皮纸"/>
          <p:cNvSpPr/>
          <p:nvPr>
            <p:custDataLst>
              <p:tags r:id="rId27"/>
            </p:custDataLst>
          </p:nvPr>
        </p:nvSpPr>
        <p:spPr>
          <a:xfrm>
            <a:off x="1703070" y="4364038"/>
            <a:ext cx="1943100" cy="576262"/>
          </a:xfrm>
          <a:prstGeom prst="wedgeRoundRectCallout">
            <a:avLst>
              <a:gd name="adj1" fmla="val -39463"/>
              <a:gd name="adj2" fmla="val -124106"/>
              <a:gd name="adj3" fmla="val 16667"/>
            </a:avLst>
          </a:prstGeom>
          <a:blipFill rotWithShape="1">
            <a:blip r:embed="rId28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独立源保留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701" name=""/>
        <p:cNvGrpSpPr/>
        <p:nvPr/>
      </p:nvGrpSpPr>
      <p:grpSpPr/>
      <p:sp>
        <p:nvSpPr>
          <p:cNvPr id="1051292" name="Text Box 4"/>
          <p:cNvSpPr txBox="1"/>
          <p:nvPr>
            <p:custDataLst>
              <p:tags r:id="rId1"/>
            </p:custDataLst>
          </p:nvPr>
        </p:nvSpPr>
        <p:spPr>
          <a:xfrm>
            <a:off x="1383983" y="1313180"/>
            <a:ext cx="2514600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(3)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等效电路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702" name="Group 31"/>
          <p:cNvGrpSpPr/>
          <p:nvPr/>
        </p:nvGrpSpPr>
        <p:grpSpPr>
          <a:xfrm>
            <a:off x="5273358" y="979805"/>
            <a:ext cx="3033712" cy="2560638"/>
            <a:chOff x="2744" y="164"/>
            <a:chExt cx="1911" cy="1613"/>
          </a:xfrm>
        </p:grpSpPr>
        <p:sp>
          <p:nvSpPr>
            <p:cNvPr id="1051293" name="Text Box 6"/>
            <p:cNvSpPr txBox="1"/>
            <p:nvPr>
              <p:custDataLst>
                <p:tags r:id="rId2"/>
              </p:custDataLst>
            </p:nvPr>
          </p:nvSpPr>
          <p:spPr>
            <a:xfrm>
              <a:off x="4116" y="164"/>
              <a:ext cx="2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94" name="Text Box 7"/>
            <p:cNvSpPr txBox="1"/>
            <p:nvPr>
              <p:custDataLst>
                <p:tags r:id="rId3"/>
              </p:custDataLst>
            </p:nvPr>
          </p:nvSpPr>
          <p:spPr>
            <a:xfrm>
              <a:off x="4116" y="1487"/>
              <a:ext cx="299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95" name="Text Box 8"/>
            <p:cNvSpPr txBox="1"/>
            <p:nvPr>
              <p:custDataLst>
                <p:tags r:id="rId4"/>
              </p:custDataLst>
            </p:nvPr>
          </p:nvSpPr>
          <p:spPr>
            <a:xfrm>
              <a:off x="2744" y="1074"/>
              <a:ext cx="457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oc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96" name="Text Box 9"/>
            <p:cNvSpPr txBox="1"/>
            <p:nvPr>
              <p:custDataLst>
                <p:tags r:id="rId5"/>
              </p:custDataLst>
            </p:nvPr>
          </p:nvSpPr>
          <p:spPr>
            <a:xfrm>
              <a:off x="3052" y="87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97" name="Text Box 10"/>
            <p:cNvSpPr txBox="1"/>
            <p:nvPr>
              <p:custDataLst>
                <p:tags r:id="rId6"/>
              </p:custDataLst>
            </p:nvPr>
          </p:nvSpPr>
          <p:spPr>
            <a:xfrm>
              <a:off x="3042" y="1267"/>
              <a:ext cx="30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298" name="Text Box 11"/>
            <p:cNvSpPr txBox="1"/>
            <p:nvPr>
              <p:custDataLst>
                <p:tags r:id="rId7"/>
              </p:custDataLst>
            </p:nvPr>
          </p:nvSpPr>
          <p:spPr>
            <a:xfrm>
              <a:off x="3458" y="1046"/>
              <a:ext cx="36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endParaRPr lang="zh-CN" altLang="zh-CN" sz="2400" b="1" dirty="0">
                <a:solidFill>
                  <a:schemeClr val="lt1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1703" name="Group 12"/>
            <p:cNvGrpSpPr/>
            <p:nvPr/>
          </p:nvGrpSpPr>
          <p:grpSpPr>
            <a:xfrm>
              <a:off x="3224" y="473"/>
              <a:ext cx="983" cy="1014"/>
              <a:chOff x="3456" y="720"/>
              <a:chExt cx="768" cy="720"/>
            </a:xfrm>
          </p:grpSpPr>
          <p:sp>
            <p:nvSpPr>
              <p:cNvPr id="1051299" name="Line 13"/>
              <p:cNvSpPr/>
              <p:nvPr/>
            </p:nvSpPr>
            <p:spPr>
              <a:xfrm>
                <a:off x="3456" y="720"/>
                <a:ext cx="0" cy="72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300" name="Line 14"/>
              <p:cNvSpPr/>
              <p:nvPr/>
            </p:nvSpPr>
            <p:spPr>
              <a:xfrm>
                <a:off x="3456" y="720"/>
                <a:ext cx="76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301" name="Line 15"/>
              <p:cNvSpPr/>
              <p:nvPr/>
            </p:nvSpPr>
            <p:spPr>
              <a:xfrm>
                <a:off x="3456" y="1440"/>
                <a:ext cx="768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1302" name="Line 16"/>
            <p:cNvSpPr/>
            <p:nvPr/>
          </p:nvSpPr>
          <p:spPr>
            <a:xfrm>
              <a:off x="4207" y="476"/>
              <a:ext cx="0" cy="997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303" name="Rectangle 17"/>
            <p:cNvSpPr/>
            <p:nvPr>
              <p:custDataLst>
                <p:tags r:id="rId8"/>
              </p:custDataLst>
            </p:nvPr>
          </p:nvSpPr>
          <p:spPr>
            <a:xfrm>
              <a:off x="4148" y="781"/>
              <a:ext cx="118" cy="35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304" name="Text Box 18"/>
            <p:cNvSpPr txBox="1"/>
            <p:nvPr>
              <p:custDataLst>
                <p:tags r:id="rId9"/>
              </p:custDataLst>
            </p:nvPr>
          </p:nvSpPr>
          <p:spPr>
            <a:xfrm>
              <a:off x="2789" y="618"/>
              <a:ext cx="421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305" name="Rectangle 19"/>
            <p:cNvSpPr/>
            <p:nvPr>
              <p:custDataLst>
                <p:tags r:id="rId10"/>
              </p:custDataLst>
            </p:nvPr>
          </p:nvSpPr>
          <p:spPr>
            <a:xfrm>
              <a:off x="3157" y="561"/>
              <a:ext cx="118" cy="354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306" name="Oval 20"/>
            <p:cNvSpPr/>
            <p:nvPr>
              <p:custDataLst>
                <p:tags r:id="rId11"/>
              </p:custDataLst>
            </p:nvPr>
          </p:nvSpPr>
          <p:spPr>
            <a:xfrm>
              <a:off x="3080" y="1084"/>
              <a:ext cx="272" cy="271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307" name="Freeform 21"/>
            <p:cNvSpPr/>
            <p:nvPr>
              <p:custDataLst>
                <p:tags r:id="rId12"/>
              </p:custDataLst>
            </p:nvPr>
          </p:nvSpPr>
          <p:spPr>
            <a:xfrm>
              <a:off x="3224" y="1091"/>
              <a:ext cx="1" cy="2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64"/>
                </a:cxn>
              </a:cxnLst>
              <a:rect l="0" t="0" r="r" b="b"/>
              <a:pathLst>
                <a:path w="1" h="264">
                  <a:moveTo>
                    <a:pt x="0" y="0"/>
                  </a:moveTo>
                  <a:lnTo>
                    <a:pt x="0" y="264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308" name="Oval 22"/>
            <p:cNvSpPr/>
            <p:nvPr>
              <p:custDataLst>
                <p:tags r:id="rId13"/>
              </p:custDataLst>
            </p:nvPr>
          </p:nvSpPr>
          <p:spPr>
            <a:xfrm>
              <a:off x="4178" y="429"/>
              <a:ext cx="59" cy="62"/>
            </a:xfrm>
            <a:prstGeom prst="ellipse">
              <a:avLst/>
            </a:prstGeom>
            <a:solidFill>
              <a:srgbClr val="FFCC00"/>
            </a:solidFill>
            <a:ln w="952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309" name="Oval 23"/>
            <p:cNvSpPr/>
            <p:nvPr>
              <p:custDataLst>
                <p:tags r:id="rId14"/>
              </p:custDataLst>
            </p:nvPr>
          </p:nvSpPr>
          <p:spPr>
            <a:xfrm>
              <a:off x="4178" y="1443"/>
              <a:ext cx="59" cy="63"/>
            </a:xfrm>
            <a:prstGeom prst="ellipse">
              <a:avLst/>
            </a:prstGeom>
            <a:solidFill>
              <a:srgbClr val="FFCC00"/>
            </a:solidFill>
            <a:ln w="952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310" name="Text Box 24"/>
            <p:cNvSpPr txBox="1"/>
            <p:nvPr>
              <p:custDataLst>
                <p:tags r:id="rId15"/>
              </p:custDataLst>
            </p:nvPr>
          </p:nvSpPr>
          <p:spPr>
            <a:xfrm>
              <a:off x="3789" y="814"/>
              <a:ext cx="39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311" name="Text Box 25"/>
            <p:cNvSpPr txBox="1"/>
            <p:nvPr>
              <p:custDataLst>
                <p:tags r:id="rId16"/>
              </p:custDataLst>
            </p:nvPr>
          </p:nvSpPr>
          <p:spPr>
            <a:xfrm>
              <a:off x="4232" y="814"/>
              <a:ext cx="42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312" name="Text Box 26"/>
            <p:cNvSpPr txBox="1"/>
            <p:nvPr>
              <p:custDataLst>
                <p:tags r:id="rId17"/>
              </p:custDataLst>
            </p:nvPr>
          </p:nvSpPr>
          <p:spPr>
            <a:xfrm>
              <a:off x="4318" y="1174"/>
              <a:ext cx="21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宋体" panose="02010600030101010101" pitchFamily="2" charset="-122"/>
                </a:rPr>
                <a:t>-</a:t>
              </a:r>
              <a:endParaRPr lang="en-US" altLang="zh-CN" sz="2400" b="1" dirty="0">
                <a:solidFill>
                  <a:schemeClr val="lt1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051313" name="Text Box 27"/>
            <p:cNvSpPr txBox="1"/>
            <p:nvPr>
              <p:custDataLst>
                <p:tags r:id="rId18"/>
              </p:custDataLst>
            </p:nvPr>
          </p:nvSpPr>
          <p:spPr>
            <a:xfrm>
              <a:off x="4312" y="358"/>
              <a:ext cx="22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314" name="Text Box 28"/>
            <p:cNvSpPr txBox="1"/>
            <p:nvPr>
              <p:custDataLst>
                <p:tags r:id="rId19"/>
              </p:custDataLst>
            </p:nvPr>
          </p:nvSpPr>
          <p:spPr>
            <a:xfrm>
              <a:off x="3224" y="599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315" name="Text Box 29"/>
            <p:cNvSpPr txBox="1"/>
            <p:nvPr>
              <p:custDataLst>
                <p:tags r:id="rId20"/>
              </p:custDataLst>
            </p:nvPr>
          </p:nvSpPr>
          <p:spPr>
            <a:xfrm>
              <a:off x="3320" y="1079"/>
              <a:ext cx="395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9V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4194391" name="Object 30"/>
          <p:cNvGraphicFramePr>
            <a:graphicFrameLocks noChangeAspect="1"/>
          </p:cNvGraphicFramePr>
          <p:nvPr>
            <p:custDataLst>
              <p:tags r:id="rId21"/>
            </p:custDataLst>
          </p:nvPr>
        </p:nvGraphicFramePr>
        <p:xfrm>
          <a:off x="1431608" y="2179003"/>
          <a:ext cx="3111500" cy="1011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25" name="" showAsIcon="1" r:id="rId22" imgW="1092835" imgH="326390" progId="Equation.3">
                  <p:embed/>
                </p:oleObj>
              </mc:Choice>
              <mc:Fallback>
                <p:oleObj name="" showAsIcon="1" r:id="rId22" imgW="1092835" imgH="326390" progId="Equation.3">
                  <p:embed/>
                  <p:pic>
                    <p:nvPicPr>
                      <p:cNvPr id="0" name="图片 3124"/>
                      <p:cNvPicPr/>
                      <p:nvPr/>
                    </p:nvPicPr>
                    <p:blipFill>
                      <a:blip r:embed="rId2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431608" y="2179003"/>
                        <a:ext cx="3111500" cy="1011237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316" name="Text Box 32"/>
          <p:cNvSpPr txBox="1"/>
          <p:nvPr>
            <p:custDataLst>
              <p:tags r:id="rId24"/>
            </p:custDataLst>
          </p:nvPr>
        </p:nvSpPr>
        <p:spPr>
          <a:xfrm>
            <a:off x="1430655" y="3616960"/>
            <a:ext cx="7729220" cy="82994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计算含受控源电路的等效电阻是用外加电源法还是开路、短路法，要具体问题具体分析，以计算简便为好。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792" name=""/>
        <p:cNvGrpSpPr/>
        <p:nvPr/>
      </p:nvGrpSpPr>
      <p:grpSpPr/>
      <p:sp>
        <p:nvSpPr>
          <p:cNvPr id="1051513" name="Text Box 5"/>
          <p:cNvSpPr txBox="1"/>
          <p:nvPr/>
        </p:nvSpPr>
        <p:spPr>
          <a:xfrm>
            <a:off x="1631950" y="1700530"/>
            <a:ext cx="5759450" cy="147193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36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4. </a:t>
            </a:r>
            <a:r>
              <a:rPr lang="zh-CN" altLang="en-US" sz="36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诺顿定理</a:t>
            </a:r>
            <a:endParaRPr lang="zh-CN" altLang="en-US" sz="36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812" name=""/>
        <p:cNvGrpSpPr/>
        <p:nvPr/>
      </p:nvGrpSpPr>
      <p:grpSpPr/>
      <p:sp>
        <p:nvSpPr>
          <p:cNvPr id="1051526" name="Text Box 4"/>
          <p:cNvSpPr txBox="1"/>
          <p:nvPr/>
        </p:nvSpPr>
        <p:spPr>
          <a:xfrm>
            <a:off x="2063750" y="765175"/>
            <a:ext cx="7910513" cy="186372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571500" algn="just" eaLnBrk="1" hangingPunct="1">
              <a:lnSpc>
                <a:spcPct val="120000"/>
              </a:lnSpc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任何一个含源线性一端口电路，对外电路来说，可以用一个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电流源和电导</a:t>
            </a:r>
            <a:r>
              <a:rPr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</a:t>
            </a:r>
            <a:r>
              <a:rPr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的并联组合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来等效置换；电流源的电流等于该一端口的短路电流，而电导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等于把该一端口的全部独立电源置零后的输入电导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527" name="Text Box 6"/>
          <p:cNvSpPr txBox="1"/>
          <p:nvPr/>
        </p:nvSpPr>
        <p:spPr>
          <a:xfrm>
            <a:off x="2590800" y="4911090"/>
            <a:ext cx="7239000" cy="142049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666750" algn="just" eaLnBrk="1" hangingPunct="1">
              <a:lnSpc>
                <a:spcPct val="120000"/>
              </a:lnSpc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诺顿等效电路可由戴维宁等效电路经电源等效变换得到。诺顿等效电路可采用与戴维宁定理类似的方法证明。证明过程从略。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528" name="AutoShape 7"/>
          <p:cNvSpPr/>
          <p:nvPr>
            <p:custDataLst>
              <p:tags r:id="rId1"/>
            </p:custDataLst>
          </p:nvPr>
        </p:nvSpPr>
        <p:spPr>
          <a:xfrm>
            <a:off x="5303838" y="3573463"/>
            <a:ext cx="609600" cy="304800"/>
          </a:xfrm>
          <a:prstGeom prst="rightArrow">
            <a:avLst>
              <a:gd name="adj1" fmla="val 50000"/>
              <a:gd name="adj2" fmla="val 50000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grpSp>
        <p:nvGrpSpPr>
          <p:cNvPr id="1813" name="Group 8"/>
          <p:cNvGrpSpPr/>
          <p:nvPr/>
        </p:nvGrpSpPr>
        <p:grpSpPr>
          <a:xfrm>
            <a:off x="2495550" y="2922341"/>
            <a:ext cx="2292350" cy="1551234"/>
            <a:chOff x="912" y="1986"/>
            <a:chExt cx="1363" cy="846"/>
          </a:xfrm>
        </p:grpSpPr>
        <p:sp>
          <p:nvSpPr>
            <p:cNvPr id="1051529" name="Rectangle 9"/>
            <p:cNvSpPr/>
            <p:nvPr>
              <p:custDataLst>
                <p:tags r:id="rId2"/>
              </p:custDataLst>
            </p:nvPr>
          </p:nvSpPr>
          <p:spPr>
            <a:xfrm>
              <a:off x="912" y="2016"/>
              <a:ext cx="528" cy="816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30" name="Text Box 10"/>
            <p:cNvSpPr txBox="1"/>
            <p:nvPr>
              <p:custDataLst>
                <p:tags r:id="rId3"/>
              </p:custDataLst>
            </p:nvPr>
          </p:nvSpPr>
          <p:spPr>
            <a:xfrm>
              <a:off x="1045" y="2277"/>
              <a:ext cx="261" cy="285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31" name="Freeform 11"/>
            <p:cNvSpPr/>
            <p:nvPr>
              <p:custDataLst>
                <p:tags r:id="rId4"/>
              </p:custDataLst>
            </p:nvPr>
          </p:nvSpPr>
          <p:spPr>
            <a:xfrm>
              <a:off x="1442" y="2147"/>
              <a:ext cx="528" cy="1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528" y="0"/>
                </a:cxn>
              </a:cxnLst>
              <a:rect l="0" t="0" r="r" b="b"/>
              <a:pathLst>
                <a:path w="528" h="1">
                  <a:moveTo>
                    <a:pt x="0" y="1"/>
                  </a:move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32" name="Freeform 12"/>
            <p:cNvSpPr/>
            <p:nvPr>
              <p:custDataLst>
                <p:tags r:id="rId5"/>
              </p:custDataLst>
            </p:nvPr>
          </p:nvSpPr>
          <p:spPr>
            <a:xfrm>
              <a:off x="1446" y="2700"/>
              <a:ext cx="516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16" y="0"/>
                </a:cxn>
              </a:cxnLst>
              <a:rect l="0" t="0" r="r" b="b"/>
              <a:pathLst>
                <a:path w="516" h="1">
                  <a:moveTo>
                    <a:pt x="0" y="0"/>
                  </a:moveTo>
                  <a:lnTo>
                    <a:pt x="516" y="0"/>
                  </a:lnTo>
                </a:path>
              </a:pathLst>
            </a:custGeom>
            <a:noFill/>
            <a:ln w="38100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33" name="Oval 13"/>
            <p:cNvSpPr/>
            <p:nvPr>
              <p:custDataLst>
                <p:tags r:id="rId6"/>
              </p:custDataLst>
            </p:nvPr>
          </p:nvSpPr>
          <p:spPr>
            <a:xfrm>
              <a:off x="1968" y="2112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34" name="Oval 14"/>
            <p:cNvSpPr/>
            <p:nvPr>
              <p:custDataLst>
                <p:tags r:id="rId7"/>
              </p:custDataLst>
            </p:nvPr>
          </p:nvSpPr>
          <p:spPr>
            <a:xfrm>
              <a:off x="1968" y="2668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35" name="Text Box 15"/>
            <p:cNvSpPr txBox="1"/>
            <p:nvPr>
              <p:custDataLst>
                <p:tags r:id="rId8"/>
              </p:custDataLst>
            </p:nvPr>
          </p:nvSpPr>
          <p:spPr>
            <a:xfrm>
              <a:off x="2065" y="1986"/>
              <a:ext cx="199" cy="251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36" name="Text Box 16"/>
            <p:cNvSpPr txBox="1"/>
            <p:nvPr>
              <p:custDataLst>
                <p:tags r:id="rId9"/>
              </p:custDataLst>
            </p:nvPr>
          </p:nvSpPr>
          <p:spPr>
            <a:xfrm>
              <a:off x="2065" y="2562"/>
              <a:ext cx="210" cy="251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814" name="Group 17"/>
          <p:cNvGrpSpPr/>
          <p:nvPr/>
        </p:nvGrpSpPr>
        <p:grpSpPr>
          <a:xfrm>
            <a:off x="6024563" y="2636838"/>
            <a:ext cx="3455987" cy="1917899"/>
            <a:chOff x="3024" y="1872"/>
            <a:chExt cx="1824" cy="1137"/>
          </a:xfrm>
        </p:grpSpPr>
        <p:sp>
          <p:nvSpPr>
            <p:cNvPr id="1051537" name="Text Box 18"/>
            <p:cNvSpPr txBox="1"/>
            <p:nvPr>
              <p:custDataLst>
                <p:tags r:id="rId10"/>
              </p:custDataLst>
            </p:nvPr>
          </p:nvSpPr>
          <p:spPr>
            <a:xfrm>
              <a:off x="4512" y="1872"/>
              <a:ext cx="336" cy="27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38" name="Text Box 19"/>
            <p:cNvSpPr txBox="1"/>
            <p:nvPr>
              <p:custDataLst>
                <p:tags r:id="rId11"/>
              </p:custDataLst>
            </p:nvPr>
          </p:nvSpPr>
          <p:spPr>
            <a:xfrm>
              <a:off x="4512" y="2736"/>
              <a:ext cx="240" cy="27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39" name="Rectangle 20"/>
            <p:cNvSpPr/>
            <p:nvPr>
              <p:custDataLst>
                <p:tags r:id="rId12"/>
              </p:custDataLst>
            </p:nvPr>
          </p:nvSpPr>
          <p:spPr>
            <a:xfrm>
              <a:off x="3936" y="2352"/>
              <a:ext cx="96" cy="288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40" name="Text Box 21"/>
            <p:cNvSpPr txBox="1"/>
            <p:nvPr>
              <p:custDataLst>
                <p:tags r:id="rId13"/>
              </p:custDataLst>
            </p:nvPr>
          </p:nvSpPr>
          <p:spPr>
            <a:xfrm>
              <a:off x="4032" y="2352"/>
              <a:ext cx="720" cy="27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(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)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41" name="Oval 22"/>
            <p:cNvSpPr/>
            <p:nvPr>
              <p:custDataLst>
                <p:tags r:id="rId14"/>
              </p:custDataLst>
            </p:nvPr>
          </p:nvSpPr>
          <p:spPr>
            <a:xfrm>
              <a:off x="3373" y="2400"/>
              <a:ext cx="227" cy="227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42" name="Text Box 23"/>
            <p:cNvSpPr txBox="1"/>
            <p:nvPr>
              <p:custDataLst>
                <p:tags r:id="rId15"/>
              </p:custDataLst>
            </p:nvPr>
          </p:nvSpPr>
          <p:spPr>
            <a:xfrm>
              <a:off x="3024" y="2352"/>
              <a:ext cx="432" cy="273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43" name="Oval 24"/>
            <p:cNvSpPr/>
            <p:nvPr>
              <p:custDataLst>
                <p:tags r:id="rId16"/>
              </p:custDataLst>
            </p:nvPr>
          </p:nvSpPr>
          <p:spPr>
            <a:xfrm>
              <a:off x="4416" y="2880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44" name="Oval 25"/>
            <p:cNvSpPr/>
            <p:nvPr>
              <p:custDataLst>
                <p:tags r:id="rId17"/>
              </p:custDataLst>
            </p:nvPr>
          </p:nvSpPr>
          <p:spPr>
            <a:xfrm>
              <a:off x="4416" y="2051"/>
              <a:ext cx="61" cy="61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45" name="Freeform 26"/>
            <p:cNvSpPr/>
            <p:nvPr>
              <p:custDataLst>
                <p:tags r:id="rId18"/>
              </p:custDataLst>
            </p:nvPr>
          </p:nvSpPr>
          <p:spPr>
            <a:xfrm>
              <a:off x="3480" y="2913"/>
              <a:ext cx="936" cy="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36" y="2"/>
                </a:cxn>
              </a:cxnLst>
              <a:rect l="0" t="0" r="r" b="b"/>
              <a:pathLst>
                <a:path w="936" h="2">
                  <a:moveTo>
                    <a:pt x="0" y="0"/>
                  </a:moveTo>
                  <a:lnTo>
                    <a:pt x="936" y="2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46" name="Freeform 27"/>
            <p:cNvSpPr/>
            <p:nvPr>
              <p:custDataLst>
                <p:tags r:id="rId19"/>
              </p:custDataLst>
            </p:nvPr>
          </p:nvSpPr>
          <p:spPr>
            <a:xfrm>
              <a:off x="3477" y="2076"/>
              <a:ext cx="942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42" y="0"/>
                </a:cxn>
              </a:cxnLst>
              <a:rect l="0" t="0" r="r" b="b"/>
              <a:pathLst>
                <a:path w="942" h="1">
                  <a:moveTo>
                    <a:pt x="0" y="0"/>
                  </a:moveTo>
                  <a:lnTo>
                    <a:pt x="942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47" name="Freeform 28"/>
            <p:cNvSpPr/>
            <p:nvPr>
              <p:custDataLst>
                <p:tags r:id="rId20"/>
              </p:custDataLst>
            </p:nvPr>
          </p:nvSpPr>
          <p:spPr>
            <a:xfrm>
              <a:off x="3984" y="2076"/>
              <a:ext cx="1" cy="27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276"/>
                </a:cxn>
              </a:cxnLst>
              <a:rect l="0" t="0" r="r" b="b"/>
              <a:pathLst>
                <a:path w="1" h="276">
                  <a:moveTo>
                    <a:pt x="0" y="0"/>
                  </a:moveTo>
                  <a:lnTo>
                    <a:pt x="1" y="27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48" name="Freeform 29"/>
            <p:cNvSpPr/>
            <p:nvPr>
              <p:custDataLst>
                <p:tags r:id="rId21"/>
              </p:custDataLst>
            </p:nvPr>
          </p:nvSpPr>
          <p:spPr>
            <a:xfrm>
              <a:off x="3984" y="2640"/>
              <a:ext cx="1" cy="27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73"/>
                </a:cxn>
              </a:cxnLst>
              <a:rect l="0" t="0" r="r" b="b"/>
              <a:pathLst>
                <a:path w="1" h="273">
                  <a:moveTo>
                    <a:pt x="0" y="0"/>
                  </a:moveTo>
                  <a:lnTo>
                    <a:pt x="0" y="273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49" name="Freeform 30"/>
            <p:cNvSpPr/>
            <p:nvPr>
              <p:custDataLst>
                <p:tags r:id="rId22"/>
              </p:custDataLst>
            </p:nvPr>
          </p:nvSpPr>
          <p:spPr>
            <a:xfrm>
              <a:off x="3480" y="2079"/>
              <a:ext cx="1" cy="3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24"/>
                </a:cxn>
              </a:cxnLst>
              <a:rect l="0" t="0" r="r" b="b"/>
              <a:pathLst>
                <a:path w="1" h="324">
                  <a:moveTo>
                    <a:pt x="0" y="0"/>
                  </a:moveTo>
                  <a:lnTo>
                    <a:pt x="0" y="324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50" name="Freeform 31"/>
            <p:cNvSpPr/>
            <p:nvPr>
              <p:custDataLst>
                <p:tags r:id="rId23"/>
              </p:custDataLst>
            </p:nvPr>
          </p:nvSpPr>
          <p:spPr>
            <a:xfrm>
              <a:off x="3480" y="2634"/>
              <a:ext cx="1" cy="28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85"/>
                </a:cxn>
              </a:cxnLst>
              <a:rect l="0" t="0" r="r" b="b"/>
              <a:pathLst>
                <a:path w="1" h="285">
                  <a:moveTo>
                    <a:pt x="0" y="0"/>
                  </a:moveTo>
                  <a:lnTo>
                    <a:pt x="0" y="285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51" name="Freeform 32"/>
            <p:cNvSpPr/>
            <p:nvPr>
              <p:custDataLst>
                <p:tags r:id="rId24"/>
              </p:custDataLst>
            </p:nvPr>
          </p:nvSpPr>
          <p:spPr>
            <a:xfrm>
              <a:off x="3372" y="2514"/>
              <a:ext cx="225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25" y="0"/>
                </a:cxn>
              </a:cxnLst>
              <a:rect l="0" t="0" r="r" b="b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52" name="Line 33"/>
            <p:cNvSpPr/>
            <p:nvPr/>
          </p:nvSpPr>
          <p:spPr>
            <a:xfrm flipV="1">
              <a:off x="3312" y="2352"/>
              <a:ext cx="0" cy="31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</p:grp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834" name=""/>
        <p:cNvGrpSpPr/>
        <p:nvPr/>
      </p:nvGrpSpPr>
      <p:grpSpPr/>
      <p:sp>
        <p:nvSpPr>
          <p:cNvPr id="1051565" name="Text Box 2"/>
          <p:cNvSpPr txBox="1"/>
          <p:nvPr>
            <p:custDataLst>
              <p:tags r:id="rId1"/>
            </p:custDataLst>
          </p:nvPr>
        </p:nvSpPr>
        <p:spPr>
          <a:xfrm>
            <a:off x="1774825" y="905987"/>
            <a:ext cx="86360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566" name="Text Box 4"/>
          <p:cNvSpPr txBox="1"/>
          <p:nvPr>
            <p:custDataLst>
              <p:tags r:id="rId2"/>
            </p:custDataLst>
          </p:nvPr>
        </p:nvSpPr>
        <p:spPr>
          <a:xfrm>
            <a:off x="2871788" y="905828"/>
            <a:ext cx="1928812" cy="46037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求电流</a:t>
            </a:r>
            <a:r>
              <a:rPr lang="en-US" altLang="zh-CN" sz="24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 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35" name="Group 5"/>
          <p:cNvGrpSpPr/>
          <p:nvPr/>
        </p:nvGrpSpPr>
        <p:grpSpPr>
          <a:xfrm>
            <a:off x="1866900" y="1183640"/>
            <a:ext cx="4876800" cy="2746375"/>
            <a:chOff x="0" y="384"/>
            <a:chExt cx="3072" cy="1730"/>
          </a:xfrm>
        </p:grpSpPr>
        <p:sp>
          <p:nvSpPr>
            <p:cNvPr id="1051567" name="Text Box 6"/>
            <p:cNvSpPr txBox="1"/>
            <p:nvPr>
              <p:custDataLst>
                <p:tags r:id="rId3"/>
              </p:custDataLst>
            </p:nvPr>
          </p:nvSpPr>
          <p:spPr>
            <a:xfrm>
              <a:off x="864" y="1824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68" name="Text Box 7"/>
            <p:cNvSpPr txBox="1"/>
            <p:nvPr>
              <p:custDataLst>
                <p:tags r:id="rId4"/>
              </p:custDataLst>
            </p:nvPr>
          </p:nvSpPr>
          <p:spPr>
            <a:xfrm>
              <a:off x="1008" y="105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569" name="Text Box 8"/>
            <p:cNvSpPr txBox="1"/>
            <p:nvPr>
              <p:custDataLst>
                <p:tags r:id="rId5"/>
              </p:custDataLst>
            </p:nvPr>
          </p:nvSpPr>
          <p:spPr>
            <a:xfrm>
              <a:off x="1776" y="384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570" name="Text Box 9"/>
            <p:cNvSpPr txBox="1"/>
            <p:nvPr>
              <p:custDataLst>
                <p:tags r:id="rId6"/>
              </p:custDataLst>
            </p:nvPr>
          </p:nvSpPr>
          <p:spPr>
            <a:xfrm>
              <a:off x="2496" y="1344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1" name="Text Box 10"/>
            <p:cNvSpPr txBox="1"/>
            <p:nvPr>
              <p:custDataLst>
                <p:tags r:id="rId7"/>
              </p:custDataLst>
            </p:nvPr>
          </p:nvSpPr>
          <p:spPr>
            <a:xfrm>
              <a:off x="2496" y="816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2" name="Text Box 11"/>
            <p:cNvSpPr txBox="1"/>
            <p:nvPr>
              <p:custDataLst>
                <p:tags r:id="rId8"/>
              </p:custDataLst>
            </p:nvPr>
          </p:nvSpPr>
          <p:spPr>
            <a:xfrm>
              <a:off x="2640" y="1104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24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3" name="Text Box 12"/>
            <p:cNvSpPr txBox="1"/>
            <p:nvPr>
              <p:custDataLst>
                <p:tags r:id="rId9"/>
              </p:custDataLst>
            </p:nvPr>
          </p:nvSpPr>
          <p:spPr>
            <a:xfrm>
              <a:off x="528" y="38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4" name="Text Box 13"/>
            <p:cNvSpPr txBox="1"/>
            <p:nvPr>
              <p:custDataLst>
                <p:tags r:id="rId10"/>
              </p:custDataLst>
            </p:nvPr>
          </p:nvSpPr>
          <p:spPr>
            <a:xfrm>
              <a:off x="480" y="1680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5" name="Text Box 14"/>
            <p:cNvSpPr txBox="1"/>
            <p:nvPr>
              <p:custDataLst>
                <p:tags r:id="rId11"/>
              </p:custDataLst>
            </p:nvPr>
          </p:nvSpPr>
          <p:spPr>
            <a:xfrm>
              <a:off x="0" y="105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576" name="Rectangle 15"/>
            <p:cNvSpPr/>
            <p:nvPr>
              <p:custDataLst>
                <p:tags r:id="rId12"/>
              </p:custDataLst>
            </p:nvPr>
          </p:nvSpPr>
          <p:spPr>
            <a:xfrm>
              <a:off x="336" y="1056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77" name="Text Box 16"/>
            <p:cNvSpPr txBox="1"/>
            <p:nvPr>
              <p:custDataLst>
                <p:tags r:id="rId13"/>
              </p:custDataLst>
            </p:nvPr>
          </p:nvSpPr>
          <p:spPr>
            <a:xfrm>
              <a:off x="565" y="1045"/>
              <a:ext cx="19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8" name="Text Box 17"/>
            <p:cNvSpPr txBox="1"/>
            <p:nvPr>
              <p:custDataLst>
                <p:tags r:id="rId14"/>
              </p:custDataLst>
            </p:nvPr>
          </p:nvSpPr>
          <p:spPr>
            <a:xfrm>
              <a:off x="720" y="1680"/>
              <a:ext cx="1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79" name="Line 18"/>
            <p:cNvSpPr/>
            <p:nvPr/>
          </p:nvSpPr>
          <p:spPr>
            <a:xfrm flipV="1">
              <a:off x="528" y="1056"/>
              <a:ext cx="0" cy="33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580" name="Text Box 19"/>
            <p:cNvSpPr txBox="1"/>
            <p:nvPr>
              <p:custDataLst>
                <p:tags r:id="rId15"/>
              </p:custDataLst>
            </p:nvPr>
          </p:nvSpPr>
          <p:spPr>
            <a:xfrm>
              <a:off x="1248" y="1680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581" name="Line 20"/>
            <p:cNvSpPr/>
            <p:nvPr/>
          </p:nvSpPr>
          <p:spPr>
            <a:xfrm>
              <a:off x="1440" y="720"/>
              <a:ext cx="0" cy="3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582" name="Line 21"/>
            <p:cNvSpPr/>
            <p:nvPr/>
          </p:nvSpPr>
          <p:spPr>
            <a:xfrm>
              <a:off x="384" y="720"/>
              <a:ext cx="1488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583" name="Line 22"/>
            <p:cNvSpPr/>
            <p:nvPr/>
          </p:nvSpPr>
          <p:spPr>
            <a:xfrm>
              <a:off x="384" y="1680"/>
              <a:ext cx="211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584" name="Line 23"/>
            <p:cNvSpPr/>
            <p:nvPr/>
          </p:nvSpPr>
          <p:spPr>
            <a:xfrm>
              <a:off x="2496" y="720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585" name="Line 24"/>
            <p:cNvSpPr/>
            <p:nvPr/>
          </p:nvSpPr>
          <p:spPr>
            <a:xfrm>
              <a:off x="1440" y="1344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586" name="Line 25"/>
            <p:cNvSpPr/>
            <p:nvPr/>
          </p:nvSpPr>
          <p:spPr>
            <a:xfrm>
              <a:off x="2112" y="720"/>
              <a:ext cx="38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grpSp>
          <p:nvGrpSpPr>
            <p:cNvPr id="1836" name="Group 26"/>
            <p:cNvGrpSpPr/>
            <p:nvPr/>
          </p:nvGrpSpPr>
          <p:grpSpPr>
            <a:xfrm>
              <a:off x="960" y="1536"/>
              <a:ext cx="288" cy="283"/>
              <a:chOff x="1008" y="1536"/>
              <a:chExt cx="288" cy="283"/>
            </a:xfrm>
          </p:grpSpPr>
          <p:sp>
            <p:nvSpPr>
              <p:cNvPr id="1051587" name="Oval 27"/>
              <p:cNvSpPr/>
              <p:nvPr>
                <p:custDataLst>
                  <p:tags r:id="rId16"/>
                </p:custDataLst>
              </p:nvPr>
            </p:nvSpPr>
            <p:spPr>
              <a:xfrm>
                <a:off x="1008" y="1536"/>
                <a:ext cx="283" cy="28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588" name="Line 28"/>
              <p:cNvSpPr/>
              <p:nvPr>
                <p:custDataLst>
                  <p:tags r:id="rId17"/>
                </p:custDataLst>
              </p:nvPr>
            </p:nvSpPr>
            <p:spPr>
              <a:xfrm>
                <a:off x="1008" y="1680"/>
                <a:ext cx="28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grpSp>
          <p:nvGrpSpPr>
            <p:cNvPr id="1837" name="Group 29"/>
            <p:cNvGrpSpPr/>
            <p:nvPr/>
          </p:nvGrpSpPr>
          <p:grpSpPr>
            <a:xfrm rot="5400000">
              <a:off x="2354" y="1106"/>
              <a:ext cx="288" cy="283"/>
              <a:chOff x="1008" y="1536"/>
              <a:chExt cx="288" cy="283"/>
            </a:xfrm>
          </p:grpSpPr>
          <p:sp>
            <p:nvSpPr>
              <p:cNvPr id="1051589" name="Oval 30"/>
              <p:cNvSpPr/>
              <p:nvPr>
                <p:custDataLst>
                  <p:tags r:id="rId18"/>
                </p:custDataLst>
              </p:nvPr>
            </p:nvSpPr>
            <p:spPr>
              <a:xfrm>
                <a:off x="1008" y="1536"/>
                <a:ext cx="283" cy="28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590" name="Line 31"/>
              <p:cNvSpPr/>
              <p:nvPr>
                <p:custDataLst>
                  <p:tags r:id="rId19"/>
                </p:custDataLst>
              </p:nvPr>
            </p:nvSpPr>
            <p:spPr>
              <a:xfrm>
                <a:off x="1008" y="1680"/>
                <a:ext cx="28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1591" name="Rectangle 32"/>
            <p:cNvSpPr/>
            <p:nvPr>
              <p:custDataLst>
                <p:tags r:id="rId20"/>
              </p:custDataLst>
            </p:nvPr>
          </p:nvSpPr>
          <p:spPr>
            <a:xfrm>
              <a:off x="1386" y="1072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92" name="Rectangle 33"/>
            <p:cNvSpPr/>
            <p:nvPr>
              <p:custDataLst>
                <p:tags r:id="rId21"/>
              </p:custDataLst>
            </p:nvPr>
          </p:nvSpPr>
          <p:spPr>
            <a:xfrm rot="5400000">
              <a:off x="1925" y="587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93" name="Line 34"/>
            <p:cNvSpPr/>
            <p:nvPr/>
          </p:nvSpPr>
          <p:spPr>
            <a:xfrm>
              <a:off x="384" y="720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594" name="Freeform 35"/>
            <p:cNvSpPr/>
            <p:nvPr>
              <p:custDataLst>
                <p:tags r:id="rId22"/>
              </p:custDataLst>
            </p:nvPr>
          </p:nvSpPr>
          <p:spPr>
            <a:xfrm>
              <a:off x="384" y="1338"/>
              <a:ext cx="1" cy="34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42"/>
                </a:cxn>
              </a:cxnLst>
              <a:rect l="0" t="0" r="r" b="b"/>
              <a:pathLst>
                <a:path w="1" h="342">
                  <a:moveTo>
                    <a:pt x="0" y="0"/>
                  </a:moveTo>
                  <a:lnTo>
                    <a:pt x="1" y="342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595" name="Oval 36"/>
            <p:cNvSpPr/>
            <p:nvPr>
              <p:custDataLst>
                <p:tags r:id="rId23"/>
              </p:custDataLst>
            </p:nvPr>
          </p:nvSpPr>
          <p:spPr>
            <a:xfrm>
              <a:off x="604" y="672"/>
              <a:ext cx="68" cy="68"/>
            </a:xfrm>
            <a:prstGeom prst="ellipse">
              <a:avLst/>
            </a:prstGeom>
            <a:solidFill>
              <a:srgbClr val="FFCC00"/>
            </a:solidFill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596" name="Oval 37"/>
            <p:cNvSpPr/>
            <p:nvPr>
              <p:custDataLst>
                <p:tags r:id="rId24"/>
              </p:custDataLst>
            </p:nvPr>
          </p:nvSpPr>
          <p:spPr>
            <a:xfrm>
              <a:off x="604" y="1632"/>
              <a:ext cx="68" cy="68"/>
            </a:xfrm>
            <a:prstGeom prst="ellipse">
              <a:avLst/>
            </a:prstGeom>
            <a:solidFill>
              <a:srgbClr val="FFCC00"/>
            </a:solidFill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sp>
        <p:nvSpPr>
          <p:cNvPr id="1051597" name="Text Box 61"/>
          <p:cNvSpPr txBox="1"/>
          <p:nvPr>
            <p:custDataLst>
              <p:tags r:id="rId25"/>
            </p:custDataLst>
          </p:nvPr>
        </p:nvSpPr>
        <p:spPr>
          <a:xfrm>
            <a:off x="2424113" y="4217353"/>
            <a:ext cx="2706687" cy="46037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求短路电流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sc</a:t>
            </a:r>
            <a:endParaRPr lang="en-US" altLang="zh-CN" sz="24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598" name="Text Box 62"/>
          <p:cNvSpPr txBox="1"/>
          <p:nvPr>
            <p:custDataLst>
              <p:tags r:id="rId26"/>
            </p:custDataLst>
          </p:nvPr>
        </p:nvSpPr>
        <p:spPr>
          <a:xfrm>
            <a:off x="2138839" y="4793774"/>
            <a:ext cx="1997710" cy="52197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=12/2=6A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599" name="Text Box 63"/>
          <p:cNvSpPr txBox="1"/>
          <p:nvPr>
            <p:custDataLst>
              <p:tags r:id="rId27"/>
            </p:custDataLst>
          </p:nvPr>
        </p:nvSpPr>
        <p:spPr>
          <a:xfrm>
            <a:off x="1997234" y="5370037"/>
            <a:ext cx="3236595" cy="52197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=(24+12)/10=3.6A</a:t>
            </a:r>
            <a:endParaRPr lang="en-US" altLang="zh-CN" sz="28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600" name="Text Box 64"/>
          <p:cNvSpPr txBox="1"/>
          <p:nvPr>
            <p:custDataLst>
              <p:tags r:id="rId28"/>
            </p:custDataLst>
          </p:nvPr>
        </p:nvSpPr>
        <p:spPr>
          <a:xfrm>
            <a:off x="1992313" y="5946299"/>
            <a:ext cx="4391025" cy="52197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sc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=-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-</a:t>
            </a: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=- 3.6-6=-9.6A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601" name="Text Box 65"/>
          <p:cNvSpPr txBox="1"/>
          <p:nvPr>
            <p:custDataLst>
              <p:tags r:id="rId29"/>
            </p:custDataLst>
          </p:nvPr>
        </p:nvSpPr>
        <p:spPr>
          <a:xfrm>
            <a:off x="1774825" y="3930174"/>
            <a:ext cx="66675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38" name="Group 106"/>
          <p:cNvGrpSpPr/>
          <p:nvPr/>
        </p:nvGrpSpPr>
        <p:grpSpPr>
          <a:xfrm>
            <a:off x="1741488" y="1626553"/>
            <a:ext cx="1258887" cy="1655762"/>
            <a:chOff x="0" y="663"/>
            <a:chExt cx="793" cy="1043"/>
          </a:xfrm>
        </p:grpSpPr>
        <p:sp>
          <p:nvSpPr>
            <p:cNvPr id="1051602" name="Rectangle 102"/>
            <p:cNvSpPr/>
            <p:nvPr>
              <p:custDataLst>
                <p:tags r:id="rId30"/>
              </p:custDataLst>
            </p:nvPr>
          </p:nvSpPr>
          <p:spPr>
            <a:xfrm>
              <a:off x="0" y="663"/>
              <a:ext cx="793" cy="1043"/>
            </a:xfrm>
            <a:prstGeom prst="rect">
              <a:avLst/>
            </a:prstGeom>
            <a:solidFill>
              <a:srgbClr val="3333CC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03" name="Line 103"/>
            <p:cNvSpPr/>
            <p:nvPr/>
          </p:nvSpPr>
          <p:spPr>
            <a:xfrm>
              <a:off x="793" y="709"/>
              <a:ext cx="0" cy="997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1604" name="Line 104"/>
            <p:cNvSpPr/>
            <p:nvPr/>
          </p:nvSpPr>
          <p:spPr>
            <a:xfrm>
              <a:off x="657" y="935"/>
              <a:ext cx="0" cy="363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605" name="Text Box 105"/>
            <p:cNvSpPr txBox="1"/>
            <p:nvPr>
              <p:custDataLst>
                <p:tags r:id="rId31"/>
              </p:custDataLst>
            </p:nvPr>
          </p:nvSpPr>
          <p:spPr>
            <a:xfrm>
              <a:off x="295" y="980"/>
              <a:ext cx="36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839" name="Group 109"/>
          <p:cNvGrpSpPr/>
          <p:nvPr/>
        </p:nvGrpSpPr>
        <p:grpSpPr>
          <a:xfrm>
            <a:off x="4295775" y="1840865"/>
            <a:ext cx="473075" cy="460375"/>
            <a:chOff x="1746" y="798"/>
            <a:chExt cx="298" cy="290"/>
          </a:xfrm>
        </p:grpSpPr>
        <p:sp>
          <p:nvSpPr>
            <p:cNvPr id="1051606" name="Line 107"/>
            <p:cNvSpPr/>
            <p:nvPr/>
          </p:nvSpPr>
          <p:spPr>
            <a:xfrm>
              <a:off x="1746" y="799"/>
              <a:ext cx="0" cy="227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607" name="Text Box 108"/>
            <p:cNvSpPr txBox="1"/>
            <p:nvPr>
              <p:custDataLst>
                <p:tags r:id="rId32"/>
              </p:custDataLst>
            </p:nvPr>
          </p:nvSpPr>
          <p:spPr>
            <a:xfrm>
              <a:off x="1792" y="798"/>
              <a:ext cx="25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840" name="Group 113"/>
          <p:cNvGrpSpPr/>
          <p:nvPr/>
        </p:nvGrpSpPr>
        <p:grpSpPr>
          <a:xfrm>
            <a:off x="4727575" y="2706052"/>
            <a:ext cx="503238" cy="476251"/>
            <a:chOff x="4332" y="1679"/>
            <a:chExt cx="317" cy="300"/>
          </a:xfrm>
        </p:grpSpPr>
        <p:sp>
          <p:nvSpPr>
            <p:cNvPr id="1051608" name="Text Box 110"/>
            <p:cNvSpPr txBox="1"/>
            <p:nvPr>
              <p:custDataLst>
                <p:tags r:id="rId33"/>
              </p:custDataLst>
            </p:nvPr>
          </p:nvSpPr>
          <p:spPr>
            <a:xfrm>
              <a:off x="4342" y="1679"/>
              <a:ext cx="30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09" name="Line 112"/>
            <p:cNvSpPr/>
            <p:nvPr/>
          </p:nvSpPr>
          <p:spPr>
            <a:xfrm flipH="1">
              <a:off x="4332" y="1979"/>
              <a:ext cx="317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</p:grpSp>
      <p:sp>
        <p:nvSpPr>
          <p:cNvPr id="1051610" name="Text Box 138"/>
          <p:cNvSpPr txBox="1"/>
          <p:nvPr>
            <p:custDataLst>
              <p:tags r:id="rId34"/>
            </p:custDataLst>
          </p:nvPr>
        </p:nvSpPr>
        <p:spPr>
          <a:xfrm>
            <a:off x="5519738" y="4359593"/>
            <a:ext cx="1296987" cy="82994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应用分流公式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50000"/>
              </a:spcBef>
              <a:buNone/>
            </a:pPr>
            <a:endParaRPr lang="zh-CN" altLang="en-US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860" name=""/>
        <p:cNvGrpSpPr/>
        <p:nvPr/>
      </p:nvGrpSpPr>
      <p:grpSpPr/>
      <p:sp>
        <p:nvSpPr>
          <p:cNvPr id="1051624" name="Text Box 4"/>
          <p:cNvSpPr txBox="1"/>
          <p:nvPr>
            <p:custDataLst>
              <p:tags r:id="rId1"/>
            </p:custDataLst>
          </p:nvPr>
        </p:nvSpPr>
        <p:spPr>
          <a:xfrm>
            <a:off x="1703388" y="1015683"/>
            <a:ext cx="1928812" cy="46037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求电流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61" name="Group 5"/>
          <p:cNvGrpSpPr/>
          <p:nvPr/>
        </p:nvGrpSpPr>
        <p:grpSpPr>
          <a:xfrm>
            <a:off x="698500" y="1293495"/>
            <a:ext cx="4876800" cy="2746375"/>
            <a:chOff x="0" y="384"/>
            <a:chExt cx="3072" cy="1730"/>
          </a:xfrm>
        </p:grpSpPr>
        <p:sp>
          <p:nvSpPr>
            <p:cNvPr id="1051625" name="Text Box 6"/>
            <p:cNvSpPr txBox="1"/>
            <p:nvPr>
              <p:custDataLst>
                <p:tags r:id="rId2"/>
              </p:custDataLst>
            </p:nvPr>
          </p:nvSpPr>
          <p:spPr>
            <a:xfrm>
              <a:off x="864" y="1824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26" name="Text Box 7"/>
            <p:cNvSpPr txBox="1"/>
            <p:nvPr>
              <p:custDataLst>
                <p:tags r:id="rId3"/>
              </p:custDataLst>
            </p:nvPr>
          </p:nvSpPr>
          <p:spPr>
            <a:xfrm>
              <a:off x="1008" y="105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627" name="Text Box 8"/>
            <p:cNvSpPr txBox="1"/>
            <p:nvPr>
              <p:custDataLst>
                <p:tags r:id="rId4"/>
              </p:custDataLst>
            </p:nvPr>
          </p:nvSpPr>
          <p:spPr>
            <a:xfrm>
              <a:off x="1776" y="384"/>
              <a:ext cx="48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628" name="Text Box 9"/>
            <p:cNvSpPr txBox="1"/>
            <p:nvPr>
              <p:custDataLst>
                <p:tags r:id="rId5"/>
              </p:custDataLst>
            </p:nvPr>
          </p:nvSpPr>
          <p:spPr>
            <a:xfrm>
              <a:off x="2496" y="1344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29" name="Text Box 10"/>
            <p:cNvSpPr txBox="1"/>
            <p:nvPr>
              <p:custDataLst>
                <p:tags r:id="rId6"/>
              </p:custDataLst>
            </p:nvPr>
          </p:nvSpPr>
          <p:spPr>
            <a:xfrm>
              <a:off x="2496" y="816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0" name="Text Box 11"/>
            <p:cNvSpPr txBox="1"/>
            <p:nvPr>
              <p:custDataLst>
                <p:tags r:id="rId7"/>
              </p:custDataLst>
            </p:nvPr>
          </p:nvSpPr>
          <p:spPr>
            <a:xfrm>
              <a:off x="2640" y="1104"/>
              <a:ext cx="43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24</a:t>
              </a:r>
              <a:r>
                <a:rPr lang="en-US" altLang="zh-CN" sz="20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0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1" name="Text Box 12"/>
            <p:cNvSpPr txBox="1"/>
            <p:nvPr>
              <p:custDataLst>
                <p:tags r:id="rId8"/>
              </p:custDataLst>
            </p:nvPr>
          </p:nvSpPr>
          <p:spPr>
            <a:xfrm>
              <a:off x="528" y="38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2" name="Text Box 13"/>
            <p:cNvSpPr txBox="1"/>
            <p:nvPr>
              <p:custDataLst>
                <p:tags r:id="rId9"/>
              </p:custDataLst>
            </p:nvPr>
          </p:nvSpPr>
          <p:spPr>
            <a:xfrm>
              <a:off x="480" y="1680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3" name="Text Box 14"/>
            <p:cNvSpPr txBox="1"/>
            <p:nvPr>
              <p:custDataLst>
                <p:tags r:id="rId10"/>
              </p:custDataLst>
            </p:nvPr>
          </p:nvSpPr>
          <p:spPr>
            <a:xfrm>
              <a:off x="0" y="1056"/>
              <a:ext cx="38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634" name="Rectangle 15"/>
            <p:cNvSpPr/>
            <p:nvPr>
              <p:custDataLst>
                <p:tags r:id="rId11"/>
              </p:custDataLst>
            </p:nvPr>
          </p:nvSpPr>
          <p:spPr>
            <a:xfrm>
              <a:off x="336" y="1056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35" name="Text Box 16"/>
            <p:cNvSpPr txBox="1"/>
            <p:nvPr>
              <p:custDataLst>
                <p:tags r:id="rId12"/>
              </p:custDataLst>
            </p:nvPr>
          </p:nvSpPr>
          <p:spPr>
            <a:xfrm>
              <a:off x="565" y="1045"/>
              <a:ext cx="19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6" name="Text Box 17"/>
            <p:cNvSpPr txBox="1"/>
            <p:nvPr>
              <p:custDataLst>
                <p:tags r:id="rId13"/>
              </p:custDataLst>
            </p:nvPr>
          </p:nvSpPr>
          <p:spPr>
            <a:xfrm>
              <a:off x="720" y="1680"/>
              <a:ext cx="1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7" name="Line 18"/>
            <p:cNvSpPr/>
            <p:nvPr/>
          </p:nvSpPr>
          <p:spPr>
            <a:xfrm flipV="1">
              <a:off x="528" y="1056"/>
              <a:ext cx="0" cy="336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638" name="Text Box 19"/>
            <p:cNvSpPr txBox="1"/>
            <p:nvPr>
              <p:custDataLst>
                <p:tags r:id="rId14"/>
              </p:custDataLst>
            </p:nvPr>
          </p:nvSpPr>
          <p:spPr>
            <a:xfrm>
              <a:off x="1248" y="1680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39" name="Line 20"/>
            <p:cNvSpPr/>
            <p:nvPr/>
          </p:nvSpPr>
          <p:spPr>
            <a:xfrm>
              <a:off x="1440" y="720"/>
              <a:ext cx="0" cy="3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40" name="Line 21"/>
            <p:cNvSpPr/>
            <p:nvPr/>
          </p:nvSpPr>
          <p:spPr>
            <a:xfrm>
              <a:off x="384" y="720"/>
              <a:ext cx="1488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41" name="Line 22"/>
            <p:cNvSpPr/>
            <p:nvPr/>
          </p:nvSpPr>
          <p:spPr>
            <a:xfrm>
              <a:off x="384" y="1680"/>
              <a:ext cx="2112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42" name="Line 23"/>
            <p:cNvSpPr/>
            <p:nvPr/>
          </p:nvSpPr>
          <p:spPr>
            <a:xfrm>
              <a:off x="2496" y="720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43" name="Line 24"/>
            <p:cNvSpPr/>
            <p:nvPr/>
          </p:nvSpPr>
          <p:spPr>
            <a:xfrm>
              <a:off x="1440" y="1344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44" name="Line 25"/>
            <p:cNvSpPr/>
            <p:nvPr/>
          </p:nvSpPr>
          <p:spPr>
            <a:xfrm>
              <a:off x="2112" y="720"/>
              <a:ext cx="38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grpSp>
          <p:nvGrpSpPr>
            <p:cNvPr id="1862" name="Group 26"/>
            <p:cNvGrpSpPr/>
            <p:nvPr/>
          </p:nvGrpSpPr>
          <p:grpSpPr>
            <a:xfrm>
              <a:off x="960" y="1536"/>
              <a:ext cx="288" cy="283"/>
              <a:chOff x="1008" y="1536"/>
              <a:chExt cx="288" cy="283"/>
            </a:xfrm>
          </p:grpSpPr>
          <p:sp>
            <p:nvSpPr>
              <p:cNvPr id="1051645" name="Oval 27"/>
              <p:cNvSpPr/>
              <p:nvPr>
                <p:custDataLst>
                  <p:tags r:id="rId15"/>
                </p:custDataLst>
              </p:nvPr>
            </p:nvSpPr>
            <p:spPr>
              <a:xfrm>
                <a:off x="1008" y="1536"/>
                <a:ext cx="283" cy="28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646" name="Line 28"/>
              <p:cNvSpPr/>
              <p:nvPr>
                <p:custDataLst>
                  <p:tags r:id="rId16"/>
                </p:custDataLst>
              </p:nvPr>
            </p:nvSpPr>
            <p:spPr>
              <a:xfrm>
                <a:off x="1008" y="1680"/>
                <a:ext cx="28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grpSp>
          <p:nvGrpSpPr>
            <p:cNvPr id="1863" name="Group 29"/>
            <p:cNvGrpSpPr/>
            <p:nvPr/>
          </p:nvGrpSpPr>
          <p:grpSpPr>
            <a:xfrm rot="5400000">
              <a:off x="2354" y="1106"/>
              <a:ext cx="288" cy="283"/>
              <a:chOff x="1008" y="1536"/>
              <a:chExt cx="288" cy="283"/>
            </a:xfrm>
          </p:grpSpPr>
          <p:sp>
            <p:nvSpPr>
              <p:cNvPr id="1051647" name="Oval 30"/>
              <p:cNvSpPr/>
              <p:nvPr>
                <p:custDataLst>
                  <p:tags r:id="rId17"/>
                </p:custDataLst>
              </p:nvPr>
            </p:nvSpPr>
            <p:spPr>
              <a:xfrm>
                <a:off x="1008" y="1536"/>
                <a:ext cx="283" cy="283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648" name="Line 31"/>
              <p:cNvSpPr/>
              <p:nvPr>
                <p:custDataLst>
                  <p:tags r:id="rId18"/>
                </p:custDataLst>
              </p:nvPr>
            </p:nvSpPr>
            <p:spPr>
              <a:xfrm>
                <a:off x="1008" y="1680"/>
                <a:ext cx="288" cy="0"/>
              </a:xfrm>
              <a:prstGeom prst="line">
                <a:avLst/>
              </a:prstGeom>
              <a:ln w="38100" cap="flat" cmpd="sng">
                <a:solidFill>
                  <a:schemeClr val="accent4"/>
                </a:solidFill>
                <a:prstDash val="solid"/>
                <a:headEnd type="none" w="med" len="med"/>
                <a:tailEnd type="none" w="med" len="med"/>
              </a:ln>
            </p:spPr>
          </p:sp>
        </p:grpSp>
        <p:sp>
          <p:nvSpPr>
            <p:cNvPr id="1051649" name="Rectangle 32"/>
            <p:cNvSpPr/>
            <p:nvPr>
              <p:custDataLst>
                <p:tags r:id="rId19"/>
              </p:custDataLst>
            </p:nvPr>
          </p:nvSpPr>
          <p:spPr>
            <a:xfrm>
              <a:off x="1386" y="1072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50" name="Rectangle 33"/>
            <p:cNvSpPr/>
            <p:nvPr>
              <p:custDataLst>
                <p:tags r:id="rId20"/>
              </p:custDataLst>
            </p:nvPr>
          </p:nvSpPr>
          <p:spPr>
            <a:xfrm rot="5400000">
              <a:off x="1925" y="587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51" name="Line 34"/>
            <p:cNvSpPr/>
            <p:nvPr/>
          </p:nvSpPr>
          <p:spPr>
            <a:xfrm>
              <a:off x="384" y="720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52" name="Freeform 35"/>
            <p:cNvSpPr/>
            <p:nvPr>
              <p:custDataLst>
                <p:tags r:id="rId21"/>
              </p:custDataLst>
            </p:nvPr>
          </p:nvSpPr>
          <p:spPr>
            <a:xfrm>
              <a:off x="384" y="1338"/>
              <a:ext cx="1" cy="34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42"/>
                </a:cxn>
              </a:cxnLst>
              <a:rect l="0" t="0" r="r" b="b"/>
              <a:pathLst>
                <a:path w="1" h="342">
                  <a:moveTo>
                    <a:pt x="0" y="0"/>
                  </a:moveTo>
                  <a:lnTo>
                    <a:pt x="1" y="342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53" name="Oval 36"/>
            <p:cNvSpPr/>
            <p:nvPr>
              <p:custDataLst>
                <p:tags r:id="rId22"/>
              </p:custDataLst>
            </p:nvPr>
          </p:nvSpPr>
          <p:spPr>
            <a:xfrm>
              <a:off x="604" y="672"/>
              <a:ext cx="68" cy="68"/>
            </a:xfrm>
            <a:prstGeom prst="ellipse">
              <a:avLst/>
            </a:prstGeom>
            <a:solidFill>
              <a:srgbClr val="FFCC00"/>
            </a:solidFill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54" name="Oval 37"/>
            <p:cNvSpPr/>
            <p:nvPr>
              <p:custDataLst>
                <p:tags r:id="rId23"/>
              </p:custDataLst>
            </p:nvPr>
          </p:nvSpPr>
          <p:spPr>
            <a:xfrm>
              <a:off x="604" y="1632"/>
              <a:ext cx="68" cy="68"/>
            </a:xfrm>
            <a:prstGeom prst="ellipse">
              <a:avLst/>
            </a:prstGeom>
            <a:solidFill>
              <a:srgbClr val="FFCC00"/>
            </a:solidFill>
            <a:ln w="1905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grpSp>
        <p:nvGrpSpPr>
          <p:cNvPr id="1864" name="Group 106"/>
          <p:cNvGrpSpPr/>
          <p:nvPr/>
        </p:nvGrpSpPr>
        <p:grpSpPr>
          <a:xfrm>
            <a:off x="573088" y="1736408"/>
            <a:ext cx="1258887" cy="1655762"/>
            <a:chOff x="0" y="663"/>
            <a:chExt cx="793" cy="1043"/>
          </a:xfrm>
        </p:grpSpPr>
        <p:sp>
          <p:nvSpPr>
            <p:cNvPr id="1051655" name="Rectangle 102"/>
            <p:cNvSpPr/>
            <p:nvPr>
              <p:custDataLst>
                <p:tags r:id="rId24"/>
              </p:custDataLst>
            </p:nvPr>
          </p:nvSpPr>
          <p:spPr>
            <a:xfrm>
              <a:off x="0" y="663"/>
              <a:ext cx="793" cy="1043"/>
            </a:xfrm>
            <a:prstGeom prst="rect">
              <a:avLst/>
            </a:prstGeom>
            <a:solidFill>
              <a:srgbClr val="3333CC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56" name="Line 103"/>
            <p:cNvSpPr/>
            <p:nvPr/>
          </p:nvSpPr>
          <p:spPr>
            <a:xfrm>
              <a:off x="793" y="709"/>
              <a:ext cx="0" cy="997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oval" w="med" len="med"/>
              <a:tailEnd type="oval" w="med" len="med"/>
            </a:ln>
          </p:spPr>
        </p:sp>
        <p:sp>
          <p:nvSpPr>
            <p:cNvPr id="1051657" name="Line 104"/>
            <p:cNvSpPr/>
            <p:nvPr/>
          </p:nvSpPr>
          <p:spPr>
            <a:xfrm>
              <a:off x="657" y="935"/>
              <a:ext cx="0" cy="363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658" name="Text Box 105"/>
            <p:cNvSpPr txBox="1"/>
            <p:nvPr>
              <p:custDataLst>
                <p:tags r:id="rId25"/>
              </p:custDataLst>
            </p:nvPr>
          </p:nvSpPr>
          <p:spPr>
            <a:xfrm>
              <a:off x="295" y="980"/>
              <a:ext cx="36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865" name="Group 109"/>
          <p:cNvGrpSpPr/>
          <p:nvPr/>
        </p:nvGrpSpPr>
        <p:grpSpPr>
          <a:xfrm>
            <a:off x="3127375" y="1950720"/>
            <a:ext cx="473075" cy="460375"/>
            <a:chOff x="1746" y="798"/>
            <a:chExt cx="298" cy="290"/>
          </a:xfrm>
        </p:grpSpPr>
        <p:sp>
          <p:nvSpPr>
            <p:cNvPr id="1051659" name="Line 107"/>
            <p:cNvSpPr/>
            <p:nvPr/>
          </p:nvSpPr>
          <p:spPr>
            <a:xfrm>
              <a:off x="1746" y="799"/>
              <a:ext cx="0" cy="227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660" name="Text Box 108"/>
            <p:cNvSpPr txBox="1"/>
            <p:nvPr>
              <p:custDataLst>
                <p:tags r:id="rId26"/>
              </p:custDataLst>
            </p:nvPr>
          </p:nvSpPr>
          <p:spPr>
            <a:xfrm>
              <a:off x="1792" y="798"/>
              <a:ext cx="25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866" name="Group 113"/>
          <p:cNvGrpSpPr/>
          <p:nvPr/>
        </p:nvGrpSpPr>
        <p:grpSpPr>
          <a:xfrm>
            <a:off x="3559175" y="2815907"/>
            <a:ext cx="503238" cy="476251"/>
            <a:chOff x="4332" y="1679"/>
            <a:chExt cx="317" cy="300"/>
          </a:xfrm>
        </p:grpSpPr>
        <p:sp>
          <p:nvSpPr>
            <p:cNvPr id="1051661" name="Text Box 110"/>
            <p:cNvSpPr txBox="1"/>
            <p:nvPr>
              <p:custDataLst>
                <p:tags r:id="rId27"/>
              </p:custDataLst>
            </p:nvPr>
          </p:nvSpPr>
          <p:spPr>
            <a:xfrm>
              <a:off x="4342" y="1679"/>
              <a:ext cx="30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62" name="Line 112"/>
            <p:cNvSpPr/>
            <p:nvPr/>
          </p:nvSpPr>
          <p:spPr>
            <a:xfrm flipH="1">
              <a:off x="4332" y="1979"/>
              <a:ext cx="317" cy="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</p:grpSp>
      <p:sp>
        <p:nvSpPr>
          <p:cNvPr id="1051663" name="Text Box 114"/>
          <p:cNvSpPr txBox="1"/>
          <p:nvPr>
            <p:custDataLst>
              <p:tags r:id="rId28"/>
            </p:custDataLst>
          </p:nvPr>
        </p:nvSpPr>
        <p:spPr>
          <a:xfrm>
            <a:off x="6894831" y="116047"/>
            <a:ext cx="2612390" cy="460375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求等效电阻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endParaRPr lang="en-US" altLang="zh-CN" sz="24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664" name="Text Box 115"/>
          <p:cNvSpPr txBox="1"/>
          <p:nvPr>
            <p:custDataLst>
              <p:tags r:id="rId29"/>
            </p:custDataLst>
          </p:nvPr>
        </p:nvSpPr>
        <p:spPr>
          <a:xfrm>
            <a:off x="7108984" y="2620487"/>
            <a:ext cx="2861945" cy="52197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=10//2=1.67 </a:t>
            </a:r>
            <a:r>
              <a: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sp>
        <p:nvSpPr>
          <p:cNvPr id="1051665" name="Text Box 116"/>
          <p:cNvSpPr txBox="1"/>
          <p:nvPr/>
        </p:nvSpPr>
        <p:spPr>
          <a:xfrm>
            <a:off x="7181850" y="3282951"/>
            <a:ext cx="2552700" cy="460375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(3) 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诺顿等效电路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</a:t>
            </a:r>
            <a:endParaRPr lang="en-US" altLang="zh-CN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67" name="Group 143"/>
          <p:cNvGrpSpPr/>
          <p:nvPr/>
        </p:nvGrpSpPr>
        <p:grpSpPr>
          <a:xfrm>
            <a:off x="7248525" y="821690"/>
            <a:ext cx="2376488" cy="1657350"/>
            <a:chOff x="3606" y="482"/>
            <a:chExt cx="1497" cy="1044"/>
          </a:xfrm>
        </p:grpSpPr>
        <p:sp>
          <p:nvSpPr>
            <p:cNvPr id="1051666" name="AutoShape 118"/>
            <p:cNvSpPr/>
            <p:nvPr>
              <p:custDataLst>
                <p:tags r:id="rId30"/>
              </p:custDataLst>
            </p:nvPr>
          </p:nvSpPr>
          <p:spPr>
            <a:xfrm>
              <a:off x="3606" y="1071"/>
              <a:ext cx="419" cy="90"/>
            </a:xfrm>
            <a:prstGeom prst="rightArrow">
              <a:avLst>
                <a:gd name="adj1" fmla="val 50000"/>
                <a:gd name="adj2" fmla="val 116388"/>
              </a:avLst>
            </a:prstGeom>
            <a:solidFill>
              <a:schemeClr val="accent4"/>
            </a:solidFill>
            <a:ln w="2857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67" name="Text Box 119"/>
            <p:cNvSpPr txBox="1"/>
            <p:nvPr>
              <p:custDataLst>
                <p:tags r:id="rId31"/>
              </p:custDataLst>
            </p:nvPr>
          </p:nvSpPr>
          <p:spPr>
            <a:xfrm>
              <a:off x="3652" y="753"/>
              <a:ext cx="41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68" name="Text Box 120"/>
            <p:cNvSpPr txBox="1"/>
            <p:nvPr>
              <p:custDataLst>
                <p:tags r:id="rId32"/>
              </p:custDataLst>
            </p:nvPr>
          </p:nvSpPr>
          <p:spPr>
            <a:xfrm>
              <a:off x="4332" y="845"/>
              <a:ext cx="38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669" name="Text Box 121"/>
            <p:cNvSpPr txBox="1"/>
            <p:nvPr>
              <p:custDataLst>
                <p:tags r:id="rId33"/>
              </p:custDataLst>
            </p:nvPr>
          </p:nvSpPr>
          <p:spPr>
            <a:xfrm>
              <a:off x="4422" y="618"/>
              <a:ext cx="48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670" name="Text Box 122"/>
            <p:cNvSpPr txBox="1"/>
            <p:nvPr>
              <p:custDataLst>
                <p:tags r:id="rId34"/>
              </p:custDataLst>
            </p:nvPr>
          </p:nvSpPr>
          <p:spPr>
            <a:xfrm>
              <a:off x="3697" y="482"/>
              <a:ext cx="24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71" name="Text Box 123"/>
            <p:cNvSpPr txBox="1"/>
            <p:nvPr>
              <p:custDataLst>
                <p:tags r:id="rId35"/>
              </p:custDataLst>
            </p:nvPr>
          </p:nvSpPr>
          <p:spPr>
            <a:xfrm>
              <a:off x="3787" y="1208"/>
              <a:ext cx="192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72" name="Line 124"/>
            <p:cNvSpPr/>
            <p:nvPr/>
          </p:nvSpPr>
          <p:spPr>
            <a:xfrm>
              <a:off x="4284" y="546"/>
              <a:ext cx="0" cy="384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73" name="Line 127"/>
            <p:cNvSpPr/>
            <p:nvPr/>
          </p:nvSpPr>
          <p:spPr>
            <a:xfrm>
              <a:off x="5091" y="546"/>
              <a:ext cx="0" cy="96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74" name="Line 128"/>
            <p:cNvSpPr/>
            <p:nvPr/>
          </p:nvSpPr>
          <p:spPr>
            <a:xfrm>
              <a:off x="4284" y="1170"/>
              <a:ext cx="0" cy="336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75" name="Rectangle 130"/>
            <p:cNvSpPr/>
            <p:nvPr>
              <p:custDataLst>
                <p:tags r:id="rId36"/>
              </p:custDataLst>
            </p:nvPr>
          </p:nvSpPr>
          <p:spPr>
            <a:xfrm>
              <a:off x="4230" y="898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76" name="Oval 132"/>
            <p:cNvSpPr/>
            <p:nvPr>
              <p:custDataLst>
                <p:tags r:id="rId37"/>
              </p:custDataLst>
            </p:nvPr>
          </p:nvSpPr>
          <p:spPr>
            <a:xfrm>
              <a:off x="3788" y="498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77" name="Oval 133"/>
            <p:cNvSpPr/>
            <p:nvPr>
              <p:custDataLst>
                <p:tags r:id="rId38"/>
              </p:custDataLst>
            </p:nvPr>
          </p:nvSpPr>
          <p:spPr>
            <a:xfrm>
              <a:off x="3833" y="1458"/>
              <a:ext cx="68" cy="68"/>
            </a:xfrm>
            <a:prstGeom prst="ellipse">
              <a:avLst/>
            </a:prstGeom>
            <a:noFill/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78" name="Line 134"/>
            <p:cNvSpPr/>
            <p:nvPr/>
          </p:nvSpPr>
          <p:spPr>
            <a:xfrm>
              <a:off x="3879" y="1480"/>
              <a:ext cx="1224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79" name="Line 135"/>
            <p:cNvSpPr/>
            <p:nvPr/>
          </p:nvSpPr>
          <p:spPr>
            <a:xfrm flipV="1">
              <a:off x="3833" y="527"/>
              <a:ext cx="1270" cy="0"/>
            </a:xfrm>
            <a:prstGeom prst="line">
              <a:avLst/>
            </a:prstGeom>
            <a:ln w="28575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680" name="Rectangle 131"/>
            <p:cNvSpPr/>
            <p:nvPr>
              <p:custDataLst>
                <p:tags r:id="rId39"/>
              </p:custDataLst>
            </p:nvPr>
          </p:nvSpPr>
          <p:spPr>
            <a:xfrm rot="5400000">
              <a:off x="4644" y="413"/>
              <a:ext cx="102" cy="272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</p:grpSp>
      <p:sp>
        <p:nvSpPr>
          <p:cNvPr id="1051681" name="Text Box 138"/>
          <p:cNvSpPr txBox="1"/>
          <p:nvPr>
            <p:custDataLst>
              <p:tags r:id="rId40"/>
            </p:custDataLst>
          </p:nvPr>
        </p:nvSpPr>
        <p:spPr>
          <a:xfrm>
            <a:off x="5519738" y="3785553"/>
            <a:ext cx="1296987" cy="82994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应用分流公式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68" name="Group 140"/>
          <p:cNvGrpSpPr/>
          <p:nvPr/>
        </p:nvGrpSpPr>
        <p:grpSpPr>
          <a:xfrm>
            <a:off x="6600825" y="3933825"/>
            <a:ext cx="3198813" cy="1616075"/>
            <a:chOff x="158" y="2704"/>
            <a:chExt cx="2015" cy="1018"/>
          </a:xfrm>
        </p:grpSpPr>
        <p:sp>
          <p:nvSpPr>
            <p:cNvPr id="1051682" name="Text Box 39"/>
            <p:cNvSpPr txBox="1"/>
            <p:nvPr>
              <p:custDataLst>
                <p:tags r:id="rId41"/>
              </p:custDataLst>
            </p:nvPr>
          </p:nvSpPr>
          <p:spPr>
            <a:xfrm>
              <a:off x="612" y="3022"/>
              <a:ext cx="430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683" name="Text Box 40"/>
            <p:cNvSpPr txBox="1"/>
            <p:nvPr>
              <p:custDataLst>
                <p:tags r:id="rId42"/>
              </p:custDataLst>
            </p:nvPr>
          </p:nvSpPr>
          <p:spPr>
            <a:xfrm>
              <a:off x="158" y="3116"/>
              <a:ext cx="255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84" name="Line 41"/>
            <p:cNvSpPr/>
            <p:nvPr/>
          </p:nvSpPr>
          <p:spPr>
            <a:xfrm flipV="1">
              <a:off x="413" y="3059"/>
              <a:ext cx="0" cy="37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685" name="Text Box 42"/>
            <p:cNvSpPr txBox="1"/>
            <p:nvPr>
              <p:custDataLst>
                <p:tags r:id="rId43"/>
              </p:custDataLst>
            </p:nvPr>
          </p:nvSpPr>
          <p:spPr>
            <a:xfrm flipH="1">
              <a:off x="703" y="2704"/>
              <a:ext cx="32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86" name="Text Box 43"/>
            <p:cNvSpPr txBox="1"/>
            <p:nvPr>
              <p:custDataLst>
                <p:tags r:id="rId44"/>
              </p:custDataLst>
            </p:nvPr>
          </p:nvSpPr>
          <p:spPr>
            <a:xfrm flipH="1">
              <a:off x="703" y="3385"/>
              <a:ext cx="268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87" name="Rectangle 44"/>
            <p:cNvSpPr/>
            <p:nvPr>
              <p:custDataLst>
                <p:tags r:id="rId45"/>
              </p:custDataLst>
            </p:nvPr>
          </p:nvSpPr>
          <p:spPr>
            <a:xfrm flipH="1">
              <a:off x="1219" y="3059"/>
              <a:ext cx="107" cy="32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88" name="Oval 46"/>
            <p:cNvSpPr/>
            <p:nvPr>
              <p:custDataLst>
                <p:tags r:id="rId46"/>
              </p:custDataLst>
            </p:nvPr>
          </p:nvSpPr>
          <p:spPr>
            <a:xfrm flipH="1">
              <a:off x="1917" y="3112"/>
              <a:ext cx="254" cy="253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89" name="Text Box 47"/>
            <p:cNvSpPr txBox="1"/>
            <p:nvPr>
              <p:custDataLst>
                <p:tags r:id="rId47"/>
              </p:custDataLst>
            </p:nvPr>
          </p:nvSpPr>
          <p:spPr>
            <a:xfrm flipH="1">
              <a:off x="1429" y="2886"/>
              <a:ext cx="684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-9.6A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690" name="Oval 48"/>
            <p:cNvSpPr/>
            <p:nvPr>
              <p:custDataLst>
                <p:tags r:id="rId48"/>
              </p:custDataLst>
            </p:nvPr>
          </p:nvSpPr>
          <p:spPr>
            <a:xfrm flipH="1">
              <a:off x="735" y="3646"/>
              <a:ext cx="77" cy="76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91" name="Oval 49"/>
            <p:cNvSpPr/>
            <p:nvPr>
              <p:custDataLst>
                <p:tags r:id="rId49"/>
              </p:custDataLst>
            </p:nvPr>
          </p:nvSpPr>
          <p:spPr>
            <a:xfrm flipH="1">
              <a:off x="721" y="2707"/>
              <a:ext cx="68" cy="6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692" name="Freeform 50"/>
            <p:cNvSpPr/>
            <p:nvPr>
              <p:custDataLst>
                <p:tags r:id="rId50"/>
              </p:custDataLst>
            </p:nvPr>
          </p:nvSpPr>
          <p:spPr>
            <a:xfrm>
              <a:off x="574" y="3680"/>
              <a:ext cx="1478" cy="3"/>
            </a:xfrm>
            <a:custGeom>
              <a:avLst/>
              <a:gdLst/>
              <a:ahLst/>
              <a:cxnLst>
                <a:cxn ang="0">
                  <a:pos x="3261" y="3"/>
                </a:cxn>
                <a:cxn ang="0">
                  <a:pos x="0" y="0"/>
                </a:cxn>
              </a:cxnLst>
              <a:rect l="0" t="0" r="r" b="b"/>
              <a:pathLst>
                <a:path w="1320" h="3">
                  <a:moveTo>
                    <a:pt x="1320" y="3"/>
                  </a:move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3" name="Freeform 51"/>
            <p:cNvSpPr/>
            <p:nvPr>
              <p:custDataLst>
                <p:tags r:id="rId51"/>
              </p:custDataLst>
            </p:nvPr>
          </p:nvSpPr>
          <p:spPr>
            <a:xfrm>
              <a:off x="574" y="2752"/>
              <a:ext cx="1481" cy="1"/>
            </a:xfrm>
            <a:custGeom>
              <a:avLst/>
              <a:gdLst/>
              <a:ahLst/>
              <a:cxnLst>
                <a:cxn ang="0">
                  <a:pos x="3263" y="0"/>
                </a:cxn>
                <a:cxn ang="0">
                  <a:pos x="0" y="0"/>
                </a:cxn>
              </a:cxnLst>
              <a:rect l="0" t="0" r="r" b="b"/>
              <a:pathLst>
                <a:path w="1323" h="1">
                  <a:moveTo>
                    <a:pt x="1323" y="0"/>
                  </a:move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4" name="Freeform 52"/>
            <p:cNvSpPr/>
            <p:nvPr>
              <p:custDataLst>
                <p:tags r:id="rId52"/>
              </p:custDataLst>
            </p:nvPr>
          </p:nvSpPr>
          <p:spPr>
            <a:xfrm flipH="1">
              <a:off x="1272" y="2752"/>
              <a:ext cx="1" cy="30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46"/>
                </a:cxn>
              </a:cxnLst>
              <a:rect l="0" t="0" r="r" b="b"/>
              <a:pathLst>
                <a:path w="1" h="276">
                  <a:moveTo>
                    <a:pt x="0" y="0"/>
                  </a:moveTo>
                  <a:lnTo>
                    <a:pt x="1" y="27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5" name="Freeform 53"/>
            <p:cNvSpPr/>
            <p:nvPr>
              <p:custDataLst>
                <p:tags r:id="rId53"/>
              </p:custDataLst>
            </p:nvPr>
          </p:nvSpPr>
          <p:spPr>
            <a:xfrm flipH="1">
              <a:off x="1272" y="3379"/>
              <a:ext cx="1" cy="30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46"/>
                </a:cxn>
              </a:cxnLst>
              <a:rect l="0" t="0" r="r" b="b"/>
              <a:pathLst>
                <a:path w="1" h="273">
                  <a:moveTo>
                    <a:pt x="0" y="0"/>
                  </a:moveTo>
                  <a:lnTo>
                    <a:pt x="0" y="273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6" name="Freeform 54"/>
            <p:cNvSpPr/>
            <p:nvPr>
              <p:custDataLst>
                <p:tags r:id="rId54"/>
              </p:custDataLst>
            </p:nvPr>
          </p:nvSpPr>
          <p:spPr>
            <a:xfrm flipH="1">
              <a:off x="2051" y="2755"/>
              <a:ext cx="1" cy="36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69"/>
                </a:cxn>
              </a:cxnLst>
              <a:rect l="0" t="0" r="r" b="b"/>
              <a:pathLst>
                <a:path w="1" h="324">
                  <a:moveTo>
                    <a:pt x="0" y="0"/>
                  </a:moveTo>
                  <a:lnTo>
                    <a:pt x="0" y="324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7" name="Freeform 55"/>
            <p:cNvSpPr/>
            <p:nvPr>
              <p:custDataLst>
                <p:tags r:id="rId55"/>
              </p:custDataLst>
            </p:nvPr>
          </p:nvSpPr>
          <p:spPr>
            <a:xfrm flipH="1">
              <a:off x="2051" y="3373"/>
              <a:ext cx="1" cy="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70"/>
                </a:cxn>
              </a:cxnLst>
              <a:rect l="0" t="0" r="r" b="b"/>
              <a:pathLst>
                <a:path w="1" h="285">
                  <a:moveTo>
                    <a:pt x="0" y="0"/>
                  </a:moveTo>
                  <a:lnTo>
                    <a:pt x="0" y="285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8" name="Freeform 56"/>
            <p:cNvSpPr/>
            <p:nvPr>
              <p:custDataLst>
                <p:tags r:id="rId56"/>
              </p:custDataLst>
            </p:nvPr>
          </p:nvSpPr>
          <p:spPr>
            <a:xfrm flipH="1">
              <a:off x="1921" y="3239"/>
              <a:ext cx="252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57" y="0"/>
                </a:cxn>
              </a:cxnLst>
              <a:rect l="0" t="0" r="r" b="b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699" name="Line 57"/>
            <p:cNvSpPr/>
            <p:nvPr/>
          </p:nvSpPr>
          <p:spPr>
            <a:xfrm flipH="1" flipV="1">
              <a:off x="2109" y="2750"/>
              <a:ext cx="0" cy="35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700" name="Rectangle 58"/>
            <p:cNvSpPr/>
            <p:nvPr>
              <p:custDataLst>
                <p:tags r:id="rId57"/>
              </p:custDataLst>
            </p:nvPr>
          </p:nvSpPr>
          <p:spPr>
            <a:xfrm flipH="1">
              <a:off x="521" y="3046"/>
              <a:ext cx="107" cy="32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01" name="Freeform 59"/>
            <p:cNvSpPr/>
            <p:nvPr>
              <p:custDataLst>
                <p:tags r:id="rId58"/>
              </p:custDataLst>
            </p:nvPr>
          </p:nvSpPr>
          <p:spPr>
            <a:xfrm flipH="1">
              <a:off x="573" y="2752"/>
              <a:ext cx="1" cy="30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46"/>
                </a:cxn>
              </a:cxnLst>
              <a:rect l="0" t="0" r="r" b="b"/>
              <a:pathLst>
                <a:path w="1" h="276">
                  <a:moveTo>
                    <a:pt x="0" y="0"/>
                  </a:moveTo>
                  <a:lnTo>
                    <a:pt x="1" y="27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02" name="Freeform 60"/>
            <p:cNvSpPr/>
            <p:nvPr>
              <p:custDataLst>
                <p:tags r:id="rId59"/>
              </p:custDataLst>
            </p:nvPr>
          </p:nvSpPr>
          <p:spPr>
            <a:xfrm flipH="1">
              <a:off x="573" y="3379"/>
              <a:ext cx="1" cy="30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46"/>
                </a:cxn>
              </a:cxnLst>
              <a:rect l="0" t="0" r="r" b="b"/>
              <a:pathLst>
                <a:path w="1" h="273">
                  <a:moveTo>
                    <a:pt x="0" y="0"/>
                  </a:moveTo>
                  <a:lnTo>
                    <a:pt x="0" y="273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03" name="Text Box 139"/>
            <p:cNvSpPr txBox="1"/>
            <p:nvPr>
              <p:custDataLst>
                <p:tags r:id="rId60"/>
              </p:custDataLst>
            </p:nvPr>
          </p:nvSpPr>
          <p:spPr>
            <a:xfrm>
              <a:off x="1292" y="3294"/>
              <a:ext cx="771" cy="290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1.67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51704" name="Text Box 141"/>
          <p:cNvSpPr txBox="1"/>
          <p:nvPr>
            <p:custDataLst>
              <p:tags r:id="rId61"/>
            </p:custDataLst>
          </p:nvPr>
        </p:nvSpPr>
        <p:spPr>
          <a:xfrm>
            <a:off x="6816725" y="5803424"/>
            <a:ext cx="1584325" cy="58356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just" eaLnBrk="1" hangingPunct="1">
              <a:spcBef>
                <a:spcPct val="50000"/>
              </a:spcBef>
              <a:buNone/>
            </a:pPr>
            <a:r>
              <a:rPr lang="en-US" altLang="zh-CN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=2.83A</a:t>
            </a:r>
            <a:endParaRPr lang="en-US" altLang="zh-CN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450" name=""/>
        <p:cNvGrpSpPr/>
        <p:nvPr/>
      </p:nvGrpSpPr>
      <p:grpSpPr/>
      <p:sp>
        <p:nvSpPr>
          <p:cNvPr id="1048950" name="Text Box 3"/>
          <p:cNvSpPr txBox="1"/>
          <p:nvPr>
            <p:custDataLst>
              <p:tags r:id="rId1"/>
            </p:custDataLst>
          </p:nvPr>
        </p:nvSpPr>
        <p:spPr>
          <a:xfrm>
            <a:off x="2855595" y="1988820"/>
            <a:ext cx="4472940" cy="1821815"/>
          </a:xfrm>
          <a:prstGeom prst="rect">
            <a:avLst/>
          </a:prstGeom>
          <a:noFill/>
          <a:ln w="9525">
            <a:noFill/>
          </a:ln>
        </p:spPr>
        <p:txBody>
          <a:bodyPr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36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endParaRPr lang="en-US" altLang="zh-CN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50000"/>
              </a:spcBef>
              <a:buNone/>
            </a:pPr>
            <a:endParaRPr lang="zh-CN" altLang="en-US" sz="36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888" name=""/>
        <p:cNvGrpSpPr/>
        <p:nvPr/>
      </p:nvGrpSpPr>
      <p:grpSpPr/>
      <p:sp>
        <p:nvSpPr>
          <p:cNvPr id="1051718" name="Text Box 3"/>
          <p:cNvSpPr txBox="1"/>
          <p:nvPr>
            <p:custDataLst>
              <p:tags r:id="rId1"/>
            </p:custDataLst>
          </p:nvPr>
        </p:nvSpPr>
        <p:spPr>
          <a:xfrm>
            <a:off x="1847850" y="1052513"/>
            <a:ext cx="1871663" cy="460375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求电压</a:t>
            </a:r>
            <a:r>
              <a:rPr lang="en-US" altLang="zh-CN" sz="24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lang="zh-CN" altLang="en-US" sz="24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lang="zh-CN" altLang="en-US" sz="24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89" name="Group 50"/>
          <p:cNvGrpSpPr/>
          <p:nvPr/>
        </p:nvGrpSpPr>
        <p:grpSpPr>
          <a:xfrm>
            <a:off x="5018088" y="908050"/>
            <a:ext cx="5114925" cy="2763838"/>
            <a:chOff x="2381" y="210"/>
            <a:chExt cx="3222" cy="1741"/>
          </a:xfrm>
        </p:grpSpPr>
        <p:sp>
          <p:nvSpPr>
            <p:cNvPr id="1051719" name="Oval 15"/>
            <p:cNvSpPr/>
            <p:nvPr>
              <p:custDataLst>
                <p:tags r:id="rId2"/>
              </p:custDataLst>
            </p:nvPr>
          </p:nvSpPr>
          <p:spPr>
            <a:xfrm>
              <a:off x="2381" y="1117"/>
              <a:ext cx="318" cy="317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grpSp>
          <p:nvGrpSpPr>
            <p:cNvPr id="1890" name="Group 8"/>
            <p:cNvGrpSpPr/>
            <p:nvPr/>
          </p:nvGrpSpPr>
          <p:grpSpPr>
            <a:xfrm>
              <a:off x="2563" y="256"/>
              <a:ext cx="2631" cy="1406"/>
              <a:chOff x="703" y="981"/>
              <a:chExt cx="1950" cy="1179"/>
            </a:xfrm>
          </p:grpSpPr>
          <p:sp>
            <p:nvSpPr>
              <p:cNvPr id="1051720" name="Rectangle 4"/>
              <p:cNvSpPr/>
              <p:nvPr>
                <p:custDataLst>
                  <p:tags r:id="rId3"/>
                </p:custDataLst>
              </p:nvPr>
            </p:nvSpPr>
            <p:spPr>
              <a:xfrm>
                <a:off x="703" y="981"/>
                <a:ext cx="1950" cy="1179"/>
              </a:xfrm>
              <a:prstGeom prst="rect">
                <a:avLst/>
              </a:prstGeom>
              <a:noFill/>
              <a:ln w="28575" cap="flat" cmpd="sng">
                <a:solidFill>
                  <a:srgbClr val="FFCC00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721" name="Line 5"/>
              <p:cNvSpPr/>
              <p:nvPr/>
            </p:nvSpPr>
            <p:spPr>
              <a:xfrm>
                <a:off x="703" y="1480"/>
                <a:ext cx="1950" cy="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oval" w="med" len="med"/>
                <a:tailEnd type="oval" w="med" len="med"/>
              </a:ln>
            </p:spPr>
          </p:sp>
          <p:sp>
            <p:nvSpPr>
              <p:cNvPr id="1051722" name="Line 6"/>
              <p:cNvSpPr/>
              <p:nvPr/>
            </p:nvSpPr>
            <p:spPr>
              <a:xfrm>
                <a:off x="1610" y="1480"/>
                <a:ext cx="0" cy="680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oval" w="med" len="med"/>
                <a:tailEnd type="oval" w="med" len="med"/>
              </a:ln>
            </p:spPr>
          </p:sp>
          <p:sp>
            <p:nvSpPr>
              <p:cNvPr id="1051723" name="Line 7"/>
              <p:cNvSpPr/>
              <p:nvPr/>
            </p:nvSpPr>
            <p:spPr>
              <a:xfrm>
                <a:off x="2018" y="981"/>
                <a:ext cx="0" cy="1179"/>
              </a:xfrm>
              <a:prstGeom prst="line">
                <a:avLst/>
              </a:prstGeom>
              <a:ln w="28575" cap="flat" cmpd="sng">
                <a:solidFill>
                  <a:srgbClr val="FFCC00"/>
                </a:solidFill>
                <a:prstDash val="solid"/>
                <a:headEnd type="oval" w="med" len="med"/>
                <a:tailEnd type="oval" w="med" len="med"/>
              </a:ln>
            </p:spPr>
          </p:sp>
        </p:grpSp>
        <p:sp>
          <p:nvSpPr>
            <p:cNvPr id="1051724" name="Rectangle 9"/>
            <p:cNvSpPr/>
            <p:nvPr>
              <p:custDataLst>
                <p:tags r:id="rId4"/>
              </p:custDataLst>
            </p:nvPr>
          </p:nvSpPr>
          <p:spPr>
            <a:xfrm>
              <a:off x="3016" y="210"/>
              <a:ext cx="318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25" name="Rectangle 10"/>
            <p:cNvSpPr/>
            <p:nvPr>
              <p:custDataLst>
                <p:tags r:id="rId5"/>
              </p:custDataLst>
            </p:nvPr>
          </p:nvSpPr>
          <p:spPr>
            <a:xfrm>
              <a:off x="4513" y="210"/>
              <a:ext cx="318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26" name="Rectangle 11"/>
            <p:cNvSpPr/>
            <p:nvPr>
              <p:custDataLst>
                <p:tags r:id="rId6"/>
              </p:custDataLst>
            </p:nvPr>
          </p:nvSpPr>
          <p:spPr>
            <a:xfrm>
              <a:off x="3016" y="800"/>
              <a:ext cx="318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27" name="Rectangle 12"/>
            <p:cNvSpPr/>
            <p:nvPr>
              <p:custDataLst>
                <p:tags r:id="rId7"/>
              </p:custDataLst>
            </p:nvPr>
          </p:nvSpPr>
          <p:spPr>
            <a:xfrm>
              <a:off x="4513" y="800"/>
              <a:ext cx="318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28" name="Rectangle 13"/>
            <p:cNvSpPr/>
            <p:nvPr>
              <p:custDataLst>
                <p:tags r:id="rId8"/>
              </p:custDataLst>
            </p:nvPr>
          </p:nvSpPr>
          <p:spPr>
            <a:xfrm rot="5400000">
              <a:off x="3628" y="1163"/>
              <a:ext cx="318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29" name="Rectangle 14"/>
            <p:cNvSpPr/>
            <p:nvPr>
              <p:custDataLst>
                <p:tags r:id="rId9"/>
              </p:custDataLst>
            </p:nvPr>
          </p:nvSpPr>
          <p:spPr>
            <a:xfrm rot="5400000">
              <a:off x="4172" y="1163"/>
              <a:ext cx="318" cy="91"/>
            </a:xfrm>
            <a:prstGeom prst="rect">
              <a:avLst/>
            </a:pr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30" name="Oval 16"/>
            <p:cNvSpPr/>
            <p:nvPr>
              <p:custDataLst>
                <p:tags r:id="rId10"/>
              </p:custDataLst>
            </p:nvPr>
          </p:nvSpPr>
          <p:spPr>
            <a:xfrm>
              <a:off x="5012" y="1072"/>
              <a:ext cx="318" cy="317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31" name="Line 17"/>
            <p:cNvSpPr/>
            <p:nvPr>
              <p:custDataLst>
                <p:tags r:id="rId11"/>
              </p:custDataLst>
            </p:nvPr>
          </p:nvSpPr>
          <p:spPr>
            <a:xfrm>
              <a:off x="5012" y="1254"/>
              <a:ext cx="318" cy="0"/>
            </a:xfrm>
            <a:prstGeom prst="line">
              <a:avLst/>
            </a:prstGeom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732" name="Text Box 22"/>
            <p:cNvSpPr txBox="1"/>
            <p:nvPr>
              <p:custDataLst>
                <p:tags r:id="rId12"/>
              </p:custDataLst>
            </p:nvPr>
          </p:nvSpPr>
          <p:spPr>
            <a:xfrm>
              <a:off x="3969" y="1027"/>
              <a:ext cx="41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733" name="Text Box 24"/>
            <p:cNvSpPr txBox="1"/>
            <p:nvPr>
              <p:custDataLst>
                <p:tags r:id="rId13"/>
              </p:custDataLst>
            </p:nvPr>
          </p:nvSpPr>
          <p:spPr>
            <a:xfrm>
              <a:off x="2971" y="256"/>
              <a:ext cx="4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734" name="Line 25"/>
            <p:cNvSpPr/>
            <p:nvPr/>
          </p:nvSpPr>
          <p:spPr>
            <a:xfrm>
              <a:off x="4967" y="1072"/>
              <a:ext cx="0" cy="27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triangle" w="med" len="med"/>
              <a:tailEnd type="none" w="med" len="med"/>
            </a:ln>
          </p:spPr>
        </p:sp>
        <p:sp>
          <p:nvSpPr>
            <p:cNvPr id="1051735" name="Text Box 26"/>
            <p:cNvSpPr txBox="1"/>
            <p:nvPr>
              <p:custDataLst>
                <p:tags r:id="rId14"/>
              </p:custDataLst>
            </p:nvPr>
          </p:nvSpPr>
          <p:spPr>
            <a:xfrm>
              <a:off x="2653" y="845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36" name="Text Box 27"/>
            <p:cNvSpPr txBox="1"/>
            <p:nvPr>
              <p:custDataLst>
                <p:tags r:id="rId15"/>
              </p:custDataLst>
            </p:nvPr>
          </p:nvSpPr>
          <p:spPr>
            <a:xfrm>
              <a:off x="2653" y="134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37" name="Text Box 28"/>
            <p:cNvSpPr txBox="1"/>
            <p:nvPr>
              <p:custDataLst>
                <p:tags r:id="rId16"/>
              </p:custDataLst>
            </p:nvPr>
          </p:nvSpPr>
          <p:spPr>
            <a:xfrm>
              <a:off x="2699" y="1117"/>
              <a:ext cx="59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24V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38" name="Text Box 29"/>
            <p:cNvSpPr txBox="1"/>
            <p:nvPr>
              <p:custDataLst>
                <p:tags r:id="rId17"/>
              </p:custDataLst>
            </p:nvPr>
          </p:nvSpPr>
          <p:spPr>
            <a:xfrm>
              <a:off x="4967" y="572"/>
              <a:ext cx="288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39" name="Text Box 30"/>
            <p:cNvSpPr txBox="1"/>
            <p:nvPr>
              <p:custDataLst>
                <p:tags r:id="rId18"/>
              </p:custDataLst>
            </p:nvPr>
          </p:nvSpPr>
          <p:spPr>
            <a:xfrm>
              <a:off x="5012" y="1661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40" name="Text Box 36"/>
            <p:cNvSpPr txBox="1"/>
            <p:nvPr>
              <p:custDataLst>
                <p:tags r:id="rId19"/>
              </p:custDataLst>
            </p:nvPr>
          </p:nvSpPr>
          <p:spPr>
            <a:xfrm>
              <a:off x="4604" y="1072"/>
              <a:ext cx="36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41" name="Text Box 37"/>
            <p:cNvSpPr txBox="1"/>
            <p:nvPr>
              <p:custDataLst>
                <p:tags r:id="rId20"/>
              </p:custDataLst>
            </p:nvPr>
          </p:nvSpPr>
          <p:spPr>
            <a:xfrm>
              <a:off x="2971" y="528"/>
              <a:ext cx="41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742" name="Text Box 41"/>
            <p:cNvSpPr txBox="1"/>
            <p:nvPr>
              <p:custDataLst>
                <p:tags r:id="rId21"/>
              </p:custDataLst>
            </p:nvPr>
          </p:nvSpPr>
          <p:spPr>
            <a:xfrm>
              <a:off x="5239" y="845"/>
              <a:ext cx="192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43" name="Text Box 42"/>
            <p:cNvSpPr txBox="1"/>
            <p:nvPr>
              <p:custDataLst>
                <p:tags r:id="rId22"/>
              </p:custDataLst>
            </p:nvPr>
          </p:nvSpPr>
          <p:spPr>
            <a:xfrm>
              <a:off x="5194" y="1344"/>
              <a:ext cx="240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44" name="Text Box 43"/>
            <p:cNvSpPr txBox="1"/>
            <p:nvPr>
              <p:custDataLst>
                <p:tags r:id="rId23"/>
              </p:custDataLst>
            </p:nvPr>
          </p:nvSpPr>
          <p:spPr>
            <a:xfrm>
              <a:off x="5330" y="1117"/>
              <a:ext cx="27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45" name="Text Box 46"/>
            <p:cNvSpPr txBox="1"/>
            <p:nvPr>
              <p:custDataLst>
                <p:tags r:id="rId24"/>
              </p:custDataLst>
            </p:nvPr>
          </p:nvSpPr>
          <p:spPr>
            <a:xfrm>
              <a:off x="4468" y="256"/>
              <a:ext cx="4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746" name="Text Box 47"/>
            <p:cNvSpPr txBox="1"/>
            <p:nvPr>
              <p:custDataLst>
                <p:tags r:id="rId25"/>
              </p:custDataLst>
            </p:nvPr>
          </p:nvSpPr>
          <p:spPr>
            <a:xfrm>
              <a:off x="4468" y="557"/>
              <a:ext cx="4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747" name="Text Box 48"/>
            <p:cNvSpPr txBox="1"/>
            <p:nvPr>
              <p:custDataLst>
                <p:tags r:id="rId26"/>
              </p:custDataLst>
            </p:nvPr>
          </p:nvSpPr>
          <p:spPr>
            <a:xfrm>
              <a:off x="3424" y="1027"/>
              <a:ext cx="45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51748" name="Text Box 53"/>
          <p:cNvSpPr txBox="1"/>
          <p:nvPr>
            <p:custDataLst>
              <p:tags r:id="rId27"/>
            </p:custDataLst>
          </p:nvPr>
        </p:nvSpPr>
        <p:spPr>
          <a:xfrm>
            <a:off x="1128713" y="3355976"/>
            <a:ext cx="2706687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(1) 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求短路电流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sc</a:t>
            </a:r>
            <a:endParaRPr lang="en-US" altLang="zh-CN" sz="24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91" name="Group 55"/>
          <p:cNvGrpSpPr/>
          <p:nvPr/>
        </p:nvGrpSpPr>
        <p:grpSpPr>
          <a:xfrm>
            <a:off x="10200323" y="1268413"/>
            <a:ext cx="1439862" cy="1008062"/>
            <a:chOff x="4649" y="935"/>
            <a:chExt cx="907" cy="590"/>
          </a:xfrm>
        </p:grpSpPr>
        <p:sp>
          <p:nvSpPr>
            <p:cNvPr id="1051749" name="Rectangle 51"/>
            <p:cNvSpPr/>
            <p:nvPr>
              <p:custDataLst>
                <p:tags r:id="rId28"/>
              </p:custDataLst>
            </p:nvPr>
          </p:nvSpPr>
          <p:spPr>
            <a:xfrm>
              <a:off x="4649" y="935"/>
              <a:ext cx="907" cy="590"/>
            </a:xfrm>
            <a:prstGeom prst="rect">
              <a:avLst/>
            </a:prstGeom>
            <a:solidFill>
              <a:srgbClr val="3333CC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50" name="Line 52"/>
            <p:cNvSpPr/>
            <p:nvPr/>
          </p:nvSpPr>
          <p:spPr>
            <a:xfrm>
              <a:off x="5193" y="935"/>
              <a:ext cx="0" cy="590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751" name="Text Box 54"/>
            <p:cNvSpPr txBox="1"/>
            <p:nvPr>
              <p:custDataLst>
                <p:tags r:id="rId29"/>
              </p:custDataLst>
            </p:nvPr>
          </p:nvSpPr>
          <p:spPr>
            <a:xfrm>
              <a:off x="4830" y="1126"/>
              <a:ext cx="409" cy="269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1752" name="Text Box 56"/>
          <p:cNvSpPr txBox="1"/>
          <p:nvPr>
            <p:custDataLst>
              <p:tags r:id="rId30"/>
            </p:custDataLst>
          </p:nvPr>
        </p:nvSpPr>
        <p:spPr>
          <a:xfrm>
            <a:off x="911225" y="1771809"/>
            <a:ext cx="666750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753" name="Text Box 58"/>
          <p:cNvSpPr txBox="1"/>
          <p:nvPr/>
        </p:nvSpPr>
        <p:spPr>
          <a:xfrm>
            <a:off x="1631950" y="1693863"/>
            <a:ext cx="2736850" cy="156845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本题用诺顿定理求比较方便。因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、</a:t>
            </a:r>
            <a:r>
              <a:rPr lang="en-US" altLang="zh-CN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b</a:t>
            </a: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处的短路电流比开路电压容易求。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98" name="Object 59"/>
          <p:cNvGraphicFramePr>
            <a:graphicFrameLocks noChangeAspect="1"/>
          </p:cNvGraphicFramePr>
          <p:nvPr>
            <p:custDataLst>
              <p:tags r:id="rId31"/>
            </p:custDataLst>
          </p:nvPr>
        </p:nvGraphicFramePr>
        <p:xfrm>
          <a:off x="4610100" y="3428683"/>
          <a:ext cx="6643688" cy="7191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6" name="" showAsIcon="1" r:id="rId32" imgW="2312035" imgH="326390" progId="Equation.3">
                  <p:embed/>
                </p:oleObj>
              </mc:Choice>
              <mc:Fallback>
                <p:oleObj name="" showAsIcon="1" r:id="rId32" imgW="2312035" imgH="326390" progId="Equation.3">
                  <p:embed/>
                  <p:pic>
                    <p:nvPicPr>
                      <p:cNvPr id="0" name="图片 3135"/>
                      <p:cNvPicPr/>
                      <p:nvPr/>
                    </p:nvPicPr>
                    <p:blipFill>
                      <a:blip r:embed="rId3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610100" y="3428683"/>
                        <a:ext cx="6643688" cy="719137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754" name="Text Box 60"/>
          <p:cNvSpPr txBox="1"/>
          <p:nvPr>
            <p:custDataLst>
              <p:tags r:id="rId34"/>
            </p:custDataLst>
          </p:nvPr>
        </p:nvSpPr>
        <p:spPr>
          <a:xfrm>
            <a:off x="1127443" y="4076859"/>
            <a:ext cx="2612390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求等效电阻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endParaRPr lang="en-US" altLang="zh-CN" sz="2400" b="1" baseline="-250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92" name="Group 63"/>
          <p:cNvGrpSpPr/>
          <p:nvPr/>
        </p:nvGrpSpPr>
        <p:grpSpPr>
          <a:xfrm>
            <a:off x="3739833" y="53023"/>
            <a:ext cx="1152525" cy="1152525"/>
            <a:chOff x="2381" y="935"/>
            <a:chExt cx="726" cy="635"/>
          </a:xfrm>
        </p:grpSpPr>
        <p:sp>
          <p:nvSpPr>
            <p:cNvPr id="1051755" name="Rectangle 61"/>
            <p:cNvSpPr/>
            <p:nvPr>
              <p:custDataLst>
                <p:tags r:id="rId35"/>
              </p:custDataLst>
            </p:nvPr>
          </p:nvSpPr>
          <p:spPr>
            <a:xfrm>
              <a:off x="2381" y="935"/>
              <a:ext cx="726" cy="590"/>
            </a:xfrm>
            <a:prstGeom prst="rect">
              <a:avLst/>
            </a:prstGeom>
            <a:solidFill>
              <a:srgbClr val="3333CC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56" name="Line 62"/>
            <p:cNvSpPr/>
            <p:nvPr/>
          </p:nvSpPr>
          <p:spPr>
            <a:xfrm>
              <a:off x="2562" y="935"/>
              <a:ext cx="0" cy="635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</p:grpSp>
      <p:grpSp>
        <p:nvGrpSpPr>
          <p:cNvPr id="1893" name="Group 69"/>
          <p:cNvGrpSpPr/>
          <p:nvPr/>
        </p:nvGrpSpPr>
        <p:grpSpPr>
          <a:xfrm>
            <a:off x="10272078" y="2700674"/>
            <a:ext cx="2517775" cy="1115902"/>
            <a:chOff x="4558" y="3131"/>
            <a:chExt cx="1586" cy="609"/>
          </a:xfrm>
        </p:grpSpPr>
        <p:sp>
          <p:nvSpPr>
            <p:cNvPr id="1051757" name="Rectangle 64"/>
            <p:cNvSpPr/>
            <p:nvPr>
              <p:custDataLst>
                <p:tags r:id="rId36"/>
              </p:custDataLst>
            </p:nvPr>
          </p:nvSpPr>
          <p:spPr>
            <a:xfrm>
              <a:off x="5690" y="3150"/>
              <a:ext cx="454" cy="590"/>
            </a:xfrm>
            <a:prstGeom prst="rect">
              <a:avLst/>
            </a:prstGeom>
            <a:solidFill>
              <a:srgbClr val="3333CC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grpSp>
          <p:nvGrpSpPr>
            <p:cNvPr id="1894" name="Group 68"/>
            <p:cNvGrpSpPr/>
            <p:nvPr/>
          </p:nvGrpSpPr>
          <p:grpSpPr>
            <a:xfrm>
              <a:off x="4558" y="3131"/>
              <a:ext cx="502" cy="345"/>
              <a:chOff x="2562" y="3176"/>
              <a:chExt cx="502" cy="345"/>
            </a:xfrm>
          </p:grpSpPr>
          <p:sp>
            <p:nvSpPr>
              <p:cNvPr id="1051758" name="AutoShape 66"/>
              <p:cNvSpPr/>
              <p:nvPr>
                <p:custDataLst>
                  <p:tags r:id="rId37"/>
                </p:custDataLst>
              </p:nvPr>
            </p:nvSpPr>
            <p:spPr>
              <a:xfrm>
                <a:off x="2562" y="3430"/>
                <a:ext cx="454" cy="91"/>
              </a:xfrm>
              <a:prstGeom prst="leftArrow">
                <a:avLst>
                  <a:gd name="adj1" fmla="val 50000"/>
                  <a:gd name="adj2" fmla="val 124725"/>
                </a:avLst>
              </a:prstGeom>
              <a:solidFill>
                <a:schemeClr val="accent4"/>
              </a:solidFill>
              <a:ln w="9525">
                <a:noFill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759" name="Text Box 67"/>
              <p:cNvSpPr txBox="1"/>
              <p:nvPr>
                <p:custDataLst>
                  <p:tags r:id="rId38"/>
                </p:custDataLst>
              </p:nvPr>
            </p:nvSpPr>
            <p:spPr>
              <a:xfrm>
                <a:off x="2654" y="3176"/>
                <a:ext cx="410" cy="25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algn="ctr" eaLnBrk="1" hangingPunct="1">
                  <a:spcBef>
                    <a:spcPct val="50000"/>
                  </a:spcBef>
                  <a:buNone/>
                </a:pPr>
                <a:r>
                  <a:rPr lang="en-US" altLang="zh-CN" sz="24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b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eq</a:t>
                </a:r>
                <a:endParaRPr lang="en-US" altLang="zh-CN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</p:grpSp>
      <p:graphicFrame>
        <p:nvGraphicFramePr>
          <p:cNvPr id="4194399" name="Object 70"/>
          <p:cNvGraphicFramePr>
            <a:graphicFrameLocks noChangeAspect="1"/>
          </p:cNvGraphicFramePr>
          <p:nvPr>
            <p:custDataLst>
              <p:tags r:id="rId39"/>
            </p:custDataLst>
          </p:nvPr>
        </p:nvGraphicFramePr>
        <p:xfrm>
          <a:off x="4655503" y="4220528"/>
          <a:ext cx="5268912" cy="5762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7" name="" showAsIcon="1" r:id="rId40" imgW="1833245" imgH="178435" progId="Equation.3">
                  <p:embed/>
                </p:oleObj>
              </mc:Choice>
              <mc:Fallback>
                <p:oleObj name="" showAsIcon="1" r:id="rId40" imgW="1833245" imgH="178435" progId="Equation.3">
                  <p:embed/>
                  <p:pic>
                    <p:nvPicPr>
                      <p:cNvPr id="0" name="图片 3136"/>
                      <p:cNvPicPr/>
                      <p:nvPr/>
                    </p:nvPicPr>
                    <p:blipFill>
                      <a:blip r:embed="rId41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4655503" y="4220528"/>
                        <a:ext cx="5268912" cy="576262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760" name="Text Box 71"/>
          <p:cNvSpPr txBox="1"/>
          <p:nvPr>
            <p:custDataLst>
              <p:tags r:id="rId42"/>
            </p:custDataLst>
          </p:nvPr>
        </p:nvSpPr>
        <p:spPr>
          <a:xfrm>
            <a:off x="1127760" y="4847908"/>
            <a:ext cx="2552700" cy="460375"/>
          </a:xfrm>
          <a:prstGeom prst="rect">
            <a:avLst/>
          </a:prstGeom>
          <a:solidFill>
            <a:schemeClr val="hlink"/>
          </a:solidFill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None/>
            </a:pP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(3) 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诺顿等效电路</a:t>
            </a:r>
            <a:r>
              <a: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</a:t>
            </a:r>
            <a:endParaRPr lang="en-US" altLang="zh-CN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95" name="Group 100"/>
          <p:cNvGrpSpPr/>
          <p:nvPr/>
        </p:nvGrpSpPr>
        <p:grpSpPr>
          <a:xfrm>
            <a:off x="6502400" y="4744720"/>
            <a:ext cx="3384550" cy="1752600"/>
            <a:chOff x="3515" y="2961"/>
            <a:chExt cx="2041" cy="1033"/>
          </a:xfrm>
        </p:grpSpPr>
        <p:sp>
          <p:nvSpPr>
            <p:cNvPr id="1051761" name="Text Box 74"/>
            <p:cNvSpPr txBox="1"/>
            <p:nvPr>
              <p:custDataLst>
                <p:tags r:id="rId43"/>
              </p:custDataLst>
            </p:nvPr>
          </p:nvSpPr>
          <p:spPr>
            <a:xfrm>
              <a:off x="3742" y="3258"/>
              <a:ext cx="408" cy="271"/>
            </a:xfrm>
            <a:prstGeom prst="rect">
              <a:avLst/>
            </a:prstGeom>
            <a:noFill/>
            <a:ln w="28575">
              <a:noFill/>
            </a:ln>
          </p:spPr>
          <p:txBody>
            <a:bodyPr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4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sc</a:t>
              </a:r>
              <a:endParaRPr lang="en-US" altLang="zh-CN" sz="2400" b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62" name="Line 75"/>
            <p:cNvSpPr/>
            <p:nvPr/>
          </p:nvSpPr>
          <p:spPr>
            <a:xfrm flipV="1">
              <a:off x="3742" y="3067"/>
              <a:ext cx="0" cy="374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763" name="Text Box 76"/>
            <p:cNvSpPr txBox="1"/>
            <p:nvPr>
              <p:custDataLst>
                <p:tags r:id="rId44"/>
              </p:custDataLst>
            </p:nvPr>
          </p:nvSpPr>
          <p:spPr>
            <a:xfrm flipH="1">
              <a:off x="4960" y="2961"/>
              <a:ext cx="324" cy="27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64" name="Text Box 77"/>
            <p:cNvSpPr txBox="1"/>
            <p:nvPr>
              <p:custDataLst>
                <p:tags r:id="rId45"/>
              </p:custDataLst>
            </p:nvPr>
          </p:nvSpPr>
          <p:spPr>
            <a:xfrm flipH="1">
              <a:off x="4925" y="3657"/>
              <a:ext cx="268" cy="27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65" name="Rectangle 78"/>
            <p:cNvSpPr/>
            <p:nvPr>
              <p:custDataLst>
                <p:tags r:id="rId46"/>
              </p:custDataLst>
            </p:nvPr>
          </p:nvSpPr>
          <p:spPr>
            <a:xfrm flipH="1">
              <a:off x="4304" y="3331"/>
              <a:ext cx="107" cy="32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66" name="Oval 79"/>
            <p:cNvSpPr/>
            <p:nvPr>
              <p:custDataLst>
                <p:tags r:id="rId47"/>
              </p:custDataLst>
            </p:nvPr>
          </p:nvSpPr>
          <p:spPr>
            <a:xfrm flipH="1">
              <a:off x="5002" y="3384"/>
              <a:ext cx="254" cy="253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67" name="Text Box 80"/>
            <p:cNvSpPr txBox="1"/>
            <p:nvPr>
              <p:custDataLst>
                <p:tags r:id="rId48"/>
              </p:custDataLst>
            </p:nvPr>
          </p:nvSpPr>
          <p:spPr>
            <a:xfrm flipH="1">
              <a:off x="4786" y="3158"/>
              <a:ext cx="453" cy="27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1A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68" name="Oval 81"/>
            <p:cNvSpPr/>
            <p:nvPr>
              <p:custDataLst>
                <p:tags r:id="rId49"/>
              </p:custDataLst>
            </p:nvPr>
          </p:nvSpPr>
          <p:spPr>
            <a:xfrm flipH="1">
              <a:off x="4935" y="3918"/>
              <a:ext cx="77" cy="76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69" name="Oval 82"/>
            <p:cNvSpPr/>
            <p:nvPr>
              <p:custDataLst>
                <p:tags r:id="rId50"/>
              </p:custDataLst>
            </p:nvPr>
          </p:nvSpPr>
          <p:spPr>
            <a:xfrm flipH="1">
              <a:off x="4899" y="2979"/>
              <a:ext cx="68" cy="6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70" name="Freeform 83"/>
            <p:cNvSpPr/>
            <p:nvPr>
              <p:custDataLst>
                <p:tags r:id="rId51"/>
              </p:custDataLst>
            </p:nvPr>
          </p:nvSpPr>
          <p:spPr>
            <a:xfrm>
              <a:off x="3659" y="3952"/>
              <a:ext cx="1478" cy="3"/>
            </a:xfrm>
            <a:custGeom>
              <a:avLst/>
              <a:gdLst/>
              <a:ahLst/>
              <a:cxnLst>
                <a:cxn ang="0">
                  <a:pos x="3261" y="3"/>
                </a:cxn>
                <a:cxn ang="0">
                  <a:pos x="0" y="0"/>
                </a:cxn>
              </a:cxnLst>
              <a:rect l="0" t="0" r="r" b="b"/>
              <a:pathLst>
                <a:path w="1320" h="3">
                  <a:moveTo>
                    <a:pt x="1320" y="3"/>
                  </a:move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1" name="Freeform 84"/>
            <p:cNvSpPr/>
            <p:nvPr>
              <p:custDataLst>
                <p:tags r:id="rId52"/>
              </p:custDataLst>
            </p:nvPr>
          </p:nvSpPr>
          <p:spPr>
            <a:xfrm>
              <a:off x="3659" y="3024"/>
              <a:ext cx="1481" cy="1"/>
            </a:xfrm>
            <a:custGeom>
              <a:avLst/>
              <a:gdLst/>
              <a:ahLst/>
              <a:cxnLst>
                <a:cxn ang="0">
                  <a:pos x="3263" y="0"/>
                </a:cxn>
                <a:cxn ang="0">
                  <a:pos x="0" y="0"/>
                </a:cxn>
              </a:cxnLst>
              <a:rect l="0" t="0" r="r" b="b"/>
              <a:pathLst>
                <a:path w="1323" h="1">
                  <a:moveTo>
                    <a:pt x="1323" y="0"/>
                  </a:move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2" name="Freeform 85"/>
            <p:cNvSpPr/>
            <p:nvPr>
              <p:custDataLst>
                <p:tags r:id="rId53"/>
              </p:custDataLst>
            </p:nvPr>
          </p:nvSpPr>
          <p:spPr>
            <a:xfrm flipH="1">
              <a:off x="4357" y="3024"/>
              <a:ext cx="1" cy="30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46"/>
                </a:cxn>
              </a:cxnLst>
              <a:rect l="0" t="0" r="r" b="b"/>
              <a:pathLst>
                <a:path w="1" h="276">
                  <a:moveTo>
                    <a:pt x="0" y="0"/>
                  </a:moveTo>
                  <a:lnTo>
                    <a:pt x="1" y="27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3" name="Freeform 86"/>
            <p:cNvSpPr/>
            <p:nvPr>
              <p:custDataLst>
                <p:tags r:id="rId54"/>
              </p:custDataLst>
            </p:nvPr>
          </p:nvSpPr>
          <p:spPr>
            <a:xfrm flipH="1">
              <a:off x="4357" y="3651"/>
              <a:ext cx="1" cy="30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46"/>
                </a:cxn>
              </a:cxnLst>
              <a:rect l="0" t="0" r="r" b="b"/>
              <a:pathLst>
                <a:path w="1" h="273">
                  <a:moveTo>
                    <a:pt x="0" y="0"/>
                  </a:moveTo>
                  <a:lnTo>
                    <a:pt x="0" y="273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4" name="Freeform 87"/>
            <p:cNvSpPr/>
            <p:nvPr>
              <p:custDataLst>
                <p:tags r:id="rId55"/>
              </p:custDataLst>
            </p:nvPr>
          </p:nvSpPr>
          <p:spPr>
            <a:xfrm flipH="1">
              <a:off x="5136" y="3027"/>
              <a:ext cx="1" cy="36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69"/>
                </a:cxn>
              </a:cxnLst>
              <a:rect l="0" t="0" r="r" b="b"/>
              <a:pathLst>
                <a:path w="1" h="324">
                  <a:moveTo>
                    <a:pt x="0" y="0"/>
                  </a:moveTo>
                  <a:lnTo>
                    <a:pt x="0" y="324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5" name="Freeform 88"/>
            <p:cNvSpPr/>
            <p:nvPr>
              <p:custDataLst>
                <p:tags r:id="rId56"/>
              </p:custDataLst>
            </p:nvPr>
          </p:nvSpPr>
          <p:spPr>
            <a:xfrm flipH="1">
              <a:off x="5136" y="3645"/>
              <a:ext cx="1" cy="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70"/>
                </a:cxn>
              </a:cxnLst>
              <a:rect l="0" t="0" r="r" b="b"/>
              <a:pathLst>
                <a:path w="1" h="285">
                  <a:moveTo>
                    <a:pt x="0" y="0"/>
                  </a:moveTo>
                  <a:lnTo>
                    <a:pt x="0" y="285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6" name="Freeform 89"/>
            <p:cNvSpPr/>
            <p:nvPr>
              <p:custDataLst>
                <p:tags r:id="rId57"/>
              </p:custDataLst>
            </p:nvPr>
          </p:nvSpPr>
          <p:spPr>
            <a:xfrm flipH="1">
              <a:off x="5006" y="3511"/>
              <a:ext cx="252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57" y="0"/>
                </a:cxn>
              </a:cxnLst>
              <a:rect l="0" t="0" r="r" b="b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7" name="Line 90"/>
            <p:cNvSpPr/>
            <p:nvPr/>
          </p:nvSpPr>
          <p:spPr>
            <a:xfrm flipH="1" flipV="1">
              <a:off x="5194" y="3022"/>
              <a:ext cx="0" cy="352"/>
            </a:xfrm>
            <a:prstGeom prst="line">
              <a:avLst/>
            </a:prstGeom>
            <a:ln w="3810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778" name="Freeform 92"/>
            <p:cNvSpPr/>
            <p:nvPr>
              <p:custDataLst>
                <p:tags r:id="rId58"/>
              </p:custDataLst>
            </p:nvPr>
          </p:nvSpPr>
          <p:spPr>
            <a:xfrm flipH="1">
              <a:off x="3658" y="3024"/>
              <a:ext cx="1" cy="30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46"/>
                </a:cxn>
              </a:cxnLst>
              <a:rect l="0" t="0" r="r" b="b"/>
              <a:pathLst>
                <a:path w="1" h="276">
                  <a:moveTo>
                    <a:pt x="0" y="0"/>
                  </a:moveTo>
                  <a:lnTo>
                    <a:pt x="1" y="276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79" name="Freeform 93"/>
            <p:cNvSpPr/>
            <p:nvPr>
              <p:custDataLst>
                <p:tags r:id="rId59"/>
              </p:custDataLst>
            </p:nvPr>
          </p:nvSpPr>
          <p:spPr>
            <a:xfrm flipH="1">
              <a:off x="3658" y="3651"/>
              <a:ext cx="1" cy="30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46"/>
                </a:cxn>
              </a:cxnLst>
              <a:rect l="0" t="0" r="r" b="b"/>
              <a:pathLst>
                <a:path w="1" h="273">
                  <a:moveTo>
                    <a:pt x="0" y="0"/>
                  </a:moveTo>
                  <a:lnTo>
                    <a:pt x="0" y="273"/>
                  </a:lnTo>
                </a:path>
              </a:pathLst>
            </a:custGeom>
            <a:noFill/>
            <a:ln w="28575" cap="flat" cmpd="sng">
              <a:solidFill>
                <a:srgbClr val="FFCC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80" name="Text Box 94"/>
            <p:cNvSpPr txBox="1"/>
            <p:nvPr>
              <p:custDataLst>
                <p:tags r:id="rId60"/>
              </p:custDataLst>
            </p:nvPr>
          </p:nvSpPr>
          <p:spPr>
            <a:xfrm>
              <a:off x="4422" y="3385"/>
              <a:ext cx="408" cy="271"/>
            </a:xfrm>
            <a:prstGeom prst="rect">
              <a:avLst/>
            </a:prstGeom>
            <a:noFill/>
            <a:ln w="2857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781" name="Oval 95"/>
            <p:cNvSpPr/>
            <p:nvPr>
              <p:custDataLst>
                <p:tags r:id="rId61"/>
              </p:custDataLst>
            </p:nvPr>
          </p:nvSpPr>
          <p:spPr>
            <a:xfrm flipH="1">
              <a:off x="3515" y="3339"/>
              <a:ext cx="272" cy="318"/>
            </a:xfrm>
            <a:prstGeom prst="ellipse">
              <a:avLst/>
            </a:prstGeom>
            <a:solidFill>
              <a:schemeClr val="accent2"/>
            </a:solidFill>
            <a:ln w="38100" cap="flat" cmpd="sng">
              <a:solidFill>
                <a:schemeClr val="accent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782" name="Freeform 96"/>
            <p:cNvSpPr/>
            <p:nvPr>
              <p:custDataLst>
                <p:tags r:id="rId62"/>
              </p:custDataLst>
            </p:nvPr>
          </p:nvSpPr>
          <p:spPr>
            <a:xfrm flipH="1">
              <a:off x="3515" y="3520"/>
              <a:ext cx="252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57" y="0"/>
                </a:cxn>
              </a:cxnLst>
              <a:rect l="0" t="0" r="r" b="b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noFill/>
            <a:ln w="38100" cap="flat" cmpd="sng">
              <a:solidFill>
                <a:schemeClr val="accent1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783" name="Text Box 97"/>
            <p:cNvSpPr txBox="1"/>
            <p:nvPr>
              <p:custDataLst>
                <p:tags r:id="rId63"/>
              </p:custDataLst>
            </p:nvPr>
          </p:nvSpPr>
          <p:spPr>
            <a:xfrm>
              <a:off x="5193" y="3022"/>
              <a:ext cx="272" cy="30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＋</a:t>
              </a:r>
              <a:endPara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784" name="Text Box 98"/>
            <p:cNvSpPr txBox="1"/>
            <p:nvPr>
              <p:custDataLst>
                <p:tags r:id="rId64"/>
              </p:custDataLst>
            </p:nvPr>
          </p:nvSpPr>
          <p:spPr>
            <a:xfrm>
              <a:off x="5193" y="3657"/>
              <a:ext cx="363" cy="308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800" b="1" dirty="0">
                  <a:solidFill>
                    <a:schemeClr val="lt1"/>
                  </a:solidFill>
                  <a:ea typeface="仿宋_GB2312" pitchFamily="49" charset="-122"/>
                </a:rPr>
                <a:t>－</a:t>
              </a:r>
              <a:endParaRPr lang="zh-CN" altLang="en-US" sz="2800" b="1" dirty="0">
                <a:solidFill>
                  <a:schemeClr val="lt1"/>
                </a:solidFill>
                <a:ea typeface="仿宋_GB2312" pitchFamily="49" charset="-122"/>
              </a:endParaRPr>
            </a:p>
          </p:txBody>
        </p:sp>
        <p:sp>
          <p:nvSpPr>
            <p:cNvPr id="1051785" name="Text Box 99"/>
            <p:cNvSpPr txBox="1"/>
            <p:nvPr>
              <p:custDataLst>
                <p:tags r:id="rId65"/>
              </p:custDataLst>
            </p:nvPr>
          </p:nvSpPr>
          <p:spPr>
            <a:xfrm>
              <a:off x="5239" y="3339"/>
              <a:ext cx="317" cy="271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400" name="Object 101"/>
          <p:cNvGraphicFramePr>
            <a:graphicFrameLocks noChangeAspect="1"/>
          </p:cNvGraphicFramePr>
          <p:nvPr>
            <p:custDataLst>
              <p:tags r:id="rId66"/>
            </p:custDataLst>
          </p:nvPr>
        </p:nvGraphicFramePr>
        <p:xfrm>
          <a:off x="1128713" y="5516563"/>
          <a:ext cx="3311525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8" name="" showAsIcon="1" r:id="rId67" imgW="1153795" imgH="143510" progId="Equation.3">
                  <p:embed/>
                </p:oleObj>
              </mc:Choice>
              <mc:Fallback>
                <p:oleObj name="" showAsIcon="1" r:id="rId67" imgW="1153795" imgH="143510" progId="Equation.3">
                  <p:embed/>
                  <p:pic>
                    <p:nvPicPr>
                      <p:cNvPr id="0" name="图片 3137"/>
                      <p:cNvPicPr/>
                      <p:nvPr/>
                    </p:nvPicPr>
                    <p:blipFill>
                      <a:blip r:embed="rId68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128713" y="5516563"/>
                        <a:ext cx="3311525" cy="527050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786" name="Line 106"/>
          <p:cNvSpPr/>
          <p:nvPr/>
        </p:nvSpPr>
        <p:spPr>
          <a:xfrm>
            <a:off x="9555163" y="1123950"/>
            <a:ext cx="0" cy="503238"/>
          </a:xfrm>
          <a:prstGeom prst="line">
            <a:avLst/>
          </a:prstGeom>
          <a:ln w="38100" cap="flat" cmpd="sng">
            <a:solidFill>
              <a:srgbClr val="00FFFF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051787" name="Line 107"/>
          <p:cNvSpPr/>
          <p:nvPr/>
        </p:nvSpPr>
        <p:spPr>
          <a:xfrm>
            <a:off x="9050338" y="1987550"/>
            <a:ext cx="431800" cy="0"/>
          </a:xfrm>
          <a:prstGeom prst="line">
            <a:avLst/>
          </a:prstGeom>
          <a:ln w="38100" cap="flat" cmpd="sng">
            <a:solidFill>
              <a:srgbClr val="00FFFF"/>
            </a:solidFill>
            <a:prstDash val="solid"/>
            <a:headEnd type="none" w="med" len="med"/>
            <a:tailEnd type="triangle" w="med" len="med"/>
          </a:ln>
        </p:spPr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9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00" name="Text Box 4" descr="蓝色砂纸"/>
          <p:cNvSpPr txBox="1"/>
          <p:nvPr/>
        </p:nvSpPr>
        <p:spPr>
          <a:xfrm>
            <a:off x="1703705" y="2132965"/>
            <a:ext cx="8916670" cy="1568450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7A8E99"/>
            </a:prstShdw>
          </a:effectLst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4.4 </a:t>
            </a:r>
            <a:r>
              <a:rPr lang="zh-CN" altLang="en-US" sz="4800" b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最大功率传输定理</a:t>
            </a:r>
            <a:endParaRPr lang="zh-CN" altLang="en-US" sz="4800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en-US" altLang="zh-CN" sz="4800" b="1" i="1" dirty="0">
                <a:solidFill>
                  <a:schemeClr val="accen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P116</a:t>
            </a:r>
            <a:endParaRPr lang="en-US" altLang="zh-CN" sz="4800" b="1" i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935" name=""/>
        <p:cNvGrpSpPr/>
        <p:nvPr/>
      </p:nvGrpSpPr>
      <p:grpSpPr/>
      <p:sp>
        <p:nvSpPr>
          <p:cNvPr id="1051813" name="Text Box 2" descr="新闻纸"/>
          <p:cNvSpPr txBox="1"/>
          <p:nvPr>
            <p:custDataLst>
              <p:tags r:id="rId1"/>
            </p:custDataLst>
          </p:nvPr>
        </p:nvSpPr>
        <p:spPr>
          <a:xfrm>
            <a:off x="3719513" y="260350"/>
            <a:ext cx="4535487" cy="584835"/>
          </a:xfrm>
          <a:prstGeom prst="rect">
            <a:avLst/>
          </a:prstGeom>
          <a:noFill/>
          <a:ln w="9525">
            <a:noFill/>
          </a:ln>
          <a:effectLst>
            <a:prstShdw prst="shdw17" dist="17961" dir="2699999">
              <a:srgbClr val="959595"/>
            </a:prstShdw>
          </a:effectLst>
        </p:spPr>
        <p:txBody>
          <a:bodyPr lIns="90000" tIns="46800" rIns="90000" bIns="4680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endParaRPr lang="zh-CN" altLang="en-US" b="1" dirty="0">
              <a:solidFill>
                <a:schemeClr val="accen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814" name="Text Box 3"/>
          <p:cNvSpPr txBox="1"/>
          <p:nvPr/>
        </p:nvSpPr>
        <p:spPr>
          <a:xfrm>
            <a:off x="2135188" y="1052513"/>
            <a:ext cx="7910512" cy="186372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571500" algn="just" eaLnBrk="1" hangingPunct="1">
              <a:lnSpc>
                <a:spcPct val="120000"/>
              </a:lnSpc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一个含源线性一端口电路，当所接负载不同时，一端口电路传输给负载的功率就不同，讨论负载为何值时能从电路获取最大功率，及最大功率的值是多少的问题是有工程意义的。</a:t>
            </a:r>
            <a:endParaRPr lang="zh-CN" altLang="en-US" sz="2400" b="1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936" name="Group 22"/>
          <p:cNvGrpSpPr/>
          <p:nvPr/>
        </p:nvGrpSpPr>
        <p:grpSpPr>
          <a:xfrm>
            <a:off x="2279650" y="3213100"/>
            <a:ext cx="2684463" cy="1944688"/>
            <a:chOff x="476" y="2024"/>
            <a:chExt cx="1691" cy="1225"/>
          </a:xfrm>
        </p:grpSpPr>
        <p:sp>
          <p:nvSpPr>
            <p:cNvPr id="1051815" name="Rectangle 7"/>
            <p:cNvSpPr/>
            <p:nvPr>
              <p:custDataLst>
                <p:tags r:id="rId2"/>
              </p:custDataLst>
            </p:nvPr>
          </p:nvSpPr>
          <p:spPr>
            <a:xfrm>
              <a:off x="476" y="2309"/>
              <a:ext cx="635" cy="940"/>
            </a:xfrm>
            <a:prstGeom prst="rect">
              <a:avLst/>
            </a:prstGeom>
            <a:solidFill>
              <a:schemeClr val="accent1"/>
            </a:solidFill>
            <a:ln w="28575" cap="flat" cmpd="sng">
              <a:solidFill>
                <a:srgbClr val="FFCC00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816" name="Text Box 8"/>
            <p:cNvSpPr txBox="1"/>
            <p:nvPr>
              <p:custDataLst>
                <p:tags r:id="rId3"/>
              </p:custDataLst>
            </p:nvPr>
          </p:nvSpPr>
          <p:spPr>
            <a:xfrm>
              <a:off x="657" y="2568"/>
              <a:ext cx="336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dk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 dirty="0">
                <a:solidFill>
                  <a:schemeClr val="dk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17" name="Line 9"/>
            <p:cNvSpPr/>
            <p:nvPr/>
          </p:nvSpPr>
          <p:spPr>
            <a:xfrm>
              <a:off x="1092" y="2387"/>
              <a:ext cx="768" cy="0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818" name="Line 10"/>
            <p:cNvSpPr/>
            <p:nvPr/>
          </p:nvSpPr>
          <p:spPr>
            <a:xfrm>
              <a:off x="1092" y="3113"/>
              <a:ext cx="768" cy="0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819" name="Line 11"/>
            <p:cNvSpPr/>
            <p:nvPr/>
          </p:nvSpPr>
          <p:spPr>
            <a:xfrm>
              <a:off x="1429" y="2478"/>
              <a:ext cx="240" cy="0"/>
            </a:xfrm>
            <a:prstGeom prst="line">
              <a:avLst/>
            </a:prstGeom>
            <a:ln w="57150" cap="flat" cmpd="sng">
              <a:solidFill>
                <a:srgbClr val="66FFFF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820" name="Text Box 12"/>
            <p:cNvSpPr txBox="1"/>
            <p:nvPr>
              <p:custDataLst>
                <p:tags r:id="rId4"/>
              </p:custDataLst>
            </p:nvPr>
          </p:nvSpPr>
          <p:spPr>
            <a:xfrm>
              <a:off x="1474" y="2024"/>
              <a:ext cx="240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21" name="Text Box 13"/>
            <p:cNvSpPr txBox="1"/>
            <p:nvPr>
              <p:custDataLst>
                <p:tags r:id="rId5"/>
              </p:custDataLst>
            </p:nvPr>
          </p:nvSpPr>
          <p:spPr>
            <a:xfrm>
              <a:off x="1927" y="2160"/>
              <a:ext cx="192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22" name="Text Box 14"/>
            <p:cNvSpPr txBox="1"/>
            <p:nvPr>
              <p:custDataLst>
                <p:tags r:id="rId6"/>
              </p:custDataLst>
            </p:nvPr>
          </p:nvSpPr>
          <p:spPr>
            <a:xfrm>
              <a:off x="1927" y="2886"/>
              <a:ext cx="240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23" name="Text Box 15"/>
            <p:cNvSpPr txBox="1"/>
            <p:nvPr>
              <p:custDataLst>
                <p:tags r:id="rId7"/>
              </p:custDataLst>
            </p:nvPr>
          </p:nvSpPr>
          <p:spPr>
            <a:xfrm>
              <a:off x="1383" y="2614"/>
              <a:ext cx="288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24" name="Oval 18"/>
            <p:cNvSpPr/>
            <p:nvPr>
              <p:custDataLst>
                <p:tags r:id="rId8"/>
              </p:custDataLst>
            </p:nvPr>
          </p:nvSpPr>
          <p:spPr>
            <a:xfrm>
              <a:off x="1834" y="2341"/>
              <a:ext cx="48" cy="4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825" name="Oval 19"/>
            <p:cNvSpPr/>
            <p:nvPr>
              <p:custDataLst>
                <p:tags r:id="rId9"/>
              </p:custDataLst>
            </p:nvPr>
          </p:nvSpPr>
          <p:spPr>
            <a:xfrm>
              <a:off x="1834" y="3065"/>
              <a:ext cx="48" cy="48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826" name="Line 20"/>
            <p:cNvSpPr/>
            <p:nvPr/>
          </p:nvSpPr>
          <p:spPr>
            <a:xfrm>
              <a:off x="1882" y="2387"/>
              <a:ext cx="0" cy="726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1051827" name="Rectangle 21" descr="信纸"/>
            <p:cNvSpPr/>
            <p:nvPr>
              <p:custDataLst>
                <p:tags r:id="rId10"/>
              </p:custDataLst>
            </p:nvPr>
          </p:nvSpPr>
          <p:spPr>
            <a:xfrm>
              <a:off x="1701" y="2478"/>
              <a:ext cx="454" cy="408"/>
            </a:xfrm>
            <a:prstGeom prst="rect">
              <a:avLst/>
            </a:prstGeom>
            <a:blipFill rotWithShape="1">
              <a:blip r:embed="rId11"/>
            </a:blipFill>
            <a:ln w="9525" cap="flat" cmpd="sng">
              <a:solidFill>
                <a:schemeClr val="dk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None/>
              </a:pPr>
              <a:r>
                <a:rPr lang="zh-CN" altLang="en-US" sz="2800" b="1" dirty="0">
                  <a:solidFill>
                    <a:srgbClr val="FF0000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负载</a:t>
              </a:r>
              <a:endPara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937" name="Group 56"/>
          <p:cNvGrpSpPr/>
          <p:nvPr/>
        </p:nvGrpSpPr>
        <p:grpSpPr>
          <a:xfrm>
            <a:off x="7032625" y="2997200"/>
            <a:ext cx="3182938" cy="2249488"/>
            <a:chOff x="3152" y="1888"/>
            <a:chExt cx="2005" cy="1417"/>
          </a:xfrm>
        </p:grpSpPr>
        <p:grpSp>
          <p:nvGrpSpPr>
            <p:cNvPr id="1938" name="Group 54"/>
            <p:cNvGrpSpPr/>
            <p:nvPr/>
          </p:nvGrpSpPr>
          <p:grpSpPr>
            <a:xfrm>
              <a:off x="3152" y="1888"/>
              <a:ext cx="2005" cy="1417"/>
              <a:chOff x="3152" y="1888"/>
              <a:chExt cx="2005" cy="1417"/>
            </a:xfrm>
          </p:grpSpPr>
          <p:sp>
            <p:nvSpPr>
              <p:cNvPr id="1051828" name="Text Box 24"/>
              <p:cNvSpPr txBox="1"/>
              <p:nvPr>
                <p:custDataLst>
                  <p:tags r:id="rId12"/>
                </p:custDataLst>
              </p:nvPr>
            </p:nvSpPr>
            <p:spPr>
              <a:xfrm>
                <a:off x="3833" y="1888"/>
                <a:ext cx="297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29" name="Text Box 25"/>
              <p:cNvSpPr txBox="1"/>
              <p:nvPr>
                <p:custDataLst>
                  <p:tags r:id="rId13"/>
                </p:custDataLst>
              </p:nvPr>
            </p:nvSpPr>
            <p:spPr>
              <a:xfrm>
                <a:off x="3152" y="2704"/>
                <a:ext cx="535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oc</a:t>
                </a:r>
                <a:endPara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30" name="Freeform 27"/>
              <p:cNvSpPr/>
              <p:nvPr>
                <p:custDataLst>
                  <p:tags r:id="rId14"/>
                </p:custDataLst>
              </p:nvPr>
            </p:nvSpPr>
            <p:spPr>
              <a:xfrm>
                <a:off x="3724" y="2243"/>
                <a:ext cx="988" cy="2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4403" y="0"/>
                  </a:cxn>
                </a:cxnLst>
                <a:rect l="0" t="0" r="r" b="b"/>
                <a:pathLst>
                  <a:path w="798" h="2">
                    <a:moveTo>
                      <a:pt x="0" y="2"/>
                    </a:moveTo>
                    <a:lnTo>
                      <a:pt x="798" y="0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1831" name="Freeform 28"/>
              <p:cNvSpPr/>
              <p:nvPr>
                <p:custDataLst>
                  <p:tags r:id="rId15"/>
                </p:custDataLst>
              </p:nvPr>
            </p:nvSpPr>
            <p:spPr>
              <a:xfrm>
                <a:off x="3697" y="3294"/>
                <a:ext cx="98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387" y="1"/>
                  </a:cxn>
                </a:cxnLst>
                <a:rect l="0" t="0" r="r" b="b"/>
                <a:pathLst>
                  <a:path w="792" h="1">
                    <a:moveTo>
                      <a:pt x="0" y="0"/>
                    </a:moveTo>
                    <a:lnTo>
                      <a:pt x="792" y="1"/>
                    </a:lnTo>
                  </a:path>
                </a:pathLst>
              </a:custGeom>
              <a:noFill/>
              <a:ln w="38100" cap="flat" cmpd="sng">
                <a:solidFill>
                  <a:srgbClr val="FFCC00">
                    <a:alpha val="10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p>
                <a:endParaRPr lang="zh-CN" altLang="en-US" sz="2800">
                  <a:solidFill>
                    <a:schemeClr val="dk1"/>
                  </a:solidFill>
                </a:endParaRPr>
              </a:p>
            </p:txBody>
          </p:sp>
          <p:sp>
            <p:nvSpPr>
              <p:cNvPr id="1051832" name="Line 29"/>
              <p:cNvSpPr/>
              <p:nvPr/>
            </p:nvSpPr>
            <p:spPr>
              <a:xfrm>
                <a:off x="4105" y="2160"/>
                <a:ext cx="416" cy="0"/>
              </a:xfrm>
              <a:prstGeom prst="line">
                <a:avLst/>
              </a:prstGeom>
              <a:ln w="57150" cap="flat" cmpd="sng">
                <a:solidFill>
                  <a:srgbClr val="66FFFF"/>
                </a:solidFill>
                <a:prstDash val="solid"/>
                <a:headEnd type="none" w="med" len="med"/>
                <a:tailEnd type="triangle" w="med" len="med"/>
              </a:ln>
            </p:spPr>
          </p:sp>
          <p:sp>
            <p:nvSpPr>
              <p:cNvPr id="1051833" name="Text Box 30"/>
              <p:cNvSpPr txBox="1"/>
              <p:nvPr>
                <p:custDataLst>
                  <p:tags r:id="rId16"/>
                </p:custDataLst>
              </p:nvPr>
            </p:nvSpPr>
            <p:spPr>
              <a:xfrm>
                <a:off x="4422" y="2160"/>
                <a:ext cx="238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34" name="Text Box 31"/>
              <p:cNvSpPr txBox="1"/>
              <p:nvPr>
                <p:custDataLst>
                  <p:tags r:id="rId17"/>
                </p:custDataLst>
              </p:nvPr>
            </p:nvSpPr>
            <p:spPr>
              <a:xfrm>
                <a:off x="4377" y="2931"/>
                <a:ext cx="297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–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35" name="Text Box 32"/>
              <p:cNvSpPr txBox="1"/>
              <p:nvPr>
                <p:custDataLst>
                  <p:tags r:id="rId18"/>
                </p:custDataLst>
              </p:nvPr>
            </p:nvSpPr>
            <p:spPr>
              <a:xfrm>
                <a:off x="4196" y="2568"/>
                <a:ext cx="357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36" name="Text Box 37"/>
              <p:cNvSpPr txBox="1"/>
              <p:nvPr>
                <p:custDataLst>
                  <p:tags r:id="rId19"/>
                </p:custDataLst>
              </p:nvPr>
            </p:nvSpPr>
            <p:spPr>
              <a:xfrm>
                <a:off x="3424" y="2478"/>
                <a:ext cx="238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37" name="Text Box 38"/>
              <p:cNvSpPr txBox="1"/>
              <p:nvPr>
                <p:custDataLst>
                  <p:tags r:id="rId20"/>
                </p:custDataLst>
              </p:nvPr>
            </p:nvSpPr>
            <p:spPr>
              <a:xfrm>
                <a:off x="3424" y="2976"/>
                <a:ext cx="298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–</a:t>
                </a:r>
                <a:endParaRPr lang="en-US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38" name="Text Box 39"/>
              <p:cNvSpPr txBox="1"/>
              <p:nvPr>
                <p:custDataLst>
                  <p:tags r:id="rId21"/>
                </p:custDataLst>
              </p:nvPr>
            </p:nvSpPr>
            <p:spPr>
              <a:xfrm>
                <a:off x="3761" y="2637"/>
                <a:ext cx="357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endParaRPr lang="zh-CN" altLang="zh-CN" sz="2800" b="1" dirty="0">
                  <a:solidFill>
                    <a:schemeClr val="lt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51839" name="Text Box 40"/>
              <p:cNvSpPr txBox="1"/>
              <p:nvPr>
                <p:custDataLst>
                  <p:tags r:id="rId22"/>
                </p:custDataLst>
              </p:nvPr>
            </p:nvSpPr>
            <p:spPr>
              <a:xfrm>
                <a:off x="3243" y="2251"/>
                <a:ext cx="417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800" b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eq</a:t>
                </a:r>
                <a:endPara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840" name="Oval 42"/>
              <p:cNvSpPr/>
              <p:nvPr>
                <p:custDataLst>
                  <p:tags r:id="rId23"/>
                </p:custDataLst>
              </p:nvPr>
            </p:nvSpPr>
            <p:spPr>
              <a:xfrm>
                <a:off x="4681" y="2218"/>
                <a:ext cx="59" cy="48"/>
              </a:xfrm>
              <a:prstGeom prst="ellipse">
                <a:avLst/>
              </a:prstGeom>
              <a:solidFill>
                <a:schemeClr val="dk1"/>
              </a:solidFill>
              <a:ln w="3810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841" name="Oval 43"/>
              <p:cNvSpPr/>
              <p:nvPr>
                <p:custDataLst>
                  <p:tags r:id="rId24"/>
                </p:custDataLst>
              </p:nvPr>
            </p:nvSpPr>
            <p:spPr>
              <a:xfrm>
                <a:off x="3561" y="2795"/>
                <a:ext cx="363" cy="317"/>
              </a:xfrm>
              <a:prstGeom prst="ellipse">
                <a:avLst/>
              </a:prstGeom>
              <a:solidFill>
                <a:schemeClr val="accent2"/>
              </a:solidFill>
              <a:ln w="38100" cap="flat" cmpd="sng">
                <a:solidFill>
                  <a:schemeClr val="accent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842" name="Oval 44"/>
              <p:cNvSpPr/>
              <p:nvPr>
                <p:custDataLst>
                  <p:tags r:id="rId25"/>
                </p:custDataLst>
              </p:nvPr>
            </p:nvSpPr>
            <p:spPr>
              <a:xfrm>
                <a:off x="4649" y="3247"/>
                <a:ext cx="59" cy="47"/>
              </a:xfrm>
              <a:prstGeom prst="ellipse">
                <a:avLst/>
              </a:prstGeom>
              <a:solidFill>
                <a:schemeClr val="dk1"/>
              </a:solidFill>
              <a:ln w="3810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843" name="Line 46"/>
              <p:cNvSpPr/>
              <p:nvPr/>
            </p:nvSpPr>
            <p:spPr>
              <a:xfrm>
                <a:off x="3742" y="2251"/>
                <a:ext cx="0" cy="1043"/>
              </a:xfrm>
              <a:prstGeom prst="line">
                <a:avLst/>
              </a:prstGeom>
              <a:ln w="3810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844" name="Rectangle 41"/>
              <p:cNvSpPr/>
              <p:nvPr>
                <p:custDataLst>
                  <p:tags r:id="rId26"/>
                </p:custDataLst>
              </p:nvPr>
            </p:nvSpPr>
            <p:spPr>
              <a:xfrm>
                <a:off x="3651" y="2387"/>
                <a:ext cx="182" cy="272"/>
              </a:xfrm>
              <a:prstGeom prst="rect">
                <a:avLst/>
              </a:prstGeom>
              <a:solidFill>
                <a:schemeClr val="accent1"/>
              </a:solidFill>
              <a:ln w="2857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845" name="Line 47"/>
              <p:cNvSpPr/>
              <p:nvPr/>
            </p:nvSpPr>
            <p:spPr>
              <a:xfrm>
                <a:off x="4695" y="2251"/>
                <a:ext cx="0" cy="1043"/>
              </a:xfrm>
              <a:prstGeom prst="line">
                <a:avLst/>
              </a:prstGeom>
              <a:ln w="38100" cap="flat" cmpd="sng">
                <a:solidFill>
                  <a:srgbClr val="FFCC00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1051846" name="Rectangle 51"/>
              <p:cNvSpPr/>
              <p:nvPr>
                <p:custDataLst>
                  <p:tags r:id="rId27"/>
                </p:custDataLst>
              </p:nvPr>
            </p:nvSpPr>
            <p:spPr>
              <a:xfrm>
                <a:off x="4649" y="2568"/>
                <a:ext cx="91" cy="363"/>
              </a:xfrm>
              <a:prstGeom prst="rect">
                <a:avLst/>
              </a:pr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None/>
                </a:pPr>
                <a:endParaRPr lang="zh-CN" altLang="en-US" sz="2800" b="1" dirty="0">
                  <a:solidFill>
                    <a:schemeClr val="dk1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847" name="Text Box 53"/>
              <p:cNvSpPr txBox="1"/>
              <p:nvPr>
                <p:custDataLst>
                  <p:tags r:id="rId28"/>
                </p:custDataLst>
              </p:nvPr>
            </p:nvSpPr>
            <p:spPr>
              <a:xfrm>
                <a:off x="4740" y="2568"/>
                <a:ext cx="417" cy="32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 b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</a:lstStyle>
              <a:p>
                <a:pPr marL="0" lvl="0" indent="0" eaLnBrk="1" hangingPunct="1">
                  <a:spcBef>
                    <a:spcPct val="50000"/>
                  </a:spcBef>
                  <a:buNone/>
                </a:pPr>
                <a:r>
                  <a:rPr lang="en-US" altLang="zh-CN" sz="2800" b="1" i="1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800" b="1" baseline="-25000" dirty="0">
                    <a:solidFill>
                      <a:schemeClr val="lt1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L</a:t>
                </a:r>
                <a:endParaRPr lang="en-US" altLang="zh-CN" sz="2800" b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51848" name="Line 55"/>
            <p:cNvSpPr/>
            <p:nvPr>
              <p:custDataLst>
                <p:tags r:id="rId29"/>
              </p:custDataLst>
            </p:nvPr>
          </p:nvSpPr>
          <p:spPr>
            <a:xfrm flipV="1">
              <a:off x="4558" y="2568"/>
              <a:ext cx="454" cy="272"/>
            </a:xfrm>
            <a:prstGeom prst="line">
              <a:avLst/>
            </a:prstGeom>
            <a:ln w="38100" cap="flat" cmpd="sng">
              <a:solidFill>
                <a:schemeClr val="accent5"/>
              </a:solidFill>
              <a:prstDash val="solid"/>
              <a:headEnd type="none" w="med" len="med"/>
              <a:tailEnd type="triangle" w="med" len="med"/>
            </a:ln>
          </p:spPr>
        </p:sp>
      </p:grpSp>
      <p:grpSp>
        <p:nvGrpSpPr>
          <p:cNvPr id="1939" name="Group 58"/>
          <p:cNvGrpSpPr/>
          <p:nvPr/>
        </p:nvGrpSpPr>
        <p:grpSpPr>
          <a:xfrm>
            <a:off x="5303838" y="3789363"/>
            <a:ext cx="1655762" cy="1152525"/>
            <a:chOff x="2381" y="2024"/>
            <a:chExt cx="1043" cy="726"/>
          </a:xfrm>
        </p:grpSpPr>
        <p:sp>
          <p:nvSpPr>
            <p:cNvPr id="1051849" name="AutoShape 49"/>
            <p:cNvSpPr/>
            <p:nvPr>
              <p:custDataLst>
                <p:tags r:id="rId30"/>
              </p:custDataLst>
            </p:nvPr>
          </p:nvSpPr>
          <p:spPr>
            <a:xfrm>
              <a:off x="2426" y="2568"/>
              <a:ext cx="908" cy="182"/>
            </a:xfrm>
            <a:prstGeom prst="rightArrow">
              <a:avLst>
                <a:gd name="adj1" fmla="val 50000"/>
                <a:gd name="adj2" fmla="val 124725"/>
              </a:avLst>
            </a:prstGeom>
            <a:solidFill>
              <a:schemeClr val="accent4"/>
            </a:solidFill>
            <a:ln w="9525">
              <a:noFill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endParaRPr lang="zh-CN" altLang="en-US" sz="2800" b="1" dirty="0">
                <a:solidFill>
                  <a:schemeClr val="dk1"/>
                </a:solidFill>
                <a:ea typeface="仿宋_GB2312" pitchFamily="49" charset="-122"/>
              </a:endParaRPr>
            </a:p>
          </p:txBody>
        </p:sp>
        <p:sp>
          <p:nvSpPr>
            <p:cNvPr id="1051850" name="Text Box 57"/>
            <p:cNvSpPr txBox="1"/>
            <p:nvPr>
              <p:custDataLst>
                <p:tags r:id="rId31"/>
              </p:custDataLst>
            </p:nvPr>
          </p:nvSpPr>
          <p:spPr>
            <a:xfrm>
              <a:off x="2381" y="2024"/>
              <a:ext cx="1043" cy="60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zh-CN" altLang="en-US" sz="28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应用戴维宁定理</a:t>
              </a:r>
              <a:endPara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959" name=""/>
        <p:cNvGrpSpPr/>
        <p:nvPr/>
      </p:nvGrpSpPr>
      <p:grpSpPr/>
      <p:graphicFrame>
        <p:nvGraphicFramePr>
          <p:cNvPr id="4194401" name="Object 34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762125" y="1152208"/>
          <a:ext cx="3560763" cy="11731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9" name="" showAsIcon="1" r:id="rId2" imgW="1101725" imgH="370205" progId="Equation.3">
                  <p:embed/>
                </p:oleObj>
              </mc:Choice>
              <mc:Fallback>
                <p:oleObj name="" showAsIcon="1" r:id="rId2" imgW="1101725" imgH="370205" progId="Equation.3">
                  <p:embed/>
                  <p:pic>
                    <p:nvPicPr>
                      <p:cNvPr id="0" name="图片 3138"/>
                      <p:cNvPicPr/>
                      <p:nvPr/>
                    </p:nvPicPr>
                    <p:blipFill>
                      <a:blip r:embed="rId3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762125" y="1152208"/>
                        <a:ext cx="3560763" cy="1173162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60" name="Group 44"/>
          <p:cNvGrpSpPr/>
          <p:nvPr/>
        </p:nvGrpSpPr>
        <p:grpSpPr>
          <a:xfrm>
            <a:off x="6461125" y="747395"/>
            <a:ext cx="3600450" cy="2060575"/>
            <a:chOff x="3107" y="164"/>
            <a:chExt cx="2268" cy="1298"/>
          </a:xfrm>
        </p:grpSpPr>
        <p:sp>
          <p:nvSpPr>
            <p:cNvPr id="1051863" name="Line 35"/>
            <p:cNvSpPr/>
            <p:nvPr/>
          </p:nvSpPr>
          <p:spPr>
            <a:xfrm>
              <a:off x="3424" y="255"/>
              <a:ext cx="0" cy="1207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triangle" w="med" len="med"/>
              <a:tailEnd type="none" w="med" len="med"/>
            </a:ln>
          </p:spPr>
        </p:sp>
        <p:sp>
          <p:nvSpPr>
            <p:cNvPr id="1051864" name="Line 36"/>
            <p:cNvSpPr/>
            <p:nvPr/>
          </p:nvSpPr>
          <p:spPr>
            <a:xfrm>
              <a:off x="3107" y="1207"/>
              <a:ext cx="1860" cy="0"/>
            </a:xfrm>
            <a:prstGeom prst="line">
              <a:avLst/>
            </a:prstGeom>
            <a:ln w="38100" cap="flat" cmpd="sng">
              <a:solidFill>
                <a:srgbClr val="FFCC00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051865" name="Text Box 37"/>
            <p:cNvSpPr txBox="1"/>
            <p:nvPr>
              <p:custDataLst>
                <p:tags r:id="rId4"/>
              </p:custDataLst>
            </p:nvPr>
          </p:nvSpPr>
          <p:spPr>
            <a:xfrm>
              <a:off x="5012" y="1071"/>
              <a:ext cx="36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L</a:t>
              </a: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66" name="Text Box 38"/>
            <p:cNvSpPr txBox="1"/>
            <p:nvPr>
              <p:custDataLst>
                <p:tags r:id="rId5"/>
              </p:custDataLst>
            </p:nvPr>
          </p:nvSpPr>
          <p:spPr>
            <a:xfrm>
              <a:off x="3470" y="164"/>
              <a:ext cx="363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4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P</a:t>
              </a:r>
              <a:endPara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67" name="Text Box 39"/>
            <p:cNvSpPr txBox="1"/>
            <p:nvPr>
              <p:custDataLst>
                <p:tags r:id="rId6"/>
              </p:custDataLst>
            </p:nvPr>
          </p:nvSpPr>
          <p:spPr>
            <a:xfrm>
              <a:off x="3198" y="1162"/>
              <a:ext cx="194" cy="290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50000"/>
                </a:spcBef>
                <a:buNone/>
              </a:pPr>
              <a:r>
                <a:rPr lang="en-US" altLang="zh-CN" sz="2400" b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</a:t>
              </a:r>
              <a:endParaRPr lang="en-US" altLang="zh-CN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68" name="Freeform 40"/>
            <p:cNvSpPr/>
            <p:nvPr>
              <p:custDataLst>
                <p:tags r:id="rId7"/>
              </p:custDataLst>
            </p:nvPr>
          </p:nvSpPr>
          <p:spPr>
            <a:xfrm>
              <a:off x="3424" y="549"/>
              <a:ext cx="1361" cy="658"/>
            </a:xfrm>
            <a:custGeom>
              <a:avLst/>
              <a:gdLst/>
              <a:ahLst/>
              <a:cxnLst>
                <a:cxn ang="0">
                  <a:pos x="0" y="658"/>
                </a:cxn>
                <a:cxn ang="0">
                  <a:pos x="545" y="23"/>
                </a:cxn>
                <a:cxn ang="0">
                  <a:pos x="1044" y="522"/>
                </a:cxn>
                <a:cxn ang="0">
                  <a:pos x="1361" y="568"/>
                </a:cxn>
              </a:cxnLst>
              <a:rect l="0" t="0" r="r" b="b"/>
              <a:pathLst>
                <a:path w="1361" h="658">
                  <a:moveTo>
                    <a:pt x="0" y="658"/>
                  </a:moveTo>
                  <a:cubicBezTo>
                    <a:pt x="185" y="352"/>
                    <a:pt x="371" y="46"/>
                    <a:pt x="545" y="23"/>
                  </a:cubicBezTo>
                  <a:cubicBezTo>
                    <a:pt x="719" y="0"/>
                    <a:pt x="908" y="431"/>
                    <a:pt x="1044" y="522"/>
                  </a:cubicBezTo>
                  <a:cubicBezTo>
                    <a:pt x="1180" y="613"/>
                    <a:pt x="1308" y="553"/>
                    <a:pt x="1361" y="568"/>
                  </a:cubicBezTo>
                </a:path>
              </a:pathLst>
            </a:custGeom>
            <a:noFill/>
            <a:ln w="38100" cap="flat" cmpd="sng">
              <a:solidFill>
                <a:schemeClr val="accent5">
                  <a:alpha val="10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 sz="2800">
                <a:solidFill>
                  <a:schemeClr val="dk1"/>
                </a:solidFill>
              </a:endParaRPr>
            </a:p>
          </p:txBody>
        </p:sp>
        <p:sp>
          <p:nvSpPr>
            <p:cNvPr id="1051869" name="Text Box 42"/>
            <p:cNvSpPr txBox="1"/>
            <p:nvPr>
              <p:custDataLst>
                <p:tags r:id="rId8"/>
              </p:custDataLst>
            </p:nvPr>
          </p:nvSpPr>
          <p:spPr>
            <a:xfrm>
              <a:off x="4377" y="164"/>
              <a:ext cx="726" cy="329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 b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None/>
              </a:pPr>
              <a:r>
                <a:rPr lang="en-US" altLang="zh-CN" sz="2800" b="1" i="1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P </a:t>
              </a:r>
              <a:r>
                <a:rPr lang="en-US" altLang="zh-CN" sz="2800" b="1" i="1" baseline="-25000" dirty="0">
                  <a:solidFill>
                    <a:schemeClr val="lt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max</a:t>
              </a:r>
              <a:endParaRPr lang="en-US" altLang="zh-CN" sz="2800" b="1" i="1" baseline="-250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870" name="Line 43"/>
            <p:cNvSpPr/>
            <p:nvPr/>
          </p:nvSpPr>
          <p:spPr>
            <a:xfrm flipH="1">
              <a:off x="4150" y="346"/>
              <a:ext cx="227" cy="136"/>
            </a:xfrm>
            <a:prstGeom prst="line">
              <a:avLst/>
            </a:prstGeom>
            <a:ln w="38100" cap="flat" cmpd="sng">
              <a:solidFill>
                <a:srgbClr val="FFFF00"/>
              </a:solidFill>
              <a:prstDash val="solid"/>
              <a:headEnd type="none" w="med" len="med"/>
              <a:tailEnd type="triangle" w="med" len="med"/>
            </a:ln>
          </p:spPr>
        </p:sp>
      </p:grpSp>
      <p:graphicFrame>
        <p:nvGraphicFramePr>
          <p:cNvPr id="4194402" name="Object 45"/>
          <p:cNvGraphicFramePr>
            <a:graphicFrameLocks noChangeAspect="1"/>
          </p:cNvGraphicFramePr>
          <p:nvPr>
            <p:custDataLst>
              <p:tags r:id="rId9"/>
            </p:custDataLst>
          </p:nvPr>
        </p:nvGraphicFramePr>
        <p:xfrm>
          <a:off x="1924050" y="3023870"/>
          <a:ext cx="7340600" cy="127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41" name="" showAsIcon="1" r:id="rId10" imgW="2320925" imgH="405130" progId="Equation.3">
                  <p:embed/>
                </p:oleObj>
              </mc:Choice>
              <mc:Fallback>
                <p:oleObj name="" showAsIcon="1" r:id="rId10" imgW="2320925" imgH="405130" progId="Equation.3">
                  <p:embed/>
                  <p:pic>
                    <p:nvPicPr>
                      <p:cNvPr id="0" name="图片 3140"/>
                      <p:cNvPicPr/>
                      <p:nvPr/>
                    </p:nvPicPr>
                    <p:blipFill>
                      <a:blip r:embed="rId11">
                        <a:clrChange>
                          <a:clrFrom>
                            <a:srgbClr val="000000"/>
                          </a:clrFrom>
                          <a:clrTo>
                            <a:srgbClr val="FFFFFF"/>
                          </a:clrTo>
                        </a:clrChange>
                      </a:blip>
                      <a:stretch>
                        <a:fillRect/>
                      </a:stretch>
                    </p:blipFill>
                    <p:spPr>
                      <a:xfrm>
                        <a:off x="1924050" y="3023870"/>
                        <a:ext cx="7340600" cy="1271588"/>
                      </a:xfrm>
                      <a:prstGeom prst="rect">
                        <a:avLst/>
                      </a:prstGeom>
                      <a:solidFill>
                        <a:schemeClr val="dk1"/>
                      </a:solidFill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871" name="AutoShape 46"/>
          <p:cNvSpPr/>
          <p:nvPr>
            <p:custDataLst>
              <p:tags r:id="rId12"/>
            </p:custDataLst>
          </p:nvPr>
        </p:nvSpPr>
        <p:spPr>
          <a:xfrm>
            <a:off x="1995488" y="4897120"/>
            <a:ext cx="792162" cy="215900"/>
          </a:xfrm>
          <a:prstGeom prst="rightArrow">
            <a:avLst>
              <a:gd name="adj1" fmla="val 50000"/>
              <a:gd name="adj2" fmla="val 91727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872" name="AutoShape 50"/>
          <p:cNvSpPr/>
          <p:nvPr>
            <p:custDataLst>
              <p:tags r:id="rId13"/>
            </p:custDataLst>
          </p:nvPr>
        </p:nvSpPr>
        <p:spPr>
          <a:xfrm>
            <a:off x="5524500" y="1584008"/>
            <a:ext cx="792163" cy="215900"/>
          </a:xfrm>
          <a:prstGeom prst="rightArrow">
            <a:avLst>
              <a:gd name="adj1" fmla="val 50000"/>
              <a:gd name="adj2" fmla="val 91727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873" name="AutoShape 53"/>
          <p:cNvSpPr/>
          <p:nvPr>
            <p:custDataLst>
              <p:tags r:id="rId14"/>
            </p:custDataLst>
          </p:nvPr>
        </p:nvSpPr>
        <p:spPr>
          <a:xfrm>
            <a:off x="5451475" y="4897120"/>
            <a:ext cx="935038" cy="288925"/>
          </a:xfrm>
          <a:prstGeom prst="rightArrow">
            <a:avLst>
              <a:gd name="adj1" fmla="val 50000"/>
              <a:gd name="adj2" fmla="val 80906"/>
            </a:avLst>
          </a:prstGeom>
          <a:solidFill>
            <a:schemeClr val="accent4"/>
          </a:solidFill>
          <a:ln w="9525">
            <a:noFill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2800" b="1" dirty="0">
              <a:solidFill>
                <a:schemeClr val="dk1"/>
              </a:solidFill>
              <a:ea typeface="仿宋_GB2312" pitchFamily="49" charset="-122"/>
            </a:endParaRPr>
          </a:p>
        </p:txBody>
      </p:sp>
      <p:sp>
        <p:nvSpPr>
          <p:cNvPr id="1051874" name="AutoShape 54" descr="羊皮纸"/>
          <p:cNvSpPr/>
          <p:nvPr>
            <p:custDataLst>
              <p:tags r:id="rId15"/>
            </p:custDataLst>
          </p:nvPr>
        </p:nvSpPr>
        <p:spPr>
          <a:xfrm>
            <a:off x="1779588" y="5689283"/>
            <a:ext cx="1728787" cy="865187"/>
          </a:xfrm>
          <a:prstGeom prst="wedgeRoundRectCallout">
            <a:avLst>
              <a:gd name="adj1" fmla="val 89028"/>
              <a:gd name="adj2" fmla="val -84130"/>
              <a:gd name="adj3" fmla="val 16667"/>
            </a:avLst>
          </a:prstGeom>
          <a:blipFill rotWithShape="1">
            <a:blip r:embed="rId16"/>
          </a:blipFill>
          <a:ln w="9525">
            <a:noFill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最大功率匹配条件</a:t>
            </a:r>
            <a:endParaRPr lang="zh-CN" altLang="en-US" sz="2400" b="1" dirty="0">
              <a:solidFill>
                <a:schemeClr val="dk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875" name="Text Box 56"/>
          <p:cNvSpPr txBox="1"/>
          <p:nvPr>
            <p:custDataLst>
              <p:tags r:id="rId17"/>
            </p:custDataLst>
          </p:nvPr>
        </p:nvSpPr>
        <p:spPr>
          <a:xfrm>
            <a:off x="1852613" y="2520633"/>
            <a:ext cx="2016125" cy="4603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对</a:t>
            </a:r>
            <a:r>
              <a:rPr lang="en-US" altLang="zh-CN" sz="2400" b="1" i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lang="zh-CN" altLang="en-US" sz="24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求导：</a:t>
            </a:r>
            <a:endParaRPr lang="zh-CN" altLang="en-US" sz="24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403" name="对象 1"/>
          <p:cNvGraphicFramePr/>
          <p:nvPr>
            <p:custDataLst>
              <p:tags r:id="rId18"/>
            </p:custDataLst>
          </p:nvPr>
        </p:nvGraphicFramePr>
        <p:xfrm>
          <a:off x="2860040" y="4573270"/>
          <a:ext cx="2477135" cy="9042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" name="" r:id="rId19" imgW="2242185" imgH="782955" progId="Equation.KSEE3">
                  <p:embed/>
                </p:oleObj>
              </mc:Choice>
              <mc:Fallback>
                <p:oleObj name="" r:id="rId19" imgW="2242185" imgH="782955" progId="Equation.KSEE3">
                  <p:embed/>
                  <p:pic>
                    <p:nvPicPr>
                      <p:cNvPr id="0" name="图片 2"/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2860040" y="4573270"/>
                        <a:ext cx="2477135" cy="90424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404" name="对象 3"/>
          <p:cNvGraphicFramePr/>
          <p:nvPr>
            <p:custDataLst>
              <p:tags r:id="rId21"/>
            </p:custDataLst>
          </p:nvPr>
        </p:nvGraphicFramePr>
        <p:xfrm>
          <a:off x="6460490" y="4824095"/>
          <a:ext cx="4149090" cy="164909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" name="" r:id="rId22" imgW="2726055" imgH="1198880" progId="Equation.KSEE3">
                  <p:embed/>
                </p:oleObj>
              </mc:Choice>
              <mc:Fallback>
                <p:oleObj name="" r:id="rId22" imgW="2726055" imgH="1198880" progId="Equation.KSEE3">
                  <p:embed/>
                  <p:pic>
                    <p:nvPicPr>
                      <p:cNvPr id="0" name="图片 4"/>
                      <p:cNvPicPr/>
                      <p:nvPr/>
                    </p:nvPicPr>
                    <p:blipFill>
                      <a:blip r:embed="rId23"/>
                      <a:stretch>
                        <a:fillRect/>
                      </a:stretch>
                    </p:blipFill>
                    <p:spPr>
                      <a:xfrm>
                        <a:off x="6460490" y="4824095"/>
                        <a:ext cx="4149090" cy="164909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980" name=""/>
        <p:cNvGrpSpPr/>
        <p:nvPr/>
      </p:nvGrpSpPr>
      <p:grpSpPr/>
      <p:sp>
        <p:nvSpPr>
          <p:cNvPr id="1051888" name="Text Box 7"/>
          <p:cNvSpPr txBox="1"/>
          <p:nvPr>
            <p:custDataLst>
              <p:tags r:id="rId1"/>
            </p:custDataLst>
          </p:nvPr>
        </p:nvSpPr>
        <p:spPr>
          <a:xfrm>
            <a:off x="982663" y="1484313"/>
            <a:ext cx="504825" cy="521970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None/>
            </a:pPr>
            <a:r>
              <a:rPr lang="zh-CN" altLang="en-US" sz="2800" b="1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注</a:t>
            </a:r>
            <a:endParaRPr lang="zh-CN" altLang="en-US" sz="2800" b="1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889" name="Text Box 8"/>
          <p:cNvSpPr txBox="1"/>
          <p:nvPr>
            <p:custDataLst>
              <p:tags r:id="rId2"/>
            </p:custDataLst>
          </p:nvPr>
        </p:nvSpPr>
        <p:spPr>
          <a:xfrm>
            <a:off x="1703388" y="1484313"/>
            <a:ext cx="7272337" cy="90360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marL="342900" indent="-342900" eaLnBrk="1" hangingPunct="1">
              <a:spcBef>
                <a:spcPct val="20000"/>
              </a:spcBef>
              <a:buAutoNum type="arabicParenBoth"/>
            </a:pP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最大功率传输定理用于一端口电路给定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endParaRPr lang="en-US" altLang="zh-CN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342900" indent="-342900" eaLnBrk="1" hangingPunct="1">
              <a:spcBef>
                <a:spcPct val="20000"/>
              </a:spcBef>
              <a:buNone/>
            </a:pP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负载电阻可调的情况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;</a:t>
            </a:r>
            <a:endParaRPr lang="en-US" altLang="zh-CN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890" name="Text Box 9"/>
          <p:cNvSpPr txBox="1"/>
          <p:nvPr>
            <p:custDataLst>
              <p:tags r:id="rId3"/>
            </p:custDataLst>
          </p:nvPr>
        </p:nvSpPr>
        <p:spPr>
          <a:xfrm>
            <a:off x="1703388" y="2565400"/>
            <a:ext cx="7559675" cy="134683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marL="342900" indent="-342900" eaLnBrk="1" hangingPunct="1">
              <a:spcBef>
                <a:spcPct val="20000"/>
              </a:spcBef>
              <a:buAutoNum type="arabicParenBoth" startAt="2"/>
            </a:pP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一端口等效电阻消耗的功率一般并不等于</a:t>
            </a:r>
            <a:endParaRPr lang="zh-CN" altLang="en-US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342900" indent="-342900" eaLnBrk="1" hangingPunct="1">
              <a:spcBef>
                <a:spcPct val="20000"/>
              </a:spcBef>
              <a:buNone/>
            </a:pP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端口内部消耗的功率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因此当负载获取最大</a:t>
            </a:r>
            <a:endParaRPr lang="zh-CN" altLang="en-US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342900" indent="-342900" eaLnBrk="1" hangingPunct="1">
              <a:spcBef>
                <a:spcPct val="20000"/>
              </a:spcBef>
              <a:buNone/>
            </a:pP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功率时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电路的传输效率并不一定是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50%;</a:t>
            </a:r>
            <a:endParaRPr lang="en-US" altLang="zh-CN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1891" name="Text Box 10"/>
          <p:cNvSpPr txBox="1"/>
          <p:nvPr>
            <p:custDataLst>
              <p:tags r:id="rId4"/>
            </p:custDataLst>
          </p:nvPr>
        </p:nvSpPr>
        <p:spPr>
          <a:xfrm>
            <a:off x="1774825" y="4005263"/>
            <a:ext cx="7272338" cy="90360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marL="342900" indent="-342900" eaLnBrk="1" hangingPunct="1">
              <a:spcBef>
                <a:spcPct val="20000"/>
              </a:spcBef>
              <a:buAutoNum type="arabicParenBoth" startAt="3"/>
            </a:pP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计算最大功率问题结合应用戴维宁定理  </a:t>
            </a:r>
            <a:endParaRPr lang="zh-CN" altLang="en-US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342900" indent="-342900" eaLnBrk="1" hangingPunct="1">
              <a:spcBef>
                <a:spcPct val="20000"/>
              </a:spcBef>
              <a:buNone/>
            </a:pPr>
            <a:r>
              <a:rPr lang="zh-CN" altLang="en-US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或诺顿定理最方便</a:t>
            </a:r>
            <a:r>
              <a:rPr lang="en-US" altLang="zh-CN" sz="2400" dirty="0">
                <a:solidFill>
                  <a:schemeClr val="lt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.</a:t>
            </a:r>
            <a:endParaRPr lang="en-US" altLang="zh-CN" sz="2400" dirty="0">
              <a:solidFill>
                <a:schemeClr val="lt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000" name=""/>
        <p:cNvGrpSpPr/>
        <p:nvPr/>
      </p:nvGrpSpPr>
      <p:grpSpPr/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67715" y="1052830"/>
            <a:ext cx="5581650" cy="57150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63750" y="1988820"/>
            <a:ext cx="7315200" cy="2752725"/>
          </a:xfrm>
          <a:prstGeom prst="rect">
            <a:avLst/>
          </a:prstGeom>
        </p:spPr>
      </p:pic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000" name=""/>
        <p:cNvGrpSpPr/>
        <p:nvPr/>
      </p:nvGrpSpPr>
      <p:grpSpPr/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00250" y="1337945"/>
            <a:ext cx="8191500" cy="4181475"/>
          </a:xfrm>
          <a:prstGeom prst="rect">
            <a:avLst/>
          </a:prstGeom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2000" name=""/>
        <p:cNvGrpSpPr/>
        <p:nvPr/>
      </p:nvGrpSpPr>
      <p:grpSpPr/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79425" y="908685"/>
            <a:ext cx="8372475" cy="1971675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35730" y="2780665"/>
            <a:ext cx="4615815" cy="3427730"/>
          </a:xfrm>
          <a:prstGeom prst="rect">
            <a:avLst/>
          </a:prstGeom>
        </p:spPr>
      </p:pic>
    </p:spTree>
  </p:cSld>
  <p:clrMapOvr>
    <a:masterClrMapping/>
  </p:clrMapOvr>
</p:sld>
</file>

<file path=ppt/tags/tag1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3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4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LINE_FORE_SCHEMECOLOR_INDEX_BRIGHTNESS" val="0"/>
  <p:tag name="KSO_WM_UNIT_LINE_FORE_SCHEMECOLOR_INDEX" val="13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5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6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7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25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26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27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2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29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3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3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3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3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47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48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49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2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70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71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74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75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76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77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78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79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80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81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8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3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1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102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10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3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114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1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118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11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3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1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13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6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4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4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4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44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14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4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4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4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49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50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151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52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5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5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5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6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62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63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1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6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0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7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7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7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7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80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81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1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88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8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9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9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1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9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03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204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205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206.xml><?xml version="1.0" encoding="utf-8"?>
<p:tagLst xmlns:p="http://schemas.openxmlformats.org/presentationml/2006/main">
  <p:tag name="KSO_WM_UNIT_LINE_FORE_SCHEMECOLOR_INDEX_BRIGHTNESS" val="0"/>
  <p:tag name="KSO_WM_UNIT_LINE_FORE_SCHEMECOLOR_INDEX" val="9"/>
  <p:tag name="KSO_WM_UNIT_LINE_FILL_TYPE" val="2"/>
</p:tagLst>
</file>

<file path=ppt/tags/tag207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0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0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1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1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1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1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17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18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2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2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2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3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31.xml><?xml version="1.0" encoding="utf-8"?>
<p:tagLst xmlns:p="http://schemas.openxmlformats.org/presentationml/2006/main">
  <p:tag name="KSO_WM_UNIT_FILL_FORE_SCHEMECOLOR_INDEX_BRIGHTNESS" val="0"/>
  <p:tag name="KSO_WM_UNIT_FILL_FORE_SCHEMECOLOR_INDEX" val="10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32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23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39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240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241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242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24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24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4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4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4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4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4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50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25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6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6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6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6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6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6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6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77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278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27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28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8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8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8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8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85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28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8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8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294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29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9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9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9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29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1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1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1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1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1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15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3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1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25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326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32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328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329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33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3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3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3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4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4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4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4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45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34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4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4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49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3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5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53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354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355.xml><?xml version="1.0" encoding="utf-8"?>
<p:tagLst xmlns:p="http://schemas.openxmlformats.org/presentationml/2006/main">
  <p:tag name="KSO_WM_BEAUTIFY_FLAG" val=""/>
</p:tagLst>
</file>

<file path=ppt/tags/tag356.xml><?xml version="1.0" encoding="utf-8"?>
<p:tagLst xmlns:p="http://schemas.openxmlformats.org/presentationml/2006/main">
  <p:tag name="KSO_WM_BEAUTIFY_FLAG" val=""/>
</p:tagLst>
</file>

<file path=ppt/tags/tag357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358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359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360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</p:tagLst>
</file>

<file path=ppt/tags/tag361.xml><?xml version="1.0" encoding="utf-8"?>
<p:tagLst xmlns:p="http://schemas.openxmlformats.org/presentationml/2006/main">
  <p:tag name="KSO_WM_BEAUTIFY_FLAG" val=""/>
</p:tagLst>
</file>

<file path=ppt/tags/tag362.xml><?xml version="1.0" encoding="utf-8"?>
<p:tagLst xmlns:p="http://schemas.openxmlformats.org/presentationml/2006/main">
  <p:tag name="KSO_WM_BEAUTIFY_FLAG" val=""/>
</p:tagLst>
</file>

<file path=ppt/tags/tag36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364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365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366.xml><?xml version="1.0" encoding="utf-8"?>
<p:tagLst xmlns:p="http://schemas.openxmlformats.org/presentationml/2006/main">
  <p:tag name="KSO_WM_BEAUTIFY_FLAG" val=""/>
</p:tagLst>
</file>

<file path=ppt/tags/tag36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LINE_FORE_SCHEMECOLOR_INDEX_BRIGHTNESS" val="0"/>
  <p:tag name="KSO_WM_UNIT_LINE_FORE_SCHEMECOLOR_INDEX" val="8"/>
  <p:tag name="KSO_WM_UNIT_LINE_FILL_TYPE" val="2"/>
</p:tagLst>
</file>

<file path=ppt/tags/tag36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6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0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7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7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8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8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84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385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38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387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38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8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39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9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9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39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01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4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0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404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405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406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40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408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409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410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4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1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13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41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4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1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19.xml><?xml version="1.0" encoding="utf-8"?>
<p:tagLst xmlns:p="http://schemas.openxmlformats.org/presentationml/2006/main">
  <p:tag name="KSO_WM_UNIT_FILL_FORE_SCHEMECOLOR_INDEX_BRIGHTNESS" val="0"/>
  <p:tag name="KSO_WM_UNIT_FILL_FORE_SCHEMECOLOR_INDEX" val="14"/>
  <p:tag name="KSO_WM_UNIT_FILL_TYPE" val="1"/>
  <p:tag name="KSO_WM_UNIT_LINE_FORE_SCHEMECOLOR_INDEX_BRIGHTNESS" val="0"/>
  <p:tag name="KSO_WM_UNIT_LINE_FORE_SCHEMECOLOR_INDEX" val="14"/>
  <p:tag name="KSO_WM_UNIT_LINE_FILL_TYPE" val="2"/>
</p:tagLst>
</file>

<file path=ppt/tags/tag420.xml><?xml version="1.0" encoding="utf-8"?>
<p:tagLst xmlns:p="http://schemas.openxmlformats.org/presentationml/2006/main">
  <p:tag name="KSO_WM_UNIT_FILL_FORE_SCHEMECOLOR_INDEX_BRIGHTNESS" val="0"/>
  <p:tag name="KSO_WM_UNIT_FILL_FORE_SCHEMECOLOR_INDEX" val="14"/>
  <p:tag name="KSO_WM_UNIT_FILL_TYPE" val="1"/>
  <p:tag name="KSO_WM_UNIT_LINE_FORE_SCHEMECOLOR_INDEX_BRIGHTNESS" val="0"/>
  <p:tag name="KSO_WM_UNIT_LINE_FORE_SCHEMECOLOR_INDEX" val="14"/>
  <p:tag name="KSO_WM_UNIT_LINE_FILL_TYPE" val="2"/>
</p:tagLst>
</file>

<file path=ppt/tags/tag42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22.xml><?xml version="1.0" encoding="utf-8"?>
<p:tagLst xmlns:p="http://schemas.openxmlformats.org/presentationml/2006/main">
  <p:tag name="KSO_WM_UNIT_LINE_FORE_SCHEMECOLOR_INDEX_BRIGHTNESS" val="0"/>
  <p:tag name="KSO_WM_UNIT_LINE_FORE_SCHEMECOLOR_INDEX" val="13"/>
  <p:tag name="KSO_WM_UNIT_LINE_FILL_TYPE" val="2"/>
</p:tagLst>
</file>

<file path=ppt/tags/tag4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2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3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3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32.xml><?xml version="1.0" encoding="utf-8"?>
<p:tagLst xmlns:p="http://schemas.openxmlformats.org/presentationml/2006/main">
  <p:tag name="KSO_WM_UNIT_FILL_FORE_SCHEMECOLOR_INDEX_BRIGHTNESS" val="0"/>
  <p:tag name="KSO_WM_UNIT_FILL_FORE_SCHEMECOLOR_INDEX" val="14"/>
  <p:tag name="KSO_WM_UNIT_FILL_TYPE" val="1"/>
  <p:tag name="KSO_WM_UNIT_LINE_FORE_SCHEMECOLOR_INDEX_BRIGHTNESS" val="0"/>
  <p:tag name="KSO_WM_UNIT_LINE_FORE_SCHEMECOLOR_INDEX" val="14"/>
  <p:tag name="KSO_WM_UNIT_LINE_FILL_TYPE" val="2"/>
</p:tagLst>
</file>

<file path=ppt/tags/tag433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43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435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43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4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2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44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44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4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48.xml><?xml version="1.0" encoding="utf-8"?>
<p:tagLst xmlns:p="http://schemas.openxmlformats.org/presentationml/2006/main">
  <p:tag name="KSO_WM_UNIT_FILL_FORE_SCHEMECOLOR_INDEX_BRIGHTNESS" val="0"/>
  <p:tag name="KSO_WM_UNIT_FILL_FORE_SCHEMECOLOR_INDEX" val="14"/>
  <p:tag name="KSO_WM_UNIT_FILL_TYPE" val="1"/>
</p:tagLst>
</file>

<file path=ppt/tags/tag44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5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53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454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455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4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1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46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4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4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69.xml><?xml version="1.0" encoding="utf-8"?>
<p:tagLst xmlns:p="http://schemas.openxmlformats.org/presentationml/2006/main">
  <p:tag name="KSO_WM_UNIT_LINE_FORE_SCHEMECOLOR_INDEX_BRIGHTNESS" val="0"/>
  <p:tag name="KSO_WM_UNIT_LINE_FORE_SCHEMECOLOR_INDEX" val="9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470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LINE_FORE_SCHEMECOLOR_INDEX_BRIGHTNESS" val="0"/>
  <p:tag name="KSO_WM_UNIT_LINE_FORE_SCHEMECOLOR_INDEX" val="9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47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7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47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7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7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8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8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8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8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492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493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494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495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496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49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49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49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0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0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0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1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1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15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516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517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</p:tagLst>
</file>

<file path=ppt/tags/tag518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519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5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2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2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2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2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2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5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39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540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541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542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</p:tagLst>
</file>

<file path=ppt/tags/tag543.xml><?xml version="1.0" encoding="utf-8"?>
<p:tagLst xmlns:p="http://schemas.openxmlformats.org/presentationml/2006/main">
  <p:tag name="KSO_WM_BEAUTIFY_FLAG" val=""/>
</p:tagLst>
</file>

<file path=ppt/tags/tag54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4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4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47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48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54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5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6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6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6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6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6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6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69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57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7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7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7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7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7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77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8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8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8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8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8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88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8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90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9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9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9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596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5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59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0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0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0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0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07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0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0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1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1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2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2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2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23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624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62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2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2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2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29.xml><?xml version="1.0" encoding="utf-8"?>
<p:tagLst xmlns:p="http://schemas.openxmlformats.org/presentationml/2006/main">
  <p:tag name="KSO_WM_BEAUTIFY_FLAG" val=""/>
  <p:tag name="KSO_WM_UNIT_FILL_FORE_SCHEMECOLOR_INDEX_BRIGHTNESS" val="0"/>
  <p:tag name="KSO_WM_UNIT_FILL_FORE_SCHEMECOLOR_INDEX" val="7"/>
  <p:tag name="KSO_WM_UNIT_FILL_TYPE" val="1"/>
</p:tagLst>
</file>

<file path=ppt/tags/tag630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63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32.xml><?xml version="1.0" encoding="utf-8"?>
<p:tagLst xmlns:p="http://schemas.openxmlformats.org/presentationml/2006/main">
  <p:tag name="KSO_WM_BEAUTIFY_FLAG" val=""/>
  <p:tag name="KSO_WM_UNIT_FILL_FORE_SCHEMECOLOR_INDEX_BRIGHTNESS" val="0"/>
  <p:tag name="KSO_WM_UNIT_FILL_FORE_SCHEMECOLOR_INDEX" val="7"/>
  <p:tag name="KSO_WM_UNIT_FILL_TYPE" val="1"/>
</p:tagLst>
</file>

<file path=ppt/tags/tag633.xml><?xml version="1.0" encoding="utf-8"?>
<p:tagLst xmlns:p="http://schemas.openxmlformats.org/presentationml/2006/main">
  <p:tag name="KSO_WM_BEAUTIFY_FLAG" val=""/>
</p:tagLst>
</file>

<file path=ppt/tags/tag634.xml><?xml version="1.0" encoding="utf-8"?>
<p:tagLst xmlns:p="http://schemas.openxmlformats.org/presentationml/2006/main">
  <p:tag name="KSO_WM_BEAUTIFY_FLAG" val=""/>
</p:tagLst>
</file>

<file path=ppt/tags/tag635.xml><?xml version="1.0" encoding="utf-8"?>
<p:tagLst xmlns:p="http://schemas.openxmlformats.org/presentationml/2006/main">
  <p:tag name="KSO_WM_BEAUTIFY_FLAG" val=""/>
</p:tagLst>
</file>

<file path=ppt/tags/tag636.xml><?xml version="1.0" encoding="utf-8"?>
<p:tagLst xmlns:p="http://schemas.openxmlformats.org/presentationml/2006/main">
  <p:tag name="KSO_WM_BEAUTIFY_FLAG" val=""/>
  <p:tag name="KSO_WM_UNIT_TEXT_FILL_FORE_SCHEMECOLOR_INDEX_BRIGHTNESS" val="0"/>
  <p:tag name="KSO_WM_UNIT_TEXT_FILL_FORE_SCHEMECOLOR_INDEX" val="13"/>
  <p:tag name="KSO_WM_UNIT_TEXT_FILL_TYPE" val="1"/>
</p:tagLst>
</file>

<file path=ppt/tags/tag6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638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63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40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64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642.xml><?xml version="1.0" encoding="utf-8"?>
<p:tagLst xmlns:p="http://schemas.openxmlformats.org/presentationml/2006/main">
  <p:tag name="KSO_WM_BEAUTIFY_FLAG" val=""/>
</p:tagLst>
</file>

<file path=ppt/tags/tag643.xml><?xml version="1.0" encoding="utf-8"?>
<p:tagLst xmlns:p="http://schemas.openxmlformats.org/presentationml/2006/main">
  <p:tag name="KSO_WM_BEAUTIFY_FLAG" val=""/>
</p:tagLst>
</file>

<file path=ppt/tags/tag644.xml><?xml version="1.0" encoding="utf-8"?>
<p:tagLst xmlns:p="http://schemas.openxmlformats.org/presentationml/2006/main">
  <p:tag name="KSO_WM_BEAUTIFY_FLAG" val=""/>
</p:tagLst>
</file>

<file path=ppt/tags/tag645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646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647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4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4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3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65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5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5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66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67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6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69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670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67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7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7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7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7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6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688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4"/>
  <p:tag name="KSO_WM_UNIT_TEXT_FILL_TYPE" val="1"/>
</p:tagLst>
</file>

<file path=ppt/tags/tag68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690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69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69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69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69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695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696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697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698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</p:tagLst>
</file>

<file path=ppt/tags/tag69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</p:tagLst>
</file>

<file path=ppt/tags/tag7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0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0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0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0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0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06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07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08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7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</p:tagLst>
</file>

<file path=ppt/tags/tag7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19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20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21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2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24.xml><?xml version="1.0" encoding="utf-8"?>
<p:tagLst xmlns:p="http://schemas.openxmlformats.org/presentationml/2006/main">
  <p:tag name="KSO_WM_BEAUTIFY_FLAG" val=""/>
</p:tagLst>
</file>

<file path=ppt/tags/tag7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2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72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3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3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5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36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3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4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4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4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4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4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4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47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48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4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75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5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52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75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5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5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57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58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5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6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61.xml><?xml version="1.0" encoding="utf-8"?>
<p:tagLst xmlns:p="http://schemas.openxmlformats.org/presentationml/2006/main">
  <p:tag name="KSO_WM_BEAUTIFY_FLAG" val=""/>
</p:tagLst>
</file>

<file path=ppt/tags/tag762.xml><?xml version="1.0" encoding="utf-8"?>
<p:tagLst xmlns:p="http://schemas.openxmlformats.org/presentationml/2006/main">
  <p:tag name="KSO_WM_BEAUTIFY_FLAG" val=""/>
</p:tagLst>
</file>

<file path=ppt/tags/tag763.xml><?xml version="1.0" encoding="utf-8"?>
<p:tagLst xmlns:p="http://schemas.openxmlformats.org/presentationml/2006/main">
  <p:tag name="KSO_WM_BEAUTIFY_FLAG" val=""/>
</p:tagLst>
</file>

<file path=ppt/tags/tag764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765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</p:tagLst>
</file>

<file path=ppt/tags/tag766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</p:tagLst>
</file>

<file path=ppt/tags/tag767.xml><?xml version="1.0" encoding="utf-8"?>
<p:tagLst xmlns:p="http://schemas.openxmlformats.org/presentationml/2006/main">
  <p:tag name="KSO_WM_BEAUTIFY_FLAG" val=""/>
  <p:tag name="KSO_WM_UNIT_TEXT_FILL_FORE_SCHEMECOLOR_INDEX_BRIGHTNESS" val="0"/>
  <p:tag name="KSO_WM_UNIT_TEXT_FILL_FORE_SCHEMECOLOR_INDEX" val="5"/>
  <p:tag name="KSO_WM_UNIT_TEXT_FILL_TYPE" val="1"/>
</p:tagLst>
</file>

<file path=ppt/tags/tag768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BEAUTIFY_FLAG" val=""/>
</p:tagLst>
</file>

<file path=ppt/tags/tag769.xml><?xml version="1.0" encoding="utf-8"?>
<p:tagLst xmlns:p="http://schemas.openxmlformats.org/presentationml/2006/main">
  <p:tag name="KSO_WM_BEAUTIFY_FLAG" val=""/>
</p:tagLst>
</file>

<file path=ppt/tags/tag77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71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7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7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7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7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82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83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8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78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8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87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78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8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9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9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79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9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9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7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79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02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803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80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0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0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07.xml><?xml version="1.0" encoding="utf-8"?>
<p:tagLst xmlns:p="http://schemas.openxmlformats.org/presentationml/2006/main">
  <p:tag name="KSO_WM_UNIT_LINE_FORE_SCHEMECOLOR_INDEX_BRIGHTNESS" val="0"/>
  <p:tag name="KSO_WM_UNIT_LINE_FORE_SCHEMECOLOR_INDEX" val="6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0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0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1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12.xml><?xml version="1.0" encoding="utf-8"?>
<p:tagLst xmlns:p="http://schemas.openxmlformats.org/presentationml/2006/main">
  <p:tag name="KSO_WM_BEAUTIFY_FLAG" val=""/>
</p:tagLst>
</file>

<file path=ppt/tags/tag813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</p:tagLst>
</file>

<file path=ppt/tags/tag8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1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1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1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2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2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26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827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28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82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30.xml><?xml version="1.0" encoding="utf-8"?>
<p:tagLst xmlns:p="http://schemas.openxmlformats.org/presentationml/2006/main">
  <p:tag name="KSO_WM_UNIT_LINE_FORE_SCHEMECOLOR_INDEX_BRIGHTNESS" val="0"/>
  <p:tag name="KSO_WM_UNIT_LINE_FORE_SCHEMECOLOR_INDEX" val="9"/>
  <p:tag name="KSO_WM_UNIT_LINE_FILL_TYPE" val="2"/>
</p:tagLst>
</file>

<file path=ppt/tags/tag83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32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83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8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35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836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8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4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4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4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4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4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46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4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4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4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3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5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6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6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6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6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7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7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8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8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8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83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84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88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86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88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BEAUTIFY_FLAG" val=""/>
  <p:tag name="KSO_WM_UNIT_TEXT_FILL_FORE_SCHEMECOLOR_INDEX_BRIGHTNESS" val="0"/>
  <p:tag name="KSO_WM_UNIT_TEXT_FILL_FORE_SCHEMECOLOR_INDEX" val="13"/>
  <p:tag name="KSO_WM_UNIT_TEXT_FILL_TYPE" val="1"/>
</p:tagLst>
</file>

<file path=ppt/tags/tag88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8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9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89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8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89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0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0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0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0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0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0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0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10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911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912.xml><?xml version="1.0" encoding="utf-8"?>
<p:tagLst xmlns:p="http://schemas.openxmlformats.org/presentationml/2006/main">
  <p:tag name="KSO_WM_UNIT_FILL_FORE_SCHEMECOLOR_INDEX_BRIGHTNESS" val="0"/>
  <p:tag name="KSO_WM_UNIT_FILL_FORE_SCHEMECOLOR_INDEX" val="9"/>
  <p:tag name="KSO_WM_UNIT_FILL_TYPE" val="1"/>
</p:tagLst>
</file>

<file path=ppt/tags/tag91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91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1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1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2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2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3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3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3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3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9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3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4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  <p:tag name="KSO_WM_BEAUTIFY_FLAG" val=""/>
</p:tagLst>
</file>

<file path=ppt/tags/tag94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  <p:tag name="KSO_WM_BEAUTIFY_FLAG" val=""/>
</p:tagLst>
</file>

<file path=ppt/tags/tag943.xml><?xml version="1.0" encoding="utf-8"?>
<p:tagLst xmlns:p="http://schemas.openxmlformats.org/presentationml/2006/main">
  <p:tag name="KSO_WM_BEAUTIFY_FLAG" val=""/>
</p:tagLst>
</file>

<file path=ppt/tags/tag944.xml><?xml version="1.0" encoding="utf-8"?>
<p:tagLst xmlns:p="http://schemas.openxmlformats.org/presentationml/2006/main">
  <p:tag name="KSO_WM_BEAUTIFY_FLAG" val=""/>
</p:tagLst>
</file>

<file path=ppt/tags/tag945.xml><?xml version="1.0" encoding="utf-8"?>
<p:tagLst xmlns:p="http://schemas.openxmlformats.org/presentationml/2006/main">
  <p:tag name="KSO_WM_BEAUTIFY_FLAG" val=""/>
</p:tagLst>
</file>

<file path=ppt/tags/tag946.xml><?xml version="1.0" encoding="utf-8"?>
<p:tagLst xmlns:p="http://schemas.openxmlformats.org/presentationml/2006/main">
  <p:tag name="KSO_WM_BEAUTIFY_FLAG" val=""/>
</p:tagLst>
</file>

<file path=ppt/tags/tag94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4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4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5.xml><?xml version="1.0" encoding="utf-8"?>
<p:tagLst xmlns:p="http://schemas.openxmlformats.org/presentationml/2006/main">
  <p:tag name="KSO_WM_BEAUTIFY_FLAG" val=""/>
</p:tagLst>
</file>

<file path=ppt/tags/tag9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BEAUTIFY_FLAG" val=""/>
</p:tagLst>
</file>

<file path=ppt/tags/tag958.xml><?xml version="1.0" encoding="utf-8"?>
<p:tagLst xmlns:p="http://schemas.openxmlformats.org/presentationml/2006/main">
  <p:tag name="KSO_WM_BEAUTIFY_FLAG" val=""/>
</p:tagLst>
</file>

<file path=ppt/tags/tag95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BEAUTIFY_FLAG" val=""/>
</p:tagLst>
</file>

<file path=ppt/tags/tag96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BEAUTIFY_FLAG" val=""/>
</p:tagLst>
</file>

<file path=ppt/tags/tag96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BEAUTIFY_FLAG" val=""/>
</p:tagLst>
</file>

<file path=ppt/tags/tag96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BEAUTIFY_FLAG" val=""/>
</p:tagLst>
</file>

<file path=ppt/tags/tag96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BEAUTIFY_FLAG" val=""/>
</p:tagLst>
</file>

<file path=ppt/tags/tag964.xml><?xml version="1.0" encoding="utf-8"?>
<p:tagLst xmlns:p="http://schemas.openxmlformats.org/presentationml/2006/main">
  <p:tag name="KSO_WM_BEAUTIFY_FLAG" val=""/>
</p:tagLst>
</file>

<file path=ppt/tags/tag965.xml><?xml version="1.0" encoding="utf-8"?>
<p:tagLst xmlns:p="http://schemas.openxmlformats.org/presentationml/2006/main">
  <p:tag name="KSO_WM_BEAUTIFY_FLAG" val=""/>
</p:tagLst>
</file>

<file path=ppt/tags/tag966.xml><?xml version="1.0" encoding="utf-8"?>
<p:tagLst xmlns:p="http://schemas.openxmlformats.org/presentationml/2006/main">
  <p:tag name="KSO_WM_BEAUTIFY_FLAG" val=""/>
</p:tagLst>
</file>

<file path=ppt/tags/tag967.xml><?xml version="1.0" encoding="utf-8"?>
<p:tagLst xmlns:p="http://schemas.openxmlformats.org/presentationml/2006/main">
  <p:tag name="KSO_WM_BEAUTIFY_FLAG" val=""/>
</p:tagLst>
</file>

<file path=ppt/tags/tag968.xml><?xml version="1.0" encoding="utf-8"?>
<p:tagLst xmlns:p="http://schemas.openxmlformats.org/presentationml/2006/main">
  <p:tag name="KSO_WM_BEAUTIFY_FLAG" val=""/>
</p:tagLst>
</file>

<file path=ppt/tags/tag969.xml><?xml version="1.0" encoding="utf-8"?>
<p:tagLst xmlns:p="http://schemas.openxmlformats.org/presentationml/2006/main">
  <p:tag name="KSO_WM_BEAUTIFY_FLAG" val=""/>
</p:tagLst>
</file>

<file path=ppt/tags/tag970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BEAUTIFY_FLAG" val=""/>
</p:tagLst>
</file>

<file path=ppt/tags/tag971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  <p:tag name="KSO_WM_BEAUTIFY_FLAG" val=""/>
</p:tagLst>
</file>

<file path=ppt/tags/tag9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7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74.xml><?xml version="1.0" encoding="utf-8"?>
<p:tagLst xmlns:p="http://schemas.openxmlformats.org/presentationml/2006/main">
  <p:tag name="KSO_WM_BEAUTIFY_FLAG" val=""/>
</p:tagLst>
</file>

<file path=ppt/tags/tag975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9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7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8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8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87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988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98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9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9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9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95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99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9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99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0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10.xml><?xml version="1.0" encoding="utf-8"?>
<p:tagLst xmlns:p="http://schemas.openxmlformats.org/presentationml/2006/main">
  <p:tag name="KSO_WM_UNIT_LINE_FORE_SCHEMECOLOR_INDEX_BRIGHTNESS" val="0"/>
  <p:tag name="KSO_WM_UNIT_LINE_FORE_SCHEMECOLOR_INDEX" val="13"/>
  <p:tag name="KSO_WM_UNIT_LINE_FILL_TYPE" val="2"/>
</p:tagLst>
</file>

<file path=ppt/tags/tag10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1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1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1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1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1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18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0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2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2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29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3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3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3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3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36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03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3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40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41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04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4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4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4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4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4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4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4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50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05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53.xml><?xml version="1.0" encoding="utf-8"?>
<p:tagLst xmlns:p="http://schemas.openxmlformats.org/presentationml/2006/main">
  <p:tag name="KSO_WM_UNIT_LINE_FORE_SCHEMECOLOR_INDEX_BRIGHTNESS" val="0"/>
  <p:tag name="KSO_WM_UNIT_LINE_FORE_SCHEMECOLOR_INDEX" val="14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54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05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56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0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5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7.xml><?xml version="1.0" encoding="utf-8"?>
<p:tagLst xmlns:p="http://schemas.openxmlformats.org/presentationml/2006/main">
  <p:tag name="KSO_WM_UNIT_LINE_FORE_SCHEMECOLOR_INDEX_BRIGHTNESS" val="0"/>
  <p:tag name="KSO_WM_UNIT_LINE_FORE_SCHEMECOLOR_INDEX" val="13"/>
  <p:tag name="KSO_WM_UNIT_LINE_FILL_TYPE" val="2"/>
</p:tagLst>
</file>

<file path=ppt/tags/tag10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6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7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7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7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73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74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10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7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077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07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7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2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08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6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0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8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5.xml><?xml version="1.0" encoding="utf-8"?>
<p:tagLst xmlns:p="http://schemas.openxmlformats.org/presentationml/2006/main">
  <p:tag name="KSO_WM_UNIT_LINE_FORE_SCHEMECOLOR_INDEX_BRIGHTNESS" val="0"/>
  <p:tag name="KSO_WM_UNIT_LINE_FORE_SCHEMECOLOR_INDEX" val="13"/>
  <p:tag name="KSO_WM_UNIT_LINE_FILL_TYPE" val="2"/>
</p:tagLst>
</file>

<file path=ppt/tags/tag109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09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00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0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0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0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0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0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0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0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1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1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1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14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15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1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1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4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112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26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12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2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3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3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3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3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3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37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3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4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49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50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151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115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6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6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65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66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1167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68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116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7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7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7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7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7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7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7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78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17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8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8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8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84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18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18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8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8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19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19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00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120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02.xml><?xml version="1.0" encoding="utf-8"?>
<p:tagLst xmlns:p="http://schemas.openxmlformats.org/presentationml/2006/main">
  <p:tag name="KSO_WM_UNIT_LINE_FORE_SCHEMECOLOR_INDEX_BRIGHTNESS" val="0"/>
  <p:tag name="KSO_WM_UNIT_LINE_FORE_SCHEMECOLOR_INDEX" val="8"/>
  <p:tag name="KSO_WM_UNIT_LINE_FILL_TYPE" val="2"/>
</p:tagLst>
</file>

<file path=ppt/tags/tag120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0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0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0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0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0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0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1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4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2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2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2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2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2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2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29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30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3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32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233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23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3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3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3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3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3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40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4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4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4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4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4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46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247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1248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4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5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1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2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5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6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57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</p:tagLst>
</file>

<file path=ppt/tags/tag125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5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6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7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7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7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73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27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7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76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277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1278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27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8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81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28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83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1284.xml><?xml version="1.0" encoding="utf-8"?>
<p:tagLst xmlns:p="http://schemas.openxmlformats.org/presentationml/2006/main">
  <p:tag name="KSO_WM_UNIT_FILL_FORE_SCHEMECOLOR_INDEX_BRIGHTNESS" val="0"/>
  <p:tag name="KSO_WM_UNIT_FILL_FORE_SCHEMECOLOR_INDEX" val="11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28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8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8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88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89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29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291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292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293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9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9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9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97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9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299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0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0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0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03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04.xml><?xml version="1.0" encoding="utf-8"?>
<p:tagLst xmlns:p="http://schemas.openxmlformats.org/presentationml/2006/main"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0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0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0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08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1309.xml><?xml version="1.0" encoding="utf-8"?>
<p:tagLst xmlns:p="http://schemas.openxmlformats.org/presentationml/2006/main">
  <p:tag name="KSO_WM_UNIT_TEXT_FILL_FORE_SCHEMECOLOR_INDEX_BRIGHTNESS" val="0"/>
  <p:tag name="KSO_WM_UNIT_TEXT_FILL_FORE_SCHEMECOLOR_INDEX" val="5"/>
  <p:tag name="KSO_WM_UNIT_TEXT_FILL_TYPE" val="1"/>
</p:tagLst>
</file>

<file path=ppt/tags/tag1310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1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1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1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1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1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16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17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18.xml><?xml version="1.0" encoding="utf-8"?>
<p:tagLst xmlns:p="http://schemas.openxmlformats.org/presentationml/2006/main">
  <p:tag name="KSO_WM_UNIT_LINE_FORE_SCHEMECOLOR_INDEX_BRIGHTNESS" val="0"/>
  <p:tag name="KSO_WM_UNIT_LINE_FORE_SCHEMECOLOR_INDEX" val="13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1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1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22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23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7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29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30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31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32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33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34.xml><?xml version="1.0" encoding="utf-8"?>
<p:tagLst xmlns:p="http://schemas.openxmlformats.org/presentationml/2006/main">
  <p:tag name="KSO_WM_UNIT_FILL_FORE_SCHEMECOLOR_INDEX_BRIGHTNESS" val="0"/>
  <p:tag name="KSO_WM_UNIT_FILL_FORE_SCHEMECOLOR_INDEX" val="5"/>
  <p:tag name="KSO_WM_UNIT_FILL_TYPE" val="1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35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36.xml><?xml version="1.0" encoding="utf-8"?>
<p:tagLst xmlns:p="http://schemas.openxmlformats.org/presentationml/2006/main">
  <p:tag name="KSO_WM_UNIT_LINE_FORE_SCHEMECOLOR_INDEX_BRIGHTNESS" val="0"/>
  <p:tag name="KSO_WM_UNIT_LINE_FORE_SCHEMECOLOR_INDEX" val="9"/>
  <p:tag name="KSO_WM_UNIT_LINE_FILL_TYPE" val="2"/>
</p:tagLst>
</file>

<file path=ppt/tags/tag133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3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39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13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41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4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43.xml><?xml version="1.0" encoding="utf-8"?>
<p:tagLst xmlns:p="http://schemas.openxmlformats.org/presentationml/2006/main">
  <p:tag name="KSO_WM_UNIT_LINE_FORE_SCHEMECOLOR_INDEX_BRIGHTNESS" val="0"/>
  <p:tag name="KSO_WM_UNIT_LINE_FORE_SCHEMECOLOR_INDEX" val="9"/>
  <p:tag name="KSO_WM_UNIT_LINE_FILL_TYPE" val="2"/>
  <p:tag name="KSO_WM_UNIT_TEXT_FILL_FORE_SCHEMECOLOR_INDEX_BRIGHTNESS" val="0"/>
  <p:tag name="KSO_WM_UNIT_TEXT_FILL_FORE_SCHEMECOLOR_INDEX" val="13"/>
  <p:tag name="KSO_WM_UNIT_TEXT_FILL_TYPE" val="1"/>
</p:tagLst>
</file>

<file path=ppt/tags/tag1344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</p:tagLst>
</file>

<file path=ppt/tags/tag1345.xml><?xml version="1.0" encoding="utf-8"?>
<p:tagLst xmlns:p="http://schemas.openxmlformats.org/presentationml/2006/main">
  <p:tag name="KSO_WM_UNIT_FILL_FORE_SCHEMECOLOR_INDEX_BRIGHTNESS" val="0"/>
  <p:tag name="KSO_WM_UNIT_FILL_FORE_SCHEMECOLOR_INDEX" val="13"/>
  <p:tag name="KSO_WM_UNIT_FILL_TYPE" val="1"/>
</p:tagLst>
</file>

<file path=ppt/tags/tag1346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47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48.xml><?xml version="1.0" encoding="utf-8"?>
<p:tagLst xmlns:p="http://schemas.openxmlformats.org/presentationml/2006/main"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</p:tagLst>
</file>

<file path=ppt/tags/tag1349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50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51.xml><?xml version="1.0" encoding="utf-8"?>
<p:tagLst xmlns:p="http://schemas.openxmlformats.org/presentationml/2006/main">
  <p:tag name="KSO_WM_BEAUTIFY_FLAG" val=""/>
</p:tagLst>
</file>

<file path=ppt/tags/tag1352.xml><?xml version="1.0" encoding="utf-8"?>
<p:tagLst xmlns:p="http://schemas.openxmlformats.org/presentationml/2006/main">
  <p:tag name="KSO_WM_BEAUTIFY_FLAG" val=""/>
</p:tagLst>
</file>

<file path=ppt/tags/tag1353.xml><?xml version="1.0" encoding="utf-8"?>
<p:tagLst xmlns:p="http://schemas.openxmlformats.org/presentationml/2006/main"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4"/>
  <p:tag name="KSO_WM_UNIT_TEXT_FILL_TYPE" val="1"/>
</p:tagLst>
</file>

<file path=ppt/tags/tag1354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55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56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57.xml><?xml version="1.0" encoding="utf-8"?>
<p:tagLst xmlns:p="http://schemas.openxmlformats.org/presentationml/2006/main">
  <p:tag name="KSO_WPP_MARK_KEY" val="3ac6ee6d-e573-4553-a02b-83dce2975355"/>
  <p:tag name="COMMONDATA" val="eyJoZGlkIjoiMTQ3M2E0N2E3ZDg0N2M3MWRjMmFmZTY1Y2IwZmM3ZjMifQ=="/>
  <p:tag name="commondata" val="eyJoZGlkIjoiYWY3YTgwYjBkZTEwOWQ3MWQ3N2E0NjBmNzcyNDg0MjMifQ=="/>
</p:tagLst>
</file>

<file path=ppt/theme/theme1.xml><?xml version="1.0" encoding="utf-8"?>
<a:theme xmlns:a="http://schemas.openxmlformats.org/drawingml/2006/main" name="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1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1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1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1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1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1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2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2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2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2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2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2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2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2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3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3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0.xml><?xml version="1.0" encoding="utf-8"?>
<a:theme xmlns:a="http://schemas.openxmlformats.org/drawingml/2006/main" name="3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1.xml><?xml version="1.0" encoding="utf-8"?>
<a:theme xmlns:a="http://schemas.openxmlformats.org/drawingml/2006/main" name="3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3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3.xml><?xml version="1.0" encoding="utf-8"?>
<a:theme xmlns:a="http://schemas.openxmlformats.org/drawingml/2006/main" name="3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4.xml><?xml version="1.0" encoding="utf-8"?>
<a:theme xmlns:a="http://schemas.openxmlformats.org/drawingml/2006/main" name="3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5.xml><?xml version="1.0" encoding="utf-8"?>
<a:theme xmlns:a="http://schemas.openxmlformats.org/drawingml/2006/main" name="4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6.xml><?xml version="1.0" encoding="utf-8"?>
<a:theme xmlns:a="http://schemas.openxmlformats.org/drawingml/2006/main" name="3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7.xml><?xml version="1.0" encoding="utf-8"?>
<a:theme xmlns:a="http://schemas.openxmlformats.org/drawingml/2006/main" name="4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8.xml><?xml version="1.0" encoding="utf-8"?>
<a:theme xmlns:a="http://schemas.openxmlformats.org/drawingml/2006/main" name="4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9.xml><?xml version="1.0" encoding="utf-8"?>
<a:theme xmlns:a="http://schemas.openxmlformats.org/drawingml/2006/main" name="4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0.xml><?xml version="1.0" encoding="utf-8"?>
<a:theme xmlns:a="http://schemas.openxmlformats.org/drawingml/2006/main" name="4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1.xml><?xml version="1.0" encoding="utf-8"?>
<a:theme xmlns:a="http://schemas.openxmlformats.org/drawingml/2006/main" name="4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2.xml><?xml version="1.0" encoding="utf-8"?>
<a:theme xmlns:a="http://schemas.openxmlformats.org/drawingml/2006/main" name="5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3.xml><?xml version="1.0" encoding="utf-8"?>
<a:theme xmlns:a="http://schemas.openxmlformats.org/drawingml/2006/main" name="5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4.xml><?xml version="1.0" encoding="utf-8"?>
<a:theme xmlns:a="http://schemas.openxmlformats.org/drawingml/2006/main" name="5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5.xml><?xml version="1.0" encoding="utf-8"?>
<a:theme xmlns:a="http://schemas.openxmlformats.org/drawingml/2006/main" name="5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6.xml><?xml version="1.0" encoding="utf-8"?>
<a:theme xmlns:a="http://schemas.openxmlformats.org/drawingml/2006/main" name="5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7.xml><?xml version="1.0" encoding="utf-8"?>
<a:theme xmlns:a="http://schemas.openxmlformats.org/drawingml/2006/main" name="5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8.xml><?xml version="1.0" encoding="utf-8"?>
<a:theme xmlns:a="http://schemas.openxmlformats.org/drawingml/2006/main" name="5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9.xml><?xml version="1.0" encoding="utf-8"?>
<a:theme xmlns:a="http://schemas.openxmlformats.org/drawingml/2006/main" name="6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0.xml><?xml version="1.0" encoding="utf-8"?>
<a:theme xmlns:a="http://schemas.openxmlformats.org/drawingml/2006/main" name="6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1.xml><?xml version="1.0" encoding="utf-8"?>
<a:theme xmlns:a="http://schemas.openxmlformats.org/drawingml/2006/main" name="6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2.xml><?xml version="1.0" encoding="utf-8"?>
<a:theme xmlns:a="http://schemas.openxmlformats.org/drawingml/2006/main" name="6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3.xml><?xml version="1.0" encoding="utf-8"?>
<a:theme xmlns:a="http://schemas.openxmlformats.org/drawingml/2006/main" name="6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4.xml><?xml version="1.0" encoding="utf-8"?>
<a:theme xmlns:a="http://schemas.openxmlformats.org/drawingml/2006/main" name="6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5.xml><?xml version="1.0" encoding="utf-8"?>
<a:theme xmlns:a="http://schemas.openxmlformats.org/drawingml/2006/main" name="6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6.xml><?xml version="1.0" encoding="utf-8"?>
<a:theme xmlns:a="http://schemas.openxmlformats.org/drawingml/2006/main" name="6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7.xml><?xml version="1.0" encoding="utf-8"?>
<a:theme xmlns:a="http://schemas.openxmlformats.org/drawingml/2006/main" name="6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8.xml><?xml version="1.0" encoding="utf-8"?>
<a:theme xmlns:a="http://schemas.openxmlformats.org/drawingml/2006/main" name="6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9.xml><?xml version="1.0" encoding="utf-8"?>
<a:theme xmlns:a="http://schemas.openxmlformats.org/drawingml/2006/main" name="7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0.xml><?xml version="1.0" encoding="utf-8"?>
<a:theme xmlns:a="http://schemas.openxmlformats.org/drawingml/2006/main" name="7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1.xml><?xml version="1.0" encoding="utf-8"?>
<a:theme xmlns:a="http://schemas.openxmlformats.org/drawingml/2006/main" name="7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2.xml><?xml version="1.0" encoding="utf-8"?>
<a:theme xmlns:a="http://schemas.openxmlformats.org/drawingml/2006/main" name="7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3.xml><?xml version="1.0" encoding="utf-8"?>
<a:theme xmlns:a="http://schemas.openxmlformats.org/drawingml/2006/main" name="7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4.xml><?xml version="1.0" encoding="utf-8"?>
<a:theme xmlns:a="http://schemas.openxmlformats.org/drawingml/2006/main" name="7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5.xml><?xml version="1.0" encoding="utf-8"?>
<a:theme xmlns:a="http://schemas.openxmlformats.org/drawingml/2006/main" name="7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6.xml><?xml version="1.0" encoding="utf-8"?>
<a:theme xmlns:a="http://schemas.openxmlformats.org/drawingml/2006/main" name="8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7.xml><?xml version="1.0" encoding="utf-8"?>
<a:theme xmlns:a="http://schemas.openxmlformats.org/drawingml/2006/main" name="8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8.xml><?xml version="1.0" encoding="utf-8"?>
<a:theme xmlns:a="http://schemas.openxmlformats.org/drawingml/2006/main" name="8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9.xml><?xml version="1.0" encoding="utf-8"?>
<a:theme xmlns:a="http://schemas.openxmlformats.org/drawingml/2006/main" name="2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0.xml><?xml version="1.0" encoding="utf-8"?>
<a:theme xmlns:a="http://schemas.openxmlformats.org/drawingml/2006/main" name="2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1.xml><?xml version="1.0" encoding="utf-8"?>
<a:theme xmlns:a="http://schemas.openxmlformats.org/drawingml/2006/main" name="4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2.xml><?xml version="1.0" encoding="utf-8"?>
<a:theme xmlns:a="http://schemas.openxmlformats.org/drawingml/2006/main" name="4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3.xml><?xml version="1.0" encoding="utf-8"?>
<a:theme xmlns:a="http://schemas.openxmlformats.org/drawingml/2006/main" name="4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4.xml><?xml version="1.0" encoding="utf-8"?>
<a:theme xmlns:a="http://schemas.openxmlformats.org/drawingml/2006/main" name="5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5.xml><?xml version="1.0" encoding="utf-8"?>
<a:theme xmlns:a="http://schemas.openxmlformats.org/drawingml/2006/main" name="8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6.xml><?xml version="1.0" encoding="utf-8"?>
<a:theme xmlns:a="http://schemas.openxmlformats.org/drawingml/2006/main" name="86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7.xml><?xml version="1.0" encoding="utf-8"?>
<a:theme xmlns:a="http://schemas.openxmlformats.org/drawingml/2006/main" name="87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8.xml><?xml version="1.0" encoding="utf-8"?>
<a:theme xmlns:a="http://schemas.openxmlformats.org/drawingml/2006/main" name="8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9.xml><?xml version="1.0" encoding="utf-8"?>
<a:theme xmlns:a="http://schemas.openxmlformats.org/drawingml/2006/main" name="88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0.xml><?xml version="1.0" encoding="utf-8"?>
<a:theme xmlns:a="http://schemas.openxmlformats.org/drawingml/2006/main" name="8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1.xml><?xml version="1.0" encoding="utf-8"?>
<a:theme xmlns:a="http://schemas.openxmlformats.org/drawingml/2006/main" name="9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2.xml><?xml version="1.0" encoding="utf-8"?>
<a:theme xmlns:a="http://schemas.openxmlformats.org/drawingml/2006/main" name="9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3.xml><?xml version="1.0" encoding="utf-8"?>
<a:theme xmlns:a="http://schemas.openxmlformats.org/drawingml/2006/main" name="93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4.xml><?xml version="1.0" encoding="utf-8"?>
<a:theme xmlns:a="http://schemas.openxmlformats.org/drawingml/2006/main" name="70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5.xml><?xml version="1.0" encoding="utf-8"?>
<a:theme xmlns:a="http://schemas.openxmlformats.org/drawingml/2006/main" name="71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6.xml><?xml version="1.0" encoding="utf-8"?>
<a:theme xmlns:a="http://schemas.openxmlformats.org/drawingml/2006/main" name="3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7.xml><?xml version="1.0" encoding="utf-8"?>
<a:theme xmlns:a="http://schemas.openxmlformats.org/drawingml/2006/main" name="3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8.xml><?xml version="1.0" encoding="utf-8"?>
<a:theme xmlns:a="http://schemas.openxmlformats.org/drawingml/2006/main" name="54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9.xml><?xml version="1.0" encoding="utf-8"?>
<a:theme xmlns:a="http://schemas.openxmlformats.org/drawingml/2006/main" name="5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0.xml><?xml version="1.0" encoding="utf-8"?>
<a:theme xmlns:a="http://schemas.openxmlformats.org/drawingml/2006/main" name="49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1.xml><?xml version="1.0" encoding="utf-8"?>
<a:theme xmlns:a="http://schemas.openxmlformats.org/drawingml/2006/main" name="72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2.xml><?xml version="1.0" encoding="utf-8"?>
<a:theme xmlns:a="http://schemas.openxmlformats.org/drawingml/2006/main" name="85_默认设计模板">
  <a:themeElements>
    <a:clrScheme name="">
      <a:dk1>
        <a:srgbClr val="000000"/>
      </a:dk1>
      <a:lt1>
        <a:srgbClr val="FFFFFF"/>
      </a:lt1>
      <a:dk2>
        <a:srgbClr val="52686C"/>
      </a:dk2>
      <a:lt2>
        <a:srgbClr val="677F83"/>
      </a:lt2>
      <a:accent1>
        <a:srgbClr val="E0FCFB"/>
      </a:accent1>
      <a:accent2>
        <a:srgbClr val="8EB6B1"/>
      </a:accent2>
      <a:accent3>
        <a:srgbClr val="003022"/>
      </a:accent3>
      <a:accent4>
        <a:srgbClr val="7FA29D"/>
      </a:accent4>
      <a:accent5>
        <a:srgbClr val="B9C7C8"/>
      </a:accent5>
      <a:accent6>
        <a:srgbClr val="2D4741"/>
      </a:accent6>
      <a:hlink>
        <a:srgbClr val="304FFE"/>
      </a:hlink>
      <a:folHlink>
        <a:srgbClr val="492067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4982</Words>
  <Application>WPS 演示</Application>
  <PresentationFormat/>
  <Paragraphs>1751</Paragraphs>
  <Slides>91</Slides>
  <Notes>0</Notes>
  <HiddenSlides>0</HiddenSlides>
  <MMClips>0</MMClips>
  <ScaleCrop>false</ScaleCrop>
  <HeadingPairs>
    <vt:vector size="8" baseType="variant">
      <vt:variant>
        <vt:lpstr>已用的字体</vt:lpstr>
      </vt:variant>
      <vt:variant>
        <vt:i4>16</vt:i4>
      </vt:variant>
      <vt:variant>
        <vt:lpstr>主题</vt:lpstr>
      </vt:variant>
      <vt:variant>
        <vt:i4>92</vt:i4>
      </vt:variant>
      <vt:variant>
        <vt:lpstr>嵌入 OLE 服务器</vt:lpstr>
      </vt:variant>
      <vt:variant>
        <vt:i4>67</vt:i4>
      </vt:variant>
      <vt:variant>
        <vt:lpstr>幻灯片标题</vt:lpstr>
      </vt:variant>
      <vt:variant>
        <vt:i4>91</vt:i4>
      </vt:variant>
    </vt:vector>
  </HeadingPairs>
  <TitlesOfParts>
    <vt:vector size="266" baseType="lpstr">
      <vt:lpstr>Arial</vt:lpstr>
      <vt:lpstr>宋体</vt:lpstr>
      <vt:lpstr>Wingdings</vt:lpstr>
      <vt:lpstr>仿宋_GB2312</vt:lpstr>
      <vt:lpstr>仿宋</vt:lpstr>
      <vt:lpstr>隶书</vt:lpstr>
      <vt:lpstr>Times New Roman</vt:lpstr>
      <vt:lpstr>黑体</vt:lpstr>
      <vt:lpstr>Symbol</vt:lpstr>
      <vt:lpstr>Monotype Sorts</vt:lpstr>
      <vt:lpstr>Wingdings</vt:lpstr>
      <vt:lpstr>微软雅黑</vt:lpstr>
      <vt:lpstr>Arial Unicode MS</vt:lpstr>
      <vt:lpstr>等线</vt:lpstr>
      <vt:lpstr>楷体_GB2312</vt:lpstr>
      <vt:lpstr>新宋体</vt:lpstr>
      <vt:lpstr>1_默认设计模板</vt:lpstr>
      <vt:lpstr>4_默认设计模板</vt:lpstr>
      <vt:lpstr>5_默认设计模板</vt:lpstr>
      <vt:lpstr>6_默认设计模板</vt:lpstr>
      <vt:lpstr>7_默认设计模板</vt:lpstr>
      <vt:lpstr>8_默认设计模板</vt:lpstr>
      <vt:lpstr>3_默认设计模板</vt:lpstr>
      <vt:lpstr>2_默认设计模板</vt:lpstr>
      <vt:lpstr>10_默认设计模板</vt:lpstr>
      <vt:lpstr>11_默认设计模板</vt:lpstr>
      <vt:lpstr>12_默认设计模板</vt:lpstr>
      <vt:lpstr>13_默认设计模板</vt:lpstr>
      <vt:lpstr>14_默认设计模板</vt:lpstr>
      <vt:lpstr>15_默认设计模板</vt:lpstr>
      <vt:lpstr>16_默认设计模板</vt:lpstr>
      <vt:lpstr>17_默认设计模板</vt:lpstr>
      <vt:lpstr>18_默认设计模板</vt:lpstr>
      <vt:lpstr>19_默认设计模板</vt:lpstr>
      <vt:lpstr>9_默认设计模板</vt:lpstr>
      <vt:lpstr>20_默认设计模板</vt:lpstr>
      <vt:lpstr>21_默认设计模板</vt:lpstr>
      <vt:lpstr>22_默认设计模板</vt:lpstr>
      <vt:lpstr>23_默认设计模板</vt:lpstr>
      <vt:lpstr>24_默认设计模板</vt:lpstr>
      <vt:lpstr>25_默认设计模板</vt:lpstr>
      <vt:lpstr>26_默认设计模板</vt:lpstr>
      <vt:lpstr>27_默认设计模板</vt:lpstr>
      <vt:lpstr>31_默认设计模板</vt:lpstr>
      <vt:lpstr>33_默认设计模板</vt:lpstr>
      <vt:lpstr>35_默认设计模板</vt:lpstr>
      <vt:lpstr>36_默认设计模板</vt:lpstr>
      <vt:lpstr>37_默认设计模板</vt:lpstr>
      <vt:lpstr>38_默认设计模板</vt:lpstr>
      <vt:lpstr>39_默认设计模板</vt:lpstr>
      <vt:lpstr>40_默认设计模板</vt:lpstr>
      <vt:lpstr>30_默认设计模板</vt:lpstr>
      <vt:lpstr>42_默认设计模板</vt:lpstr>
      <vt:lpstr>43_默认设计模板</vt:lpstr>
      <vt:lpstr>45_默认设计模板</vt:lpstr>
      <vt:lpstr>47_默认设计模板</vt:lpstr>
      <vt:lpstr>41_默认设计模板</vt:lpstr>
      <vt:lpstr>51_默认设计模板</vt:lpstr>
      <vt:lpstr>52_默认设计模板</vt:lpstr>
      <vt:lpstr>53_默认设计模板</vt:lpstr>
      <vt:lpstr>56_默认设计模板</vt:lpstr>
      <vt:lpstr>57_默认设计模板</vt:lpstr>
      <vt:lpstr>58_默认设计模板</vt:lpstr>
      <vt:lpstr>59_默认设计模板</vt:lpstr>
      <vt:lpstr>60_默认设计模板</vt:lpstr>
      <vt:lpstr>61_默认设计模板</vt:lpstr>
      <vt:lpstr>62_默认设计模板</vt:lpstr>
      <vt:lpstr>63_默认设计模板</vt:lpstr>
      <vt:lpstr>64_默认设计模板</vt:lpstr>
      <vt:lpstr>65_默认设计模板</vt:lpstr>
      <vt:lpstr>66_默认设计模板</vt:lpstr>
      <vt:lpstr>67_默认设计模板</vt:lpstr>
      <vt:lpstr>68_默认设计模板</vt:lpstr>
      <vt:lpstr>69_默认设计模板</vt:lpstr>
      <vt:lpstr>73_默认设计模板</vt:lpstr>
      <vt:lpstr>74_默认设计模板</vt:lpstr>
      <vt:lpstr>75_默认设计模板</vt:lpstr>
      <vt:lpstr>76_默认设计模板</vt:lpstr>
      <vt:lpstr>77_默认设计模板</vt:lpstr>
      <vt:lpstr>78_默认设计模板</vt:lpstr>
      <vt:lpstr>79_默认设计模板</vt:lpstr>
      <vt:lpstr>80_默认设计模板</vt:lpstr>
      <vt:lpstr>81_默认设计模板</vt:lpstr>
      <vt:lpstr>82_默认设计模板</vt:lpstr>
      <vt:lpstr>28_默认设计模板</vt:lpstr>
      <vt:lpstr>29_默认设计模板</vt:lpstr>
      <vt:lpstr>44_默认设计模板</vt:lpstr>
      <vt:lpstr>46_默认设计模板</vt:lpstr>
      <vt:lpstr>48_默认设计模板</vt:lpstr>
      <vt:lpstr>50_默认设计模板</vt:lpstr>
      <vt:lpstr>84_默认设计模板</vt:lpstr>
      <vt:lpstr>86_默认设计模板</vt:lpstr>
      <vt:lpstr>87_默认设计模板</vt:lpstr>
      <vt:lpstr>83_默认设计模板</vt:lpstr>
      <vt:lpstr>88_默认设计模板</vt:lpstr>
      <vt:lpstr>89_默认设计模板</vt:lpstr>
      <vt:lpstr>91_默认设计模板</vt:lpstr>
      <vt:lpstr>92_默认设计模板</vt:lpstr>
      <vt:lpstr>93_默认设计模板</vt:lpstr>
      <vt:lpstr>70_默认设计模板</vt:lpstr>
      <vt:lpstr>71_默认设计模板</vt:lpstr>
      <vt:lpstr>32_默认设计模板</vt:lpstr>
      <vt:lpstr>34_默认设计模板</vt:lpstr>
      <vt:lpstr>54_默认设计模板</vt:lpstr>
      <vt:lpstr>55_默认设计模板</vt:lpstr>
      <vt:lpstr>49_默认设计模板</vt:lpstr>
      <vt:lpstr>72_默认设计模板</vt:lpstr>
      <vt:lpstr>85_默认设计模板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Equation.KSEE3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Equation.KSEE3</vt:lpstr>
      <vt:lpstr>Equation.3</vt:lpstr>
      <vt:lpstr>Equation.3</vt:lpstr>
      <vt:lpstr>Equation.3</vt:lpstr>
      <vt:lpstr>Equation.3</vt:lpstr>
      <vt:lpstr>Equation.KSEE3</vt:lpstr>
      <vt:lpstr>Equation.KSEE3</vt:lpstr>
      <vt:lpstr>Equation.KSEE3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Equation.KSEE3</vt:lpstr>
      <vt:lpstr>Equation.KSEE3</vt:lpstr>
      <vt:lpstr>Equation.3</vt:lpstr>
      <vt:lpstr>Equation.3</vt:lpstr>
      <vt:lpstr>Equation.3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xjtu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幻灯片 1</dc:title>
  <dc:creator>wzy</dc:creator>
  <cp:lastModifiedBy>苏为</cp:lastModifiedBy>
  <cp:revision>24</cp:revision>
  <dcterms:created xsi:type="dcterms:W3CDTF">2023-04-09T12:37:00Z</dcterms:created>
  <dcterms:modified xsi:type="dcterms:W3CDTF">2026-03-23T09:25:21Z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8D43A2BB735244778FD01F518EB9F090_13</vt:lpwstr>
  </property>
  <property fmtid="{D5CDD505-2E9C-101B-9397-08002B2CF9AE}" pid="3" name="KSOProductBuildVer">
    <vt:lpwstr>2052-12.1.0.25225</vt:lpwstr>
  </property>
</Properties>
</file>